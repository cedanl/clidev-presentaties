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28.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1"/>
  </p:notesMasterIdLst>
  <p:sldIdLst>
    <p:sldId id="256" r:id="rId2"/>
    <p:sldId id="257" r:id="rId3"/>
    <p:sldId id="258" r:id="rId4"/>
    <p:sldId id="350" r:id="rId5"/>
    <p:sldId id="259" r:id="rId6"/>
    <p:sldId id="308" r:id="rId7"/>
    <p:sldId id="286" r:id="rId8"/>
    <p:sldId id="287" r:id="rId9"/>
    <p:sldId id="342" r:id="rId10"/>
    <p:sldId id="313" r:id="rId11"/>
    <p:sldId id="341" r:id="rId12"/>
    <p:sldId id="260" r:id="rId13"/>
    <p:sldId id="351" r:id="rId14"/>
    <p:sldId id="352" r:id="rId15"/>
    <p:sldId id="329" r:id="rId16"/>
    <p:sldId id="340" r:id="rId17"/>
    <p:sldId id="324" r:id="rId18"/>
    <p:sldId id="349" r:id="rId19"/>
    <p:sldId id="269" r:id="rId20"/>
    <p:sldId id="306" r:id="rId21"/>
    <p:sldId id="320" r:id="rId22"/>
    <p:sldId id="339" r:id="rId23"/>
    <p:sldId id="338" r:id="rId24"/>
    <p:sldId id="331" r:id="rId25"/>
    <p:sldId id="274" r:id="rId26"/>
    <p:sldId id="301" r:id="rId27"/>
    <p:sldId id="328" r:id="rId28"/>
    <p:sldId id="337" r:id="rId29"/>
    <p:sldId id="348" r:id="rId30"/>
    <p:sldId id="333" r:id="rId31"/>
    <p:sldId id="347" r:id="rId32"/>
    <p:sldId id="335" r:id="rId33"/>
    <p:sldId id="345" r:id="rId34"/>
    <p:sldId id="346" r:id="rId35"/>
    <p:sldId id="283" r:id="rId36"/>
    <p:sldId id="321" r:id="rId37"/>
    <p:sldId id="284" r:id="rId38"/>
    <p:sldId id="285" r:id="rId39"/>
    <p:sldId id="296" r:id="rId4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8" d="100"/>
          <a:sy n="88" d="100"/>
        </p:scale>
        <p:origin x="180"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notesMaster" Target="notesMasters/notesMaster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123629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Welkom. Zeg in een zin wat vandaag gebeurt: in tweetallen werken met een AI-agent aan drie casussen, en een dashboard opleveren dat de vraag beantwoordt. Schrijf de eindtijd op een bord: de sessie duurt 90 minuten. In de rondes werken de tweetallen meteen met de skills; bij de spiegelmomenten kijken we kort samen wat de skills deden.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Vaste CEDA-introslide: wie CEDA is. Kort toelichten, daarna door naar de inhoud.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Dit is het CEDA-team. Twee grote projecten om te noemen: de instroomprognose en de Staat van de Onderwijsinstelling op basis van 1CijferHO. Praat met je data is een van de nieuwere lijnen.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Spelregels: iedereen werkt via de agent, niemand hoeft te kunnen programmeren, wel kritisch kijken. Doel aan het eind: een kwalitatief antwoord op de casusvraag, onderbouwd met je dashboard.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Het verschil in één zin: een chatbot geeft je een antwoord, een agent voert het uit. Neem de vraag "Hoeveel eerstejaars stoppen binnen een jaar?". De chatbot geeft code die je zelf moet plakken en draaien. De agent opent het bestand, schrijft de code, draait die, ziet een vreemde uitkomst en past de code aan. Jullie zien dat straks in het Claude-paneel.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AL2: de mens doet het werk en AI levert losse stukken aan. Dit aandeel loopt vanaf begin 2026 hard terug. Bron: Anthropic R&amp;D Automation Index; zo werkt Anthropic zelf aan AI-onderzoek, de waarden zijn geschat. Vraag de zaal: waar herken je dit in je eigen werk?</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AL3: mens en AI werken als duo. Sinds maart 2026 is dit de grootste groep, in augustus ongeveer 70% van de taken. De mens blijft de regie houden: kiezen, controleren, bepalen.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Vergelijk het met een nieuwe collega. De agent is die collega: hij doet het werk. Een prompt is een losse vraag die je hem stelt; elke keer net anders, dus de uitkomst ook. Een skill is een werkinstructie die je hem meegeeft: elke keer dezelfde stappen en checks. Een skill start alleen als je hem typt, met een slash ervoor.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Wat is demodata: gegenereerd naar het patroon van een echt bestand en gecontroleerd tegen de 1CijferHO-metadata en CROHO-codes. Het is fictief, dus de agent mag erin. Dezelfde code draait later op echte data. Bruikbaar, niet betrouwbaar: de structuur klopt, dus je kunt er code mee bouwen, maar de uitkomsten zeggen niets over echte studenten. Validatie tegen de werkelijkheid doen we niet; dat vraagt echte data buiten de devcontainer.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Elk tweetal kiest één van de drie vragen; /1-verkennen stelt ze in dezelfde volgorde A, B, C. Alle drie kunnen met dezelfde demodata. A: het aandeel eerstejaars dat het jaar erna niet meer ingeschreven staat. B: het aandeel dat binnen vijf jaar een diploma haalt; daar vallen de laatste instroomjaren weg, omdat die vijf jaar nog niet voorbij zijn. C: stoppen, vergeleken per vooropleiding. Wie niet kan kiezen, neemt A. De deelnemers laten de agent de cijfers uitrekenen; zij bepalen wat ze ermee doen. In de video's en bij de spiegelmomenten zie je A; de skills werken voor alle drie. Let op: opleidingsvorm heeft maar één waarde (voltijd). Wie dat zelf ontdekt, ziet waarom verkennen loont. Noem het niet vooraf.</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Laat deze slide staan terwijl iedereen opstart; speel de video af zodat iedereen de stappen een keer ziet. Lees de link hardop voor, deelnemers typen hem over (hij staat ook in de README en in de uitnodiging). Een GitHub-account is vooraf gevraagd; wie er geen heeft, maakt er nu een aan (gratis, een e-mailadres is genoeg) of kijkt mee bij een buur. De workshop-key zit als secret in GitHub, dus de Codespace is meteen gekoppeld aan Claude: geen terminal en geen key plakken. Vraagt een terminal toch om een key, dan is het secret niet doorgekomen: roep de begeleider. Het laden duurt meestal korter dan een minuut (nog bevestigen in een droge run). Doe daarna de eerste instructie live voor: "Lees data/demodata_1cho.csv en vertel in gewone taal wat erin zit."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Iedereen begint met /1-verkennen en kiest daarin de casus (A, B of C). Loop rond; beantwoord vragen met een wedervraag. Let op: wie het laatste cohort meetelt (vertekend percentage), zit in de valkuil. Dat bespreken we bij het spiegelmoment.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Pas hier vertel je over de skill. Een skill is een vast stappenplan dat start als je hem typt. Aan het eind van ronde 1 heeft elk tweetal een dataprofiel: hoeveel studenten en cohorten, wat elke kolom betekent en waar kleine groepen zitten.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Laat zien hoe ronde 1 verloopt voordat de tweetallen zelf beginnen: de skill starten, de vragen van de agent beantwoorden en het dataprofiel openen. Klik op de video om af te spelen.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Laat het bestand zien dat de skill heeft gemaakt: tegels met de kerncijfers, daaronder je keuzes (vraag, uitsplitsing, kernmaat, privacy) met hun status. Links staat nog een menu met kolommen, definities en kwaliteit (hier weggesneden). Vraag: welke keuzes zie je hier die jullie zelf niet hebben gemaakt? Dit is demodata; het profiel beschrijft het bestand, niet de werkelijkheid. Openen: klik op de link Open je dataprofiel die Claude aan het eind geeft; de pagina opent in een nieuw browsertabblad. Vraagt GitHub om door te gaan, klik dan op Continue.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Wissel nu van rol. Eerst /2-schetsen: daar stuur je bij. Daarna /3-bouwen, dat alle views in één keer bouwt. Bouwen duurt het langst; start het uiterlijk na 10 minuten. Loop rond met de responsible-checks in je hoofd: drempel, waarneembaarheid, framing, toegankelijkheid.</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Pas hier vertel je over de twee skills van ronde 2. Bijsturen doe je in de schets; het bouwen gaat daarna in één keer. Start het bouwen uiterlijk na 10 minuten.</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Laat zien hoe ronde 2 verloopt voordat de tweetallen zelf beginnen: /2-schetsen starten, de schets bijsturen, dan /3-bouwen en het dashboard openen. Klik op de video om af te spelen. Herinner aan de rolwissel: wie prompter was, is nu checker.</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Laat de schets zien: dezelfde opbouw als het dashboard straks, met de vraag als titel, het filter en de grafieken, maar met vraagtekens in plaats van getallen. Zo beoordeel je eerst de opzet en pas daarna de cijfers. Vergelijk hem straks met het dashboard: alleen de getallen komen erbij.</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Laat het dashboard zien dat uit de skill komt. Wijs aan: de onderzoeksvraag als titel, het label dat dit demodata is, de kerncijfers (16% stopt na het eerste jaar, 5.811 eerstejaars die meetellen, instroomjaren 2012-2022) en n per groep bij de staven. Het laatste instroomjaar valt weg, omdat het jaar erna nog niet in de data zit. Het dashboard is één HTML-bestand in de hoofdmap; geen server of poort nodig. Eigen data gebruik je in je eigen instelling, niet in deze workshop.</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Dit is de hele evaluatie: iedereen draait alleen /4-review in de eigen Codespace. Laat iedereen /4-review typen; er opent een vragenlijst die ze invullen (ongeveer vijf minuten). De antwoorden zijn anoniem en gaan naar de begeleiders. Vraag om concreet gedrag, niet om een onderwerp als "AI"; één of twee zinnen is genoeg. Het workshop-token geeft de begeleider vooraf; deel het niet op de slide. Loopt de tijd uit, kort dan het rondje op de volgende slide in, niet de review.</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Speel af voordat iedereen de review invult, zodat duidelijk is wat er gebeurt als je de skill start. Klik op de video om af te spelen.</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Kort rondje, één zin per persoon (circa 2 minuten; de evaluatie en afsluiting hebben samen 7 minuten). Sluit af met de contactslide. Verwijs voor echte data naar het CEDA-pakket eencijferho.</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Vaste afsluitslide: laat deze staan tijdens de vragen, zodat iedereen de links ziet.</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Laat dit staan voor de contactslide. Vraag iedereen de Codespace nu te verwijderen, of aan het eind van de dag. Elke Codespace gebruikt het gratis maandquotum van het eigen GitHub-account, en een gestopte Codespace houdt nog opslag vast. Wil iemand de bestanden uit de workshop bewaren, dan eerst kopiëren of downloaden. Stoppen bewaart de opslag, die telt ook mee; alleen Delete ruimt alles op.</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microsoft.com/office/2007/relationships/media" Target="../media/media1.mp4"/><Relationship Id="rId2" Type="http://schemas.openxmlformats.org/officeDocument/2006/relationships/video" Target="../media/media1.mp4"/><Relationship Id="rId3" Type="http://schemas.openxmlformats.org/officeDocument/2006/relationships/slideLayout" Target="../slideLayouts/slideLayout1.xml"/><Relationship Id="rId4" Type="http://schemas.openxmlformats.org/officeDocument/2006/relationships/notesSlide" Target="../notesSlides/notesSlide17.xml"/><Relationship Id="rId5"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6.png"/><Relationship Id="rId4" Type="http://schemas.openxmlformats.org/officeDocument/2006/relationships/image" Target="../media/image5.png"/><Relationship Id="rId5" Type="http://schemas.openxmlformats.org/officeDocument/2006/relationships/image" Target="../media/image13.png"/></Relationships>
</file>

<file path=ppt/slides/_rels/slide21.xml.rels><?xml version='1.0' encoding='UTF-8' standalone='yes'?>
<Relationships xmlns="http://schemas.openxmlformats.org/package/2006/relationships"><Relationship Id="rId1" Type="http://schemas.microsoft.com/office/2007/relationships/media" Target="../media/media2.mp4"/><Relationship Id="rId2" Type="http://schemas.openxmlformats.org/officeDocument/2006/relationships/video" Target="../media/media2.mp4"/><Relationship Id="rId3" Type="http://schemas.openxmlformats.org/officeDocument/2006/relationships/slideLayout" Target="../slideLayouts/slideLayout1.xml"/><Relationship Id="rId4" Type="http://schemas.openxmlformats.org/officeDocument/2006/relationships/notesSlide" Target="../notesSlides/notesSlide21.xml"/><Relationship Id="rId5"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0.png"/><Relationship Id="rId4" Type="http://schemas.openxmlformats.org/officeDocument/2006/relationships/image" Target="../media/image20.png"/></Relationships>
</file>

<file path=ppt/slides/_rels/slide27.xml.rels><?xml version='1.0' encoding='UTF-8' standalone='yes'?>
<Relationships xmlns="http://schemas.openxmlformats.org/package/2006/relationships"><Relationship Id="rId1" Type="http://schemas.microsoft.com/office/2007/relationships/media" Target="../media/media3.mp4"/><Relationship Id="rId2" Type="http://schemas.openxmlformats.org/officeDocument/2006/relationships/video" Target="../media/media3.mp4"/><Relationship Id="rId3" Type="http://schemas.openxmlformats.org/officeDocument/2006/relationships/slideLayout" Target="../slideLayouts/slideLayout1.xml"/><Relationship Id="rId4" Type="http://schemas.openxmlformats.org/officeDocument/2006/relationships/notesSlide" Target="../notesSlides/notesSlide27.xml"/><Relationship Id="rId5" Type="http://schemas.openxmlformats.org/officeDocument/2006/relationships/image" Target="../media/image2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2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2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26.png"/></Relationships>
</file>

<file path=ppt/slides/_rels/slide36.xml.rels><?xml version='1.0' encoding='UTF-8' standalone='yes'?>
<Relationships xmlns="http://schemas.openxmlformats.org/package/2006/relationships"><Relationship Id="rId1" Type="http://schemas.microsoft.com/office/2007/relationships/media" Target="../media/media4.mp4"/><Relationship Id="rId2" Type="http://schemas.openxmlformats.org/officeDocument/2006/relationships/video" Target="../media/media4.mp4"/><Relationship Id="rId3" Type="http://schemas.openxmlformats.org/officeDocument/2006/relationships/slideLayout" Target="../slideLayouts/slideLayout1.xml"/><Relationship Id="rId4" Type="http://schemas.openxmlformats.org/officeDocument/2006/relationships/notesSlide" Target="../notesSlides/notesSlide36.xml"/><Relationship Id="rId5" Type="http://schemas.openxmlformats.org/officeDocument/2006/relationships/image" Target="../media/image2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28.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PNG"/><Relationship Id="rId4" Type="http://schemas.openxmlformats.org/officeDocument/2006/relationships/hyperlink" Target="https://github.com/cedanl" TargetMode="External"/><Relationship Id="rId5" Type="http://schemas.openxmlformats.org/officeDocument/2006/relationships/hyperlink" Target="https://edu.nl/7b4yg" TargetMode="External"/><Relationship Id="rId6" Type="http://schemas.openxmlformats.org/officeDocument/2006/relationships/hyperlink" Target="https://edu.nl/7b4yg" TargetMode="External"/><Relationship Id="rId7" Type="http://schemas.openxmlformats.org/officeDocument/2006/relationships/hyperlink" Target="mailto:ceda@surf.nl"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5" name="Picture 4" descr="Npuls-achtergrond met logo"/>
          <p:cNvPicPr>
            <a:picLocks noChangeAspect="1"/>
          </p:cNvPicPr>
          <p:nvPr/>
        </p:nvPicPr>
        <p:blipFill>
          <a:blip r:embed="rId3"/>
          <a:stretch>
            <a:fillRect/>
          </a:stretch>
        </p:blipFill>
        <p:spPr>
          <a:xfrm>
            <a:off x="0" y="0"/>
            <a:ext cx="12192000" cy="6858000"/>
          </a:xfrm>
          <a:prstGeom prst="rect">
            <a:avLst/>
          </a:prstGeom>
        </p:spPr>
      </p:pic>
      <p:sp>
        <p:nvSpPr>
          <p:cNvPr id="2" name="TextBox 1"/>
          <p:cNvSpPr txBox="1"/>
          <p:nvPr/>
        </p:nvSpPr>
        <p:spPr>
          <a:xfrm>
            <a:off x="914400" y="1691640"/>
            <a:ext cx="10058400" cy="1828800"/>
          </a:xfrm>
          <a:prstGeom prst="rect">
            <a:avLst/>
          </a:prstGeom>
          <a:noFill/>
        </p:spPr>
        <p:txBody>
          <a:bodyPr wrap="square" lIns="0" tIns="0" rIns="0" bIns="0" anchor="b">
            <a:spAutoFit/>
          </a:bodyPr>
          <a:lstStyle/>
          <a:p>
            <a:pPr algn="l"/>
            <a:r>
              <a:rPr sz="4600">
                <a:solidFill>
                  <a:srgbClr val="3D68EC"/>
                </a:solidFill>
                <a:latin typeface="General Sans Semibold"/>
              </a:rPr>
              <a:t>GenAI: jij stuurt, AI bouwt</a:t>
            </a:r>
          </a:p>
        </p:txBody>
      </p:sp>
      <p:sp>
        <p:nvSpPr>
          <p:cNvPr id="3" name="TextBox 2"/>
          <p:cNvSpPr txBox="1"/>
          <p:nvPr/>
        </p:nvSpPr>
        <p:spPr>
          <a:xfrm>
            <a:off x="914400" y="3657600"/>
            <a:ext cx="8229600" cy="548640"/>
          </a:xfrm>
          <a:prstGeom prst="rect">
            <a:avLst/>
          </a:prstGeom>
          <a:noFill/>
        </p:spPr>
        <p:txBody>
          <a:bodyPr wrap="square" lIns="0" tIns="0" rIns="0" bIns="0" anchor="t">
            <a:spAutoFit/>
          </a:bodyPr>
          <a:lstStyle/>
          <a:p>
            <a:pPr algn="l"/>
            <a:r>
              <a:rPr sz="2200">
                <a:solidFill>
                  <a:srgbClr val="000000"/>
                </a:solidFill>
                <a:latin typeface="Cooper Lt BT"/>
              </a:rPr>
              <a:t>Agentic data science in het onderwijs</a:t>
            </a:r>
          </a:p>
        </p:txBody>
      </p:sp>
      <p:sp>
        <p:nvSpPr>
          <p:cNvPr id="4" name="TextBox 3"/>
          <p:cNvSpPr txBox="1"/>
          <p:nvPr/>
        </p:nvSpPr>
        <p:spPr>
          <a:xfrm>
            <a:off x="914400" y="4297680"/>
            <a:ext cx="8229600" cy="411480"/>
          </a:xfrm>
          <a:prstGeom prst="rect">
            <a:avLst/>
          </a:prstGeom>
          <a:noFill/>
        </p:spPr>
        <p:txBody>
          <a:bodyPr wrap="square" lIns="0" tIns="0" rIns="0" bIns="0" anchor="t">
            <a:spAutoFit/>
          </a:bodyPr>
          <a:lstStyle/>
          <a:p>
            <a:pPr algn="l"/>
            <a:r>
              <a:rPr sz="1600">
                <a:solidFill>
                  <a:srgbClr val="000000"/>
                </a:solidFill>
                <a:latin typeface="General Sans"/>
              </a:rPr>
              <a:t>CEDA · DAIR-bijeenkomst · 90 minuten · drie casussen · één dashboard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31520" y="1600200"/>
            <a:ext cx="5090008" cy="320040"/>
          </a:xfrm>
          <a:prstGeom prst="rect">
            <a:avLst/>
          </a:prstGeom>
          <a:noFill/>
          <a:ln/>
        </p:spPr>
        <p:txBody>
          <a:bodyPr wrap="square" lIns="0" tIns="0" rIns="0" bIns="0" rtlCol="0" anchor="t"/>
          <a:lstStyle/>
          <a:p>
            <a:pPr marL="0" indent="0" algn="l">
              <a:lnSpc>
                <a:spcPct val="105000"/>
              </a:lnSpc>
              <a:buNone/>
            </a:pPr>
            <a:r>
              <a:rPr lang="en-US" sz="1300" kern="0" spc="300" dirty="0">
                <a:solidFill>
                  <a:srgbClr val="DD784B"/>
                </a:solidFill>
                <a:latin typeface="General Sans Semibold" pitchFamily="34" charset="0"/>
                <a:ea typeface="General Sans Semibold" pitchFamily="34" charset="-122"/>
                <a:cs typeface="General Sans Semibold" pitchFamily="34" charset="-120"/>
              </a:rPr>
              <a:t>WIE IS CEDA</a:t>
            </a:r>
            <a:endParaRPr lang="en-US" sz="1300" dirty="0"/>
          </a:p>
        </p:txBody>
      </p:sp>
      <p:sp>
        <p:nvSpPr>
          <p:cNvPr id="3" name="Text 1"/>
          <p:cNvSpPr/>
          <p:nvPr/>
        </p:nvSpPr>
        <p:spPr>
          <a:xfrm>
            <a:off x="731520" y="1965960"/>
            <a:ext cx="5090008" cy="1188720"/>
          </a:xfrm>
          <a:prstGeom prst="rect">
            <a:avLst/>
          </a:prstGeom>
          <a:noFill/>
          <a:ln/>
        </p:spPr>
        <p:txBody>
          <a:bodyPr wrap="square" lIns="0" tIns="0" rIns="0" bIns="0" rtlCol="0" anchor="t"/>
          <a:lstStyle/>
          <a:p>
            <a:pPr marL="0" indent="0" algn="l">
              <a:lnSpc>
                <a:spcPct val="105000"/>
              </a:lnSpc>
              <a:buNone/>
            </a:pPr>
            <a:r>
              <a:rPr lang="en-US" sz="3200" dirty="0">
                <a:solidFill>
                  <a:srgbClr val="3D68EC"/>
                </a:solidFill>
                <a:latin typeface="General Sans Semibold" pitchFamily="34" charset="0"/>
                <a:ea typeface="General Sans Semibold" pitchFamily="34" charset="-122"/>
                <a:cs typeface="General Sans Semibold" pitchFamily="34" charset="-120"/>
              </a:rPr>
              <a:t>Centre of Educational Data Analytics</a:t>
            </a:r>
            <a:endParaRPr lang="en-US" sz="3200" dirty="0"/>
          </a:p>
        </p:txBody>
      </p:sp>
      <p:sp>
        <p:nvSpPr>
          <p:cNvPr id="4" name="Text 2"/>
          <p:cNvSpPr/>
          <p:nvPr/>
        </p:nvSpPr>
        <p:spPr>
          <a:xfrm>
            <a:off x="731520" y="3200400"/>
            <a:ext cx="5090008" cy="822960"/>
          </a:xfrm>
          <a:prstGeom prst="rect">
            <a:avLst/>
          </a:prstGeom>
          <a:noFill/>
          <a:ln/>
        </p:spPr>
        <p:txBody>
          <a:bodyPr wrap="square" lIns="0" tIns="0" rIns="0" bIns="0" rtlCol="0" anchor="t"/>
          <a:lstStyle/>
          <a:p>
            <a:pPr marL="0" indent="0" algn="l">
              <a:lnSpc>
                <a:spcPct val="105000"/>
              </a:lnSpc>
              <a:buNone/>
            </a:pPr>
            <a:r>
              <a:rPr lang="en-US" sz="1800" dirty="0">
                <a:solidFill>
                  <a:srgbClr val="000000"/>
                </a:solidFill>
                <a:latin typeface="Cooper Lt BT" pitchFamily="34" charset="0"/>
                <a:ea typeface="Cooper Lt BT" pitchFamily="34" charset="-122"/>
                <a:cs typeface="Cooper Lt BT" pitchFamily="34" charset="-120"/>
              </a:rPr>
              <a:t>Eén team binnen Npuls. Van ruwe data tot AI-toepassing, open source.</a:t>
            </a:r>
            <a:endParaRPr lang="en-US" sz="1800" dirty="0"/>
          </a:p>
        </p:txBody>
      </p:sp>
      <p:sp>
        <p:nvSpPr>
          <p:cNvPr id="5" name="Shape 3"/>
          <p:cNvSpPr/>
          <p:nvPr/>
        </p:nvSpPr>
        <p:spPr>
          <a:xfrm>
            <a:off x="731520" y="4315968"/>
            <a:ext cx="155448" cy="155448"/>
          </a:xfrm>
          <a:prstGeom prst="ellipse">
            <a:avLst/>
          </a:prstGeom>
          <a:solidFill>
            <a:srgbClr val="3D68EC"/>
          </a:solidFill>
          <a:ln/>
        </p:spPr>
        <p:txBody>
          <a:bodyPr/>
          <a:lstStyle/>
          <a:p>
            <a:endParaRPr/>
          </a:p>
        </p:txBody>
      </p:sp>
      <p:sp>
        <p:nvSpPr>
          <p:cNvPr id="6" name="Text 4"/>
          <p:cNvSpPr/>
          <p:nvPr/>
        </p:nvSpPr>
        <p:spPr>
          <a:xfrm>
            <a:off x="1051560" y="4206240"/>
            <a:ext cx="4769968" cy="502920"/>
          </a:xfrm>
          <a:prstGeom prst="rect">
            <a:avLst/>
          </a:prstGeom>
          <a:noFill/>
          <a:ln/>
        </p:spPr>
        <p:txBody>
          <a:bodyPr wrap="square" lIns="0" tIns="0" rIns="0" bIns="0" rtlCol="0" anchor="t"/>
          <a:lstStyle/>
          <a:p>
            <a:pPr marL="0" indent="0" algn="l">
              <a:lnSpc>
                <a:spcPct val="105000"/>
              </a:lnSpc>
              <a:buNone/>
            </a:pPr>
            <a:r>
              <a:rPr lang="en-US" sz="1600" dirty="0">
                <a:solidFill>
                  <a:srgbClr val="000000"/>
                </a:solidFill>
                <a:latin typeface="General Sans" pitchFamily="34" charset="0"/>
                <a:ea typeface="General Sans" pitchFamily="34" charset="-122"/>
                <a:cs typeface="General Sans" pitchFamily="34" charset="-120"/>
              </a:rPr>
              <a:t>Data, analytics en generatieve AI in één keten</a:t>
            </a:r>
            <a:endParaRPr lang="en-US" sz="1600" dirty="0"/>
          </a:p>
        </p:txBody>
      </p:sp>
      <p:sp>
        <p:nvSpPr>
          <p:cNvPr id="7" name="Shape 5"/>
          <p:cNvSpPr/>
          <p:nvPr/>
        </p:nvSpPr>
        <p:spPr>
          <a:xfrm>
            <a:off x="731520" y="4818888"/>
            <a:ext cx="155448" cy="155448"/>
          </a:xfrm>
          <a:prstGeom prst="ellipse">
            <a:avLst/>
          </a:prstGeom>
          <a:solidFill>
            <a:srgbClr val="DD784B"/>
          </a:solidFill>
          <a:ln/>
        </p:spPr>
        <p:txBody>
          <a:bodyPr/>
          <a:lstStyle/>
          <a:p>
            <a:endParaRPr/>
          </a:p>
        </p:txBody>
      </p:sp>
      <p:sp>
        <p:nvSpPr>
          <p:cNvPr id="8" name="Text 6"/>
          <p:cNvSpPr/>
          <p:nvPr/>
        </p:nvSpPr>
        <p:spPr>
          <a:xfrm>
            <a:off x="1051560" y="4709160"/>
            <a:ext cx="4769968" cy="502920"/>
          </a:xfrm>
          <a:prstGeom prst="rect">
            <a:avLst/>
          </a:prstGeom>
          <a:noFill/>
          <a:ln/>
        </p:spPr>
        <p:txBody>
          <a:bodyPr wrap="square" lIns="0" tIns="0" rIns="0" bIns="0" rtlCol="0" anchor="t"/>
          <a:lstStyle/>
          <a:p>
            <a:pPr marL="0" indent="0" algn="l">
              <a:lnSpc>
                <a:spcPct val="105000"/>
              </a:lnSpc>
              <a:buNone/>
            </a:pPr>
            <a:r>
              <a:rPr lang="en-US" sz="1600" dirty="0">
                <a:solidFill>
                  <a:srgbClr val="000000"/>
                </a:solidFill>
                <a:latin typeface="General Sans" pitchFamily="34" charset="0"/>
                <a:ea typeface="General Sans" pitchFamily="34" charset="-122"/>
                <a:cs typeface="General Sans" pitchFamily="34" charset="-120"/>
              </a:rPr>
              <a:t>Altijd in co-creatie met mbo, hbo en wo</a:t>
            </a:r>
            <a:endParaRPr lang="en-US" sz="1600" dirty="0"/>
          </a:p>
        </p:txBody>
      </p:sp>
      <p:sp>
        <p:nvSpPr>
          <p:cNvPr id="9" name="Shape 7"/>
          <p:cNvSpPr/>
          <p:nvPr/>
        </p:nvSpPr>
        <p:spPr>
          <a:xfrm>
            <a:off x="731520" y="5321808"/>
            <a:ext cx="155448" cy="155448"/>
          </a:xfrm>
          <a:prstGeom prst="ellipse">
            <a:avLst/>
          </a:prstGeom>
          <a:solidFill>
            <a:srgbClr val="00AF81"/>
          </a:solidFill>
          <a:ln/>
        </p:spPr>
        <p:txBody>
          <a:bodyPr/>
          <a:lstStyle/>
          <a:p>
            <a:endParaRPr/>
          </a:p>
        </p:txBody>
      </p:sp>
      <p:sp>
        <p:nvSpPr>
          <p:cNvPr id="10" name="Text 8"/>
          <p:cNvSpPr/>
          <p:nvPr/>
        </p:nvSpPr>
        <p:spPr>
          <a:xfrm>
            <a:off x="1051560" y="5212080"/>
            <a:ext cx="4769968" cy="502920"/>
          </a:xfrm>
          <a:prstGeom prst="rect">
            <a:avLst/>
          </a:prstGeom>
          <a:noFill/>
          <a:ln/>
        </p:spPr>
        <p:txBody>
          <a:bodyPr wrap="square" lIns="0" tIns="0" rIns="0" bIns="0" rtlCol="0" anchor="t"/>
          <a:lstStyle/>
          <a:p>
            <a:pPr marL="0" indent="0" algn="l">
              <a:lnSpc>
                <a:spcPct val="105000"/>
              </a:lnSpc>
              <a:buNone/>
            </a:pPr>
            <a:r>
              <a:rPr lang="en-US" sz="1600" dirty="0">
                <a:solidFill>
                  <a:srgbClr val="000000"/>
                </a:solidFill>
                <a:latin typeface="General Sans" pitchFamily="34" charset="0"/>
                <a:ea typeface="General Sans" pitchFamily="34" charset="-122"/>
                <a:cs typeface="General Sans" pitchFamily="34" charset="-120"/>
              </a:rPr>
              <a:t>Open source, voor elke instelling</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1304952" y="384048"/>
            <a:ext cx="35960" cy="35960"/>
          </a:xfrm>
          <a:prstGeom prst="ellipse">
            <a:avLst/>
          </a:prstGeom>
          <a:solidFill>
            <a:srgbClr val="000000"/>
          </a:solidFill>
          <a:ln/>
        </p:spPr>
        <p:txBody>
          <a:bodyPr/>
          <a:lstStyle/>
          <a:p>
            <a:endParaRPr lang="en-NL"/>
          </a:p>
        </p:txBody>
      </p:sp>
      <p:sp>
        <p:nvSpPr>
          <p:cNvPr id="3" name="Shape 1"/>
          <p:cNvSpPr/>
          <p:nvPr/>
        </p:nvSpPr>
        <p:spPr>
          <a:xfrm>
            <a:off x="11212173" y="399224"/>
            <a:ext cx="34616" cy="34616"/>
          </a:xfrm>
          <a:prstGeom prst="ellipse">
            <a:avLst/>
          </a:prstGeom>
          <a:solidFill>
            <a:srgbClr val="000000"/>
          </a:solidFill>
          <a:ln/>
        </p:spPr>
        <p:txBody>
          <a:bodyPr/>
          <a:lstStyle/>
          <a:p>
            <a:endParaRPr lang="en-NL"/>
          </a:p>
        </p:txBody>
      </p:sp>
      <p:sp>
        <p:nvSpPr>
          <p:cNvPr id="4" name="Shape 2"/>
          <p:cNvSpPr/>
          <p:nvPr/>
        </p:nvSpPr>
        <p:spPr>
          <a:xfrm>
            <a:off x="11398641" y="399224"/>
            <a:ext cx="34616" cy="34616"/>
          </a:xfrm>
          <a:prstGeom prst="ellipse">
            <a:avLst/>
          </a:prstGeom>
          <a:solidFill>
            <a:srgbClr val="000000"/>
          </a:solidFill>
          <a:ln/>
        </p:spPr>
        <p:txBody>
          <a:bodyPr/>
          <a:lstStyle/>
          <a:p>
            <a:endParaRPr lang="en-NL"/>
          </a:p>
        </p:txBody>
      </p:sp>
      <p:sp>
        <p:nvSpPr>
          <p:cNvPr id="5" name="Shape 3"/>
          <p:cNvSpPr/>
          <p:nvPr/>
        </p:nvSpPr>
        <p:spPr>
          <a:xfrm>
            <a:off x="11258374" y="435357"/>
            <a:ext cx="51936" cy="51936"/>
          </a:xfrm>
          <a:prstGeom prst="ellipse">
            <a:avLst/>
          </a:prstGeom>
          <a:solidFill>
            <a:srgbClr val="000000"/>
          </a:solidFill>
          <a:ln/>
        </p:spPr>
        <p:txBody>
          <a:bodyPr/>
          <a:lstStyle/>
          <a:p>
            <a:endParaRPr lang="en-NL"/>
          </a:p>
        </p:txBody>
      </p:sp>
      <p:sp>
        <p:nvSpPr>
          <p:cNvPr id="6" name="Shape 4"/>
          <p:cNvSpPr/>
          <p:nvPr/>
        </p:nvSpPr>
        <p:spPr>
          <a:xfrm>
            <a:off x="11335407" y="435306"/>
            <a:ext cx="51718" cy="51718"/>
          </a:xfrm>
          <a:prstGeom prst="ellipse">
            <a:avLst/>
          </a:prstGeom>
          <a:solidFill>
            <a:srgbClr val="000000"/>
          </a:solidFill>
          <a:ln/>
        </p:spPr>
        <p:txBody>
          <a:bodyPr/>
          <a:lstStyle/>
          <a:p>
            <a:endParaRPr lang="en-NL"/>
          </a:p>
        </p:txBody>
      </p:sp>
      <p:sp>
        <p:nvSpPr>
          <p:cNvPr id="7" name="Shape 5"/>
          <p:cNvSpPr/>
          <p:nvPr/>
        </p:nvSpPr>
        <p:spPr>
          <a:xfrm>
            <a:off x="11127388" y="442398"/>
            <a:ext cx="35294" cy="35294"/>
          </a:xfrm>
          <a:prstGeom prst="ellipse">
            <a:avLst/>
          </a:prstGeom>
          <a:solidFill>
            <a:srgbClr val="000000"/>
          </a:solidFill>
          <a:ln/>
        </p:spPr>
        <p:txBody>
          <a:bodyPr/>
          <a:lstStyle/>
          <a:p>
            <a:endParaRPr lang="en-NL"/>
          </a:p>
        </p:txBody>
      </p:sp>
      <p:sp>
        <p:nvSpPr>
          <p:cNvPr id="8" name="Shape 6"/>
          <p:cNvSpPr/>
          <p:nvPr/>
        </p:nvSpPr>
        <p:spPr>
          <a:xfrm>
            <a:off x="11482145" y="441649"/>
            <a:ext cx="35960" cy="35960"/>
          </a:xfrm>
          <a:prstGeom prst="ellipse">
            <a:avLst/>
          </a:prstGeom>
          <a:solidFill>
            <a:srgbClr val="000000"/>
          </a:solidFill>
          <a:ln/>
        </p:spPr>
        <p:txBody>
          <a:bodyPr/>
          <a:lstStyle/>
          <a:p>
            <a:endParaRPr lang="en-NL"/>
          </a:p>
        </p:txBody>
      </p:sp>
      <p:sp>
        <p:nvSpPr>
          <p:cNvPr id="9" name="Shape 7"/>
          <p:cNvSpPr/>
          <p:nvPr/>
        </p:nvSpPr>
        <p:spPr>
          <a:xfrm>
            <a:off x="11185603" y="459328"/>
            <a:ext cx="52167" cy="52167"/>
          </a:xfrm>
          <a:prstGeom prst="ellipse">
            <a:avLst/>
          </a:prstGeom>
          <a:solidFill>
            <a:srgbClr val="000000"/>
          </a:solidFill>
          <a:ln/>
        </p:spPr>
        <p:txBody>
          <a:bodyPr/>
          <a:lstStyle/>
          <a:p>
            <a:endParaRPr lang="en-NL"/>
          </a:p>
        </p:txBody>
      </p:sp>
      <p:sp>
        <p:nvSpPr>
          <p:cNvPr id="10" name="Shape 8"/>
          <p:cNvSpPr/>
          <p:nvPr/>
        </p:nvSpPr>
        <p:spPr>
          <a:xfrm>
            <a:off x="11408043" y="458713"/>
            <a:ext cx="52384" cy="52384"/>
          </a:xfrm>
          <a:prstGeom prst="ellipse">
            <a:avLst/>
          </a:prstGeom>
          <a:solidFill>
            <a:srgbClr val="000000"/>
          </a:solidFill>
          <a:ln/>
        </p:spPr>
        <p:txBody>
          <a:bodyPr/>
          <a:lstStyle/>
          <a:p>
            <a:endParaRPr lang="en-NL"/>
          </a:p>
        </p:txBody>
      </p:sp>
      <p:sp>
        <p:nvSpPr>
          <p:cNvPr id="11" name="Shape 9"/>
          <p:cNvSpPr/>
          <p:nvPr/>
        </p:nvSpPr>
        <p:spPr>
          <a:xfrm>
            <a:off x="11241891" y="499749"/>
            <a:ext cx="36613" cy="36613"/>
          </a:xfrm>
          <a:prstGeom prst="ellipse">
            <a:avLst/>
          </a:prstGeom>
          <a:solidFill>
            <a:srgbClr val="000000"/>
          </a:solidFill>
          <a:ln/>
        </p:spPr>
        <p:txBody>
          <a:bodyPr/>
          <a:lstStyle/>
          <a:p>
            <a:endParaRPr lang="en-NL"/>
          </a:p>
        </p:txBody>
      </p:sp>
      <p:sp>
        <p:nvSpPr>
          <p:cNvPr id="12" name="Shape 10"/>
          <p:cNvSpPr/>
          <p:nvPr/>
        </p:nvSpPr>
        <p:spPr>
          <a:xfrm>
            <a:off x="11294557" y="500146"/>
            <a:ext cx="57223" cy="57223"/>
          </a:xfrm>
          <a:prstGeom prst="ellipse">
            <a:avLst/>
          </a:prstGeom>
          <a:solidFill>
            <a:srgbClr val="000000"/>
          </a:solidFill>
          <a:ln/>
        </p:spPr>
        <p:txBody>
          <a:bodyPr/>
          <a:lstStyle/>
          <a:p>
            <a:endParaRPr lang="en-NL"/>
          </a:p>
        </p:txBody>
      </p:sp>
      <p:sp>
        <p:nvSpPr>
          <p:cNvPr id="13" name="Shape 11"/>
          <p:cNvSpPr/>
          <p:nvPr/>
        </p:nvSpPr>
        <p:spPr>
          <a:xfrm>
            <a:off x="11364102" y="498770"/>
            <a:ext cx="35294" cy="35294"/>
          </a:xfrm>
          <a:prstGeom prst="ellipse">
            <a:avLst/>
          </a:prstGeom>
          <a:solidFill>
            <a:srgbClr val="000000"/>
          </a:solidFill>
          <a:ln/>
        </p:spPr>
        <p:txBody>
          <a:bodyPr/>
          <a:lstStyle/>
          <a:p>
            <a:endParaRPr lang="en-NL"/>
          </a:p>
        </p:txBody>
      </p:sp>
      <p:sp>
        <p:nvSpPr>
          <p:cNvPr id="14" name="Shape 12"/>
          <p:cNvSpPr/>
          <p:nvPr/>
        </p:nvSpPr>
        <p:spPr>
          <a:xfrm>
            <a:off x="11123515" y="504524"/>
            <a:ext cx="51936" cy="51936"/>
          </a:xfrm>
          <a:prstGeom prst="ellipse">
            <a:avLst/>
          </a:prstGeom>
          <a:solidFill>
            <a:srgbClr val="000000"/>
          </a:solidFill>
          <a:ln/>
        </p:spPr>
        <p:txBody>
          <a:bodyPr/>
          <a:lstStyle/>
          <a:p>
            <a:endParaRPr lang="en-NL"/>
          </a:p>
        </p:txBody>
      </p:sp>
      <p:sp>
        <p:nvSpPr>
          <p:cNvPr id="15" name="Shape 13"/>
          <p:cNvSpPr/>
          <p:nvPr/>
        </p:nvSpPr>
        <p:spPr>
          <a:xfrm>
            <a:off x="11470202" y="504300"/>
            <a:ext cx="52384" cy="52384"/>
          </a:xfrm>
          <a:prstGeom prst="ellipse">
            <a:avLst/>
          </a:prstGeom>
          <a:solidFill>
            <a:srgbClr val="000000"/>
          </a:solidFill>
          <a:ln/>
        </p:spPr>
        <p:txBody>
          <a:bodyPr/>
          <a:lstStyle/>
          <a:p>
            <a:endParaRPr lang="en-NL"/>
          </a:p>
        </p:txBody>
      </p:sp>
      <p:sp>
        <p:nvSpPr>
          <p:cNvPr id="16" name="Shape 14"/>
          <p:cNvSpPr/>
          <p:nvPr/>
        </p:nvSpPr>
        <p:spPr>
          <a:xfrm>
            <a:off x="11060774" y="508825"/>
            <a:ext cx="35627" cy="35627"/>
          </a:xfrm>
          <a:prstGeom prst="ellipse">
            <a:avLst/>
          </a:prstGeom>
          <a:solidFill>
            <a:srgbClr val="000000"/>
          </a:solidFill>
          <a:ln/>
        </p:spPr>
        <p:txBody>
          <a:bodyPr/>
          <a:lstStyle/>
          <a:p>
            <a:endParaRPr lang="en-NL"/>
          </a:p>
        </p:txBody>
      </p:sp>
      <p:sp>
        <p:nvSpPr>
          <p:cNvPr id="17" name="Shape 15"/>
          <p:cNvSpPr/>
          <p:nvPr/>
        </p:nvSpPr>
        <p:spPr>
          <a:xfrm>
            <a:off x="11548535" y="508038"/>
            <a:ext cx="36613" cy="36613"/>
          </a:xfrm>
          <a:prstGeom prst="ellipse">
            <a:avLst/>
          </a:prstGeom>
          <a:solidFill>
            <a:srgbClr val="000000"/>
          </a:solidFill>
          <a:ln/>
        </p:spPr>
        <p:txBody>
          <a:bodyPr/>
          <a:lstStyle/>
          <a:p>
            <a:endParaRPr lang="en-NL"/>
          </a:p>
        </p:txBody>
      </p:sp>
      <p:sp>
        <p:nvSpPr>
          <p:cNvPr id="18" name="Shape 16"/>
          <p:cNvSpPr/>
          <p:nvPr/>
        </p:nvSpPr>
        <p:spPr>
          <a:xfrm>
            <a:off x="11191466" y="533379"/>
            <a:ext cx="57825" cy="57825"/>
          </a:xfrm>
          <a:prstGeom prst="ellipse">
            <a:avLst/>
          </a:prstGeom>
          <a:solidFill>
            <a:srgbClr val="000000"/>
          </a:solidFill>
          <a:ln/>
        </p:spPr>
        <p:txBody>
          <a:bodyPr/>
          <a:lstStyle/>
          <a:p>
            <a:endParaRPr lang="en-NL"/>
          </a:p>
        </p:txBody>
      </p:sp>
      <p:sp>
        <p:nvSpPr>
          <p:cNvPr id="19" name="Shape 17"/>
          <p:cNvSpPr/>
          <p:nvPr/>
        </p:nvSpPr>
        <p:spPr>
          <a:xfrm>
            <a:off x="11396535" y="533494"/>
            <a:ext cx="57428" cy="57428"/>
          </a:xfrm>
          <a:prstGeom prst="ellipse">
            <a:avLst/>
          </a:prstGeom>
          <a:solidFill>
            <a:srgbClr val="000000"/>
          </a:solidFill>
          <a:ln/>
        </p:spPr>
        <p:txBody>
          <a:bodyPr/>
          <a:lstStyle/>
          <a:p>
            <a:endParaRPr lang="en-NL"/>
          </a:p>
        </p:txBody>
      </p:sp>
      <p:sp>
        <p:nvSpPr>
          <p:cNvPr id="20" name="Shape 18"/>
          <p:cNvSpPr/>
          <p:nvPr/>
        </p:nvSpPr>
        <p:spPr>
          <a:xfrm>
            <a:off x="11079087" y="567226"/>
            <a:ext cx="51270" cy="51270"/>
          </a:xfrm>
          <a:prstGeom prst="ellipse">
            <a:avLst/>
          </a:prstGeom>
          <a:solidFill>
            <a:srgbClr val="000000"/>
          </a:solidFill>
          <a:ln/>
        </p:spPr>
        <p:txBody>
          <a:bodyPr/>
          <a:lstStyle/>
          <a:p>
            <a:endParaRPr lang="en-NL"/>
          </a:p>
        </p:txBody>
      </p:sp>
      <p:sp>
        <p:nvSpPr>
          <p:cNvPr id="21" name="Shape 19"/>
          <p:cNvSpPr/>
          <p:nvPr/>
        </p:nvSpPr>
        <p:spPr>
          <a:xfrm>
            <a:off x="11339728" y="567053"/>
            <a:ext cx="34616" cy="34616"/>
          </a:xfrm>
          <a:prstGeom prst="ellipse">
            <a:avLst/>
          </a:prstGeom>
          <a:solidFill>
            <a:srgbClr val="000000"/>
          </a:solidFill>
          <a:ln/>
        </p:spPr>
        <p:txBody>
          <a:bodyPr/>
          <a:lstStyle/>
          <a:p>
            <a:endParaRPr lang="en-NL"/>
          </a:p>
        </p:txBody>
      </p:sp>
      <p:sp>
        <p:nvSpPr>
          <p:cNvPr id="22" name="Shape 20"/>
          <p:cNvSpPr/>
          <p:nvPr/>
        </p:nvSpPr>
        <p:spPr>
          <a:xfrm>
            <a:off x="11515167" y="566234"/>
            <a:ext cx="52819" cy="52819"/>
          </a:xfrm>
          <a:prstGeom prst="ellipse">
            <a:avLst/>
          </a:prstGeom>
          <a:solidFill>
            <a:srgbClr val="000000"/>
          </a:solidFill>
          <a:ln/>
        </p:spPr>
        <p:txBody>
          <a:bodyPr/>
          <a:lstStyle/>
          <a:p>
            <a:endParaRPr lang="en-NL"/>
          </a:p>
        </p:txBody>
      </p:sp>
      <p:sp>
        <p:nvSpPr>
          <p:cNvPr id="23" name="Shape 21"/>
          <p:cNvSpPr/>
          <p:nvPr/>
        </p:nvSpPr>
        <p:spPr>
          <a:xfrm>
            <a:off x="11262860" y="569742"/>
            <a:ext cx="34961" cy="34961"/>
          </a:xfrm>
          <a:prstGeom prst="ellipse">
            <a:avLst/>
          </a:prstGeom>
          <a:solidFill>
            <a:srgbClr val="000000"/>
          </a:solidFill>
          <a:ln/>
        </p:spPr>
        <p:txBody>
          <a:bodyPr/>
          <a:lstStyle/>
          <a:p>
            <a:endParaRPr lang="en-NL"/>
          </a:p>
        </p:txBody>
      </p:sp>
      <p:sp>
        <p:nvSpPr>
          <p:cNvPr id="24" name="Shape 22"/>
          <p:cNvSpPr/>
          <p:nvPr/>
        </p:nvSpPr>
        <p:spPr>
          <a:xfrm>
            <a:off x="11462521" y="569818"/>
            <a:ext cx="35294" cy="35294"/>
          </a:xfrm>
          <a:prstGeom prst="ellipse">
            <a:avLst/>
          </a:prstGeom>
          <a:solidFill>
            <a:srgbClr val="000000"/>
          </a:solidFill>
          <a:ln/>
        </p:spPr>
        <p:txBody>
          <a:bodyPr/>
          <a:lstStyle/>
          <a:p>
            <a:endParaRPr lang="en-NL"/>
          </a:p>
        </p:txBody>
      </p:sp>
      <p:sp>
        <p:nvSpPr>
          <p:cNvPr id="25" name="Shape 23"/>
          <p:cNvSpPr/>
          <p:nvPr/>
        </p:nvSpPr>
        <p:spPr>
          <a:xfrm>
            <a:off x="11145681" y="573441"/>
            <a:ext cx="34270" cy="34270"/>
          </a:xfrm>
          <a:prstGeom prst="ellipse">
            <a:avLst/>
          </a:prstGeom>
          <a:solidFill>
            <a:srgbClr val="000000"/>
          </a:solidFill>
          <a:ln/>
        </p:spPr>
        <p:txBody>
          <a:bodyPr/>
          <a:lstStyle/>
          <a:p>
            <a:endParaRPr lang="en-NL"/>
          </a:p>
        </p:txBody>
      </p:sp>
      <p:sp>
        <p:nvSpPr>
          <p:cNvPr id="26" name="Shape 24"/>
          <p:cNvSpPr/>
          <p:nvPr/>
        </p:nvSpPr>
        <p:spPr>
          <a:xfrm>
            <a:off x="11592015" y="593213"/>
            <a:ext cx="35294" cy="35294"/>
          </a:xfrm>
          <a:prstGeom prst="ellipse">
            <a:avLst/>
          </a:prstGeom>
          <a:solidFill>
            <a:srgbClr val="000000"/>
          </a:solidFill>
          <a:ln/>
        </p:spPr>
        <p:txBody>
          <a:bodyPr/>
          <a:lstStyle/>
          <a:p>
            <a:endParaRPr lang="en-NL"/>
          </a:p>
        </p:txBody>
      </p:sp>
      <p:sp>
        <p:nvSpPr>
          <p:cNvPr id="27" name="Shape 25"/>
          <p:cNvSpPr/>
          <p:nvPr/>
        </p:nvSpPr>
        <p:spPr>
          <a:xfrm>
            <a:off x="11019124" y="593444"/>
            <a:ext cx="34616" cy="34616"/>
          </a:xfrm>
          <a:prstGeom prst="ellipse">
            <a:avLst/>
          </a:prstGeom>
          <a:solidFill>
            <a:srgbClr val="000000"/>
          </a:solidFill>
          <a:ln/>
        </p:spPr>
        <p:txBody>
          <a:bodyPr/>
          <a:lstStyle/>
          <a:p>
            <a:endParaRPr lang="en-NL"/>
          </a:p>
        </p:txBody>
      </p:sp>
      <p:sp>
        <p:nvSpPr>
          <p:cNvPr id="28" name="Shape 26"/>
          <p:cNvSpPr/>
          <p:nvPr/>
        </p:nvSpPr>
        <p:spPr>
          <a:xfrm>
            <a:off x="11403576" y="610214"/>
            <a:ext cx="34961" cy="34961"/>
          </a:xfrm>
          <a:prstGeom prst="ellipse">
            <a:avLst/>
          </a:prstGeom>
          <a:solidFill>
            <a:srgbClr val="000000"/>
          </a:solidFill>
          <a:ln/>
        </p:spPr>
        <p:txBody>
          <a:bodyPr/>
          <a:lstStyle/>
          <a:p>
            <a:endParaRPr lang="en-NL"/>
          </a:p>
        </p:txBody>
      </p:sp>
      <p:sp>
        <p:nvSpPr>
          <p:cNvPr id="29" name="Shape 27"/>
          <p:cNvSpPr/>
          <p:nvPr/>
        </p:nvSpPr>
        <p:spPr>
          <a:xfrm>
            <a:off x="11201662" y="616570"/>
            <a:ext cx="35627" cy="35627"/>
          </a:xfrm>
          <a:prstGeom prst="ellipse">
            <a:avLst/>
          </a:prstGeom>
          <a:solidFill>
            <a:srgbClr val="000000"/>
          </a:solidFill>
          <a:ln/>
        </p:spPr>
        <p:txBody>
          <a:bodyPr/>
          <a:lstStyle/>
          <a:p>
            <a:endParaRPr lang="en-NL"/>
          </a:p>
        </p:txBody>
      </p:sp>
      <p:sp>
        <p:nvSpPr>
          <p:cNvPr id="30" name="Shape 28"/>
          <p:cNvSpPr/>
          <p:nvPr/>
        </p:nvSpPr>
        <p:spPr>
          <a:xfrm>
            <a:off x="11127484" y="620705"/>
            <a:ext cx="58030" cy="58030"/>
          </a:xfrm>
          <a:prstGeom prst="ellipse">
            <a:avLst/>
          </a:prstGeom>
          <a:solidFill>
            <a:srgbClr val="000000"/>
          </a:solidFill>
          <a:ln/>
        </p:spPr>
        <p:txBody>
          <a:bodyPr/>
          <a:lstStyle/>
          <a:p>
            <a:endParaRPr lang="en-NL"/>
          </a:p>
        </p:txBody>
      </p:sp>
      <p:sp>
        <p:nvSpPr>
          <p:cNvPr id="31" name="Shape 29"/>
          <p:cNvSpPr/>
          <p:nvPr/>
        </p:nvSpPr>
        <p:spPr>
          <a:xfrm>
            <a:off x="11460767" y="620852"/>
            <a:ext cx="57428" cy="57428"/>
          </a:xfrm>
          <a:prstGeom prst="ellipse">
            <a:avLst/>
          </a:prstGeom>
          <a:solidFill>
            <a:srgbClr val="000000"/>
          </a:solidFill>
          <a:ln/>
        </p:spPr>
        <p:txBody>
          <a:bodyPr/>
          <a:lstStyle/>
          <a:p>
            <a:endParaRPr lang="en-NL"/>
          </a:p>
        </p:txBody>
      </p:sp>
      <p:sp>
        <p:nvSpPr>
          <p:cNvPr id="32" name="Shape 30"/>
          <p:cNvSpPr/>
          <p:nvPr/>
        </p:nvSpPr>
        <p:spPr>
          <a:xfrm>
            <a:off x="11055219" y="640144"/>
            <a:ext cx="51718" cy="51718"/>
          </a:xfrm>
          <a:prstGeom prst="ellipse">
            <a:avLst/>
          </a:prstGeom>
          <a:solidFill>
            <a:srgbClr val="000000"/>
          </a:solidFill>
          <a:ln/>
        </p:spPr>
        <p:txBody>
          <a:bodyPr/>
          <a:lstStyle/>
          <a:p>
            <a:endParaRPr lang="en-NL"/>
          </a:p>
        </p:txBody>
      </p:sp>
      <p:sp>
        <p:nvSpPr>
          <p:cNvPr id="33" name="Shape 31"/>
          <p:cNvSpPr/>
          <p:nvPr/>
        </p:nvSpPr>
        <p:spPr>
          <a:xfrm>
            <a:off x="11539330" y="640266"/>
            <a:ext cx="51270" cy="51270"/>
          </a:xfrm>
          <a:prstGeom prst="ellipse">
            <a:avLst/>
          </a:prstGeom>
          <a:solidFill>
            <a:srgbClr val="000000"/>
          </a:solidFill>
          <a:ln/>
        </p:spPr>
        <p:txBody>
          <a:bodyPr/>
          <a:lstStyle/>
          <a:p>
            <a:endParaRPr lang="en-NL"/>
          </a:p>
        </p:txBody>
      </p:sp>
      <p:sp>
        <p:nvSpPr>
          <p:cNvPr id="34" name="Shape 32"/>
          <p:cNvSpPr/>
          <p:nvPr/>
        </p:nvSpPr>
        <p:spPr>
          <a:xfrm>
            <a:off x="11429576" y="682274"/>
            <a:ext cx="35627" cy="35627"/>
          </a:xfrm>
          <a:prstGeom prst="ellipse">
            <a:avLst/>
          </a:prstGeom>
          <a:solidFill>
            <a:srgbClr val="000000"/>
          </a:solidFill>
          <a:ln/>
        </p:spPr>
        <p:txBody>
          <a:bodyPr/>
          <a:lstStyle/>
          <a:p>
            <a:endParaRPr lang="en-NL"/>
          </a:p>
        </p:txBody>
      </p:sp>
      <p:sp>
        <p:nvSpPr>
          <p:cNvPr id="35" name="Shape 33"/>
          <p:cNvSpPr/>
          <p:nvPr/>
        </p:nvSpPr>
        <p:spPr>
          <a:xfrm>
            <a:off x="11004076" y="687222"/>
            <a:ext cx="34616" cy="34616"/>
          </a:xfrm>
          <a:prstGeom prst="ellipse">
            <a:avLst/>
          </a:prstGeom>
          <a:solidFill>
            <a:srgbClr val="000000"/>
          </a:solidFill>
          <a:ln/>
        </p:spPr>
        <p:txBody>
          <a:bodyPr/>
          <a:lstStyle/>
          <a:p>
            <a:endParaRPr lang="en-NL"/>
          </a:p>
        </p:txBody>
      </p:sp>
      <p:sp>
        <p:nvSpPr>
          <p:cNvPr id="36" name="Shape 34"/>
          <p:cNvSpPr/>
          <p:nvPr/>
        </p:nvSpPr>
        <p:spPr>
          <a:xfrm>
            <a:off x="11502052" y="685321"/>
            <a:ext cx="34270" cy="34270"/>
          </a:xfrm>
          <a:prstGeom prst="ellipse">
            <a:avLst/>
          </a:prstGeom>
          <a:solidFill>
            <a:srgbClr val="000000"/>
          </a:solidFill>
          <a:ln/>
        </p:spPr>
        <p:txBody>
          <a:bodyPr/>
          <a:lstStyle/>
          <a:p>
            <a:endParaRPr lang="en-NL"/>
          </a:p>
        </p:txBody>
      </p:sp>
      <p:sp>
        <p:nvSpPr>
          <p:cNvPr id="37" name="Shape 35"/>
          <p:cNvSpPr/>
          <p:nvPr/>
        </p:nvSpPr>
        <p:spPr>
          <a:xfrm>
            <a:off x="11606321" y="686422"/>
            <a:ext cx="35627" cy="35627"/>
          </a:xfrm>
          <a:prstGeom prst="ellipse">
            <a:avLst/>
          </a:prstGeom>
          <a:solidFill>
            <a:srgbClr val="000000"/>
          </a:solidFill>
          <a:ln/>
        </p:spPr>
        <p:txBody>
          <a:bodyPr/>
          <a:lstStyle/>
          <a:p>
            <a:endParaRPr lang="en-NL"/>
          </a:p>
        </p:txBody>
      </p:sp>
      <p:sp>
        <p:nvSpPr>
          <p:cNvPr id="38" name="Shape 36"/>
          <p:cNvSpPr/>
          <p:nvPr/>
        </p:nvSpPr>
        <p:spPr>
          <a:xfrm>
            <a:off x="11108908" y="688957"/>
            <a:ext cx="35294" cy="35294"/>
          </a:xfrm>
          <a:prstGeom prst="ellipse">
            <a:avLst/>
          </a:prstGeom>
          <a:solidFill>
            <a:srgbClr val="000000"/>
          </a:solidFill>
          <a:ln/>
        </p:spPr>
        <p:txBody>
          <a:bodyPr/>
          <a:lstStyle/>
          <a:p>
            <a:endParaRPr lang="en-NL"/>
          </a:p>
        </p:txBody>
      </p:sp>
      <p:sp>
        <p:nvSpPr>
          <p:cNvPr id="39" name="Shape 37"/>
          <p:cNvSpPr/>
          <p:nvPr/>
        </p:nvSpPr>
        <p:spPr>
          <a:xfrm>
            <a:off x="11179733" y="690371"/>
            <a:ext cx="36613" cy="36613"/>
          </a:xfrm>
          <a:prstGeom prst="ellipse">
            <a:avLst/>
          </a:prstGeom>
          <a:solidFill>
            <a:srgbClr val="000000"/>
          </a:solidFill>
          <a:ln/>
        </p:spPr>
        <p:txBody>
          <a:bodyPr/>
          <a:lstStyle/>
          <a:p>
            <a:endParaRPr lang="en-NL"/>
          </a:p>
        </p:txBody>
      </p:sp>
      <p:sp>
        <p:nvSpPr>
          <p:cNvPr id="40" name="Shape 38"/>
          <p:cNvSpPr/>
          <p:nvPr/>
        </p:nvSpPr>
        <p:spPr>
          <a:xfrm>
            <a:off x="11054764" y="716576"/>
            <a:ext cx="51936" cy="51936"/>
          </a:xfrm>
          <a:prstGeom prst="ellipse">
            <a:avLst/>
          </a:prstGeom>
          <a:solidFill>
            <a:srgbClr val="000000"/>
          </a:solidFill>
          <a:ln/>
        </p:spPr>
        <p:txBody>
          <a:bodyPr/>
          <a:lstStyle/>
          <a:p>
            <a:endParaRPr lang="en-NL"/>
          </a:p>
        </p:txBody>
      </p:sp>
      <p:sp>
        <p:nvSpPr>
          <p:cNvPr id="41" name="Shape 39"/>
          <p:cNvSpPr/>
          <p:nvPr/>
        </p:nvSpPr>
        <p:spPr>
          <a:xfrm>
            <a:off x="11539023" y="716851"/>
            <a:ext cx="51488" cy="51488"/>
          </a:xfrm>
          <a:prstGeom prst="ellipse">
            <a:avLst/>
          </a:prstGeom>
          <a:solidFill>
            <a:srgbClr val="000000"/>
          </a:solidFill>
          <a:ln/>
        </p:spPr>
        <p:txBody>
          <a:bodyPr/>
          <a:lstStyle/>
          <a:p>
            <a:endParaRPr lang="en-NL"/>
          </a:p>
        </p:txBody>
      </p:sp>
      <p:sp>
        <p:nvSpPr>
          <p:cNvPr id="42" name="Shape 40"/>
          <p:cNvSpPr/>
          <p:nvPr/>
        </p:nvSpPr>
        <p:spPr>
          <a:xfrm>
            <a:off x="11127490" y="729288"/>
            <a:ext cx="58222" cy="58222"/>
          </a:xfrm>
          <a:prstGeom prst="ellipse">
            <a:avLst/>
          </a:prstGeom>
          <a:solidFill>
            <a:srgbClr val="000000"/>
          </a:solidFill>
          <a:ln/>
        </p:spPr>
        <p:txBody>
          <a:bodyPr/>
          <a:lstStyle/>
          <a:p>
            <a:endParaRPr lang="en-NL"/>
          </a:p>
        </p:txBody>
      </p:sp>
      <p:sp>
        <p:nvSpPr>
          <p:cNvPr id="43" name="Shape 41"/>
          <p:cNvSpPr/>
          <p:nvPr/>
        </p:nvSpPr>
        <p:spPr>
          <a:xfrm>
            <a:off x="11460671" y="729781"/>
            <a:ext cx="57633" cy="57633"/>
          </a:xfrm>
          <a:prstGeom prst="ellipse">
            <a:avLst/>
          </a:prstGeom>
          <a:solidFill>
            <a:srgbClr val="000000"/>
          </a:solidFill>
          <a:ln/>
        </p:spPr>
        <p:txBody>
          <a:bodyPr/>
          <a:lstStyle/>
          <a:p>
            <a:endParaRPr lang="en-NL"/>
          </a:p>
        </p:txBody>
      </p:sp>
      <p:sp>
        <p:nvSpPr>
          <p:cNvPr id="44" name="Shape 42"/>
          <p:cNvSpPr/>
          <p:nvPr/>
        </p:nvSpPr>
        <p:spPr>
          <a:xfrm>
            <a:off x="11407973" y="756415"/>
            <a:ext cx="35960" cy="35960"/>
          </a:xfrm>
          <a:prstGeom prst="ellipse">
            <a:avLst/>
          </a:prstGeom>
          <a:solidFill>
            <a:srgbClr val="000000"/>
          </a:solidFill>
          <a:ln/>
        </p:spPr>
        <p:txBody>
          <a:bodyPr/>
          <a:lstStyle/>
          <a:p>
            <a:endParaRPr lang="en-NL"/>
          </a:p>
        </p:txBody>
      </p:sp>
      <p:sp>
        <p:nvSpPr>
          <p:cNvPr id="45" name="Shape 43"/>
          <p:cNvSpPr/>
          <p:nvPr/>
        </p:nvSpPr>
        <p:spPr>
          <a:xfrm>
            <a:off x="11207308" y="763884"/>
            <a:ext cx="34616" cy="34616"/>
          </a:xfrm>
          <a:prstGeom prst="ellipse">
            <a:avLst/>
          </a:prstGeom>
          <a:solidFill>
            <a:srgbClr val="000000"/>
          </a:solidFill>
          <a:ln/>
        </p:spPr>
        <p:txBody>
          <a:bodyPr/>
          <a:lstStyle/>
          <a:p>
            <a:endParaRPr lang="en-NL"/>
          </a:p>
        </p:txBody>
      </p:sp>
      <p:sp>
        <p:nvSpPr>
          <p:cNvPr id="46" name="Shape 44"/>
          <p:cNvSpPr/>
          <p:nvPr/>
        </p:nvSpPr>
        <p:spPr>
          <a:xfrm>
            <a:off x="11018670" y="780462"/>
            <a:ext cx="34616" cy="34616"/>
          </a:xfrm>
          <a:prstGeom prst="ellipse">
            <a:avLst/>
          </a:prstGeom>
          <a:solidFill>
            <a:srgbClr val="000000"/>
          </a:solidFill>
          <a:ln/>
        </p:spPr>
        <p:txBody>
          <a:bodyPr/>
          <a:lstStyle/>
          <a:p>
            <a:endParaRPr lang="en-NL"/>
          </a:p>
        </p:txBody>
      </p:sp>
      <p:sp>
        <p:nvSpPr>
          <p:cNvPr id="47" name="Shape 45"/>
          <p:cNvSpPr/>
          <p:nvPr/>
        </p:nvSpPr>
        <p:spPr>
          <a:xfrm>
            <a:off x="11591670" y="780123"/>
            <a:ext cx="35294" cy="35294"/>
          </a:xfrm>
          <a:prstGeom prst="ellipse">
            <a:avLst/>
          </a:prstGeom>
          <a:solidFill>
            <a:srgbClr val="000000"/>
          </a:solidFill>
          <a:ln/>
        </p:spPr>
        <p:txBody>
          <a:bodyPr/>
          <a:lstStyle/>
          <a:p>
            <a:endParaRPr lang="en-NL"/>
          </a:p>
        </p:txBody>
      </p:sp>
      <p:sp>
        <p:nvSpPr>
          <p:cNvPr id="48" name="Shape 46"/>
          <p:cNvSpPr/>
          <p:nvPr/>
        </p:nvSpPr>
        <p:spPr>
          <a:xfrm>
            <a:off x="11079010" y="790179"/>
            <a:ext cx="51270" cy="51270"/>
          </a:xfrm>
          <a:prstGeom prst="ellipse">
            <a:avLst/>
          </a:prstGeom>
          <a:solidFill>
            <a:srgbClr val="000000"/>
          </a:solidFill>
          <a:ln/>
        </p:spPr>
        <p:txBody>
          <a:bodyPr/>
          <a:lstStyle/>
          <a:p>
            <a:endParaRPr lang="en-NL"/>
          </a:p>
        </p:txBody>
      </p:sp>
      <p:sp>
        <p:nvSpPr>
          <p:cNvPr id="49" name="Shape 47"/>
          <p:cNvSpPr/>
          <p:nvPr/>
        </p:nvSpPr>
        <p:spPr>
          <a:xfrm>
            <a:off x="11515218" y="789692"/>
            <a:ext cx="52602" cy="52602"/>
          </a:xfrm>
          <a:prstGeom prst="ellipse">
            <a:avLst/>
          </a:prstGeom>
          <a:solidFill>
            <a:srgbClr val="000000"/>
          </a:solidFill>
          <a:ln/>
        </p:spPr>
        <p:txBody>
          <a:bodyPr/>
          <a:lstStyle/>
          <a:p>
            <a:endParaRPr lang="en-NL"/>
          </a:p>
        </p:txBody>
      </p:sp>
      <p:sp>
        <p:nvSpPr>
          <p:cNvPr id="50" name="Shape 48"/>
          <p:cNvSpPr/>
          <p:nvPr/>
        </p:nvSpPr>
        <p:spPr>
          <a:xfrm>
            <a:off x="11147371" y="803460"/>
            <a:ext cx="35627" cy="35627"/>
          </a:xfrm>
          <a:prstGeom prst="ellipse">
            <a:avLst/>
          </a:prstGeom>
          <a:solidFill>
            <a:srgbClr val="000000"/>
          </a:solidFill>
          <a:ln/>
        </p:spPr>
        <p:txBody>
          <a:bodyPr/>
          <a:lstStyle/>
          <a:p>
            <a:endParaRPr lang="en-NL"/>
          </a:p>
        </p:txBody>
      </p:sp>
      <p:sp>
        <p:nvSpPr>
          <p:cNvPr id="51" name="Shape 49"/>
          <p:cNvSpPr/>
          <p:nvPr/>
        </p:nvSpPr>
        <p:spPr>
          <a:xfrm>
            <a:off x="11347786" y="804293"/>
            <a:ext cx="35294" cy="35294"/>
          </a:xfrm>
          <a:prstGeom prst="ellipse">
            <a:avLst/>
          </a:prstGeom>
          <a:solidFill>
            <a:srgbClr val="000000"/>
          </a:solidFill>
          <a:ln/>
        </p:spPr>
        <p:txBody>
          <a:bodyPr/>
          <a:lstStyle/>
          <a:p>
            <a:endParaRPr lang="en-NL"/>
          </a:p>
        </p:txBody>
      </p:sp>
      <p:sp>
        <p:nvSpPr>
          <p:cNvPr id="52" name="Shape 50"/>
          <p:cNvSpPr/>
          <p:nvPr/>
        </p:nvSpPr>
        <p:spPr>
          <a:xfrm>
            <a:off x="11465119" y="800919"/>
            <a:ext cx="34961" cy="34961"/>
          </a:xfrm>
          <a:prstGeom prst="ellipse">
            <a:avLst/>
          </a:prstGeom>
          <a:solidFill>
            <a:srgbClr val="000000"/>
          </a:solidFill>
          <a:ln/>
        </p:spPr>
        <p:txBody>
          <a:bodyPr/>
          <a:lstStyle/>
          <a:p>
            <a:endParaRPr lang="en-NL"/>
          </a:p>
        </p:txBody>
      </p:sp>
      <p:sp>
        <p:nvSpPr>
          <p:cNvPr id="53" name="Shape 51"/>
          <p:cNvSpPr/>
          <p:nvPr/>
        </p:nvSpPr>
        <p:spPr>
          <a:xfrm>
            <a:off x="11270669" y="806590"/>
            <a:ext cx="35627" cy="35627"/>
          </a:xfrm>
          <a:prstGeom prst="ellipse">
            <a:avLst/>
          </a:prstGeom>
          <a:solidFill>
            <a:srgbClr val="000000"/>
          </a:solidFill>
          <a:ln/>
        </p:spPr>
        <p:txBody>
          <a:bodyPr/>
          <a:lstStyle/>
          <a:p>
            <a:endParaRPr lang="en-NL"/>
          </a:p>
        </p:txBody>
      </p:sp>
      <p:sp>
        <p:nvSpPr>
          <p:cNvPr id="54" name="Shape 52"/>
          <p:cNvSpPr/>
          <p:nvPr/>
        </p:nvSpPr>
        <p:spPr>
          <a:xfrm>
            <a:off x="11191498" y="817766"/>
            <a:ext cx="57633" cy="57633"/>
          </a:xfrm>
          <a:prstGeom prst="ellipse">
            <a:avLst/>
          </a:prstGeom>
          <a:solidFill>
            <a:srgbClr val="000000"/>
          </a:solidFill>
          <a:ln/>
        </p:spPr>
        <p:txBody>
          <a:bodyPr/>
          <a:lstStyle/>
          <a:p>
            <a:endParaRPr lang="en-NL"/>
          </a:p>
        </p:txBody>
      </p:sp>
      <p:sp>
        <p:nvSpPr>
          <p:cNvPr id="55" name="Shape 53"/>
          <p:cNvSpPr/>
          <p:nvPr/>
        </p:nvSpPr>
        <p:spPr>
          <a:xfrm>
            <a:off x="11396573" y="817888"/>
            <a:ext cx="57633" cy="57633"/>
          </a:xfrm>
          <a:prstGeom prst="ellipse">
            <a:avLst/>
          </a:prstGeom>
          <a:solidFill>
            <a:srgbClr val="000000"/>
          </a:solidFill>
          <a:ln/>
        </p:spPr>
        <p:txBody>
          <a:bodyPr/>
          <a:lstStyle/>
          <a:p>
            <a:endParaRPr lang="en-NL"/>
          </a:p>
        </p:txBody>
      </p:sp>
      <p:sp>
        <p:nvSpPr>
          <p:cNvPr id="56" name="Shape 54"/>
          <p:cNvSpPr/>
          <p:nvPr/>
        </p:nvSpPr>
        <p:spPr>
          <a:xfrm>
            <a:off x="11123445" y="851985"/>
            <a:ext cx="52167" cy="52167"/>
          </a:xfrm>
          <a:prstGeom prst="ellipse">
            <a:avLst/>
          </a:prstGeom>
          <a:solidFill>
            <a:srgbClr val="000000"/>
          </a:solidFill>
          <a:ln/>
        </p:spPr>
        <p:txBody>
          <a:bodyPr/>
          <a:lstStyle/>
          <a:p>
            <a:endParaRPr lang="en-NL"/>
          </a:p>
        </p:txBody>
      </p:sp>
      <p:sp>
        <p:nvSpPr>
          <p:cNvPr id="57" name="Shape 55"/>
          <p:cNvSpPr/>
          <p:nvPr/>
        </p:nvSpPr>
        <p:spPr>
          <a:xfrm>
            <a:off x="11294647" y="851390"/>
            <a:ext cx="57223" cy="57223"/>
          </a:xfrm>
          <a:prstGeom prst="ellipse">
            <a:avLst/>
          </a:prstGeom>
          <a:solidFill>
            <a:srgbClr val="000000"/>
          </a:solidFill>
          <a:ln/>
        </p:spPr>
        <p:txBody>
          <a:bodyPr/>
          <a:lstStyle/>
          <a:p>
            <a:endParaRPr lang="en-NL"/>
          </a:p>
        </p:txBody>
      </p:sp>
      <p:sp>
        <p:nvSpPr>
          <p:cNvPr id="58" name="Shape 56"/>
          <p:cNvSpPr/>
          <p:nvPr/>
        </p:nvSpPr>
        <p:spPr>
          <a:xfrm>
            <a:off x="11470202" y="852382"/>
            <a:ext cx="52384" cy="52384"/>
          </a:xfrm>
          <a:prstGeom prst="ellipse">
            <a:avLst/>
          </a:prstGeom>
          <a:solidFill>
            <a:srgbClr val="000000"/>
          </a:solidFill>
          <a:ln/>
        </p:spPr>
        <p:txBody>
          <a:bodyPr/>
          <a:lstStyle/>
          <a:p>
            <a:endParaRPr lang="en-NL"/>
          </a:p>
        </p:txBody>
      </p:sp>
      <p:sp>
        <p:nvSpPr>
          <p:cNvPr id="59" name="Shape 57"/>
          <p:cNvSpPr/>
          <p:nvPr/>
        </p:nvSpPr>
        <p:spPr>
          <a:xfrm>
            <a:off x="11060774" y="864607"/>
            <a:ext cx="35627" cy="35627"/>
          </a:xfrm>
          <a:prstGeom prst="ellipse">
            <a:avLst/>
          </a:prstGeom>
          <a:solidFill>
            <a:srgbClr val="000000"/>
          </a:solidFill>
          <a:ln/>
        </p:spPr>
        <p:txBody>
          <a:bodyPr/>
          <a:lstStyle/>
          <a:p>
            <a:endParaRPr lang="en-NL"/>
          </a:p>
        </p:txBody>
      </p:sp>
      <p:sp>
        <p:nvSpPr>
          <p:cNvPr id="60" name="Shape 58"/>
          <p:cNvSpPr/>
          <p:nvPr/>
        </p:nvSpPr>
        <p:spPr>
          <a:xfrm>
            <a:off x="11548733" y="864185"/>
            <a:ext cx="35627" cy="35627"/>
          </a:xfrm>
          <a:prstGeom prst="ellipse">
            <a:avLst/>
          </a:prstGeom>
          <a:solidFill>
            <a:srgbClr val="000000"/>
          </a:solidFill>
          <a:ln/>
        </p:spPr>
        <p:txBody>
          <a:bodyPr/>
          <a:lstStyle/>
          <a:p>
            <a:endParaRPr lang="en-NL"/>
          </a:p>
        </p:txBody>
      </p:sp>
      <p:sp>
        <p:nvSpPr>
          <p:cNvPr id="61" name="Shape 59"/>
          <p:cNvSpPr/>
          <p:nvPr/>
        </p:nvSpPr>
        <p:spPr>
          <a:xfrm>
            <a:off x="11246231" y="873908"/>
            <a:ext cx="35627" cy="35627"/>
          </a:xfrm>
          <a:prstGeom prst="ellipse">
            <a:avLst/>
          </a:prstGeom>
          <a:solidFill>
            <a:srgbClr val="000000"/>
          </a:solidFill>
          <a:ln/>
        </p:spPr>
        <p:txBody>
          <a:bodyPr/>
          <a:lstStyle/>
          <a:p>
            <a:endParaRPr lang="en-NL"/>
          </a:p>
        </p:txBody>
      </p:sp>
      <p:sp>
        <p:nvSpPr>
          <p:cNvPr id="62" name="Shape 60"/>
          <p:cNvSpPr/>
          <p:nvPr/>
        </p:nvSpPr>
        <p:spPr>
          <a:xfrm>
            <a:off x="11367418" y="872896"/>
            <a:ext cx="35627" cy="35627"/>
          </a:xfrm>
          <a:prstGeom prst="ellipse">
            <a:avLst/>
          </a:prstGeom>
          <a:solidFill>
            <a:srgbClr val="000000"/>
          </a:solidFill>
          <a:ln/>
        </p:spPr>
        <p:txBody>
          <a:bodyPr/>
          <a:lstStyle/>
          <a:p>
            <a:endParaRPr lang="en-NL"/>
          </a:p>
        </p:txBody>
      </p:sp>
      <p:sp>
        <p:nvSpPr>
          <p:cNvPr id="63" name="Shape 61"/>
          <p:cNvSpPr/>
          <p:nvPr/>
        </p:nvSpPr>
        <p:spPr>
          <a:xfrm>
            <a:off x="11185366" y="897322"/>
            <a:ext cx="51936" cy="51936"/>
          </a:xfrm>
          <a:prstGeom prst="ellipse">
            <a:avLst/>
          </a:prstGeom>
          <a:solidFill>
            <a:srgbClr val="000000"/>
          </a:solidFill>
          <a:ln/>
        </p:spPr>
        <p:txBody>
          <a:bodyPr/>
          <a:lstStyle/>
          <a:p>
            <a:endParaRPr lang="en-NL"/>
          </a:p>
        </p:txBody>
      </p:sp>
      <p:sp>
        <p:nvSpPr>
          <p:cNvPr id="64" name="Shape 62"/>
          <p:cNvSpPr/>
          <p:nvPr/>
        </p:nvSpPr>
        <p:spPr>
          <a:xfrm>
            <a:off x="11407845" y="897655"/>
            <a:ext cx="52602" cy="52602"/>
          </a:xfrm>
          <a:prstGeom prst="ellipse">
            <a:avLst/>
          </a:prstGeom>
          <a:solidFill>
            <a:srgbClr val="000000"/>
          </a:solidFill>
          <a:ln/>
        </p:spPr>
        <p:txBody>
          <a:bodyPr/>
          <a:lstStyle/>
          <a:p>
            <a:endParaRPr lang="en-NL"/>
          </a:p>
        </p:txBody>
      </p:sp>
      <p:sp>
        <p:nvSpPr>
          <p:cNvPr id="65" name="Shape 63"/>
          <p:cNvSpPr/>
          <p:nvPr/>
        </p:nvSpPr>
        <p:spPr>
          <a:xfrm>
            <a:off x="11258822" y="921466"/>
            <a:ext cx="51270" cy="51270"/>
          </a:xfrm>
          <a:prstGeom prst="ellipse">
            <a:avLst/>
          </a:prstGeom>
          <a:solidFill>
            <a:srgbClr val="000000"/>
          </a:solidFill>
          <a:ln/>
        </p:spPr>
        <p:txBody>
          <a:bodyPr/>
          <a:lstStyle/>
          <a:p>
            <a:endParaRPr lang="en-NL"/>
          </a:p>
        </p:txBody>
      </p:sp>
      <p:sp>
        <p:nvSpPr>
          <p:cNvPr id="66" name="Shape 64"/>
          <p:cNvSpPr/>
          <p:nvPr/>
        </p:nvSpPr>
        <p:spPr>
          <a:xfrm>
            <a:off x="11335350" y="921504"/>
            <a:ext cx="51270" cy="51270"/>
          </a:xfrm>
          <a:prstGeom prst="ellipse">
            <a:avLst/>
          </a:prstGeom>
          <a:solidFill>
            <a:srgbClr val="000000"/>
          </a:solidFill>
          <a:ln/>
        </p:spPr>
        <p:txBody>
          <a:bodyPr/>
          <a:lstStyle/>
          <a:p>
            <a:endParaRPr lang="en-NL"/>
          </a:p>
        </p:txBody>
      </p:sp>
      <p:sp>
        <p:nvSpPr>
          <p:cNvPr id="67" name="Shape 65"/>
          <p:cNvSpPr/>
          <p:nvPr/>
        </p:nvSpPr>
        <p:spPr>
          <a:xfrm>
            <a:off x="11127388" y="931368"/>
            <a:ext cx="35294" cy="35294"/>
          </a:xfrm>
          <a:prstGeom prst="ellipse">
            <a:avLst/>
          </a:prstGeom>
          <a:solidFill>
            <a:srgbClr val="000000"/>
          </a:solidFill>
          <a:ln/>
        </p:spPr>
        <p:txBody>
          <a:bodyPr/>
          <a:lstStyle/>
          <a:p>
            <a:endParaRPr lang="en-NL"/>
          </a:p>
        </p:txBody>
      </p:sp>
      <p:sp>
        <p:nvSpPr>
          <p:cNvPr id="68" name="Shape 66"/>
          <p:cNvSpPr/>
          <p:nvPr/>
        </p:nvSpPr>
        <p:spPr>
          <a:xfrm>
            <a:off x="11481979" y="931035"/>
            <a:ext cx="35960" cy="35960"/>
          </a:xfrm>
          <a:prstGeom prst="ellipse">
            <a:avLst/>
          </a:prstGeom>
          <a:solidFill>
            <a:srgbClr val="000000"/>
          </a:solidFill>
          <a:ln/>
        </p:spPr>
        <p:txBody>
          <a:bodyPr/>
          <a:lstStyle/>
          <a:p>
            <a:endParaRPr lang="en-NL"/>
          </a:p>
        </p:txBody>
      </p:sp>
      <p:sp>
        <p:nvSpPr>
          <p:cNvPr id="69" name="Shape 67"/>
          <p:cNvSpPr/>
          <p:nvPr/>
        </p:nvSpPr>
        <p:spPr>
          <a:xfrm>
            <a:off x="11211987" y="974695"/>
            <a:ext cx="34961" cy="34961"/>
          </a:xfrm>
          <a:prstGeom prst="ellipse">
            <a:avLst/>
          </a:prstGeom>
          <a:solidFill>
            <a:srgbClr val="000000"/>
          </a:solidFill>
          <a:ln/>
        </p:spPr>
        <p:txBody>
          <a:bodyPr/>
          <a:lstStyle/>
          <a:p>
            <a:endParaRPr lang="en-NL"/>
          </a:p>
        </p:txBody>
      </p:sp>
      <p:sp>
        <p:nvSpPr>
          <p:cNvPr id="70" name="Shape 68"/>
          <p:cNvSpPr/>
          <p:nvPr/>
        </p:nvSpPr>
        <p:spPr>
          <a:xfrm>
            <a:off x="11398461" y="974695"/>
            <a:ext cx="34961" cy="34961"/>
          </a:xfrm>
          <a:prstGeom prst="ellipse">
            <a:avLst/>
          </a:prstGeom>
          <a:solidFill>
            <a:srgbClr val="000000"/>
          </a:solidFill>
          <a:ln/>
        </p:spPr>
        <p:txBody>
          <a:bodyPr/>
          <a:lstStyle/>
          <a:p>
            <a:endParaRPr lang="en-NL"/>
          </a:p>
        </p:txBody>
      </p:sp>
      <p:sp>
        <p:nvSpPr>
          <p:cNvPr id="71" name="Shape 69"/>
          <p:cNvSpPr/>
          <p:nvPr/>
        </p:nvSpPr>
        <p:spPr>
          <a:xfrm>
            <a:off x="11304837" y="988501"/>
            <a:ext cx="35627" cy="35627"/>
          </a:xfrm>
          <a:prstGeom prst="ellipse">
            <a:avLst/>
          </a:prstGeom>
          <a:solidFill>
            <a:srgbClr val="000000"/>
          </a:solidFill>
          <a:ln/>
        </p:spPr>
        <p:txBody>
          <a:bodyPr/>
          <a:lstStyle/>
          <a:p>
            <a:endParaRPr lang="en-NL"/>
          </a:p>
        </p:txBody>
      </p:sp>
      <p:sp>
        <p:nvSpPr>
          <p:cNvPr id="72" name="Text 70"/>
          <p:cNvSpPr/>
          <p:nvPr/>
        </p:nvSpPr>
        <p:spPr>
          <a:xfrm>
            <a:off x="548640" y="411480"/>
            <a:ext cx="10088575" cy="777240"/>
          </a:xfrm>
          <a:prstGeom prst="rect">
            <a:avLst/>
          </a:prstGeom>
          <a:noFill/>
          <a:ln/>
        </p:spPr>
        <p:txBody>
          <a:bodyPr wrap="square" lIns="0" tIns="0" rIns="0" bIns="0" rtlCol="0" anchor="ctr"/>
          <a:lstStyle/>
          <a:p>
            <a:pPr marL="0" indent="0" algn="l">
              <a:lnSpc>
                <a:spcPct val="105000"/>
              </a:lnSpc>
              <a:buNone/>
            </a:pPr>
            <a:r>
              <a:rPr lang="en-US" sz="3400" dirty="0">
                <a:solidFill>
                  <a:srgbClr val="3D68EC"/>
                </a:solidFill>
                <a:latin typeface="General Sans Semibold" pitchFamily="34" charset="0"/>
                <a:ea typeface="General Sans Semibold" pitchFamily="34" charset="-122"/>
                <a:cs typeface="General Sans Semibold" pitchFamily="34" charset="-120"/>
              </a:rPr>
              <a:t>Wie zijn wij</a:t>
            </a:r>
            <a:endParaRPr lang="en-US" sz="3400" dirty="0"/>
          </a:p>
        </p:txBody>
      </p:sp>
      <p:pic>
        <p:nvPicPr>
          <p:cNvPr id="73" name="Image 0" descr="Groepsfoto van het CEDA-team"/>
          <p:cNvPicPr>
            <a:picLocks noChangeAspect="1"/>
          </p:cNvPicPr>
          <p:nvPr/>
        </p:nvPicPr>
        <p:blipFill>
          <a:blip r:embed="rId3"/>
          <a:stretch>
            <a:fillRect/>
          </a:stretch>
        </p:blipFill>
        <p:spPr>
          <a:xfrm>
            <a:off x="887164" y="1371600"/>
            <a:ext cx="6394007" cy="4754880"/>
          </a:xfrm>
          <a:prstGeom prst="rect">
            <a:avLst/>
          </a:prstGeom>
        </p:spPr>
      </p:pic>
      <p:sp>
        <p:nvSpPr>
          <p:cNvPr id="74" name="Text 71"/>
          <p:cNvSpPr/>
          <p:nvPr/>
        </p:nvSpPr>
        <p:spPr>
          <a:xfrm>
            <a:off x="7894015" y="1463040"/>
            <a:ext cx="3749040" cy="4480560"/>
          </a:xfrm>
          <a:prstGeom prst="rect">
            <a:avLst/>
          </a:prstGeom>
          <a:noFill/>
          <a:ln/>
        </p:spPr>
        <p:txBody>
          <a:bodyPr wrap="square" lIns="0" tIns="0" rIns="0" bIns="0" rtlCol="0" anchor="t"/>
          <a:lstStyle/>
          <a:p>
            <a:pPr marL="0" indent="0" algn="l">
              <a:lnSpc>
                <a:spcPct val="105000"/>
              </a:lnSpc>
              <a:spcAft>
                <a:spcPts val="800"/>
              </a:spcAft>
              <a:buNone/>
            </a:pPr>
            <a:r>
              <a:rPr lang="en-US" sz="1800" dirty="0">
                <a:solidFill>
                  <a:srgbClr val="000000"/>
                </a:solidFill>
                <a:latin typeface="General Sans" pitchFamily="34" charset="0"/>
                <a:ea typeface="General Sans" pitchFamily="34" charset="-122"/>
                <a:cs typeface="General Sans" pitchFamily="34" charset="-120"/>
              </a:rPr>
              <a:t>Diverse projecten, waaronder</a:t>
            </a:r>
            <a:endParaRPr lang="en-US" sz="1800" dirty="0"/>
          </a:p>
          <a:p>
            <a:pPr marL="0" indent="0" algn="l">
              <a:lnSpc>
                <a:spcPct val="105000"/>
              </a:lnSpc>
              <a:spcAft>
                <a:spcPts val="800"/>
              </a:spcAft>
              <a:buNone/>
            </a:pPr>
            <a:r>
              <a:rPr lang="en-US" sz="1800" dirty="0">
                <a:solidFill>
                  <a:srgbClr val="3D68EC"/>
                </a:solidFill>
                <a:latin typeface="General Sans Semibold" pitchFamily="34" charset="0"/>
                <a:ea typeface="General Sans Semibold" pitchFamily="34" charset="-122"/>
                <a:cs typeface="General Sans Semibold" pitchFamily="34" charset="-120"/>
              </a:rPr>
              <a:t>Instroomprognose</a:t>
            </a:r>
            <a:endParaRPr lang="en-US" sz="1800" dirty="0"/>
          </a:p>
          <a:p>
            <a:pPr marL="0" indent="0" algn="l">
              <a:lnSpc>
                <a:spcPct val="105000"/>
              </a:lnSpc>
              <a:spcAft>
                <a:spcPts val="800"/>
              </a:spcAft>
              <a:buNone/>
            </a:pPr>
            <a:r>
              <a:rPr lang="en-US" sz="1800" dirty="0">
                <a:solidFill>
                  <a:srgbClr val="3D68EC"/>
                </a:solidFill>
                <a:latin typeface="General Sans Semibold" pitchFamily="34" charset="0"/>
                <a:ea typeface="General Sans Semibold" pitchFamily="34" charset="-122"/>
                <a:cs typeface="General Sans Semibold" pitchFamily="34" charset="-120"/>
              </a:rPr>
              <a:t>Staat van de Onderwijsinstelling</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D6E2FD"/>
        </a:solidFill>
        <a:effectLst/>
      </p:bgPr>
    </p:bg>
    <p:spTree>
      <p:nvGrpSpPr>
        <p:cNvPr id="1" name=""/>
        <p:cNvGrpSpPr/>
        <p:nvPr/>
      </p:nvGrpSpPr>
      <p:grpSpPr>
        <a:xfrm>
          <a:off x="0" y="0"/>
          <a:ext cx="0" cy="0"/>
          <a:chOff x="0" y="0"/>
          <a:chExt cx="0" cy="0"/>
        </a:xfrm>
      </p:grpSpPr>
      <p:sp>
        <p:nvSpPr>
          <p:cNvPr id="2" name="Shape 0"/>
          <p:cNvSpPr/>
          <p:nvPr/>
        </p:nvSpPr>
        <p:spPr>
          <a:xfrm>
            <a:off x="11304952" y="384048"/>
            <a:ext cx="35960" cy="35960"/>
          </a:xfrm>
          <a:prstGeom prst="ellipse">
            <a:avLst/>
          </a:prstGeom>
          <a:solidFill>
            <a:srgbClr val="000000"/>
          </a:solidFill>
          <a:ln/>
        </p:spPr>
        <p:txBody>
          <a:bodyPr/>
          <a:lstStyle/>
          <a:p>
            <a:endParaRPr/>
          </a:p>
        </p:txBody>
      </p:sp>
      <p:sp>
        <p:nvSpPr>
          <p:cNvPr id="3" name="Shape 1"/>
          <p:cNvSpPr/>
          <p:nvPr/>
        </p:nvSpPr>
        <p:spPr>
          <a:xfrm>
            <a:off x="11212173" y="399224"/>
            <a:ext cx="34616" cy="34616"/>
          </a:xfrm>
          <a:prstGeom prst="ellipse">
            <a:avLst/>
          </a:prstGeom>
          <a:solidFill>
            <a:srgbClr val="000000"/>
          </a:solidFill>
          <a:ln/>
        </p:spPr>
        <p:txBody>
          <a:bodyPr/>
          <a:lstStyle/>
          <a:p>
            <a:endParaRPr/>
          </a:p>
        </p:txBody>
      </p:sp>
      <p:sp>
        <p:nvSpPr>
          <p:cNvPr id="4" name="Shape 2"/>
          <p:cNvSpPr/>
          <p:nvPr/>
        </p:nvSpPr>
        <p:spPr>
          <a:xfrm>
            <a:off x="11398641" y="399224"/>
            <a:ext cx="34616" cy="34616"/>
          </a:xfrm>
          <a:prstGeom prst="ellipse">
            <a:avLst/>
          </a:prstGeom>
          <a:solidFill>
            <a:srgbClr val="000000"/>
          </a:solidFill>
          <a:ln/>
        </p:spPr>
        <p:txBody>
          <a:bodyPr/>
          <a:lstStyle/>
          <a:p>
            <a:endParaRPr/>
          </a:p>
        </p:txBody>
      </p:sp>
      <p:sp>
        <p:nvSpPr>
          <p:cNvPr id="5" name="Shape 3"/>
          <p:cNvSpPr/>
          <p:nvPr/>
        </p:nvSpPr>
        <p:spPr>
          <a:xfrm>
            <a:off x="11258374" y="435357"/>
            <a:ext cx="51936" cy="51936"/>
          </a:xfrm>
          <a:prstGeom prst="ellipse">
            <a:avLst/>
          </a:prstGeom>
          <a:solidFill>
            <a:srgbClr val="000000"/>
          </a:solidFill>
          <a:ln/>
        </p:spPr>
        <p:txBody>
          <a:bodyPr/>
          <a:lstStyle/>
          <a:p>
            <a:endParaRPr/>
          </a:p>
        </p:txBody>
      </p:sp>
      <p:sp>
        <p:nvSpPr>
          <p:cNvPr id="6" name="Shape 4"/>
          <p:cNvSpPr/>
          <p:nvPr/>
        </p:nvSpPr>
        <p:spPr>
          <a:xfrm>
            <a:off x="11335407" y="435306"/>
            <a:ext cx="51718" cy="51718"/>
          </a:xfrm>
          <a:prstGeom prst="ellipse">
            <a:avLst/>
          </a:prstGeom>
          <a:solidFill>
            <a:srgbClr val="000000"/>
          </a:solidFill>
          <a:ln/>
        </p:spPr>
        <p:txBody>
          <a:bodyPr/>
          <a:lstStyle/>
          <a:p>
            <a:endParaRPr/>
          </a:p>
        </p:txBody>
      </p:sp>
      <p:sp>
        <p:nvSpPr>
          <p:cNvPr id="7" name="Shape 5"/>
          <p:cNvSpPr/>
          <p:nvPr/>
        </p:nvSpPr>
        <p:spPr>
          <a:xfrm>
            <a:off x="11127388" y="442398"/>
            <a:ext cx="35294" cy="35294"/>
          </a:xfrm>
          <a:prstGeom prst="ellipse">
            <a:avLst/>
          </a:prstGeom>
          <a:solidFill>
            <a:srgbClr val="000000"/>
          </a:solidFill>
          <a:ln/>
        </p:spPr>
        <p:txBody>
          <a:bodyPr/>
          <a:lstStyle/>
          <a:p>
            <a:endParaRPr/>
          </a:p>
        </p:txBody>
      </p:sp>
      <p:sp>
        <p:nvSpPr>
          <p:cNvPr id="8" name="Shape 6"/>
          <p:cNvSpPr/>
          <p:nvPr/>
        </p:nvSpPr>
        <p:spPr>
          <a:xfrm>
            <a:off x="11482145" y="441649"/>
            <a:ext cx="35960" cy="35960"/>
          </a:xfrm>
          <a:prstGeom prst="ellipse">
            <a:avLst/>
          </a:prstGeom>
          <a:solidFill>
            <a:srgbClr val="000000"/>
          </a:solidFill>
          <a:ln/>
        </p:spPr>
        <p:txBody>
          <a:bodyPr/>
          <a:lstStyle/>
          <a:p>
            <a:endParaRPr/>
          </a:p>
        </p:txBody>
      </p:sp>
      <p:sp>
        <p:nvSpPr>
          <p:cNvPr id="9" name="Shape 7"/>
          <p:cNvSpPr/>
          <p:nvPr/>
        </p:nvSpPr>
        <p:spPr>
          <a:xfrm>
            <a:off x="11185603" y="459328"/>
            <a:ext cx="52167" cy="52167"/>
          </a:xfrm>
          <a:prstGeom prst="ellipse">
            <a:avLst/>
          </a:prstGeom>
          <a:solidFill>
            <a:srgbClr val="000000"/>
          </a:solidFill>
          <a:ln/>
        </p:spPr>
        <p:txBody>
          <a:bodyPr/>
          <a:lstStyle/>
          <a:p>
            <a:endParaRPr/>
          </a:p>
        </p:txBody>
      </p:sp>
      <p:sp>
        <p:nvSpPr>
          <p:cNvPr id="10" name="Shape 8"/>
          <p:cNvSpPr/>
          <p:nvPr/>
        </p:nvSpPr>
        <p:spPr>
          <a:xfrm>
            <a:off x="11408043" y="458713"/>
            <a:ext cx="52384" cy="52384"/>
          </a:xfrm>
          <a:prstGeom prst="ellipse">
            <a:avLst/>
          </a:prstGeom>
          <a:solidFill>
            <a:srgbClr val="000000"/>
          </a:solidFill>
          <a:ln/>
        </p:spPr>
        <p:txBody>
          <a:bodyPr/>
          <a:lstStyle/>
          <a:p>
            <a:endParaRPr/>
          </a:p>
        </p:txBody>
      </p:sp>
      <p:sp>
        <p:nvSpPr>
          <p:cNvPr id="11" name="Shape 9"/>
          <p:cNvSpPr/>
          <p:nvPr/>
        </p:nvSpPr>
        <p:spPr>
          <a:xfrm>
            <a:off x="11241891" y="499749"/>
            <a:ext cx="36613" cy="36613"/>
          </a:xfrm>
          <a:prstGeom prst="ellipse">
            <a:avLst/>
          </a:prstGeom>
          <a:solidFill>
            <a:srgbClr val="000000"/>
          </a:solidFill>
          <a:ln/>
        </p:spPr>
        <p:txBody>
          <a:bodyPr/>
          <a:lstStyle/>
          <a:p>
            <a:endParaRPr/>
          </a:p>
        </p:txBody>
      </p:sp>
      <p:sp>
        <p:nvSpPr>
          <p:cNvPr id="12" name="Shape 10"/>
          <p:cNvSpPr/>
          <p:nvPr/>
        </p:nvSpPr>
        <p:spPr>
          <a:xfrm>
            <a:off x="11294557" y="500146"/>
            <a:ext cx="57223" cy="57223"/>
          </a:xfrm>
          <a:prstGeom prst="ellipse">
            <a:avLst/>
          </a:prstGeom>
          <a:solidFill>
            <a:srgbClr val="000000"/>
          </a:solidFill>
          <a:ln/>
        </p:spPr>
        <p:txBody>
          <a:bodyPr/>
          <a:lstStyle/>
          <a:p>
            <a:endParaRPr/>
          </a:p>
        </p:txBody>
      </p:sp>
      <p:sp>
        <p:nvSpPr>
          <p:cNvPr id="13" name="Shape 11"/>
          <p:cNvSpPr/>
          <p:nvPr/>
        </p:nvSpPr>
        <p:spPr>
          <a:xfrm>
            <a:off x="11364102" y="498770"/>
            <a:ext cx="35294" cy="35294"/>
          </a:xfrm>
          <a:prstGeom prst="ellipse">
            <a:avLst/>
          </a:prstGeom>
          <a:solidFill>
            <a:srgbClr val="000000"/>
          </a:solidFill>
          <a:ln/>
        </p:spPr>
        <p:txBody>
          <a:bodyPr/>
          <a:lstStyle/>
          <a:p>
            <a:endParaRPr/>
          </a:p>
        </p:txBody>
      </p:sp>
      <p:sp>
        <p:nvSpPr>
          <p:cNvPr id="14" name="Shape 12"/>
          <p:cNvSpPr/>
          <p:nvPr/>
        </p:nvSpPr>
        <p:spPr>
          <a:xfrm>
            <a:off x="11123515" y="504524"/>
            <a:ext cx="51936" cy="51936"/>
          </a:xfrm>
          <a:prstGeom prst="ellipse">
            <a:avLst/>
          </a:prstGeom>
          <a:solidFill>
            <a:srgbClr val="000000"/>
          </a:solidFill>
          <a:ln/>
        </p:spPr>
        <p:txBody>
          <a:bodyPr/>
          <a:lstStyle/>
          <a:p>
            <a:endParaRPr/>
          </a:p>
        </p:txBody>
      </p:sp>
      <p:sp>
        <p:nvSpPr>
          <p:cNvPr id="15" name="Shape 13"/>
          <p:cNvSpPr/>
          <p:nvPr/>
        </p:nvSpPr>
        <p:spPr>
          <a:xfrm>
            <a:off x="11470202" y="504300"/>
            <a:ext cx="52384" cy="52384"/>
          </a:xfrm>
          <a:prstGeom prst="ellipse">
            <a:avLst/>
          </a:prstGeom>
          <a:solidFill>
            <a:srgbClr val="000000"/>
          </a:solidFill>
          <a:ln/>
        </p:spPr>
        <p:txBody>
          <a:bodyPr/>
          <a:lstStyle/>
          <a:p>
            <a:endParaRPr/>
          </a:p>
        </p:txBody>
      </p:sp>
      <p:sp>
        <p:nvSpPr>
          <p:cNvPr id="16" name="Shape 14"/>
          <p:cNvSpPr/>
          <p:nvPr/>
        </p:nvSpPr>
        <p:spPr>
          <a:xfrm>
            <a:off x="11060774" y="508825"/>
            <a:ext cx="35627" cy="35627"/>
          </a:xfrm>
          <a:prstGeom prst="ellipse">
            <a:avLst/>
          </a:prstGeom>
          <a:solidFill>
            <a:srgbClr val="000000"/>
          </a:solidFill>
          <a:ln/>
        </p:spPr>
        <p:txBody>
          <a:bodyPr/>
          <a:lstStyle/>
          <a:p>
            <a:endParaRPr/>
          </a:p>
        </p:txBody>
      </p:sp>
      <p:sp>
        <p:nvSpPr>
          <p:cNvPr id="17" name="Shape 15"/>
          <p:cNvSpPr/>
          <p:nvPr/>
        </p:nvSpPr>
        <p:spPr>
          <a:xfrm>
            <a:off x="11548535" y="508038"/>
            <a:ext cx="36613" cy="36613"/>
          </a:xfrm>
          <a:prstGeom prst="ellipse">
            <a:avLst/>
          </a:prstGeom>
          <a:solidFill>
            <a:srgbClr val="000000"/>
          </a:solidFill>
          <a:ln/>
        </p:spPr>
        <p:txBody>
          <a:bodyPr/>
          <a:lstStyle/>
          <a:p>
            <a:endParaRPr/>
          </a:p>
        </p:txBody>
      </p:sp>
      <p:sp>
        <p:nvSpPr>
          <p:cNvPr id="18" name="Shape 16"/>
          <p:cNvSpPr/>
          <p:nvPr/>
        </p:nvSpPr>
        <p:spPr>
          <a:xfrm>
            <a:off x="11191466" y="533379"/>
            <a:ext cx="57825" cy="57825"/>
          </a:xfrm>
          <a:prstGeom prst="ellipse">
            <a:avLst/>
          </a:prstGeom>
          <a:solidFill>
            <a:srgbClr val="000000"/>
          </a:solidFill>
          <a:ln/>
        </p:spPr>
        <p:txBody>
          <a:bodyPr/>
          <a:lstStyle/>
          <a:p>
            <a:endParaRPr/>
          </a:p>
        </p:txBody>
      </p:sp>
      <p:sp>
        <p:nvSpPr>
          <p:cNvPr id="19" name="Shape 17"/>
          <p:cNvSpPr/>
          <p:nvPr/>
        </p:nvSpPr>
        <p:spPr>
          <a:xfrm>
            <a:off x="11396535" y="533494"/>
            <a:ext cx="57428" cy="57428"/>
          </a:xfrm>
          <a:prstGeom prst="ellipse">
            <a:avLst/>
          </a:prstGeom>
          <a:solidFill>
            <a:srgbClr val="000000"/>
          </a:solidFill>
          <a:ln/>
        </p:spPr>
        <p:txBody>
          <a:bodyPr/>
          <a:lstStyle/>
          <a:p>
            <a:endParaRPr/>
          </a:p>
        </p:txBody>
      </p:sp>
      <p:sp>
        <p:nvSpPr>
          <p:cNvPr id="20" name="Shape 18"/>
          <p:cNvSpPr/>
          <p:nvPr/>
        </p:nvSpPr>
        <p:spPr>
          <a:xfrm>
            <a:off x="11079087" y="567226"/>
            <a:ext cx="51270" cy="51270"/>
          </a:xfrm>
          <a:prstGeom prst="ellipse">
            <a:avLst/>
          </a:prstGeom>
          <a:solidFill>
            <a:srgbClr val="000000"/>
          </a:solidFill>
          <a:ln/>
        </p:spPr>
        <p:txBody>
          <a:bodyPr/>
          <a:lstStyle/>
          <a:p>
            <a:endParaRPr/>
          </a:p>
        </p:txBody>
      </p:sp>
      <p:sp>
        <p:nvSpPr>
          <p:cNvPr id="21" name="Shape 19"/>
          <p:cNvSpPr/>
          <p:nvPr/>
        </p:nvSpPr>
        <p:spPr>
          <a:xfrm>
            <a:off x="11339728" y="567053"/>
            <a:ext cx="34616" cy="34616"/>
          </a:xfrm>
          <a:prstGeom prst="ellipse">
            <a:avLst/>
          </a:prstGeom>
          <a:solidFill>
            <a:srgbClr val="000000"/>
          </a:solidFill>
          <a:ln/>
        </p:spPr>
        <p:txBody>
          <a:bodyPr/>
          <a:lstStyle/>
          <a:p>
            <a:endParaRPr/>
          </a:p>
        </p:txBody>
      </p:sp>
      <p:sp>
        <p:nvSpPr>
          <p:cNvPr id="22" name="Shape 20"/>
          <p:cNvSpPr/>
          <p:nvPr/>
        </p:nvSpPr>
        <p:spPr>
          <a:xfrm>
            <a:off x="11515167" y="566234"/>
            <a:ext cx="52819" cy="52819"/>
          </a:xfrm>
          <a:prstGeom prst="ellipse">
            <a:avLst/>
          </a:prstGeom>
          <a:solidFill>
            <a:srgbClr val="000000"/>
          </a:solidFill>
          <a:ln/>
        </p:spPr>
        <p:txBody>
          <a:bodyPr/>
          <a:lstStyle/>
          <a:p>
            <a:endParaRPr/>
          </a:p>
        </p:txBody>
      </p:sp>
      <p:sp>
        <p:nvSpPr>
          <p:cNvPr id="23" name="Shape 21"/>
          <p:cNvSpPr/>
          <p:nvPr/>
        </p:nvSpPr>
        <p:spPr>
          <a:xfrm>
            <a:off x="11262860" y="569742"/>
            <a:ext cx="34961" cy="34961"/>
          </a:xfrm>
          <a:prstGeom prst="ellipse">
            <a:avLst/>
          </a:prstGeom>
          <a:solidFill>
            <a:srgbClr val="000000"/>
          </a:solidFill>
          <a:ln/>
        </p:spPr>
        <p:txBody>
          <a:bodyPr/>
          <a:lstStyle/>
          <a:p>
            <a:endParaRPr/>
          </a:p>
        </p:txBody>
      </p:sp>
      <p:sp>
        <p:nvSpPr>
          <p:cNvPr id="24" name="Shape 22"/>
          <p:cNvSpPr/>
          <p:nvPr/>
        </p:nvSpPr>
        <p:spPr>
          <a:xfrm>
            <a:off x="11462521" y="569818"/>
            <a:ext cx="35294" cy="35294"/>
          </a:xfrm>
          <a:prstGeom prst="ellipse">
            <a:avLst/>
          </a:prstGeom>
          <a:solidFill>
            <a:srgbClr val="000000"/>
          </a:solidFill>
          <a:ln/>
        </p:spPr>
        <p:txBody>
          <a:bodyPr/>
          <a:lstStyle/>
          <a:p>
            <a:endParaRPr/>
          </a:p>
        </p:txBody>
      </p:sp>
      <p:sp>
        <p:nvSpPr>
          <p:cNvPr id="25" name="Shape 23"/>
          <p:cNvSpPr/>
          <p:nvPr/>
        </p:nvSpPr>
        <p:spPr>
          <a:xfrm>
            <a:off x="11145681" y="573441"/>
            <a:ext cx="34270" cy="34270"/>
          </a:xfrm>
          <a:prstGeom prst="ellipse">
            <a:avLst/>
          </a:prstGeom>
          <a:solidFill>
            <a:srgbClr val="000000"/>
          </a:solidFill>
          <a:ln/>
        </p:spPr>
        <p:txBody>
          <a:bodyPr/>
          <a:lstStyle/>
          <a:p>
            <a:endParaRPr/>
          </a:p>
        </p:txBody>
      </p:sp>
      <p:sp>
        <p:nvSpPr>
          <p:cNvPr id="26" name="Shape 24"/>
          <p:cNvSpPr/>
          <p:nvPr/>
        </p:nvSpPr>
        <p:spPr>
          <a:xfrm>
            <a:off x="11592015" y="593213"/>
            <a:ext cx="35294" cy="35294"/>
          </a:xfrm>
          <a:prstGeom prst="ellipse">
            <a:avLst/>
          </a:prstGeom>
          <a:solidFill>
            <a:srgbClr val="000000"/>
          </a:solidFill>
          <a:ln/>
        </p:spPr>
        <p:txBody>
          <a:bodyPr/>
          <a:lstStyle/>
          <a:p>
            <a:endParaRPr/>
          </a:p>
        </p:txBody>
      </p:sp>
      <p:sp>
        <p:nvSpPr>
          <p:cNvPr id="27" name="Shape 25"/>
          <p:cNvSpPr/>
          <p:nvPr/>
        </p:nvSpPr>
        <p:spPr>
          <a:xfrm>
            <a:off x="11019124" y="593444"/>
            <a:ext cx="34616" cy="34616"/>
          </a:xfrm>
          <a:prstGeom prst="ellipse">
            <a:avLst/>
          </a:prstGeom>
          <a:solidFill>
            <a:srgbClr val="000000"/>
          </a:solidFill>
          <a:ln/>
        </p:spPr>
        <p:txBody>
          <a:bodyPr/>
          <a:lstStyle/>
          <a:p>
            <a:endParaRPr/>
          </a:p>
        </p:txBody>
      </p:sp>
      <p:sp>
        <p:nvSpPr>
          <p:cNvPr id="28" name="Shape 26"/>
          <p:cNvSpPr/>
          <p:nvPr/>
        </p:nvSpPr>
        <p:spPr>
          <a:xfrm>
            <a:off x="11403576" y="610214"/>
            <a:ext cx="34961" cy="34961"/>
          </a:xfrm>
          <a:prstGeom prst="ellipse">
            <a:avLst/>
          </a:prstGeom>
          <a:solidFill>
            <a:srgbClr val="000000"/>
          </a:solidFill>
          <a:ln/>
        </p:spPr>
        <p:txBody>
          <a:bodyPr/>
          <a:lstStyle/>
          <a:p>
            <a:endParaRPr/>
          </a:p>
        </p:txBody>
      </p:sp>
      <p:sp>
        <p:nvSpPr>
          <p:cNvPr id="29" name="Shape 27"/>
          <p:cNvSpPr/>
          <p:nvPr/>
        </p:nvSpPr>
        <p:spPr>
          <a:xfrm>
            <a:off x="11201662" y="616570"/>
            <a:ext cx="35627" cy="35627"/>
          </a:xfrm>
          <a:prstGeom prst="ellipse">
            <a:avLst/>
          </a:prstGeom>
          <a:solidFill>
            <a:srgbClr val="000000"/>
          </a:solidFill>
          <a:ln/>
        </p:spPr>
        <p:txBody>
          <a:bodyPr/>
          <a:lstStyle/>
          <a:p>
            <a:endParaRPr/>
          </a:p>
        </p:txBody>
      </p:sp>
      <p:sp>
        <p:nvSpPr>
          <p:cNvPr id="30" name="Shape 28"/>
          <p:cNvSpPr/>
          <p:nvPr/>
        </p:nvSpPr>
        <p:spPr>
          <a:xfrm>
            <a:off x="11127484" y="620705"/>
            <a:ext cx="58030" cy="58030"/>
          </a:xfrm>
          <a:prstGeom prst="ellipse">
            <a:avLst/>
          </a:prstGeom>
          <a:solidFill>
            <a:srgbClr val="000000"/>
          </a:solidFill>
          <a:ln/>
        </p:spPr>
        <p:txBody>
          <a:bodyPr/>
          <a:lstStyle/>
          <a:p>
            <a:endParaRPr/>
          </a:p>
        </p:txBody>
      </p:sp>
      <p:sp>
        <p:nvSpPr>
          <p:cNvPr id="31" name="Shape 29"/>
          <p:cNvSpPr/>
          <p:nvPr/>
        </p:nvSpPr>
        <p:spPr>
          <a:xfrm>
            <a:off x="11460767" y="620852"/>
            <a:ext cx="57428" cy="57428"/>
          </a:xfrm>
          <a:prstGeom prst="ellipse">
            <a:avLst/>
          </a:prstGeom>
          <a:solidFill>
            <a:srgbClr val="000000"/>
          </a:solidFill>
          <a:ln/>
        </p:spPr>
        <p:txBody>
          <a:bodyPr/>
          <a:lstStyle/>
          <a:p>
            <a:endParaRPr/>
          </a:p>
        </p:txBody>
      </p:sp>
      <p:sp>
        <p:nvSpPr>
          <p:cNvPr id="32" name="Shape 30"/>
          <p:cNvSpPr/>
          <p:nvPr/>
        </p:nvSpPr>
        <p:spPr>
          <a:xfrm>
            <a:off x="11055219" y="640144"/>
            <a:ext cx="51718" cy="51718"/>
          </a:xfrm>
          <a:prstGeom prst="ellipse">
            <a:avLst/>
          </a:prstGeom>
          <a:solidFill>
            <a:srgbClr val="000000"/>
          </a:solidFill>
          <a:ln/>
        </p:spPr>
        <p:txBody>
          <a:bodyPr/>
          <a:lstStyle/>
          <a:p>
            <a:endParaRPr/>
          </a:p>
        </p:txBody>
      </p:sp>
      <p:sp>
        <p:nvSpPr>
          <p:cNvPr id="33" name="Shape 31"/>
          <p:cNvSpPr/>
          <p:nvPr/>
        </p:nvSpPr>
        <p:spPr>
          <a:xfrm>
            <a:off x="11539330" y="640266"/>
            <a:ext cx="51270" cy="51270"/>
          </a:xfrm>
          <a:prstGeom prst="ellipse">
            <a:avLst/>
          </a:prstGeom>
          <a:solidFill>
            <a:srgbClr val="000000"/>
          </a:solidFill>
          <a:ln/>
        </p:spPr>
        <p:txBody>
          <a:bodyPr/>
          <a:lstStyle/>
          <a:p>
            <a:endParaRPr/>
          </a:p>
        </p:txBody>
      </p:sp>
      <p:sp>
        <p:nvSpPr>
          <p:cNvPr id="34" name="Shape 32"/>
          <p:cNvSpPr/>
          <p:nvPr/>
        </p:nvSpPr>
        <p:spPr>
          <a:xfrm>
            <a:off x="11429576" y="682274"/>
            <a:ext cx="35627" cy="35627"/>
          </a:xfrm>
          <a:prstGeom prst="ellipse">
            <a:avLst/>
          </a:prstGeom>
          <a:solidFill>
            <a:srgbClr val="000000"/>
          </a:solidFill>
          <a:ln/>
        </p:spPr>
        <p:txBody>
          <a:bodyPr/>
          <a:lstStyle/>
          <a:p>
            <a:endParaRPr/>
          </a:p>
        </p:txBody>
      </p:sp>
      <p:sp>
        <p:nvSpPr>
          <p:cNvPr id="35" name="Shape 33"/>
          <p:cNvSpPr/>
          <p:nvPr/>
        </p:nvSpPr>
        <p:spPr>
          <a:xfrm>
            <a:off x="11004076" y="687222"/>
            <a:ext cx="34616" cy="34616"/>
          </a:xfrm>
          <a:prstGeom prst="ellipse">
            <a:avLst/>
          </a:prstGeom>
          <a:solidFill>
            <a:srgbClr val="000000"/>
          </a:solidFill>
          <a:ln/>
        </p:spPr>
        <p:txBody>
          <a:bodyPr/>
          <a:lstStyle/>
          <a:p>
            <a:endParaRPr/>
          </a:p>
        </p:txBody>
      </p:sp>
      <p:sp>
        <p:nvSpPr>
          <p:cNvPr id="36" name="Shape 34"/>
          <p:cNvSpPr/>
          <p:nvPr/>
        </p:nvSpPr>
        <p:spPr>
          <a:xfrm>
            <a:off x="11502052" y="685321"/>
            <a:ext cx="34270" cy="34270"/>
          </a:xfrm>
          <a:prstGeom prst="ellipse">
            <a:avLst/>
          </a:prstGeom>
          <a:solidFill>
            <a:srgbClr val="000000"/>
          </a:solidFill>
          <a:ln/>
        </p:spPr>
        <p:txBody>
          <a:bodyPr/>
          <a:lstStyle/>
          <a:p>
            <a:endParaRPr/>
          </a:p>
        </p:txBody>
      </p:sp>
      <p:sp>
        <p:nvSpPr>
          <p:cNvPr id="37" name="Shape 35"/>
          <p:cNvSpPr/>
          <p:nvPr/>
        </p:nvSpPr>
        <p:spPr>
          <a:xfrm>
            <a:off x="11606321" y="686422"/>
            <a:ext cx="35627" cy="35627"/>
          </a:xfrm>
          <a:prstGeom prst="ellipse">
            <a:avLst/>
          </a:prstGeom>
          <a:solidFill>
            <a:srgbClr val="000000"/>
          </a:solidFill>
          <a:ln/>
        </p:spPr>
        <p:txBody>
          <a:bodyPr/>
          <a:lstStyle/>
          <a:p>
            <a:endParaRPr/>
          </a:p>
        </p:txBody>
      </p:sp>
      <p:sp>
        <p:nvSpPr>
          <p:cNvPr id="38" name="Shape 36"/>
          <p:cNvSpPr/>
          <p:nvPr/>
        </p:nvSpPr>
        <p:spPr>
          <a:xfrm>
            <a:off x="11108908" y="688957"/>
            <a:ext cx="35294" cy="35294"/>
          </a:xfrm>
          <a:prstGeom prst="ellipse">
            <a:avLst/>
          </a:prstGeom>
          <a:solidFill>
            <a:srgbClr val="000000"/>
          </a:solidFill>
          <a:ln/>
        </p:spPr>
        <p:txBody>
          <a:bodyPr/>
          <a:lstStyle/>
          <a:p>
            <a:endParaRPr/>
          </a:p>
        </p:txBody>
      </p:sp>
      <p:sp>
        <p:nvSpPr>
          <p:cNvPr id="39" name="Shape 37"/>
          <p:cNvSpPr/>
          <p:nvPr/>
        </p:nvSpPr>
        <p:spPr>
          <a:xfrm>
            <a:off x="11179733" y="690371"/>
            <a:ext cx="36613" cy="36613"/>
          </a:xfrm>
          <a:prstGeom prst="ellipse">
            <a:avLst/>
          </a:prstGeom>
          <a:solidFill>
            <a:srgbClr val="000000"/>
          </a:solidFill>
          <a:ln/>
        </p:spPr>
        <p:txBody>
          <a:bodyPr/>
          <a:lstStyle/>
          <a:p>
            <a:endParaRPr/>
          </a:p>
        </p:txBody>
      </p:sp>
      <p:sp>
        <p:nvSpPr>
          <p:cNvPr id="40" name="Shape 38"/>
          <p:cNvSpPr/>
          <p:nvPr/>
        </p:nvSpPr>
        <p:spPr>
          <a:xfrm>
            <a:off x="11054764" y="716576"/>
            <a:ext cx="51936" cy="51936"/>
          </a:xfrm>
          <a:prstGeom prst="ellipse">
            <a:avLst/>
          </a:prstGeom>
          <a:solidFill>
            <a:srgbClr val="000000"/>
          </a:solidFill>
          <a:ln/>
        </p:spPr>
        <p:txBody>
          <a:bodyPr/>
          <a:lstStyle/>
          <a:p>
            <a:endParaRPr/>
          </a:p>
        </p:txBody>
      </p:sp>
      <p:sp>
        <p:nvSpPr>
          <p:cNvPr id="41" name="Shape 39"/>
          <p:cNvSpPr/>
          <p:nvPr/>
        </p:nvSpPr>
        <p:spPr>
          <a:xfrm>
            <a:off x="11539023" y="716851"/>
            <a:ext cx="51488" cy="51488"/>
          </a:xfrm>
          <a:prstGeom prst="ellipse">
            <a:avLst/>
          </a:prstGeom>
          <a:solidFill>
            <a:srgbClr val="000000"/>
          </a:solidFill>
          <a:ln/>
        </p:spPr>
        <p:txBody>
          <a:bodyPr/>
          <a:lstStyle/>
          <a:p>
            <a:endParaRPr/>
          </a:p>
        </p:txBody>
      </p:sp>
      <p:sp>
        <p:nvSpPr>
          <p:cNvPr id="42" name="Shape 40"/>
          <p:cNvSpPr/>
          <p:nvPr/>
        </p:nvSpPr>
        <p:spPr>
          <a:xfrm>
            <a:off x="11127490" y="729288"/>
            <a:ext cx="58222" cy="58222"/>
          </a:xfrm>
          <a:prstGeom prst="ellipse">
            <a:avLst/>
          </a:prstGeom>
          <a:solidFill>
            <a:srgbClr val="000000"/>
          </a:solidFill>
          <a:ln/>
        </p:spPr>
        <p:txBody>
          <a:bodyPr/>
          <a:lstStyle/>
          <a:p>
            <a:endParaRPr/>
          </a:p>
        </p:txBody>
      </p:sp>
      <p:sp>
        <p:nvSpPr>
          <p:cNvPr id="43" name="Shape 41"/>
          <p:cNvSpPr/>
          <p:nvPr/>
        </p:nvSpPr>
        <p:spPr>
          <a:xfrm>
            <a:off x="11460671" y="729781"/>
            <a:ext cx="57633" cy="57633"/>
          </a:xfrm>
          <a:prstGeom prst="ellipse">
            <a:avLst/>
          </a:prstGeom>
          <a:solidFill>
            <a:srgbClr val="000000"/>
          </a:solidFill>
          <a:ln/>
        </p:spPr>
        <p:txBody>
          <a:bodyPr/>
          <a:lstStyle/>
          <a:p>
            <a:endParaRPr/>
          </a:p>
        </p:txBody>
      </p:sp>
      <p:sp>
        <p:nvSpPr>
          <p:cNvPr id="44" name="Shape 42"/>
          <p:cNvSpPr/>
          <p:nvPr/>
        </p:nvSpPr>
        <p:spPr>
          <a:xfrm>
            <a:off x="11407973" y="756415"/>
            <a:ext cx="35960" cy="35960"/>
          </a:xfrm>
          <a:prstGeom prst="ellipse">
            <a:avLst/>
          </a:prstGeom>
          <a:solidFill>
            <a:srgbClr val="000000"/>
          </a:solidFill>
          <a:ln/>
        </p:spPr>
        <p:txBody>
          <a:bodyPr/>
          <a:lstStyle/>
          <a:p>
            <a:endParaRPr/>
          </a:p>
        </p:txBody>
      </p:sp>
      <p:sp>
        <p:nvSpPr>
          <p:cNvPr id="45" name="Shape 43"/>
          <p:cNvSpPr/>
          <p:nvPr/>
        </p:nvSpPr>
        <p:spPr>
          <a:xfrm>
            <a:off x="11207308" y="763884"/>
            <a:ext cx="34616" cy="34616"/>
          </a:xfrm>
          <a:prstGeom prst="ellipse">
            <a:avLst/>
          </a:prstGeom>
          <a:solidFill>
            <a:srgbClr val="000000"/>
          </a:solidFill>
          <a:ln/>
        </p:spPr>
        <p:txBody>
          <a:bodyPr/>
          <a:lstStyle/>
          <a:p>
            <a:endParaRPr/>
          </a:p>
        </p:txBody>
      </p:sp>
      <p:sp>
        <p:nvSpPr>
          <p:cNvPr id="46" name="Shape 44"/>
          <p:cNvSpPr/>
          <p:nvPr/>
        </p:nvSpPr>
        <p:spPr>
          <a:xfrm>
            <a:off x="11018670" y="780462"/>
            <a:ext cx="34616" cy="34616"/>
          </a:xfrm>
          <a:prstGeom prst="ellipse">
            <a:avLst/>
          </a:prstGeom>
          <a:solidFill>
            <a:srgbClr val="000000"/>
          </a:solidFill>
          <a:ln/>
        </p:spPr>
        <p:txBody>
          <a:bodyPr/>
          <a:lstStyle/>
          <a:p>
            <a:endParaRPr/>
          </a:p>
        </p:txBody>
      </p:sp>
      <p:sp>
        <p:nvSpPr>
          <p:cNvPr id="47" name="Shape 45"/>
          <p:cNvSpPr/>
          <p:nvPr/>
        </p:nvSpPr>
        <p:spPr>
          <a:xfrm>
            <a:off x="11591670" y="780123"/>
            <a:ext cx="35294" cy="35294"/>
          </a:xfrm>
          <a:prstGeom prst="ellipse">
            <a:avLst/>
          </a:prstGeom>
          <a:solidFill>
            <a:srgbClr val="000000"/>
          </a:solidFill>
          <a:ln/>
        </p:spPr>
        <p:txBody>
          <a:bodyPr/>
          <a:lstStyle/>
          <a:p>
            <a:endParaRPr/>
          </a:p>
        </p:txBody>
      </p:sp>
      <p:sp>
        <p:nvSpPr>
          <p:cNvPr id="48" name="Shape 46"/>
          <p:cNvSpPr/>
          <p:nvPr/>
        </p:nvSpPr>
        <p:spPr>
          <a:xfrm>
            <a:off x="11079010" y="790179"/>
            <a:ext cx="51270" cy="51270"/>
          </a:xfrm>
          <a:prstGeom prst="ellipse">
            <a:avLst/>
          </a:prstGeom>
          <a:solidFill>
            <a:srgbClr val="000000"/>
          </a:solidFill>
          <a:ln/>
        </p:spPr>
        <p:txBody>
          <a:bodyPr/>
          <a:lstStyle/>
          <a:p>
            <a:endParaRPr/>
          </a:p>
        </p:txBody>
      </p:sp>
      <p:sp>
        <p:nvSpPr>
          <p:cNvPr id="49" name="Shape 47"/>
          <p:cNvSpPr/>
          <p:nvPr/>
        </p:nvSpPr>
        <p:spPr>
          <a:xfrm>
            <a:off x="11515218" y="789692"/>
            <a:ext cx="52602" cy="52602"/>
          </a:xfrm>
          <a:prstGeom prst="ellipse">
            <a:avLst/>
          </a:prstGeom>
          <a:solidFill>
            <a:srgbClr val="000000"/>
          </a:solidFill>
          <a:ln/>
        </p:spPr>
        <p:txBody>
          <a:bodyPr/>
          <a:lstStyle/>
          <a:p>
            <a:endParaRPr/>
          </a:p>
        </p:txBody>
      </p:sp>
      <p:sp>
        <p:nvSpPr>
          <p:cNvPr id="50" name="Shape 48"/>
          <p:cNvSpPr/>
          <p:nvPr/>
        </p:nvSpPr>
        <p:spPr>
          <a:xfrm>
            <a:off x="11147371" y="803460"/>
            <a:ext cx="35627" cy="35627"/>
          </a:xfrm>
          <a:prstGeom prst="ellipse">
            <a:avLst/>
          </a:prstGeom>
          <a:solidFill>
            <a:srgbClr val="000000"/>
          </a:solidFill>
          <a:ln/>
        </p:spPr>
        <p:txBody>
          <a:bodyPr/>
          <a:lstStyle/>
          <a:p>
            <a:endParaRPr/>
          </a:p>
        </p:txBody>
      </p:sp>
      <p:sp>
        <p:nvSpPr>
          <p:cNvPr id="51" name="Shape 49"/>
          <p:cNvSpPr/>
          <p:nvPr/>
        </p:nvSpPr>
        <p:spPr>
          <a:xfrm>
            <a:off x="11347786" y="804293"/>
            <a:ext cx="35294" cy="35294"/>
          </a:xfrm>
          <a:prstGeom prst="ellipse">
            <a:avLst/>
          </a:prstGeom>
          <a:solidFill>
            <a:srgbClr val="000000"/>
          </a:solidFill>
          <a:ln/>
        </p:spPr>
        <p:txBody>
          <a:bodyPr/>
          <a:lstStyle/>
          <a:p>
            <a:endParaRPr/>
          </a:p>
        </p:txBody>
      </p:sp>
      <p:sp>
        <p:nvSpPr>
          <p:cNvPr id="52" name="Shape 50"/>
          <p:cNvSpPr/>
          <p:nvPr/>
        </p:nvSpPr>
        <p:spPr>
          <a:xfrm>
            <a:off x="11465119" y="800919"/>
            <a:ext cx="34961" cy="34961"/>
          </a:xfrm>
          <a:prstGeom prst="ellipse">
            <a:avLst/>
          </a:prstGeom>
          <a:solidFill>
            <a:srgbClr val="000000"/>
          </a:solidFill>
          <a:ln/>
        </p:spPr>
        <p:txBody>
          <a:bodyPr/>
          <a:lstStyle/>
          <a:p>
            <a:endParaRPr/>
          </a:p>
        </p:txBody>
      </p:sp>
      <p:sp>
        <p:nvSpPr>
          <p:cNvPr id="53" name="Shape 51"/>
          <p:cNvSpPr/>
          <p:nvPr/>
        </p:nvSpPr>
        <p:spPr>
          <a:xfrm>
            <a:off x="11270669" y="806590"/>
            <a:ext cx="35627" cy="35627"/>
          </a:xfrm>
          <a:prstGeom prst="ellipse">
            <a:avLst/>
          </a:prstGeom>
          <a:solidFill>
            <a:srgbClr val="000000"/>
          </a:solidFill>
          <a:ln/>
        </p:spPr>
        <p:txBody>
          <a:bodyPr/>
          <a:lstStyle/>
          <a:p>
            <a:endParaRPr/>
          </a:p>
        </p:txBody>
      </p:sp>
      <p:sp>
        <p:nvSpPr>
          <p:cNvPr id="54" name="Shape 52"/>
          <p:cNvSpPr/>
          <p:nvPr/>
        </p:nvSpPr>
        <p:spPr>
          <a:xfrm>
            <a:off x="11191498" y="817766"/>
            <a:ext cx="57633" cy="57633"/>
          </a:xfrm>
          <a:prstGeom prst="ellipse">
            <a:avLst/>
          </a:prstGeom>
          <a:solidFill>
            <a:srgbClr val="000000"/>
          </a:solidFill>
          <a:ln/>
        </p:spPr>
        <p:txBody>
          <a:bodyPr/>
          <a:lstStyle/>
          <a:p>
            <a:endParaRPr/>
          </a:p>
        </p:txBody>
      </p:sp>
      <p:sp>
        <p:nvSpPr>
          <p:cNvPr id="55" name="Shape 53"/>
          <p:cNvSpPr/>
          <p:nvPr/>
        </p:nvSpPr>
        <p:spPr>
          <a:xfrm>
            <a:off x="11396573" y="817888"/>
            <a:ext cx="57633" cy="57633"/>
          </a:xfrm>
          <a:prstGeom prst="ellipse">
            <a:avLst/>
          </a:prstGeom>
          <a:solidFill>
            <a:srgbClr val="000000"/>
          </a:solidFill>
          <a:ln/>
        </p:spPr>
        <p:txBody>
          <a:bodyPr/>
          <a:lstStyle/>
          <a:p>
            <a:endParaRPr/>
          </a:p>
        </p:txBody>
      </p:sp>
      <p:sp>
        <p:nvSpPr>
          <p:cNvPr id="56" name="Shape 54"/>
          <p:cNvSpPr/>
          <p:nvPr/>
        </p:nvSpPr>
        <p:spPr>
          <a:xfrm>
            <a:off x="11123445" y="851985"/>
            <a:ext cx="52167" cy="52167"/>
          </a:xfrm>
          <a:prstGeom prst="ellipse">
            <a:avLst/>
          </a:prstGeom>
          <a:solidFill>
            <a:srgbClr val="000000"/>
          </a:solidFill>
          <a:ln/>
        </p:spPr>
        <p:txBody>
          <a:bodyPr/>
          <a:lstStyle/>
          <a:p>
            <a:endParaRPr/>
          </a:p>
        </p:txBody>
      </p:sp>
      <p:sp>
        <p:nvSpPr>
          <p:cNvPr id="57" name="Shape 55"/>
          <p:cNvSpPr/>
          <p:nvPr/>
        </p:nvSpPr>
        <p:spPr>
          <a:xfrm>
            <a:off x="11294647" y="851390"/>
            <a:ext cx="57223" cy="57223"/>
          </a:xfrm>
          <a:prstGeom prst="ellipse">
            <a:avLst/>
          </a:prstGeom>
          <a:solidFill>
            <a:srgbClr val="000000"/>
          </a:solidFill>
          <a:ln/>
        </p:spPr>
        <p:txBody>
          <a:bodyPr/>
          <a:lstStyle/>
          <a:p>
            <a:endParaRPr/>
          </a:p>
        </p:txBody>
      </p:sp>
      <p:sp>
        <p:nvSpPr>
          <p:cNvPr id="58" name="Shape 56"/>
          <p:cNvSpPr/>
          <p:nvPr/>
        </p:nvSpPr>
        <p:spPr>
          <a:xfrm>
            <a:off x="11470202" y="852382"/>
            <a:ext cx="52384" cy="52384"/>
          </a:xfrm>
          <a:prstGeom prst="ellipse">
            <a:avLst/>
          </a:prstGeom>
          <a:solidFill>
            <a:srgbClr val="000000"/>
          </a:solidFill>
          <a:ln/>
        </p:spPr>
        <p:txBody>
          <a:bodyPr/>
          <a:lstStyle/>
          <a:p>
            <a:endParaRPr/>
          </a:p>
        </p:txBody>
      </p:sp>
      <p:sp>
        <p:nvSpPr>
          <p:cNvPr id="59" name="Shape 57"/>
          <p:cNvSpPr/>
          <p:nvPr/>
        </p:nvSpPr>
        <p:spPr>
          <a:xfrm>
            <a:off x="11060774" y="864607"/>
            <a:ext cx="35627" cy="35627"/>
          </a:xfrm>
          <a:prstGeom prst="ellipse">
            <a:avLst/>
          </a:prstGeom>
          <a:solidFill>
            <a:srgbClr val="000000"/>
          </a:solidFill>
          <a:ln/>
        </p:spPr>
        <p:txBody>
          <a:bodyPr/>
          <a:lstStyle/>
          <a:p>
            <a:endParaRPr/>
          </a:p>
        </p:txBody>
      </p:sp>
      <p:sp>
        <p:nvSpPr>
          <p:cNvPr id="60" name="Shape 58"/>
          <p:cNvSpPr/>
          <p:nvPr/>
        </p:nvSpPr>
        <p:spPr>
          <a:xfrm>
            <a:off x="11548733" y="864185"/>
            <a:ext cx="35627" cy="35627"/>
          </a:xfrm>
          <a:prstGeom prst="ellipse">
            <a:avLst/>
          </a:prstGeom>
          <a:solidFill>
            <a:srgbClr val="000000"/>
          </a:solidFill>
          <a:ln/>
        </p:spPr>
        <p:txBody>
          <a:bodyPr/>
          <a:lstStyle/>
          <a:p>
            <a:endParaRPr/>
          </a:p>
        </p:txBody>
      </p:sp>
      <p:sp>
        <p:nvSpPr>
          <p:cNvPr id="61" name="Shape 59"/>
          <p:cNvSpPr/>
          <p:nvPr/>
        </p:nvSpPr>
        <p:spPr>
          <a:xfrm>
            <a:off x="11246231" y="873908"/>
            <a:ext cx="35627" cy="35627"/>
          </a:xfrm>
          <a:prstGeom prst="ellipse">
            <a:avLst/>
          </a:prstGeom>
          <a:solidFill>
            <a:srgbClr val="000000"/>
          </a:solidFill>
          <a:ln/>
        </p:spPr>
        <p:txBody>
          <a:bodyPr/>
          <a:lstStyle/>
          <a:p>
            <a:endParaRPr/>
          </a:p>
        </p:txBody>
      </p:sp>
      <p:sp>
        <p:nvSpPr>
          <p:cNvPr id="62" name="Shape 60"/>
          <p:cNvSpPr/>
          <p:nvPr/>
        </p:nvSpPr>
        <p:spPr>
          <a:xfrm>
            <a:off x="11367418" y="872896"/>
            <a:ext cx="35627" cy="35627"/>
          </a:xfrm>
          <a:prstGeom prst="ellipse">
            <a:avLst/>
          </a:prstGeom>
          <a:solidFill>
            <a:srgbClr val="000000"/>
          </a:solidFill>
          <a:ln/>
        </p:spPr>
        <p:txBody>
          <a:bodyPr/>
          <a:lstStyle/>
          <a:p>
            <a:endParaRPr/>
          </a:p>
        </p:txBody>
      </p:sp>
      <p:sp>
        <p:nvSpPr>
          <p:cNvPr id="63" name="Shape 61"/>
          <p:cNvSpPr/>
          <p:nvPr/>
        </p:nvSpPr>
        <p:spPr>
          <a:xfrm>
            <a:off x="11185366" y="897322"/>
            <a:ext cx="51936" cy="51936"/>
          </a:xfrm>
          <a:prstGeom prst="ellipse">
            <a:avLst/>
          </a:prstGeom>
          <a:solidFill>
            <a:srgbClr val="000000"/>
          </a:solidFill>
          <a:ln/>
        </p:spPr>
        <p:txBody>
          <a:bodyPr/>
          <a:lstStyle/>
          <a:p>
            <a:endParaRPr/>
          </a:p>
        </p:txBody>
      </p:sp>
      <p:sp>
        <p:nvSpPr>
          <p:cNvPr id="64" name="Shape 62"/>
          <p:cNvSpPr/>
          <p:nvPr/>
        </p:nvSpPr>
        <p:spPr>
          <a:xfrm>
            <a:off x="11407845" y="897655"/>
            <a:ext cx="52602" cy="52602"/>
          </a:xfrm>
          <a:prstGeom prst="ellipse">
            <a:avLst/>
          </a:prstGeom>
          <a:solidFill>
            <a:srgbClr val="000000"/>
          </a:solidFill>
          <a:ln/>
        </p:spPr>
        <p:txBody>
          <a:bodyPr/>
          <a:lstStyle/>
          <a:p>
            <a:endParaRPr/>
          </a:p>
        </p:txBody>
      </p:sp>
      <p:sp>
        <p:nvSpPr>
          <p:cNvPr id="65" name="Shape 63"/>
          <p:cNvSpPr/>
          <p:nvPr/>
        </p:nvSpPr>
        <p:spPr>
          <a:xfrm>
            <a:off x="11258822" y="921466"/>
            <a:ext cx="51270" cy="51270"/>
          </a:xfrm>
          <a:prstGeom prst="ellipse">
            <a:avLst/>
          </a:prstGeom>
          <a:solidFill>
            <a:srgbClr val="000000"/>
          </a:solidFill>
          <a:ln/>
        </p:spPr>
        <p:txBody>
          <a:bodyPr/>
          <a:lstStyle/>
          <a:p>
            <a:endParaRPr/>
          </a:p>
        </p:txBody>
      </p:sp>
      <p:sp>
        <p:nvSpPr>
          <p:cNvPr id="66" name="Shape 64"/>
          <p:cNvSpPr/>
          <p:nvPr/>
        </p:nvSpPr>
        <p:spPr>
          <a:xfrm>
            <a:off x="11335350" y="921504"/>
            <a:ext cx="51270" cy="51270"/>
          </a:xfrm>
          <a:prstGeom prst="ellipse">
            <a:avLst/>
          </a:prstGeom>
          <a:solidFill>
            <a:srgbClr val="000000"/>
          </a:solidFill>
          <a:ln/>
        </p:spPr>
        <p:txBody>
          <a:bodyPr/>
          <a:lstStyle/>
          <a:p>
            <a:endParaRPr/>
          </a:p>
        </p:txBody>
      </p:sp>
      <p:sp>
        <p:nvSpPr>
          <p:cNvPr id="67" name="Shape 65"/>
          <p:cNvSpPr/>
          <p:nvPr/>
        </p:nvSpPr>
        <p:spPr>
          <a:xfrm>
            <a:off x="11127388" y="931368"/>
            <a:ext cx="35294" cy="35294"/>
          </a:xfrm>
          <a:prstGeom prst="ellipse">
            <a:avLst/>
          </a:prstGeom>
          <a:solidFill>
            <a:srgbClr val="000000"/>
          </a:solidFill>
          <a:ln/>
        </p:spPr>
        <p:txBody>
          <a:bodyPr/>
          <a:lstStyle/>
          <a:p>
            <a:endParaRPr/>
          </a:p>
        </p:txBody>
      </p:sp>
      <p:sp>
        <p:nvSpPr>
          <p:cNvPr id="68" name="Shape 66"/>
          <p:cNvSpPr/>
          <p:nvPr/>
        </p:nvSpPr>
        <p:spPr>
          <a:xfrm>
            <a:off x="11481979" y="931035"/>
            <a:ext cx="35960" cy="35960"/>
          </a:xfrm>
          <a:prstGeom prst="ellipse">
            <a:avLst/>
          </a:prstGeom>
          <a:solidFill>
            <a:srgbClr val="000000"/>
          </a:solidFill>
          <a:ln/>
        </p:spPr>
        <p:txBody>
          <a:bodyPr/>
          <a:lstStyle/>
          <a:p>
            <a:endParaRPr/>
          </a:p>
        </p:txBody>
      </p:sp>
      <p:sp>
        <p:nvSpPr>
          <p:cNvPr id="69" name="Shape 67"/>
          <p:cNvSpPr/>
          <p:nvPr/>
        </p:nvSpPr>
        <p:spPr>
          <a:xfrm>
            <a:off x="11211987" y="974695"/>
            <a:ext cx="34961" cy="34961"/>
          </a:xfrm>
          <a:prstGeom prst="ellipse">
            <a:avLst/>
          </a:prstGeom>
          <a:solidFill>
            <a:srgbClr val="000000"/>
          </a:solidFill>
          <a:ln/>
        </p:spPr>
        <p:txBody>
          <a:bodyPr/>
          <a:lstStyle/>
          <a:p>
            <a:endParaRPr/>
          </a:p>
        </p:txBody>
      </p:sp>
      <p:sp>
        <p:nvSpPr>
          <p:cNvPr id="70" name="Shape 68"/>
          <p:cNvSpPr/>
          <p:nvPr/>
        </p:nvSpPr>
        <p:spPr>
          <a:xfrm>
            <a:off x="11398461" y="974695"/>
            <a:ext cx="34961" cy="34961"/>
          </a:xfrm>
          <a:prstGeom prst="ellipse">
            <a:avLst/>
          </a:prstGeom>
          <a:solidFill>
            <a:srgbClr val="000000"/>
          </a:solidFill>
          <a:ln/>
        </p:spPr>
        <p:txBody>
          <a:bodyPr/>
          <a:lstStyle/>
          <a:p>
            <a:endParaRPr/>
          </a:p>
        </p:txBody>
      </p:sp>
      <p:sp>
        <p:nvSpPr>
          <p:cNvPr id="71" name="Shape 69"/>
          <p:cNvSpPr/>
          <p:nvPr/>
        </p:nvSpPr>
        <p:spPr>
          <a:xfrm>
            <a:off x="11304837" y="988501"/>
            <a:ext cx="35627" cy="35627"/>
          </a:xfrm>
          <a:prstGeom prst="ellipse">
            <a:avLst/>
          </a:prstGeom>
          <a:solidFill>
            <a:srgbClr val="000000"/>
          </a:solidFill>
          <a:ln/>
        </p:spPr>
        <p:txBody>
          <a:bodyPr/>
          <a:lstStyle/>
          <a:p>
            <a:endParaRPr/>
          </a:p>
        </p:txBody>
      </p:sp>
      <p:sp>
        <p:nvSpPr>
          <p:cNvPr id="72" name="Text 70"/>
          <p:cNvSpPr/>
          <p:nvPr/>
        </p:nvSpPr>
        <p:spPr>
          <a:xfrm>
            <a:off x="548640" y="411480"/>
            <a:ext cx="10088575" cy="777240"/>
          </a:xfrm>
          <a:prstGeom prst="rect">
            <a:avLst/>
          </a:prstGeom>
          <a:noFill/>
          <a:ln/>
        </p:spPr>
        <p:txBody>
          <a:bodyPr wrap="square" lIns="0" tIns="0" rIns="0" bIns="0" rtlCol="0" anchor="ctr"/>
          <a:lstStyle/>
          <a:p>
            <a:pPr marL="0" indent="0" algn="l">
              <a:lnSpc>
                <a:spcPct val="105000"/>
              </a:lnSpc>
              <a:buNone/>
            </a:pPr>
            <a:r>
              <a:rPr lang="en-US" sz="3400" dirty="0">
                <a:solidFill>
                  <a:srgbClr val="3D68EC"/>
                </a:solidFill>
                <a:latin typeface="General Sans Semibold" pitchFamily="34" charset="0"/>
                <a:ea typeface="General Sans Semibold" pitchFamily="34" charset="-122"/>
                <a:cs typeface="General Sans Semibold" pitchFamily="34" charset="-120"/>
              </a:rPr>
              <a:t>Zo loopt de middag</a:t>
            </a:r>
            <a:endParaRPr lang="en-US" sz="3400" dirty="0"/>
          </a:p>
        </p:txBody>
      </p:sp>
      <p:sp>
        <p:nvSpPr>
          <p:cNvPr id="73" name="Text 71"/>
          <p:cNvSpPr/>
          <p:nvPr/>
        </p:nvSpPr>
        <p:spPr>
          <a:xfrm>
            <a:off x="548640" y="1719072"/>
            <a:ext cx="1442679" cy="274320"/>
          </a:xfrm>
          <a:prstGeom prst="rect">
            <a:avLst/>
          </a:prstGeom>
          <a:noFill/>
          <a:ln/>
        </p:spPr>
        <p:txBody>
          <a:bodyPr wrap="square" lIns="0" tIns="0" rIns="0" bIns="0" rtlCol="0" anchor="t"/>
          <a:lstStyle/>
          <a:p>
            <a:pPr marL="0" indent="0" algn="l">
              <a:lnSpc>
                <a:spcPct val="105000"/>
              </a:lnSpc>
              <a:buNone/>
            </a:pPr>
            <a:r>
              <a:rPr lang="en-US" sz="1400" dirty="0">
                <a:solidFill>
                  <a:srgbClr val="3D68EC"/>
                </a:solidFill>
                <a:latin typeface="General Sans Semibold" pitchFamily="34" charset="0"/>
                <a:ea typeface="General Sans Semibold" pitchFamily="34" charset="-122"/>
                <a:cs typeface="General Sans Semibold" pitchFamily="34" charset="-120"/>
              </a:rPr>
              <a:t>0:00</a:t>
            </a:r>
            <a:endParaRPr lang="en-US" sz="1400" dirty="0"/>
          </a:p>
        </p:txBody>
      </p:sp>
      <p:sp>
        <p:nvSpPr>
          <p:cNvPr id="74" name="Shape 72"/>
          <p:cNvSpPr/>
          <p:nvPr/>
        </p:nvSpPr>
        <p:spPr>
          <a:xfrm>
            <a:off x="548640" y="2103120"/>
            <a:ext cx="1442679" cy="914400"/>
          </a:xfrm>
          <a:prstGeom prst="rect">
            <a:avLst/>
          </a:prstGeom>
          <a:solidFill>
            <a:srgbClr val="F4D74B"/>
          </a:solidFill>
          <a:ln/>
        </p:spPr>
        <p:txBody>
          <a:bodyPr/>
          <a:lstStyle/>
          <a:p>
            <a:endParaRPr/>
          </a:p>
        </p:txBody>
      </p:sp>
      <p:sp>
        <p:nvSpPr>
          <p:cNvPr id="75" name="Text 73"/>
          <p:cNvSpPr/>
          <p:nvPr/>
        </p:nvSpPr>
        <p:spPr>
          <a:xfrm>
            <a:off x="548640" y="2103120"/>
            <a:ext cx="1442679" cy="914400"/>
          </a:xfrm>
          <a:prstGeom prst="rect">
            <a:avLst/>
          </a:prstGeom>
          <a:noFill/>
          <a:ln/>
        </p:spPr>
        <p:txBody>
          <a:bodyPr wrap="square" lIns="0" tIns="0" rIns="0" bIns="0" rtlCol="0" anchor="ctr"/>
          <a:lstStyle/>
          <a:p>
            <a:pPr marL="0" indent="0" algn="ctr">
              <a:lnSpc>
                <a:spcPct val="105000"/>
              </a:lnSpc>
              <a:buNone/>
            </a:pPr>
            <a:r>
              <a:rPr lang="en-US" sz="1800" dirty="0">
                <a:solidFill>
                  <a:srgbClr val="3D68EC"/>
                </a:solidFill>
                <a:latin typeface="General Sans Semibold" pitchFamily="34" charset="0"/>
                <a:ea typeface="General Sans Semibold" pitchFamily="34" charset="-122"/>
                <a:cs typeface="General Sans Semibold" pitchFamily="34" charset="-120"/>
              </a:rPr>
              <a:t>12 min</a:t>
            </a:r>
            <a:endParaRPr lang="en-US" sz="1800" dirty="0"/>
          </a:p>
        </p:txBody>
      </p:sp>
      <p:sp>
        <p:nvSpPr>
          <p:cNvPr id="76" name="Shape 74"/>
          <p:cNvSpPr/>
          <p:nvPr/>
        </p:nvSpPr>
        <p:spPr>
          <a:xfrm>
            <a:off x="548640" y="3017520"/>
            <a:ext cx="1442679" cy="45720"/>
          </a:xfrm>
          <a:prstGeom prst="rect">
            <a:avLst/>
          </a:prstGeom>
          <a:solidFill>
            <a:srgbClr val="F4D74B"/>
          </a:solidFill>
          <a:ln/>
        </p:spPr>
        <p:txBody>
          <a:bodyPr/>
          <a:lstStyle/>
          <a:p>
            <a:endParaRPr/>
          </a:p>
        </p:txBody>
      </p:sp>
      <p:sp>
        <p:nvSpPr>
          <p:cNvPr id="77" name="Text 75"/>
          <p:cNvSpPr/>
          <p:nvPr/>
        </p:nvSpPr>
        <p:spPr>
          <a:xfrm>
            <a:off x="566928" y="3291840"/>
            <a:ext cx="1351239" cy="731520"/>
          </a:xfrm>
          <a:prstGeom prst="rect">
            <a:avLst/>
          </a:prstGeom>
          <a:noFill/>
          <a:ln/>
        </p:spPr>
        <p:txBody>
          <a:bodyPr wrap="square" lIns="0" tIns="0" rIns="0" bIns="0" rtlCol="0" anchor="t"/>
          <a:lstStyle/>
          <a:p>
            <a:pPr marL="0" indent="0" algn="l">
              <a:lnSpc>
                <a:spcPct val="105000"/>
              </a:lnSpc>
              <a:buNone/>
            </a:pPr>
            <a:r>
              <a:rPr lang="en-US" sz="1100" dirty="0">
                <a:solidFill>
                  <a:srgbClr val="000000"/>
                </a:solidFill>
                <a:latin typeface="General Sans Semibold" pitchFamily="34" charset="0"/>
                <a:ea typeface="General Sans Semibold" pitchFamily="34" charset="-122"/>
                <a:cs typeface="General Sans Semibold" pitchFamily="34" charset="-120"/>
              </a:rPr>
              <a:t>Intro, agents en skills</a:t>
            </a:r>
            <a:endParaRPr lang="en-US" sz="1100" dirty="0"/>
          </a:p>
        </p:txBody>
      </p:sp>
      <p:sp>
        <p:nvSpPr>
          <p:cNvPr id="78" name="Text 76"/>
          <p:cNvSpPr/>
          <p:nvPr/>
        </p:nvSpPr>
        <p:spPr>
          <a:xfrm>
            <a:off x="566928" y="4160520"/>
            <a:ext cx="1351239" cy="822960"/>
          </a:xfrm>
          <a:prstGeom prst="rect">
            <a:avLst/>
          </a:prstGeom>
          <a:noFill/>
          <a:ln/>
        </p:spPr>
        <p:txBody>
          <a:bodyPr wrap="square" lIns="0" tIns="0" rIns="0" bIns="0" rtlCol="0" anchor="t"/>
          <a:lstStyle/>
          <a:p>
            <a:pPr marL="0" indent="0" algn="l">
              <a:lnSpc>
                <a:spcPct val="105000"/>
              </a:lnSpc>
              <a:buNone/>
            </a:pPr>
            <a:r>
              <a:rPr lang="en-US" sz="1200" dirty="0">
                <a:solidFill>
                  <a:srgbClr val="000000"/>
                </a:solidFill>
                <a:latin typeface="General Sans" pitchFamily="34" charset="0"/>
                <a:ea typeface="General Sans" pitchFamily="34" charset="-122"/>
                <a:cs typeface="General Sans" pitchFamily="34" charset="-120"/>
              </a:rPr>
              <a:t>CEDA, AI-agents, wat een skill is</a:t>
            </a:r>
            <a:endParaRPr lang="en-US" sz="1200" dirty="0"/>
          </a:p>
        </p:txBody>
      </p:sp>
      <p:sp>
        <p:nvSpPr>
          <p:cNvPr id="79" name="Text 77"/>
          <p:cNvSpPr/>
          <p:nvPr/>
        </p:nvSpPr>
        <p:spPr>
          <a:xfrm>
            <a:off x="2037039" y="1719072"/>
            <a:ext cx="1202233" cy="274320"/>
          </a:xfrm>
          <a:prstGeom prst="rect">
            <a:avLst/>
          </a:prstGeom>
          <a:noFill/>
          <a:ln/>
        </p:spPr>
        <p:txBody>
          <a:bodyPr wrap="square" lIns="0" tIns="0" rIns="0" bIns="0" rtlCol="0" anchor="t"/>
          <a:lstStyle/>
          <a:p>
            <a:pPr marL="0" indent="0" algn="l">
              <a:lnSpc>
                <a:spcPct val="105000"/>
              </a:lnSpc>
              <a:buNone/>
            </a:pPr>
            <a:r>
              <a:rPr lang="en-US" sz="1400" dirty="0">
                <a:solidFill>
                  <a:srgbClr val="3D68EC"/>
                </a:solidFill>
                <a:latin typeface="General Sans Semibold" pitchFamily="34" charset="0"/>
                <a:ea typeface="General Sans Semibold" pitchFamily="34" charset="-122"/>
                <a:cs typeface="General Sans Semibold" pitchFamily="34" charset="-120"/>
              </a:rPr>
              <a:t>0:12</a:t>
            </a:r>
            <a:endParaRPr lang="en-US" sz="1400" dirty="0"/>
          </a:p>
        </p:txBody>
      </p:sp>
      <p:sp>
        <p:nvSpPr>
          <p:cNvPr id="80" name="Shape 78"/>
          <p:cNvSpPr/>
          <p:nvPr/>
        </p:nvSpPr>
        <p:spPr>
          <a:xfrm>
            <a:off x="2037039" y="2103120"/>
            <a:ext cx="1202233" cy="914400"/>
          </a:xfrm>
          <a:prstGeom prst="rect">
            <a:avLst/>
          </a:prstGeom>
          <a:solidFill>
            <a:srgbClr val="F4D74B"/>
          </a:solidFill>
          <a:ln/>
        </p:spPr>
        <p:txBody>
          <a:bodyPr/>
          <a:lstStyle/>
          <a:p>
            <a:endParaRPr/>
          </a:p>
        </p:txBody>
      </p:sp>
      <p:sp>
        <p:nvSpPr>
          <p:cNvPr id="81" name="Text 79"/>
          <p:cNvSpPr/>
          <p:nvPr/>
        </p:nvSpPr>
        <p:spPr>
          <a:xfrm>
            <a:off x="2037039" y="2103120"/>
            <a:ext cx="1202233" cy="914400"/>
          </a:xfrm>
          <a:prstGeom prst="rect">
            <a:avLst/>
          </a:prstGeom>
          <a:noFill/>
          <a:ln/>
        </p:spPr>
        <p:txBody>
          <a:bodyPr wrap="square" lIns="0" tIns="0" rIns="0" bIns="0" rtlCol="0" anchor="ctr"/>
          <a:lstStyle/>
          <a:p>
            <a:pPr marL="0" indent="0" algn="ctr">
              <a:lnSpc>
                <a:spcPct val="105000"/>
              </a:lnSpc>
              <a:buNone/>
            </a:pPr>
            <a:r>
              <a:rPr lang="en-US" sz="1800" dirty="0">
                <a:solidFill>
                  <a:srgbClr val="3D68EC"/>
                </a:solidFill>
                <a:latin typeface="General Sans Semibold" pitchFamily="34" charset="0"/>
                <a:ea typeface="General Sans Semibold" pitchFamily="34" charset="-122"/>
                <a:cs typeface="General Sans Semibold" pitchFamily="34" charset="-120"/>
              </a:rPr>
              <a:t>10 min</a:t>
            </a:r>
            <a:endParaRPr lang="en-US" sz="1800" dirty="0"/>
          </a:p>
        </p:txBody>
      </p:sp>
      <p:sp>
        <p:nvSpPr>
          <p:cNvPr id="82" name="Shape 80"/>
          <p:cNvSpPr/>
          <p:nvPr/>
        </p:nvSpPr>
        <p:spPr>
          <a:xfrm>
            <a:off x="2037039" y="3017520"/>
            <a:ext cx="1202233" cy="45720"/>
          </a:xfrm>
          <a:prstGeom prst="rect">
            <a:avLst/>
          </a:prstGeom>
          <a:solidFill>
            <a:srgbClr val="F4D74B"/>
          </a:solidFill>
          <a:ln/>
        </p:spPr>
        <p:txBody>
          <a:bodyPr/>
          <a:lstStyle/>
          <a:p>
            <a:endParaRPr/>
          </a:p>
        </p:txBody>
      </p:sp>
      <p:sp>
        <p:nvSpPr>
          <p:cNvPr id="83" name="Text 81"/>
          <p:cNvSpPr/>
          <p:nvPr/>
        </p:nvSpPr>
        <p:spPr>
          <a:xfrm>
            <a:off x="2055327" y="3291840"/>
            <a:ext cx="1110793" cy="731520"/>
          </a:xfrm>
          <a:prstGeom prst="rect">
            <a:avLst/>
          </a:prstGeom>
          <a:noFill/>
          <a:ln/>
        </p:spPr>
        <p:txBody>
          <a:bodyPr wrap="square" lIns="0" tIns="0" rIns="0" bIns="0" rtlCol="0" anchor="t"/>
          <a:lstStyle/>
          <a:p>
            <a:pPr marL="0" indent="0" algn="l">
              <a:lnSpc>
                <a:spcPct val="105000"/>
              </a:lnSpc>
              <a:buNone/>
            </a:pPr>
            <a:r>
              <a:rPr lang="en-US" sz="1100" dirty="0">
                <a:solidFill>
                  <a:srgbClr val="000000"/>
                </a:solidFill>
                <a:latin typeface="General Sans Semibold" pitchFamily="34" charset="0"/>
                <a:ea typeface="General Sans Semibold" pitchFamily="34" charset="-122"/>
                <a:cs typeface="General Sans Semibold" pitchFamily="34" charset="-120"/>
              </a:rPr>
              <a:t>Data, casus en Codespace</a:t>
            </a:r>
            <a:endParaRPr lang="en-US" sz="1100" dirty="0"/>
          </a:p>
        </p:txBody>
      </p:sp>
      <p:sp>
        <p:nvSpPr>
          <p:cNvPr id="84" name="Text 82"/>
          <p:cNvSpPr/>
          <p:nvPr/>
        </p:nvSpPr>
        <p:spPr>
          <a:xfrm>
            <a:off x="2055327" y="4160520"/>
            <a:ext cx="1110793" cy="822960"/>
          </a:xfrm>
          <a:prstGeom prst="rect">
            <a:avLst/>
          </a:prstGeom>
          <a:noFill/>
          <a:ln/>
        </p:spPr>
        <p:txBody>
          <a:bodyPr wrap="square" lIns="0" tIns="0" rIns="0" bIns="0" rtlCol="0" anchor="t"/>
          <a:lstStyle/>
          <a:p>
            <a:pPr marL="0" indent="0" algn="l">
              <a:lnSpc>
                <a:spcPct val="105000"/>
              </a:lnSpc>
              <a:buNone/>
            </a:pPr>
            <a:r>
              <a:rPr lang="en-US" sz="1200" dirty="0">
                <a:solidFill>
                  <a:srgbClr val="000000"/>
                </a:solidFill>
                <a:latin typeface="General Sans" pitchFamily="34" charset="0"/>
                <a:ea typeface="General Sans" pitchFamily="34" charset="-122"/>
                <a:cs typeface="General Sans" pitchFamily="34" charset="-120"/>
              </a:rPr>
              <a:t>Demodata, opdracht, opstarten</a:t>
            </a:r>
            <a:endParaRPr lang="en-US" sz="1200" dirty="0"/>
          </a:p>
        </p:txBody>
      </p:sp>
      <p:sp>
        <p:nvSpPr>
          <p:cNvPr id="85" name="Text 83"/>
          <p:cNvSpPr/>
          <p:nvPr/>
        </p:nvSpPr>
        <p:spPr>
          <a:xfrm>
            <a:off x="3284992" y="1719072"/>
            <a:ext cx="2404466" cy="274320"/>
          </a:xfrm>
          <a:prstGeom prst="rect">
            <a:avLst/>
          </a:prstGeom>
          <a:noFill/>
          <a:ln/>
        </p:spPr>
        <p:txBody>
          <a:bodyPr wrap="square" lIns="0" tIns="0" rIns="0" bIns="0" rtlCol="0" anchor="t"/>
          <a:lstStyle/>
          <a:p>
            <a:pPr marL="0" indent="0" algn="l">
              <a:lnSpc>
                <a:spcPct val="105000"/>
              </a:lnSpc>
              <a:buNone/>
            </a:pPr>
            <a:r>
              <a:rPr lang="en-US" sz="1400" dirty="0">
                <a:solidFill>
                  <a:srgbClr val="3D68EC"/>
                </a:solidFill>
                <a:latin typeface="General Sans Semibold" pitchFamily="34" charset="0"/>
                <a:ea typeface="General Sans Semibold" pitchFamily="34" charset="-122"/>
                <a:cs typeface="General Sans Semibold" pitchFamily="34" charset="-120"/>
              </a:rPr>
              <a:t>0:22</a:t>
            </a:r>
            <a:endParaRPr lang="en-US" sz="1400" dirty="0"/>
          </a:p>
        </p:txBody>
      </p:sp>
      <p:sp>
        <p:nvSpPr>
          <p:cNvPr id="86" name="Shape 84"/>
          <p:cNvSpPr/>
          <p:nvPr/>
        </p:nvSpPr>
        <p:spPr>
          <a:xfrm>
            <a:off x="3284992" y="2103120"/>
            <a:ext cx="2404466" cy="914400"/>
          </a:xfrm>
          <a:prstGeom prst="rect">
            <a:avLst/>
          </a:prstGeom>
          <a:solidFill>
            <a:srgbClr val="3D68EC"/>
          </a:solidFill>
          <a:ln/>
        </p:spPr>
        <p:txBody>
          <a:bodyPr/>
          <a:lstStyle/>
          <a:p>
            <a:endParaRPr/>
          </a:p>
        </p:txBody>
      </p:sp>
      <p:sp>
        <p:nvSpPr>
          <p:cNvPr id="87" name="Text 85"/>
          <p:cNvSpPr/>
          <p:nvPr/>
        </p:nvSpPr>
        <p:spPr>
          <a:xfrm>
            <a:off x="3284992" y="2103120"/>
            <a:ext cx="2404466" cy="914400"/>
          </a:xfrm>
          <a:prstGeom prst="rect">
            <a:avLst/>
          </a:prstGeom>
          <a:noFill/>
          <a:ln/>
        </p:spPr>
        <p:txBody>
          <a:bodyPr wrap="square" lIns="0" tIns="0" rIns="0" bIns="0" rtlCol="0" anchor="ctr"/>
          <a:lstStyle/>
          <a:p>
            <a:pPr marL="0" indent="0" algn="ctr">
              <a:lnSpc>
                <a:spcPct val="105000"/>
              </a:lnSpc>
              <a:buNone/>
            </a:pPr>
            <a:r>
              <a:rPr lang="en-US" sz="1800" dirty="0">
                <a:solidFill>
                  <a:srgbClr val="F4D9DC"/>
                </a:solidFill>
                <a:latin typeface="General Sans Semibold" pitchFamily="34" charset="0"/>
                <a:ea typeface="General Sans Semibold" pitchFamily="34" charset="-122"/>
                <a:cs typeface="General Sans Semibold" pitchFamily="34" charset="-120"/>
              </a:rPr>
              <a:t>20 min</a:t>
            </a:r>
            <a:endParaRPr lang="en-US" sz="1800" dirty="0"/>
          </a:p>
        </p:txBody>
      </p:sp>
      <p:sp>
        <p:nvSpPr>
          <p:cNvPr id="88" name="Shape 86"/>
          <p:cNvSpPr/>
          <p:nvPr/>
        </p:nvSpPr>
        <p:spPr>
          <a:xfrm>
            <a:off x="3284992" y="3017520"/>
            <a:ext cx="2404466" cy="45720"/>
          </a:xfrm>
          <a:prstGeom prst="rect">
            <a:avLst/>
          </a:prstGeom>
          <a:solidFill>
            <a:srgbClr val="3D68EC"/>
          </a:solidFill>
          <a:ln/>
        </p:spPr>
        <p:txBody>
          <a:bodyPr/>
          <a:lstStyle/>
          <a:p>
            <a:endParaRPr/>
          </a:p>
        </p:txBody>
      </p:sp>
      <p:sp>
        <p:nvSpPr>
          <p:cNvPr id="89" name="Text 87"/>
          <p:cNvSpPr/>
          <p:nvPr/>
        </p:nvSpPr>
        <p:spPr>
          <a:xfrm>
            <a:off x="3303280" y="3291840"/>
            <a:ext cx="2313026" cy="731520"/>
          </a:xfrm>
          <a:prstGeom prst="rect">
            <a:avLst/>
          </a:prstGeom>
          <a:noFill/>
          <a:ln/>
        </p:spPr>
        <p:txBody>
          <a:bodyPr wrap="square" lIns="0" tIns="0" rIns="0" bIns="0" rtlCol="0" anchor="t"/>
          <a:lstStyle/>
          <a:p>
            <a:pPr marL="0" indent="0" algn="l">
              <a:lnSpc>
                <a:spcPct val="105000"/>
              </a:lnSpc>
              <a:buNone/>
            </a:pPr>
            <a:r>
              <a:rPr lang="en-US" sz="1100" dirty="0">
                <a:solidFill>
                  <a:srgbClr val="000000"/>
                </a:solidFill>
                <a:latin typeface="General Sans Semibold" pitchFamily="34" charset="0"/>
                <a:ea typeface="General Sans Semibold" pitchFamily="34" charset="-122"/>
                <a:cs typeface="General Sans Semibold" pitchFamily="34" charset="-120"/>
              </a:rPr>
              <a:t>Ronde 1: data verkennen</a:t>
            </a:r>
            <a:endParaRPr lang="en-US" sz="1100" dirty="0"/>
          </a:p>
        </p:txBody>
      </p:sp>
      <p:sp>
        <p:nvSpPr>
          <p:cNvPr id="90" name="Text 88"/>
          <p:cNvSpPr/>
          <p:nvPr/>
        </p:nvSpPr>
        <p:spPr>
          <a:xfrm>
            <a:off x="3303280" y="4160520"/>
            <a:ext cx="2313026" cy="822960"/>
          </a:xfrm>
          <a:prstGeom prst="rect">
            <a:avLst/>
          </a:prstGeom>
          <a:noFill/>
          <a:ln/>
        </p:spPr>
        <p:txBody>
          <a:bodyPr wrap="square" lIns="0" tIns="0" rIns="0" bIns="0" rtlCol="0" anchor="t"/>
          <a:lstStyle/>
          <a:p>
            <a:pPr marL="0" indent="0" algn="l">
              <a:lnSpc>
                <a:spcPct val="105000"/>
              </a:lnSpc>
              <a:buNone/>
            </a:pPr>
            <a:r>
              <a:rPr lang="en-US" sz="1200" dirty="0">
                <a:solidFill>
                  <a:srgbClr val="000000"/>
                </a:solidFill>
                <a:latin typeface="General Sans" pitchFamily="34" charset="0"/>
                <a:ea typeface="General Sans" pitchFamily="34" charset="-122"/>
                <a:cs typeface="General Sans" pitchFamily="34" charset="-120"/>
              </a:rPr>
              <a:t>Jullie gebruiken de skill</a:t>
            </a:r>
            <a:endParaRPr lang="en-US" sz="1200" dirty="0"/>
          </a:p>
        </p:txBody>
      </p:sp>
      <p:sp>
        <p:nvSpPr>
          <p:cNvPr id="91" name="Shape 89"/>
          <p:cNvSpPr/>
          <p:nvPr/>
        </p:nvSpPr>
        <p:spPr>
          <a:xfrm>
            <a:off x="3303280" y="5029200"/>
            <a:ext cx="2367890" cy="310896"/>
          </a:xfrm>
          <a:prstGeom prst="roundRect">
            <a:avLst>
              <a:gd name="adj" fmla="val 147059"/>
            </a:avLst>
          </a:prstGeom>
          <a:solidFill>
            <a:srgbClr val="FFFFFF"/>
          </a:solidFill>
          <a:ln/>
        </p:spPr>
        <p:txBody>
          <a:bodyPr/>
          <a:lstStyle/>
          <a:p>
            <a:endParaRPr/>
          </a:p>
        </p:txBody>
      </p:sp>
      <p:sp>
        <p:nvSpPr>
          <p:cNvPr id="92" name="Text 90"/>
          <p:cNvSpPr/>
          <p:nvPr/>
        </p:nvSpPr>
        <p:spPr>
          <a:xfrm>
            <a:off x="3303280" y="5029200"/>
            <a:ext cx="2367890" cy="310896"/>
          </a:xfrm>
          <a:prstGeom prst="rect">
            <a:avLst/>
          </a:prstGeom>
          <a:noFill/>
          <a:ln/>
        </p:spPr>
        <p:txBody>
          <a:bodyPr wrap="square" lIns="0" tIns="0" rIns="0" bIns="0" rtlCol="0" anchor="ctr"/>
          <a:lstStyle/>
          <a:p>
            <a:pPr marL="0" indent="0" algn="ctr">
              <a:lnSpc>
                <a:spcPct val="105000"/>
              </a:lnSpc>
              <a:buNone/>
            </a:pPr>
            <a:r>
              <a:rPr lang="en-US" sz="900" dirty="0">
                <a:solidFill>
                  <a:srgbClr val="3D68EC"/>
                </a:solidFill>
                <a:latin typeface="General Sans Semibold" pitchFamily="34" charset="0"/>
                <a:ea typeface="General Sans Semibold" pitchFamily="34" charset="-122"/>
                <a:cs typeface="General Sans Semibold" pitchFamily="34" charset="-120"/>
              </a:rPr>
              <a:t>/1-verkennen</a:t>
            </a:r>
            <a:endParaRPr lang="en-US" sz="900" dirty="0"/>
          </a:p>
        </p:txBody>
      </p:sp>
      <p:sp>
        <p:nvSpPr>
          <p:cNvPr id="93" name="Text 91"/>
          <p:cNvSpPr/>
          <p:nvPr/>
        </p:nvSpPr>
        <p:spPr>
          <a:xfrm>
            <a:off x="5735178" y="1719072"/>
            <a:ext cx="1202233" cy="274320"/>
          </a:xfrm>
          <a:prstGeom prst="rect">
            <a:avLst/>
          </a:prstGeom>
          <a:noFill/>
          <a:ln/>
        </p:spPr>
        <p:txBody>
          <a:bodyPr wrap="square" lIns="0" tIns="0" rIns="0" bIns="0" rtlCol="0" anchor="t"/>
          <a:lstStyle/>
          <a:p>
            <a:pPr marL="0" indent="0" algn="l">
              <a:lnSpc>
                <a:spcPct val="105000"/>
              </a:lnSpc>
              <a:buNone/>
            </a:pPr>
            <a:r>
              <a:rPr lang="en-US" sz="1400" dirty="0">
                <a:solidFill>
                  <a:srgbClr val="3D68EC"/>
                </a:solidFill>
                <a:latin typeface="General Sans Semibold" pitchFamily="34" charset="0"/>
                <a:ea typeface="General Sans Semibold" pitchFamily="34" charset="-122"/>
                <a:cs typeface="General Sans Semibold" pitchFamily="34" charset="-120"/>
              </a:rPr>
              <a:t>0:42</a:t>
            </a:r>
            <a:endParaRPr lang="en-US" sz="1400" dirty="0"/>
          </a:p>
        </p:txBody>
      </p:sp>
      <p:sp>
        <p:nvSpPr>
          <p:cNvPr id="94" name="Shape 92"/>
          <p:cNvSpPr/>
          <p:nvPr/>
        </p:nvSpPr>
        <p:spPr>
          <a:xfrm>
            <a:off x="5735178" y="2103120"/>
            <a:ext cx="1202233" cy="914400"/>
          </a:xfrm>
          <a:prstGeom prst="rect">
            <a:avLst/>
          </a:prstGeom>
          <a:solidFill>
            <a:srgbClr val="DD784B"/>
          </a:solidFill>
          <a:ln/>
        </p:spPr>
        <p:txBody>
          <a:bodyPr/>
          <a:lstStyle/>
          <a:p>
            <a:endParaRPr/>
          </a:p>
        </p:txBody>
      </p:sp>
      <p:sp>
        <p:nvSpPr>
          <p:cNvPr id="95" name="Text 93"/>
          <p:cNvSpPr/>
          <p:nvPr/>
        </p:nvSpPr>
        <p:spPr>
          <a:xfrm>
            <a:off x="5735178" y="2103120"/>
            <a:ext cx="1202233" cy="914400"/>
          </a:xfrm>
          <a:prstGeom prst="rect">
            <a:avLst/>
          </a:prstGeom>
          <a:noFill/>
          <a:ln/>
        </p:spPr>
        <p:txBody>
          <a:bodyPr wrap="square" lIns="0" tIns="0" rIns="0" bIns="0" rtlCol="0" anchor="ctr"/>
          <a:lstStyle/>
          <a:p>
            <a:pPr marL="0" indent="0" algn="ctr">
              <a:lnSpc>
                <a:spcPct val="105000"/>
              </a:lnSpc>
              <a:buNone/>
            </a:pPr>
            <a:r>
              <a:rPr lang="en-US" sz="1800" dirty="0">
                <a:solidFill>
                  <a:srgbClr val="000000"/>
                </a:solidFill>
                <a:latin typeface="General Sans Semibold" pitchFamily="34" charset="0"/>
                <a:ea typeface="General Sans Semibold" pitchFamily="34" charset="-122"/>
                <a:cs typeface="General Sans Semibold" pitchFamily="34" charset="-120"/>
              </a:rPr>
              <a:t>10 min</a:t>
            </a:r>
            <a:endParaRPr lang="en-US" sz="1800" dirty="0"/>
          </a:p>
        </p:txBody>
      </p:sp>
      <p:sp>
        <p:nvSpPr>
          <p:cNvPr id="96" name="Shape 94"/>
          <p:cNvSpPr/>
          <p:nvPr/>
        </p:nvSpPr>
        <p:spPr>
          <a:xfrm>
            <a:off x="5735178" y="3017520"/>
            <a:ext cx="1202233" cy="45720"/>
          </a:xfrm>
          <a:prstGeom prst="rect">
            <a:avLst/>
          </a:prstGeom>
          <a:solidFill>
            <a:srgbClr val="DD784B"/>
          </a:solidFill>
          <a:ln/>
        </p:spPr>
        <p:txBody>
          <a:bodyPr/>
          <a:lstStyle/>
          <a:p>
            <a:endParaRPr/>
          </a:p>
        </p:txBody>
      </p:sp>
      <p:sp>
        <p:nvSpPr>
          <p:cNvPr id="97" name="Text 95"/>
          <p:cNvSpPr/>
          <p:nvPr/>
        </p:nvSpPr>
        <p:spPr>
          <a:xfrm>
            <a:off x="5753466" y="3291840"/>
            <a:ext cx="1110793" cy="731520"/>
          </a:xfrm>
          <a:prstGeom prst="rect">
            <a:avLst/>
          </a:prstGeom>
          <a:noFill/>
          <a:ln/>
        </p:spPr>
        <p:txBody>
          <a:bodyPr wrap="square" lIns="0" tIns="0" rIns="0" bIns="0" rtlCol="0" anchor="t"/>
          <a:lstStyle/>
          <a:p>
            <a:pPr marL="0" indent="0" algn="l">
              <a:lnSpc>
                <a:spcPct val="105000"/>
              </a:lnSpc>
              <a:buNone/>
            </a:pPr>
            <a:r>
              <a:rPr lang="en-US" sz="1100" dirty="0">
                <a:solidFill>
                  <a:srgbClr val="000000"/>
                </a:solidFill>
                <a:latin typeface="General Sans Semibold" pitchFamily="34" charset="0"/>
                <a:ea typeface="General Sans Semibold" pitchFamily="34" charset="-122"/>
                <a:cs typeface="General Sans Semibold" pitchFamily="34" charset="-120"/>
              </a:rPr>
              <a:t>Spiegel-</a:t>
            </a:r>
            <a:endParaRPr lang="en-US" sz="1100" dirty="0"/>
          </a:p>
          <a:p>
            <a:pPr marL="0" indent="0" algn="l">
              <a:lnSpc>
                <a:spcPct val="105000"/>
              </a:lnSpc>
              <a:buNone/>
            </a:pPr>
            <a:r>
              <a:rPr lang="en-US" sz="1100" dirty="0">
                <a:solidFill>
                  <a:srgbClr val="000000"/>
                </a:solidFill>
                <a:latin typeface="General Sans Semibold" pitchFamily="34" charset="0"/>
                <a:ea typeface="General Sans Semibold" pitchFamily="34" charset="-122"/>
                <a:cs typeface="General Sans Semibold" pitchFamily="34" charset="-120"/>
              </a:rPr>
              <a:t>moment 1</a:t>
            </a:r>
            <a:endParaRPr lang="en-US" sz="1100" dirty="0"/>
          </a:p>
        </p:txBody>
      </p:sp>
      <p:sp>
        <p:nvSpPr>
          <p:cNvPr id="98" name="Text 96"/>
          <p:cNvSpPr/>
          <p:nvPr/>
        </p:nvSpPr>
        <p:spPr>
          <a:xfrm>
            <a:off x="5753466" y="4160520"/>
            <a:ext cx="1110793" cy="822960"/>
          </a:xfrm>
          <a:prstGeom prst="rect">
            <a:avLst/>
          </a:prstGeom>
          <a:noFill/>
          <a:ln/>
        </p:spPr>
        <p:txBody>
          <a:bodyPr wrap="square" lIns="0" tIns="0" rIns="0" bIns="0" rtlCol="0" anchor="t"/>
          <a:lstStyle/>
          <a:p>
            <a:pPr marL="0" indent="0" algn="l">
              <a:lnSpc>
                <a:spcPct val="105000"/>
              </a:lnSpc>
              <a:buNone/>
            </a:pPr>
            <a:r>
              <a:rPr lang="en-US" sz="1200" dirty="0">
                <a:solidFill>
                  <a:srgbClr val="000000"/>
                </a:solidFill>
                <a:latin typeface="General Sans" pitchFamily="34" charset="0"/>
                <a:ea typeface="General Sans" pitchFamily="34" charset="-122"/>
                <a:cs typeface="General Sans" pitchFamily="34" charset="-120"/>
              </a:rPr>
              <a:t>Wat deed de skill?</a:t>
            </a:r>
            <a:endParaRPr lang="en-US" sz="1200" dirty="0"/>
          </a:p>
        </p:txBody>
      </p:sp>
      <p:sp>
        <p:nvSpPr>
          <p:cNvPr id="99" name="Text 97"/>
          <p:cNvSpPr/>
          <p:nvPr/>
        </p:nvSpPr>
        <p:spPr>
          <a:xfrm>
            <a:off x="6983131" y="1719072"/>
            <a:ext cx="2404466" cy="274320"/>
          </a:xfrm>
          <a:prstGeom prst="rect">
            <a:avLst/>
          </a:prstGeom>
          <a:noFill/>
          <a:ln/>
        </p:spPr>
        <p:txBody>
          <a:bodyPr wrap="square" lIns="0" tIns="0" rIns="0" bIns="0" rtlCol="0" anchor="t"/>
          <a:lstStyle/>
          <a:p>
            <a:pPr marL="0" indent="0" algn="l">
              <a:lnSpc>
                <a:spcPct val="105000"/>
              </a:lnSpc>
              <a:buNone/>
            </a:pPr>
            <a:r>
              <a:rPr lang="en-US" sz="1400" dirty="0">
                <a:solidFill>
                  <a:srgbClr val="3D68EC"/>
                </a:solidFill>
                <a:latin typeface="General Sans Semibold" pitchFamily="34" charset="0"/>
                <a:ea typeface="General Sans Semibold" pitchFamily="34" charset="-122"/>
                <a:cs typeface="General Sans Semibold" pitchFamily="34" charset="-120"/>
              </a:rPr>
              <a:t>0:52</a:t>
            </a:r>
            <a:endParaRPr lang="en-US" sz="1400" dirty="0"/>
          </a:p>
        </p:txBody>
      </p:sp>
      <p:sp>
        <p:nvSpPr>
          <p:cNvPr id="100" name="Shape 98"/>
          <p:cNvSpPr/>
          <p:nvPr/>
        </p:nvSpPr>
        <p:spPr>
          <a:xfrm>
            <a:off x="6983131" y="2103120"/>
            <a:ext cx="2404466" cy="914400"/>
          </a:xfrm>
          <a:prstGeom prst="rect">
            <a:avLst/>
          </a:prstGeom>
          <a:solidFill>
            <a:srgbClr val="3D68EC"/>
          </a:solidFill>
          <a:ln/>
        </p:spPr>
        <p:txBody>
          <a:bodyPr/>
          <a:lstStyle/>
          <a:p>
            <a:endParaRPr/>
          </a:p>
        </p:txBody>
      </p:sp>
      <p:sp>
        <p:nvSpPr>
          <p:cNvPr id="101" name="Text 99"/>
          <p:cNvSpPr/>
          <p:nvPr/>
        </p:nvSpPr>
        <p:spPr>
          <a:xfrm>
            <a:off x="6983131" y="2103120"/>
            <a:ext cx="2404466" cy="914400"/>
          </a:xfrm>
          <a:prstGeom prst="rect">
            <a:avLst/>
          </a:prstGeom>
          <a:noFill/>
          <a:ln/>
        </p:spPr>
        <p:txBody>
          <a:bodyPr wrap="square" lIns="0" tIns="0" rIns="0" bIns="0" rtlCol="0" anchor="ctr"/>
          <a:lstStyle/>
          <a:p>
            <a:pPr marL="0" indent="0" algn="ctr">
              <a:lnSpc>
                <a:spcPct val="105000"/>
              </a:lnSpc>
              <a:buNone/>
            </a:pPr>
            <a:r>
              <a:rPr lang="en-US" sz="1800" dirty="0">
                <a:solidFill>
                  <a:srgbClr val="F4D9DC"/>
                </a:solidFill>
                <a:latin typeface="General Sans Semibold" pitchFamily="34" charset="0"/>
                <a:ea typeface="General Sans Semibold" pitchFamily="34" charset="-122"/>
                <a:cs typeface="General Sans Semibold" pitchFamily="34" charset="-120"/>
              </a:rPr>
              <a:t>20 min</a:t>
            </a:r>
            <a:endParaRPr lang="en-US" sz="1800" dirty="0"/>
          </a:p>
        </p:txBody>
      </p:sp>
      <p:sp>
        <p:nvSpPr>
          <p:cNvPr id="102" name="Shape 100"/>
          <p:cNvSpPr/>
          <p:nvPr/>
        </p:nvSpPr>
        <p:spPr>
          <a:xfrm>
            <a:off x="6983131" y="3017520"/>
            <a:ext cx="2404466" cy="45720"/>
          </a:xfrm>
          <a:prstGeom prst="rect">
            <a:avLst/>
          </a:prstGeom>
          <a:solidFill>
            <a:srgbClr val="3D68EC"/>
          </a:solidFill>
          <a:ln/>
        </p:spPr>
        <p:txBody>
          <a:bodyPr/>
          <a:lstStyle/>
          <a:p>
            <a:endParaRPr/>
          </a:p>
        </p:txBody>
      </p:sp>
      <p:sp>
        <p:nvSpPr>
          <p:cNvPr id="103" name="Text 101"/>
          <p:cNvSpPr/>
          <p:nvPr/>
        </p:nvSpPr>
        <p:spPr>
          <a:xfrm>
            <a:off x="7001419" y="3291840"/>
            <a:ext cx="2313026" cy="731520"/>
          </a:xfrm>
          <a:prstGeom prst="rect">
            <a:avLst/>
          </a:prstGeom>
          <a:noFill/>
          <a:ln/>
        </p:spPr>
        <p:txBody>
          <a:bodyPr wrap="square" lIns="0" tIns="0" rIns="0" bIns="0" rtlCol="0" anchor="t"/>
          <a:lstStyle/>
          <a:p>
            <a:pPr marL="0" indent="0" algn="l">
              <a:lnSpc>
                <a:spcPct val="105000"/>
              </a:lnSpc>
              <a:buNone/>
            </a:pPr>
            <a:r>
              <a:rPr lang="en-US" sz="1100" dirty="0">
                <a:solidFill>
                  <a:srgbClr val="000000"/>
                </a:solidFill>
                <a:latin typeface="General Sans Semibold" pitchFamily="34" charset="0"/>
                <a:ea typeface="General Sans Semibold" pitchFamily="34" charset="-122"/>
                <a:cs typeface="General Sans Semibold" pitchFamily="34" charset="-120"/>
              </a:rPr>
              <a:t>Ronde 2: dashboard bouwen</a:t>
            </a:r>
            <a:endParaRPr lang="en-US" sz="1100" dirty="0"/>
          </a:p>
        </p:txBody>
      </p:sp>
      <p:sp>
        <p:nvSpPr>
          <p:cNvPr id="104" name="Text 102"/>
          <p:cNvSpPr/>
          <p:nvPr/>
        </p:nvSpPr>
        <p:spPr>
          <a:xfrm>
            <a:off x="7001419" y="4160520"/>
            <a:ext cx="2313026" cy="822960"/>
          </a:xfrm>
          <a:prstGeom prst="rect">
            <a:avLst/>
          </a:prstGeom>
          <a:noFill/>
          <a:ln/>
        </p:spPr>
        <p:txBody>
          <a:bodyPr wrap="square" lIns="0" tIns="0" rIns="0" bIns="0" rtlCol="0" anchor="t"/>
          <a:lstStyle/>
          <a:p>
            <a:pPr marL="0" indent="0" algn="l">
              <a:lnSpc>
                <a:spcPct val="105000"/>
              </a:lnSpc>
              <a:buNone/>
            </a:pPr>
            <a:r>
              <a:rPr lang="en-US" sz="1200" dirty="0">
                <a:solidFill>
                  <a:srgbClr val="000000"/>
                </a:solidFill>
                <a:latin typeface="General Sans" pitchFamily="34" charset="0"/>
                <a:ea typeface="General Sans" pitchFamily="34" charset="-122"/>
                <a:cs typeface="General Sans" pitchFamily="34" charset="-120"/>
              </a:rPr>
              <a:t>Andere rol, twee skills</a:t>
            </a:r>
            <a:endParaRPr lang="en-US" sz="1200" dirty="0"/>
          </a:p>
        </p:txBody>
      </p:sp>
      <p:sp>
        <p:nvSpPr>
          <p:cNvPr id="105" name="Shape 103"/>
          <p:cNvSpPr/>
          <p:nvPr/>
        </p:nvSpPr>
        <p:spPr>
          <a:xfrm>
            <a:off x="7001419" y="5029200"/>
            <a:ext cx="2367890" cy="310896"/>
          </a:xfrm>
          <a:prstGeom prst="roundRect">
            <a:avLst>
              <a:gd name="adj" fmla="val 147059"/>
            </a:avLst>
          </a:prstGeom>
          <a:solidFill>
            <a:srgbClr val="FFFFFF"/>
          </a:solidFill>
          <a:ln/>
        </p:spPr>
        <p:txBody>
          <a:bodyPr/>
          <a:lstStyle/>
          <a:p>
            <a:endParaRPr/>
          </a:p>
        </p:txBody>
      </p:sp>
      <p:sp>
        <p:nvSpPr>
          <p:cNvPr id="106" name="Text 104"/>
          <p:cNvSpPr/>
          <p:nvPr/>
        </p:nvSpPr>
        <p:spPr>
          <a:xfrm>
            <a:off x="7001419" y="5029200"/>
            <a:ext cx="2367890" cy="310896"/>
          </a:xfrm>
          <a:prstGeom prst="rect">
            <a:avLst/>
          </a:prstGeom>
          <a:noFill/>
          <a:ln/>
        </p:spPr>
        <p:txBody>
          <a:bodyPr wrap="square" lIns="0" tIns="0" rIns="0" bIns="0" rtlCol="0" anchor="ctr"/>
          <a:lstStyle/>
          <a:p>
            <a:pPr marL="0" indent="0" algn="ctr">
              <a:lnSpc>
                <a:spcPct val="105000"/>
              </a:lnSpc>
              <a:buNone/>
            </a:pPr>
            <a:r>
              <a:rPr lang="en-US" sz="900" dirty="0">
                <a:solidFill>
                  <a:srgbClr val="3D68EC"/>
                </a:solidFill>
                <a:latin typeface="General Sans Semibold" pitchFamily="34" charset="0"/>
                <a:ea typeface="General Sans Semibold" pitchFamily="34" charset="-122"/>
                <a:cs typeface="General Sans Semibold" pitchFamily="34" charset="-120"/>
              </a:rPr>
              <a:t>/2-schetsen /3-bouwen</a:t>
            </a:r>
            <a:endParaRPr lang="en-US" sz="900" dirty="0"/>
          </a:p>
        </p:txBody>
      </p:sp>
      <p:sp>
        <p:nvSpPr>
          <p:cNvPr id="107" name="Text 105"/>
          <p:cNvSpPr/>
          <p:nvPr/>
        </p:nvSpPr>
        <p:spPr>
          <a:xfrm>
            <a:off x="9433316" y="1719072"/>
            <a:ext cx="1202233" cy="274320"/>
          </a:xfrm>
          <a:prstGeom prst="rect">
            <a:avLst/>
          </a:prstGeom>
          <a:noFill/>
          <a:ln/>
        </p:spPr>
        <p:txBody>
          <a:bodyPr wrap="square" lIns="0" tIns="0" rIns="0" bIns="0" rtlCol="0" anchor="t"/>
          <a:lstStyle/>
          <a:p>
            <a:pPr marL="0" indent="0" algn="l">
              <a:lnSpc>
                <a:spcPct val="105000"/>
              </a:lnSpc>
              <a:buNone/>
            </a:pPr>
            <a:r>
              <a:rPr lang="en-US" sz="1400" dirty="0">
                <a:solidFill>
                  <a:srgbClr val="3D68EC"/>
                </a:solidFill>
                <a:latin typeface="General Sans Semibold" pitchFamily="34" charset="0"/>
                <a:ea typeface="General Sans Semibold" pitchFamily="34" charset="-122"/>
                <a:cs typeface="General Sans Semibold" pitchFamily="34" charset="-120"/>
              </a:rPr>
              <a:t>1:12</a:t>
            </a:r>
            <a:endParaRPr lang="en-US" sz="1400" dirty="0"/>
          </a:p>
        </p:txBody>
      </p:sp>
      <p:sp>
        <p:nvSpPr>
          <p:cNvPr id="108" name="Shape 106"/>
          <p:cNvSpPr/>
          <p:nvPr/>
        </p:nvSpPr>
        <p:spPr>
          <a:xfrm>
            <a:off x="9433316" y="2103120"/>
            <a:ext cx="1202233" cy="914400"/>
          </a:xfrm>
          <a:prstGeom prst="rect">
            <a:avLst/>
          </a:prstGeom>
          <a:solidFill>
            <a:srgbClr val="DD784B"/>
          </a:solidFill>
          <a:ln/>
        </p:spPr>
        <p:txBody>
          <a:bodyPr/>
          <a:lstStyle/>
          <a:p>
            <a:endParaRPr/>
          </a:p>
        </p:txBody>
      </p:sp>
      <p:sp>
        <p:nvSpPr>
          <p:cNvPr id="109" name="Text 107"/>
          <p:cNvSpPr/>
          <p:nvPr/>
        </p:nvSpPr>
        <p:spPr>
          <a:xfrm>
            <a:off x="9433316" y="2103120"/>
            <a:ext cx="1202233" cy="914400"/>
          </a:xfrm>
          <a:prstGeom prst="rect">
            <a:avLst/>
          </a:prstGeom>
          <a:noFill/>
          <a:ln/>
        </p:spPr>
        <p:txBody>
          <a:bodyPr wrap="square" lIns="0" tIns="0" rIns="0" bIns="0" rtlCol="0" anchor="ctr"/>
          <a:lstStyle/>
          <a:p>
            <a:pPr marL="0" indent="0" algn="ctr">
              <a:lnSpc>
                <a:spcPct val="105000"/>
              </a:lnSpc>
              <a:buNone/>
            </a:pPr>
            <a:r>
              <a:rPr lang="en-US" sz="1800" dirty="0">
                <a:solidFill>
                  <a:srgbClr val="000000"/>
                </a:solidFill>
                <a:latin typeface="General Sans Semibold" pitchFamily="34" charset="0"/>
                <a:ea typeface="General Sans Semibold" pitchFamily="34" charset="-122"/>
                <a:cs typeface="General Sans Semibold" pitchFamily="34" charset="-120"/>
              </a:rPr>
              <a:t>10 min</a:t>
            </a:r>
            <a:endParaRPr lang="en-US" sz="1800" dirty="0"/>
          </a:p>
        </p:txBody>
      </p:sp>
      <p:sp>
        <p:nvSpPr>
          <p:cNvPr id="110" name="Shape 108"/>
          <p:cNvSpPr/>
          <p:nvPr/>
        </p:nvSpPr>
        <p:spPr>
          <a:xfrm>
            <a:off x="9433316" y="3017520"/>
            <a:ext cx="1202233" cy="45720"/>
          </a:xfrm>
          <a:prstGeom prst="rect">
            <a:avLst/>
          </a:prstGeom>
          <a:solidFill>
            <a:srgbClr val="DD784B"/>
          </a:solidFill>
          <a:ln/>
        </p:spPr>
        <p:txBody>
          <a:bodyPr/>
          <a:lstStyle/>
          <a:p>
            <a:endParaRPr/>
          </a:p>
        </p:txBody>
      </p:sp>
      <p:sp>
        <p:nvSpPr>
          <p:cNvPr id="111" name="Text 109"/>
          <p:cNvSpPr/>
          <p:nvPr/>
        </p:nvSpPr>
        <p:spPr>
          <a:xfrm>
            <a:off x="9451604" y="3291840"/>
            <a:ext cx="1110793" cy="731520"/>
          </a:xfrm>
          <a:prstGeom prst="rect">
            <a:avLst/>
          </a:prstGeom>
          <a:noFill/>
          <a:ln/>
        </p:spPr>
        <p:txBody>
          <a:bodyPr wrap="square" lIns="0" tIns="0" rIns="0" bIns="0" rtlCol="0" anchor="t"/>
          <a:lstStyle/>
          <a:p>
            <a:pPr marL="0" indent="0" algn="l">
              <a:lnSpc>
                <a:spcPct val="105000"/>
              </a:lnSpc>
              <a:buNone/>
            </a:pPr>
            <a:r>
              <a:rPr lang="en-US" sz="1100" dirty="0">
                <a:solidFill>
                  <a:srgbClr val="000000"/>
                </a:solidFill>
                <a:latin typeface="General Sans Semibold" pitchFamily="34" charset="0"/>
                <a:ea typeface="General Sans Semibold" pitchFamily="34" charset="-122"/>
                <a:cs typeface="General Sans Semibold" pitchFamily="34" charset="-120"/>
              </a:rPr>
              <a:t>Spiegel-</a:t>
            </a:r>
            <a:endParaRPr lang="en-US" sz="1100" dirty="0"/>
          </a:p>
          <a:p>
            <a:pPr marL="0" indent="0" algn="l">
              <a:lnSpc>
                <a:spcPct val="105000"/>
              </a:lnSpc>
              <a:buNone/>
            </a:pPr>
            <a:r>
              <a:rPr lang="en-US" sz="1100" dirty="0">
                <a:solidFill>
                  <a:srgbClr val="000000"/>
                </a:solidFill>
                <a:latin typeface="General Sans Semibold" pitchFamily="34" charset="0"/>
                <a:ea typeface="General Sans Semibold" pitchFamily="34" charset="-122"/>
                <a:cs typeface="General Sans Semibold" pitchFamily="34" charset="-120"/>
              </a:rPr>
              <a:t>moment 2</a:t>
            </a:r>
            <a:endParaRPr lang="en-US" sz="1100" dirty="0"/>
          </a:p>
        </p:txBody>
      </p:sp>
      <p:sp>
        <p:nvSpPr>
          <p:cNvPr id="112" name="Text 110"/>
          <p:cNvSpPr/>
          <p:nvPr/>
        </p:nvSpPr>
        <p:spPr>
          <a:xfrm>
            <a:off x="9451604" y="4160520"/>
            <a:ext cx="1110793" cy="822960"/>
          </a:xfrm>
          <a:prstGeom prst="rect">
            <a:avLst/>
          </a:prstGeom>
          <a:noFill/>
          <a:ln/>
        </p:spPr>
        <p:txBody>
          <a:bodyPr wrap="square" lIns="0" tIns="0" rIns="0" bIns="0" rtlCol="0" anchor="t"/>
          <a:lstStyle/>
          <a:p>
            <a:pPr marL="0" indent="0" algn="l">
              <a:lnSpc>
                <a:spcPct val="105000"/>
              </a:lnSpc>
              <a:buNone/>
            </a:pPr>
            <a:r>
              <a:rPr lang="en-US" sz="1200" dirty="0">
                <a:solidFill>
                  <a:srgbClr val="000000"/>
                </a:solidFill>
                <a:latin typeface="General Sans" pitchFamily="34" charset="0"/>
                <a:ea typeface="General Sans" pitchFamily="34" charset="-122"/>
                <a:cs typeface="General Sans" pitchFamily="34" charset="-120"/>
              </a:rPr>
              <a:t>Wat deden de skills?</a:t>
            </a:r>
            <a:endParaRPr lang="en-US" sz="1200" dirty="0"/>
          </a:p>
        </p:txBody>
      </p:sp>
      <p:sp>
        <p:nvSpPr>
          <p:cNvPr id="113" name="Text 111"/>
          <p:cNvSpPr/>
          <p:nvPr/>
        </p:nvSpPr>
        <p:spPr>
          <a:xfrm>
            <a:off x="10681269" y="1719072"/>
            <a:ext cx="961786" cy="274320"/>
          </a:xfrm>
          <a:prstGeom prst="rect">
            <a:avLst/>
          </a:prstGeom>
          <a:noFill/>
          <a:ln/>
        </p:spPr>
        <p:txBody>
          <a:bodyPr wrap="square" lIns="0" tIns="0" rIns="0" bIns="0" rtlCol="0" anchor="t"/>
          <a:lstStyle/>
          <a:p>
            <a:pPr marL="0" indent="0" algn="l">
              <a:lnSpc>
                <a:spcPct val="105000"/>
              </a:lnSpc>
              <a:buNone/>
            </a:pPr>
            <a:r>
              <a:rPr lang="en-US" sz="1400" dirty="0">
                <a:solidFill>
                  <a:srgbClr val="3D68EC"/>
                </a:solidFill>
                <a:latin typeface="General Sans Semibold" pitchFamily="34" charset="0"/>
                <a:ea typeface="General Sans Semibold" pitchFamily="34" charset="-122"/>
                <a:cs typeface="General Sans Semibold" pitchFamily="34" charset="-120"/>
              </a:rPr>
              <a:t>1:22</a:t>
            </a:r>
            <a:endParaRPr lang="en-US" sz="1400" dirty="0"/>
          </a:p>
        </p:txBody>
      </p:sp>
      <p:sp>
        <p:nvSpPr>
          <p:cNvPr id="114" name="Shape 112"/>
          <p:cNvSpPr/>
          <p:nvPr/>
        </p:nvSpPr>
        <p:spPr>
          <a:xfrm>
            <a:off x="10681269" y="2103120"/>
            <a:ext cx="961786" cy="914400"/>
          </a:xfrm>
          <a:prstGeom prst="rect">
            <a:avLst/>
          </a:prstGeom>
          <a:solidFill>
            <a:srgbClr val="00AF81"/>
          </a:solidFill>
          <a:ln/>
        </p:spPr>
        <p:txBody>
          <a:bodyPr/>
          <a:lstStyle/>
          <a:p>
            <a:endParaRPr/>
          </a:p>
        </p:txBody>
      </p:sp>
      <p:sp>
        <p:nvSpPr>
          <p:cNvPr id="115" name="Text 113"/>
          <p:cNvSpPr/>
          <p:nvPr/>
        </p:nvSpPr>
        <p:spPr>
          <a:xfrm>
            <a:off x="10681269" y="2103120"/>
            <a:ext cx="961786" cy="914400"/>
          </a:xfrm>
          <a:prstGeom prst="rect">
            <a:avLst/>
          </a:prstGeom>
          <a:noFill/>
          <a:ln/>
        </p:spPr>
        <p:txBody>
          <a:bodyPr wrap="square" lIns="0" tIns="0" rIns="0" bIns="0" rtlCol="0" anchor="ctr"/>
          <a:lstStyle/>
          <a:p>
            <a:pPr marL="0" indent="0" algn="ctr">
              <a:lnSpc>
                <a:spcPct val="105000"/>
              </a:lnSpc>
              <a:buNone/>
            </a:pPr>
            <a:r>
              <a:rPr lang="en-US" sz="1800" dirty="0">
                <a:solidFill>
                  <a:srgbClr val="000000"/>
                </a:solidFill>
                <a:latin typeface="General Sans Semibold" pitchFamily="34" charset="0"/>
                <a:ea typeface="General Sans Semibold" pitchFamily="34" charset="-122"/>
                <a:cs typeface="General Sans Semibold" pitchFamily="34" charset="-120"/>
              </a:rPr>
              <a:t>8 min</a:t>
            </a:r>
            <a:endParaRPr lang="en-US" sz="1800" dirty="0"/>
          </a:p>
        </p:txBody>
      </p:sp>
      <p:sp>
        <p:nvSpPr>
          <p:cNvPr id="116" name="Shape 114"/>
          <p:cNvSpPr/>
          <p:nvPr/>
        </p:nvSpPr>
        <p:spPr>
          <a:xfrm>
            <a:off x="10681269" y="3017520"/>
            <a:ext cx="961786" cy="45720"/>
          </a:xfrm>
          <a:prstGeom prst="rect">
            <a:avLst/>
          </a:prstGeom>
          <a:solidFill>
            <a:srgbClr val="00AF81"/>
          </a:solidFill>
          <a:ln/>
        </p:spPr>
        <p:txBody>
          <a:bodyPr/>
          <a:lstStyle/>
          <a:p>
            <a:endParaRPr/>
          </a:p>
        </p:txBody>
      </p:sp>
      <p:sp>
        <p:nvSpPr>
          <p:cNvPr id="117" name="Text 115"/>
          <p:cNvSpPr/>
          <p:nvPr/>
        </p:nvSpPr>
        <p:spPr>
          <a:xfrm>
            <a:off x="10699557" y="3291840"/>
            <a:ext cx="870346" cy="731520"/>
          </a:xfrm>
          <a:prstGeom prst="rect">
            <a:avLst/>
          </a:prstGeom>
          <a:noFill/>
          <a:ln/>
        </p:spPr>
        <p:txBody>
          <a:bodyPr wrap="square" lIns="0" tIns="0" rIns="0" bIns="0" rtlCol="0" anchor="t"/>
          <a:lstStyle/>
          <a:p>
            <a:pPr marL="0" indent="0" algn="l">
              <a:lnSpc>
                <a:spcPct val="105000"/>
              </a:lnSpc>
              <a:buNone/>
            </a:pPr>
            <a:r>
              <a:rPr lang="en-US" sz="1100" dirty="0">
                <a:solidFill>
                  <a:srgbClr val="000000"/>
                </a:solidFill>
                <a:latin typeface="General Sans Semibold" pitchFamily="34" charset="0"/>
                <a:ea typeface="General Sans Semibold" pitchFamily="34" charset="-122"/>
                <a:cs typeface="General Sans Semibold" pitchFamily="34" charset="-120"/>
              </a:rPr>
              <a:t>Evaluatie</a:t>
            </a:r>
            <a:endParaRPr lang="en-US" sz="1100" dirty="0"/>
          </a:p>
        </p:txBody>
      </p:sp>
      <p:sp>
        <p:nvSpPr>
          <p:cNvPr id="118" name="Text 116"/>
          <p:cNvSpPr/>
          <p:nvPr/>
        </p:nvSpPr>
        <p:spPr>
          <a:xfrm>
            <a:off x="10699557" y="4160520"/>
            <a:ext cx="870346" cy="822960"/>
          </a:xfrm>
          <a:prstGeom prst="rect">
            <a:avLst/>
          </a:prstGeom>
          <a:noFill/>
          <a:ln/>
        </p:spPr>
        <p:txBody>
          <a:bodyPr wrap="square" lIns="0" tIns="0" rIns="0" bIns="0" rtlCol="0" anchor="t"/>
          <a:lstStyle/>
          <a:p>
            <a:pPr marL="0" indent="0" algn="l">
              <a:lnSpc>
                <a:spcPct val="105000"/>
              </a:lnSpc>
              <a:buNone/>
            </a:pPr>
            <a:r>
              <a:rPr lang="en-US" sz="1200" dirty="0">
                <a:solidFill>
                  <a:srgbClr val="000000"/>
                </a:solidFill>
                <a:latin typeface="General Sans" pitchFamily="34" charset="0"/>
                <a:ea typeface="General Sans" pitchFamily="34" charset="-122"/>
                <a:cs typeface="General Sans" pitchFamily="34" charset="-120"/>
              </a:rPr>
              <a:t>/4-review, rondje</a:t>
            </a:r>
            <a:endParaRPr lang="en-US" sz="1200" dirty="0"/>
          </a:p>
        </p:txBody>
      </p:sp>
      <p:sp>
        <p:nvSpPr>
          <p:cNvPr id="119" name="Text 117"/>
          <p:cNvSpPr/>
          <p:nvPr/>
        </p:nvSpPr>
        <p:spPr>
          <a:xfrm>
            <a:off x="10728655" y="1719072"/>
            <a:ext cx="914400" cy="274320"/>
          </a:xfrm>
          <a:prstGeom prst="rect">
            <a:avLst/>
          </a:prstGeom>
          <a:noFill/>
          <a:ln/>
        </p:spPr>
        <p:txBody>
          <a:bodyPr wrap="square" lIns="0" tIns="0" rIns="0" bIns="0" rtlCol="0" anchor="t"/>
          <a:lstStyle/>
          <a:p>
            <a:pPr marL="0" indent="0" algn="r">
              <a:lnSpc>
                <a:spcPct val="105000"/>
              </a:lnSpc>
              <a:buNone/>
            </a:pPr>
            <a:r>
              <a:rPr lang="en-US" sz="1400" dirty="0">
                <a:solidFill>
                  <a:srgbClr val="3D68EC"/>
                </a:solidFill>
                <a:latin typeface="General Sans Semibold" pitchFamily="34" charset="0"/>
                <a:ea typeface="General Sans Semibold" pitchFamily="34" charset="-122"/>
                <a:cs typeface="General Sans Semibold" pitchFamily="34" charset="-120"/>
              </a:rPr>
              <a:t>1:30</a:t>
            </a:r>
            <a:endParaRPr lang="en-US" sz="1400" dirty="0"/>
          </a:p>
        </p:txBody>
      </p:sp>
      <p:sp>
        <p:nvSpPr>
          <p:cNvPr id="120" name="Shape 118"/>
          <p:cNvSpPr/>
          <p:nvPr/>
        </p:nvSpPr>
        <p:spPr>
          <a:xfrm>
            <a:off x="548640" y="6025896"/>
            <a:ext cx="201168" cy="201168"/>
          </a:xfrm>
          <a:prstGeom prst="rect">
            <a:avLst/>
          </a:prstGeom>
          <a:solidFill>
            <a:srgbClr val="F4D74B"/>
          </a:solidFill>
          <a:ln/>
        </p:spPr>
        <p:txBody>
          <a:bodyPr/>
          <a:lstStyle/>
          <a:p>
            <a:endParaRPr/>
          </a:p>
        </p:txBody>
      </p:sp>
      <p:sp>
        <p:nvSpPr>
          <p:cNvPr id="121" name="Text 119"/>
          <p:cNvSpPr/>
          <p:nvPr/>
        </p:nvSpPr>
        <p:spPr>
          <a:xfrm>
            <a:off x="841248" y="5989320"/>
            <a:ext cx="2377440" cy="274320"/>
          </a:xfrm>
          <a:prstGeom prst="rect">
            <a:avLst/>
          </a:prstGeom>
          <a:noFill/>
          <a:ln/>
        </p:spPr>
        <p:txBody>
          <a:bodyPr wrap="square" lIns="0" tIns="0" rIns="0" bIns="0" rtlCol="0" anchor="ctr"/>
          <a:lstStyle/>
          <a:p>
            <a:pPr marL="0" indent="0" algn="l">
              <a:lnSpc>
                <a:spcPct val="105000"/>
              </a:lnSpc>
              <a:buNone/>
            </a:pPr>
            <a:r>
              <a:rPr lang="en-US" sz="1200" dirty="0">
                <a:solidFill>
                  <a:srgbClr val="000000"/>
                </a:solidFill>
                <a:latin typeface="General Sans" pitchFamily="34" charset="0"/>
                <a:ea typeface="General Sans" pitchFamily="34" charset="-122"/>
                <a:cs typeface="General Sans" pitchFamily="34" charset="-120"/>
              </a:rPr>
              <a:t>Uitleg</a:t>
            </a:r>
            <a:endParaRPr lang="en-US" sz="1200" dirty="0"/>
          </a:p>
        </p:txBody>
      </p:sp>
      <p:sp>
        <p:nvSpPr>
          <p:cNvPr id="122" name="Shape 120"/>
          <p:cNvSpPr/>
          <p:nvPr/>
        </p:nvSpPr>
        <p:spPr>
          <a:xfrm>
            <a:off x="1901952" y="6025896"/>
            <a:ext cx="201168" cy="201168"/>
          </a:xfrm>
          <a:prstGeom prst="rect">
            <a:avLst/>
          </a:prstGeom>
          <a:solidFill>
            <a:srgbClr val="3D68EC"/>
          </a:solidFill>
          <a:ln/>
        </p:spPr>
        <p:txBody>
          <a:bodyPr/>
          <a:lstStyle/>
          <a:p>
            <a:endParaRPr/>
          </a:p>
        </p:txBody>
      </p:sp>
      <p:sp>
        <p:nvSpPr>
          <p:cNvPr id="123" name="Text 121"/>
          <p:cNvSpPr/>
          <p:nvPr/>
        </p:nvSpPr>
        <p:spPr>
          <a:xfrm>
            <a:off x="2194560" y="5989320"/>
            <a:ext cx="2377440" cy="274320"/>
          </a:xfrm>
          <a:prstGeom prst="rect">
            <a:avLst/>
          </a:prstGeom>
          <a:noFill/>
          <a:ln/>
        </p:spPr>
        <p:txBody>
          <a:bodyPr wrap="square" lIns="0" tIns="0" rIns="0" bIns="0" rtlCol="0" anchor="ctr"/>
          <a:lstStyle/>
          <a:p>
            <a:pPr marL="0" indent="0" algn="l">
              <a:lnSpc>
                <a:spcPct val="105000"/>
              </a:lnSpc>
              <a:buNone/>
            </a:pPr>
            <a:r>
              <a:rPr lang="en-US" sz="1200" dirty="0">
                <a:solidFill>
                  <a:srgbClr val="000000"/>
                </a:solidFill>
                <a:latin typeface="General Sans" pitchFamily="34" charset="0"/>
                <a:ea typeface="General Sans" pitchFamily="34" charset="-122"/>
                <a:cs typeface="General Sans" pitchFamily="34" charset="-120"/>
              </a:rPr>
              <a:t>Werken met de skills</a:t>
            </a:r>
            <a:endParaRPr lang="en-US" sz="1200" dirty="0"/>
          </a:p>
        </p:txBody>
      </p:sp>
      <p:sp>
        <p:nvSpPr>
          <p:cNvPr id="124" name="Shape 122"/>
          <p:cNvSpPr/>
          <p:nvPr/>
        </p:nvSpPr>
        <p:spPr>
          <a:xfrm>
            <a:off x="4663440" y="6025896"/>
            <a:ext cx="201168" cy="201168"/>
          </a:xfrm>
          <a:prstGeom prst="rect">
            <a:avLst/>
          </a:prstGeom>
          <a:solidFill>
            <a:srgbClr val="DD784B"/>
          </a:solidFill>
          <a:ln/>
        </p:spPr>
        <p:txBody>
          <a:bodyPr/>
          <a:lstStyle/>
          <a:p>
            <a:endParaRPr/>
          </a:p>
        </p:txBody>
      </p:sp>
      <p:sp>
        <p:nvSpPr>
          <p:cNvPr id="125" name="Text 123"/>
          <p:cNvSpPr/>
          <p:nvPr/>
        </p:nvSpPr>
        <p:spPr>
          <a:xfrm>
            <a:off x="4956048" y="5989320"/>
            <a:ext cx="2377440" cy="274320"/>
          </a:xfrm>
          <a:prstGeom prst="rect">
            <a:avLst/>
          </a:prstGeom>
          <a:noFill/>
          <a:ln/>
        </p:spPr>
        <p:txBody>
          <a:bodyPr wrap="square" lIns="0" tIns="0" rIns="0" bIns="0" rtlCol="0" anchor="ctr"/>
          <a:lstStyle/>
          <a:p>
            <a:pPr marL="0" indent="0" algn="l">
              <a:lnSpc>
                <a:spcPct val="105000"/>
              </a:lnSpc>
              <a:buNone/>
            </a:pPr>
            <a:r>
              <a:rPr lang="en-US" sz="1200" dirty="0">
                <a:solidFill>
                  <a:srgbClr val="000000"/>
                </a:solidFill>
                <a:latin typeface="General Sans" pitchFamily="34" charset="0"/>
                <a:ea typeface="General Sans" pitchFamily="34" charset="-122"/>
                <a:cs typeface="General Sans" pitchFamily="34" charset="-120"/>
              </a:rPr>
              <a:t>Spiegelmoment</a:t>
            </a:r>
            <a:endParaRPr lang="en-US" sz="1200" dirty="0"/>
          </a:p>
        </p:txBody>
      </p:sp>
      <p:sp>
        <p:nvSpPr>
          <p:cNvPr id="126" name="Shape 124"/>
          <p:cNvSpPr/>
          <p:nvPr/>
        </p:nvSpPr>
        <p:spPr>
          <a:xfrm>
            <a:off x="6720840" y="6025896"/>
            <a:ext cx="201168" cy="201168"/>
          </a:xfrm>
          <a:prstGeom prst="rect">
            <a:avLst/>
          </a:prstGeom>
          <a:solidFill>
            <a:srgbClr val="00AF81"/>
          </a:solidFill>
          <a:ln/>
        </p:spPr>
        <p:txBody>
          <a:bodyPr/>
          <a:lstStyle/>
          <a:p>
            <a:endParaRPr/>
          </a:p>
        </p:txBody>
      </p:sp>
      <p:sp>
        <p:nvSpPr>
          <p:cNvPr id="127" name="Text 125"/>
          <p:cNvSpPr/>
          <p:nvPr/>
        </p:nvSpPr>
        <p:spPr>
          <a:xfrm>
            <a:off x="7013448" y="5989320"/>
            <a:ext cx="2377440" cy="274320"/>
          </a:xfrm>
          <a:prstGeom prst="rect">
            <a:avLst/>
          </a:prstGeom>
          <a:noFill/>
          <a:ln/>
        </p:spPr>
        <p:txBody>
          <a:bodyPr wrap="square" lIns="0" tIns="0" rIns="0" bIns="0" rtlCol="0" anchor="ctr"/>
          <a:lstStyle/>
          <a:p>
            <a:pPr marL="0" indent="0" algn="l">
              <a:lnSpc>
                <a:spcPct val="105000"/>
              </a:lnSpc>
              <a:buNone/>
            </a:pPr>
            <a:r>
              <a:rPr lang="en-US" sz="1200" dirty="0">
                <a:solidFill>
                  <a:srgbClr val="000000"/>
                </a:solidFill>
                <a:latin typeface="General Sans" pitchFamily="34" charset="0"/>
                <a:ea typeface="General Sans" pitchFamily="34" charset="-122"/>
                <a:cs typeface="General Sans" pitchFamily="34" charset="-120"/>
              </a:rPr>
              <a:t>Evaluatie en afsluiting</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3D68EC"/>
        </a:solidFill>
        <a:effectLst/>
      </p:bgPr>
    </p:bg>
    <p:spTree>
      <p:nvGrpSpPr>
        <p:cNvPr id="1" name=""/>
        <p:cNvGrpSpPr/>
        <p:nvPr/>
      </p:nvGrpSpPr>
      <p:grpSpPr>
        <a:xfrm>
          <a:off x="0" y="0"/>
          <a:ext cx="0" cy="0"/>
          <a:chOff x="0" y="0"/>
          <a:chExt cx="0" cy="0"/>
        </a:xfrm>
      </p:grpSpPr>
      <p:sp>
        <p:nvSpPr>
          <p:cNvPr id="2" name="Shape 0"/>
          <p:cNvSpPr/>
          <p:nvPr/>
        </p:nvSpPr>
        <p:spPr>
          <a:xfrm>
            <a:off x="11304952" y="384048"/>
            <a:ext cx="35960" cy="35960"/>
          </a:xfrm>
          <a:prstGeom prst="ellipse">
            <a:avLst/>
          </a:prstGeom>
          <a:solidFill>
            <a:srgbClr val="F4D9DC"/>
          </a:solidFill>
          <a:ln/>
        </p:spPr>
        <p:txBody>
          <a:bodyPr/>
          <a:lstStyle/>
          <a:p>
            <a:endParaRPr/>
          </a:p>
        </p:txBody>
      </p:sp>
      <p:sp>
        <p:nvSpPr>
          <p:cNvPr id="3" name="Shape 1"/>
          <p:cNvSpPr/>
          <p:nvPr/>
        </p:nvSpPr>
        <p:spPr>
          <a:xfrm>
            <a:off x="11212173" y="399224"/>
            <a:ext cx="34616" cy="34616"/>
          </a:xfrm>
          <a:prstGeom prst="ellipse">
            <a:avLst/>
          </a:prstGeom>
          <a:solidFill>
            <a:srgbClr val="F4D9DC"/>
          </a:solidFill>
          <a:ln/>
        </p:spPr>
        <p:txBody>
          <a:bodyPr/>
          <a:lstStyle/>
          <a:p>
            <a:endParaRPr/>
          </a:p>
        </p:txBody>
      </p:sp>
      <p:sp>
        <p:nvSpPr>
          <p:cNvPr id="4" name="Shape 2"/>
          <p:cNvSpPr/>
          <p:nvPr/>
        </p:nvSpPr>
        <p:spPr>
          <a:xfrm>
            <a:off x="11398641" y="399224"/>
            <a:ext cx="34616" cy="34616"/>
          </a:xfrm>
          <a:prstGeom prst="ellipse">
            <a:avLst/>
          </a:prstGeom>
          <a:solidFill>
            <a:srgbClr val="F4D9DC"/>
          </a:solidFill>
          <a:ln/>
        </p:spPr>
        <p:txBody>
          <a:bodyPr/>
          <a:lstStyle/>
          <a:p>
            <a:endParaRPr/>
          </a:p>
        </p:txBody>
      </p:sp>
      <p:sp>
        <p:nvSpPr>
          <p:cNvPr id="5" name="Shape 3"/>
          <p:cNvSpPr/>
          <p:nvPr/>
        </p:nvSpPr>
        <p:spPr>
          <a:xfrm>
            <a:off x="11258374" y="435357"/>
            <a:ext cx="51936" cy="51936"/>
          </a:xfrm>
          <a:prstGeom prst="ellipse">
            <a:avLst/>
          </a:prstGeom>
          <a:solidFill>
            <a:srgbClr val="F4D9DC"/>
          </a:solidFill>
          <a:ln/>
        </p:spPr>
        <p:txBody>
          <a:bodyPr/>
          <a:lstStyle/>
          <a:p>
            <a:endParaRPr/>
          </a:p>
        </p:txBody>
      </p:sp>
      <p:sp>
        <p:nvSpPr>
          <p:cNvPr id="6" name="Shape 4"/>
          <p:cNvSpPr/>
          <p:nvPr/>
        </p:nvSpPr>
        <p:spPr>
          <a:xfrm>
            <a:off x="11335407" y="435306"/>
            <a:ext cx="51718" cy="51718"/>
          </a:xfrm>
          <a:prstGeom prst="ellipse">
            <a:avLst/>
          </a:prstGeom>
          <a:solidFill>
            <a:srgbClr val="F4D9DC"/>
          </a:solidFill>
          <a:ln/>
        </p:spPr>
        <p:txBody>
          <a:bodyPr/>
          <a:lstStyle/>
          <a:p>
            <a:endParaRPr/>
          </a:p>
        </p:txBody>
      </p:sp>
      <p:sp>
        <p:nvSpPr>
          <p:cNvPr id="7" name="Shape 5"/>
          <p:cNvSpPr/>
          <p:nvPr/>
        </p:nvSpPr>
        <p:spPr>
          <a:xfrm>
            <a:off x="11127388" y="442398"/>
            <a:ext cx="35294" cy="35294"/>
          </a:xfrm>
          <a:prstGeom prst="ellipse">
            <a:avLst/>
          </a:prstGeom>
          <a:solidFill>
            <a:srgbClr val="F4D9DC"/>
          </a:solidFill>
          <a:ln/>
        </p:spPr>
        <p:txBody>
          <a:bodyPr/>
          <a:lstStyle/>
          <a:p>
            <a:endParaRPr/>
          </a:p>
        </p:txBody>
      </p:sp>
      <p:sp>
        <p:nvSpPr>
          <p:cNvPr id="8" name="Shape 6"/>
          <p:cNvSpPr/>
          <p:nvPr/>
        </p:nvSpPr>
        <p:spPr>
          <a:xfrm>
            <a:off x="11482145" y="441649"/>
            <a:ext cx="35960" cy="35960"/>
          </a:xfrm>
          <a:prstGeom prst="ellipse">
            <a:avLst/>
          </a:prstGeom>
          <a:solidFill>
            <a:srgbClr val="F4D9DC"/>
          </a:solidFill>
          <a:ln/>
        </p:spPr>
        <p:txBody>
          <a:bodyPr/>
          <a:lstStyle/>
          <a:p>
            <a:endParaRPr/>
          </a:p>
        </p:txBody>
      </p:sp>
      <p:sp>
        <p:nvSpPr>
          <p:cNvPr id="9" name="Shape 7"/>
          <p:cNvSpPr/>
          <p:nvPr/>
        </p:nvSpPr>
        <p:spPr>
          <a:xfrm>
            <a:off x="11185603" y="459328"/>
            <a:ext cx="52167" cy="52167"/>
          </a:xfrm>
          <a:prstGeom prst="ellipse">
            <a:avLst/>
          </a:prstGeom>
          <a:solidFill>
            <a:srgbClr val="F4D9DC"/>
          </a:solidFill>
          <a:ln/>
        </p:spPr>
        <p:txBody>
          <a:bodyPr/>
          <a:lstStyle/>
          <a:p>
            <a:endParaRPr/>
          </a:p>
        </p:txBody>
      </p:sp>
      <p:sp>
        <p:nvSpPr>
          <p:cNvPr id="10" name="Shape 8"/>
          <p:cNvSpPr/>
          <p:nvPr/>
        </p:nvSpPr>
        <p:spPr>
          <a:xfrm>
            <a:off x="11408043" y="458713"/>
            <a:ext cx="52384" cy="52384"/>
          </a:xfrm>
          <a:prstGeom prst="ellipse">
            <a:avLst/>
          </a:prstGeom>
          <a:solidFill>
            <a:srgbClr val="F4D9DC"/>
          </a:solidFill>
          <a:ln/>
        </p:spPr>
        <p:txBody>
          <a:bodyPr/>
          <a:lstStyle/>
          <a:p>
            <a:endParaRPr/>
          </a:p>
        </p:txBody>
      </p:sp>
      <p:sp>
        <p:nvSpPr>
          <p:cNvPr id="11" name="Shape 9"/>
          <p:cNvSpPr/>
          <p:nvPr/>
        </p:nvSpPr>
        <p:spPr>
          <a:xfrm>
            <a:off x="11241891" y="499749"/>
            <a:ext cx="36613" cy="36613"/>
          </a:xfrm>
          <a:prstGeom prst="ellipse">
            <a:avLst/>
          </a:prstGeom>
          <a:solidFill>
            <a:srgbClr val="F4D9DC"/>
          </a:solidFill>
          <a:ln/>
        </p:spPr>
        <p:txBody>
          <a:bodyPr/>
          <a:lstStyle/>
          <a:p>
            <a:endParaRPr/>
          </a:p>
        </p:txBody>
      </p:sp>
      <p:sp>
        <p:nvSpPr>
          <p:cNvPr id="12" name="Shape 10"/>
          <p:cNvSpPr/>
          <p:nvPr/>
        </p:nvSpPr>
        <p:spPr>
          <a:xfrm>
            <a:off x="11294557" y="500146"/>
            <a:ext cx="57223" cy="57223"/>
          </a:xfrm>
          <a:prstGeom prst="ellipse">
            <a:avLst/>
          </a:prstGeom>
          <a:solidFill>
            <a:srgbClr val="F4D9DC"/>
          </a:solidFill>
          <a:ln/>
        </p:spPr>
        <p:txBody>
          <a:bodyPr/>
          <a:lstStyle/>
          <a:p>
            <a:endParaRPr/>
          </a:p>
        </p:txBody>
      </p:sp>
      <p:sp>
        <p:nvSpPr>
          <p:cNvPr id="13" name="Shape 11"/>
          <p:cNvSpPr/>
          <p:nvPr/>
        </p:nvSpPr>
        <p:spPr>
          <a:xfrm>
            <a:off x="11364102" y="498770"/>
            <a:ext cx="35294" cy="35294"/>
          </a:xfrm>
          <a:prstGeom prst="ellipse">
            <a:avLst/>
          </a:prstGeom>
          <a:solidFill>
            <a:srgbClr val="F4D9DC"/>
          </a:solidFill>
          <a:ln/>
        </p:spPr>
        <p:txBody>
          <a:bodyPr/>
          <a:lstStyle/>
          <a:p>
            <a:endParaRPr/>
          </a:p>
        </p:txBody>
      </p:sp>
      <p:sp>
        <p:nvSpPr>
          <p:cNvPr id="14" name="Shape 12"/>
          <p:cNvSpPr/>
          <p:nvPr/>
        </p:nvSpPr>
        <p:spPr>
          <a:xfrm>
            <a:off x="11123515" y="504524"/>
            <a:ext cx="51936" cy="51936"/>
          </a:xfrm>
          <a:prstGeom prst="ellipse">
            <a:avLst/>
          </a:prstGeom>
          <a:solidFill>
            <a:srgbClr val="F4D9DC"/>
          </a:solidFill>
          <a:ln/>
        </p:spPr>
        <p:txBody>
          <a:bodyPr/>
          <a:lstStyle/>
          <a:p>
            <a:endParaRPr/>
          </a:p>
        </p:txBody>
      </p:sp>
      <p:sp>
        <p:nvSpPr>
          <p:cNvPr id="15" name="Shape 13"/>
          <p:cNvSpPr/>
          <p:nvPr/>
        </p:nvSpPr>
        <p:spPr>
          <a:xfrm>
            <a:off x="11470202" y="504300"/>
            <a:ext cx="52384" cy="52384"/>
          </a:xfrm>
          <a:prstGeom prst="ellipse">
            <a:avLst/>
          </a:prstGeom>
          <a:solidFill>
            <a:srgbClr val="F4D9DC"/>
          </a:solidFill>
          <a:ln/>
        </p:spPr>
        <p:txBody>
          <a:bodyPr/>
          <a:lstStyle/>
          <a:p>
            <a:endParaRPr/>
          </a:p>
        </p:txBody>
      </p:sp>
      <p:sp>
        <p:nvSpPr>
          <p:cNvPr id="16" name="Shape 14"/>
          <p:cNvSpPr/>
          <p:nvPr/>
        </p:nvSpPr>
        <p:spPr>
          <a:xfrm>
            <a:off x="11060774" y="508825"/>
            <a:ext cx="35627" cy="35627"/>
          </a:xfrm>
          <a:prstGeom prst="ellipse">
            <a:avLst/>
          </a:prstGeom>
          <a:solidFill>
            <a:srgbClr val="F4D9DC"/>
          </a:solidFill>
          <a:ln/>
        </p:spPr>
        <p:txBody>
          <a:bodyPr/>
          <a:lstStyle/>
          <a:p>
            <a:endParaRPr/>
          </a:p>
        </p:txBody>
      </p:sp>
      <p:sp>
        <p:nvSpPr>
          <p:cNvPr id="17" name="Shape 15"/>
          <p:cNvSpPr/>
          <p:nvPr/>
        </p:nvSpPr>
        <p:spPr>
          <a:xfrm>
            <a:off x="11548535" y="508038"/>
            <a:ext cx="36613" cy="36613"/>
          </a:xfrm>
          <a:prstGeom prst="ellipse">
            <a:avLst/>
          </a:prstGeom>
          <a:solidFill>
            <a:srgbClr val="F4D9DC"/>
          </a:solidFill>
          <a:ln/>
        </p:spPr>
        <p:txBody>
          <a:bodyPr/>
          <a:lstStyle/>
          <a:p>
            <a:endParaRPr/>
          </a:p>
        </p:txBody>
      </p:sp>
      <p:sp>
        <p:nvSpPr>
          <p:cNvPr id="18" name="Shape 16"/>
          <p:cNvSpPr/>
          <p:nvPr/>
        </p:nvSpPr>
        <p:spPr>
          <a:xfrm>
            <a:off x="11191466" y="533379"/>
            <a:ext cx="57825" cy="57825"/>
          </a:xfrm>
          <a:prstGeom prst="ellipse">
            <a:avLst/>
          </a:prstGeom>
          <a:solidFill>
            <a:srgbClr val="F4D9DC"/>
          </a:solidFill>
          <a:ln/>
        </p:spPr>
        <p:txBody>
          <a:bodyPr/>
          <a:lstStyle/>
          <a:p>
            <a:endParaRPr/>
          </a:p>
        </p:txBody>
      </p:sp>
      <p:sp>
        <p:nvSpPr>
          <p:cNvPr id="19" name="Shape 17"/>
          <p:cNvSpPr/>
          <p:nvPr/>
        </p:nvSpPr>
        <p:spPr>
          <a:xfrm>
            <a:off x="11396535" y="533494"/>
            <a:ext cx="57428" cy="57428"/>
          </a:xfrm>
          <a:prstGeom prst="ellipse">
            <a:avLst/>
          </a:prstGeom>
          <a:solidFill>
            <a:srgbClr val="F4D9DC"/>
          </a:solidFill>
          <a:ln/>
        </p:spPr>
        <p:txBody>
          <a:bodyPr/>
          <a:lstStyle/>
          <a:p>
            <a:endParaRPr/>
          </a:p>
        </p:txBody>
      </p:sp>
      <p:sp>
        <p:nvSpPr>
          <p:cNvPr id="20" name="Shape 18"/>
          <p:cNvSpPr/>
          <p:nvPr/>
        </p:nvSpPr>
        <p:spPr>
          <a:xfrm>
            <a:off x="11079087" y="567226"/>
            <a:ext cx="51270" cy="51270"/>
          </a:xfrm>
          <a:prstGeom prst="ellipse">
            <a:avLst/>
          </a:prstGeom>
          <a:solidFill>
            <a:srgbClr val="F4D9DC"/>
          </a:solidFill>
          <a:ln/>
        </p:spPr>
        <p:txBody>
          <a:bodyPr/>
          <a:lstStyle/>
          <a:p>
            <a:endParaRPr/>
          </a:p>
        </p:txBody>
      </p:sp>
      <p:sp>
        <p:nvSpPr>
          <p:cNvPr id="21" name="Shape 19"/>
          <p:cNvSpPr/>
          <p:nvPr/>
        </p:nvSpPr>
        <p:spPr>
          <a:xfrm>
            <a:off x="11339728" y="567053"/>
            <a:ext cx="34616" cy="34616"/>
          </a:xfrm>
          <a:prstGeom prst="ellipse">
            <a:avLst/>
          </a:prstGeom>
          <a:solidFill>
            <a:srgbClr val="F4D9DC"/>
          </a:solidFill>
          <a:ln/>
        </p:spPr>
        <p:txBody>
          <a:bodyPr/>
          <a:lstStyle/>
          <a:p>
            <a:endParaRPr/>
          </a:p>
        </p:txBody>
      </p:sp>
      <p:sp>
        <p:nvSpPr>
          <p:cNvPr id="22" name="Shape 20"/>
          <p:cNvSpPr/>
          <p:nvPr/>
        </p:nvSpPr>
        <p:spPr>
          <a:xfrm>
            <a:off x="11515167" y="566234"/>
            <a:ext cx="52819" cy="52819"/>
          </a:xfrm>
          <a:prstGeom prst="ellipse">
            <a:avLst/>
          </a:prstGeom>
          <a:solidFill>
            <a:srgbClr val="F4D9DC"/>
          </a:solidFill>
          <a:ln/>
        </p:spPr>
        <p:txBody>
          <a:bodyPr/>
          <a:lstStyle/>
          <a:p>
            <a:endParaRPr/>
          </a:p>
        </p:txBody>
      </p:sp>
      <p:sp>
        <p:nvSpPr>
          <p:cNvPr id="23" name="Shape 21"/>
          <p:cNvSpPr/>
          <p:nvPr/>
        </p:nvSpPr>
        <p:spPr>
          <a:xfrm>
            <a:off x="11262860" y="569742"/>
            <a:ext cx="34961" cy="34961"/>
          </a:xfrm>
          <a:prstGeom prst="ellipse">
            <a:avLst/>
          </a:prstGeom>
          <a:solidFill>
            <a:srgbClr val="F4D9DC"/>
          </a:solidFill>
          <a:ln/>
        </p:spPr>
        <p:txBody>
          <a:bodyPr/>
          <a:lstStyle/>
          <a:p>
            <a:endParaRPr/>
          </a:p>
        </p:txBody>
      </p:sp>
      <p:sp>
        <p:nvSpPr>
          <p:cNvPr id="24" name="Shape 22"/>
          <p:cNvSpPr/>
          <p:nvPr/>
        </p:nvSpPr>
        <p:spPr>
          <a:xfrm>
            <a:off x="11462521" y="569818"/>
            <a:ext cx="35294" cy="35294"/>
          </a:xfrm>
          <a:prstGeom prst="ellipse">
            <a:avLst/>
          </a:prstGeom>
          <a:solidFill>
            <a:srgbClr val="F4D9DC"/>
          </a:solidFill>
          <a:ln/>
        </p:spPr>
        <p:txBody>
          <a:bodyPr/>
          <a:lstStyle/>
          <a:p>
            <a:endParaRPr/>
          </a:p>
        </p:txBody>
      </p:sp>
      <p:sp>
        <p:nvSpPr>
          <p:cNvPr id="25" name="Shape 23"/>
          <p:cNvSpPr/>
          <p:nvPr/>
        </p:nvSpPr>
        <p:spPr>
          <a:xfrm>
            <a:off x="11145681" y="573441"/>
            <a:ext cx="34270" cy="34270"/>
          </a:xfrm>
          <a:prstGeom prst="ellipse">
            <a:avLst/>
          </a:prstGeom>
          <a:solidFill>
            <a:srgbClr val="F4D9DC"/>
          </a:solidFill>
          <a:ln/>
        </p:spPr>
        <p:txBody>
          <a:bodyPr/>
          <a:lstStyle/>
          <a:p>
            <a:endParaRPr/>
          </a:p>
        </p:txBody>
      </p:sp>
      <p:sp>
        <p:nvSpPr>
          <p:cNvPr id="26" name="Shape 24"/>
          <p:cNvSpPr/>
          <p:nvPr/>
        </p:nvSpPr>
        <p:spPr>
          <a:xfrm>
            <a:off x="11592015" y="593213"/>
            <a:ext cx="35294" cy="35294"/>
          </a:xfrm>
          <a:prstGeom prst="ellipse">
            <a:avLst/>
          </a:prstGeom>
          <a:solidFill>
            <a:srgbClr val="F4D9DC"/>
          </a:solidFill>
          <a:ln/>
        </p:spPr>
        <p:txBody>
          <a:bodyPr/>
          <a:lstStyle/>
          <a:p>
            <a:endParaRPr/>
          </a:p>
        </p:txBody>
      </p:sp>
      <p:sp>
        <p:nvSpPr>
          <p:cNvPr id="27" name="Shape 25"/>
          <p:cNvSpPr/>
          <p:nvPr/>
        </p:nvSpPr>
        <p:spPr>
          <a:xfrm>
            <a:off x="11019124" y="593444"/>
            <a:ext cx="34616" cy="34616"/>
          </a:xfrm>
          <a:prstGeom prst="ellipse">
            <a:avLst/>
          </a:prstGeom>
          <a:solidFill>
            <a:srgbClr val="F4D9DC"/>
          </a:solidFill>
          <a:ln/>
        </p:spPr>
        <p:txBody>
          <a:bodyPr/>
          <a:lstStyle/>
          <a:p>
            <a:endParaRPr/>
          </a:p>
        </p:txBody>
      </p:sp>
      <p:sp>
        <p:nvSpPr>
          <p:cNvPr id="28" name="Shape 26"/>
          <p:cNvSpPr/>
          <p:nvPr/>
        </p:nvSpPr>
        <p:spPr>
          <a:xfrm>
            <a:off x="11403576" y="610214"/>
            <a:ext cx="34961" cy="34961"/>
          </a:xfrm>
          <a:prstGeom prst="ellipse">
            <a:avLst/>
          </a:prstGeom>
          <a:solidFill>
            <a:srgbClr val="F4D9DC"/>
          </a:solidFill>
          <a:ln/>
        </p:spPr>
        <p:txBody>
          <a:bodyPr/>
          <a:lstStyle/>
          <a:p>
            <a:endParaRPr/>
          </a:p>
        </p:txBody>
      </p:sp>
      <p:sp>
        <p:nvSpPr>
          <p:cNvPr id="29" name="Shape 27"/>
          <p:cNvSpPr/>
          <p:nvPr/>
        </p:nvSpPr>
        <p:spPr>
          <a:xfrm>
            <a:off x="11201662" y="616570"/>
            <a:ext cx="35627" cy="35627"/>
          </a:xfrm>
          <a:prstGeom prst="ellipse">
            <a:avLst/>
          </a:prstGeom>
          <a:solidFill>
            <a:srgbClr val="F4D9DC"/>
          </a:solidFill>
          <a:ln/>
        </p:spPr>
        <p:txBody>
          <a:bodyPr/>
          <a:lstStyle/>
          <a:p>
            <a:endParaRPr/>
          </a:p>
        </p:txBody>
      </p:sp>
      <p:sp>
        <p:nvSpPr>
          <p:cNvPr id="30" name="Shape 28"/>
          <p:cNvSpPr/>
          <p:nvPr/>
        </p:nvSpPr>
        <p:spPr>
          <a:xfrm>
            <a:off x="11127484" y="620705"/>
            <a:ext cx="58030" cy="58030"/>
          </a:xfrm>
          <a:prstGeom prst="ellipse">
            <a:avLst/>
          </a:prstGeom>
          <a:solidFill>
            <a:srgbClr val="F4D9DC"/>
          </a:solidFill>
          <a:ln/>
        </p:spPr>
        <p:txBody>
          <a:bodyPr/>
          <a:lstStyle/>
          <a:p>
            <a:endParaRPr/>
          </a:p>
        </p:txBody>
      </p:sp>
      <p:sp>
        <p:nvSpPr>
          <p:cNvPr id="31" name="Shape 29"/>
          <p:cNvSpPr/>
          <p:nvPr/>
        </p:nvSpPr>
        <p:spPr>
          <a:xfrm>
            <a:off x="11460767" y="620852"/>
            <a:ext cx="57428" cy="57428"/>
          </a:xfrm>
          <a:prstGeom prst="ellipse">
            <a:avLst/>
          </a:prstGeom>
          <a:solidFill>
            <a:srgbClr val="F4D9DC"/>
          </a:solidFill>
          <a:ln/>
        </p:spPr>
        <p:txBody>
          <a:bodyPr/>
          <a:lstStyle/>
          <a:p>
            <a:endParaRPr/>
          </a:p>
        </p:txBody>
      </p:sp>
      <p:sp>
        <p:nvSpPr>
          <p:cNvPr id="32" name="Shape 30"/>
          <p:cNvSpPr/>
          <p:nvPr/>
        </p:nvSpPr>
        <p:spPr>
          <a:xfrm>
            <a:off x="11055219" y="640144"/>
            <a:ext cx="51718" cy="51718"/>
          </a:xfrm>
          <a:prstGeom prst="ellipse">
            <a:avLst/>
          </a:prstGeom>
          <a:solidFill>
            <a:srgbClr val="F4D9DC"/>
          </a:solidFill>
          <a:ln/>
        </p:spPr>
        <p:txBody>
          <a:bodyPr/>
          <a:lstStyle/>
          <a:p>
            <a:endParaRPr/>
          </a:p>
        </p:txBody>
      </p:sp>
      <p:sp>
        <p:nvSpPr>
          <p:cNvPr id="33" name="Shape 31"/>
          <p:cNvSpPr/>
          <p:nvPr/>
        </p:nvSpPr>
        <p:spPr>
          <a:xfrm>
            <a:off x="11539330" y="640266"/>
            <a:ext cx="51270" cy="51270"/>
          </a:xfrm>
          <a:prstGeom prst="ellipse">
            <a:avLst/>
          </a:prstGeom>
          <a:solidFill>
            <a:srgbClr val="F4D9DC"/>
          </a:solidFill>
          <a:ln/>
        </p:spPr>
        <p:txBody>
          <a:bodyPr/>
          <a:lstStyle/>
          <a:p>
            <a:endParaRPr/>
          </a:p>
        </p:txBody>
      </p:sp>
      <p:sp>
        <p:nvSpPr>
          <p:cNvPr id="34" name="Shape 32"/>
          <p:cNvSpPr/>
          <p:nvPr/>
        </p:nvSpPr>
        <p:spPr>
          <a:xfrm>
            <a:off x="11429576" y="682274"/>
            <a:ext cx="35627" cy="35627"/>
          </a:xfrm>
          <a:prstGeom prst="ellipse">
            <a:avLst/>
          </a:prstGeom>
          <a:solidFill>
            <a:srgbClr val="F4D9DC"/>
          </a:solidFill>
          <a:ln/>
        </p:spPr>
        <p:txBody>
          <a:bodyPr/>
          <a:lstStyle/>
          <a:p>
            <a:endParaRPr/>
          </a:p>
        </p:txBody>
      </p:sp>
      <p:sp>
        <p:nvSpPr>
          <p:cNvPr id="35" name="Shape 33"/>
          <p:cNvSpPr/>
          <p:nvPr/>
        </p:nvSpPr>
        <p:spPr>
          <a:xfrm>
            <a:off x="11004076" y="687222"/>
            <a:ext cx="34616" cy="34616"/>
          </a:xfrm>
          <a:prstGeom prst="ellipse">
            <a:avLst/>
          </a:prstGeom>
          <a:solidFill>
            <a:srgbClr val="F4D9DC"/>
          </a:solidFill>
          <a:ln/>
        </p:spPr>
        <p:txBody>
          <a:bodyPr/>
          <a:lstStyle/>
          <a:p>
            <a:endParaRPr/>
          </a:p>
        </p:txBody>
      </p:sp>
      <p:sp>
        <p:nvSpPr>
          <p:cNvPr id="36" name="Shape 34"/>
          <p:cNvSpPr/>
          <p:nvPr/>
        </p:nvSpPr>
        <p:spPr>
          <a:xfrm>
            <a:off x="11502052" y="685321"/>
            <a:ext cx="34270" cy="34270"/>
          </a:xfrm>
          <a:prstGeom prst="ellipse">
            <a:avLst/>
          </a:prstGeom>
          <a:solidFill>
            <a:srgbClr val="F4D9DC"/>
          </a:solidFill>
          <a:ln/>
        </p:spPr>
        <p:txBody>
          <a:bodyPr/>
          <a:lstStyle/>
          <a:p>
            <a:endParaRPr/>
          </a:p>
        </p:txBody>
      </p:sp>
      <p:sp>
        <p:nvSpPr>
          <p:cNvPr id="37" name="Shape 35"/>
          <p:cNvSpPr/>
          <p:nvPr/>
        </p:nvSpPr>
        <p:spPr>
          <a:xfrm>
            <a:off x="11606321" y="686422"/>
            <a:ext cx="35627" cy="35627"/>
          </a:xfrm>
          <a:prstGeom prst="ellipse">
            <a:avLst/>
          </a:prstGeom>
          <a:solidFill>
            <a:srgbClr val="F4D9DC"/>
          </a:solidFill>
          <a:ln/>
        </p:spPr>
        <p:txBody>
          <a:bodyPr/>
          <a:lstStyle/>
          <a:p>
            <a:endParaRPr/>
          </a:p>
        </p:txBody>
      </p:sp>
      <p:sp>
        <p:nvSpPr>
          <p:cNvPr id="38" name="Shape 36"/>
          <p:cNvSpPr/>
          <p:nvPr/>
        </p:nvSpPr>
        <p:spPr>
          <a:xfrm>
            <a:off x="11108908" y="688957"/>
            <a:ext cx="35294" cy="35294"/>
          </a:xfrm>
          <a:prstGeom prst="ellipse">
            <a:avLst/>
          </a:prstGeom>
          <a:solidFill>
            <a:srgbClr val="F4D9DC"/>
          </a:solidFill>
          <a:ln/>
        </p:spPr>
        <p:txBody>
          <a:bodyPr/>
          <a:lstStyle/>
          <a:p>
            <a:endParaRPr/>
          </a:p>
        </p:txBody>
      </p:sp>
      <p:sp>
        <p:nvSpPr>
          <p:cNvPr id="39" name="Shape 37"/>
          <p:cNvSpPr/>
          <p:nvPr/>
        </p:nvSpPr>
        <p:spPr>
          <a:xfrm>
            <a:off x="11179733" y="690371"/>
            <a:ext cx="36613" cy="36613"/>
          </a:xfrm>
          <a:prstGeom prst="ellipse">
            <a:avLst/>
          </a:prstGeom>
          <a:solidFill>
            <a:srgbClr val="F4D9DC"/>
          </a:solidFill>
          <a:ln/>
        </p:spPr>
        <p:txBody>
          <a:bodyPr/>
          <a:lstStyle/>
          <a:p>
            <a:endParaRPr/>
          </a:p>
        </p:txBody>
      </p:sp>
      <p:sp>
        <p:nvSpPr>
          <p:cNvPr id="40" name="Shape 38"/>
          <p:cNvSpPr/>
          <p:nvPr/>
        </p:nvSpPr>
        <p:spPr>
          <a:xfrm>
            <a:off x="11054764" y="716576"/>
            <a:ext cx="51936" cy="51936"/>
          </a:xfrm>
          <a:prstGeom prst="ellipse">
            <a:avLst/>
          </a:prstGeom>
          <a:solidFill>
            <a:srgbClr val="F4D9DC"/>
          </a:solidFill>
          <a:ln/>
        </p:spPr>
        <p:txBody>
          <a:bodyPr/>
          <a:lstStyle/>
          <a:p>
            <a:endParaRPr/>
          </a:p>
        </p:txBody>
      </p:sp>
      <p:sp>
        <p:nvSpPr>
          <p:cNvPr id="41" name="Shape 39"/>
          <p:cNvSpPr/>
          <p:nvPr/>
        </p:nvSpPr>
        <p:spPr>
          <a:xfrm>
            <a:off x="11539023" y="716851"/>
            <a:ext cx="51488" cy="51488"/>
          </a:xfrm>
          <a:prstGeom prst="ellipse">
            <a:avLst/>
          </a:prstGeom>
          <a:solidFill>
            <a:srgbClr val="F4D9DC"/>
          </a:solidFill>
          <a:ln/>
        </p:spPr>
        <p:txBody>
          <a:bodyPr/>
          <a:lstStyle/>
          <a:p>
            <a:endParaRPr/>
          </a:p>
        </p:txBody>
      </p:sp>
      <p:sp>
        <p:nvSpPr>
          <p:cNvPr id="42" name="Shape 40"/>
          <p:cNvSpPr/>
          <p:nvPr/>
        </p:nvSpPr>
        <p:spPr>
          <a:xfrm>
            <a:off x="11127490" y="729288"/>
            <a:ext cx="58222" cy="58222"/>
          </a:xfrm>
          <a:prstGeom prst="ellipse">
            <a:avLst/>
          </a:prstGeom>
          <a:solidFill>
            <a:srgbClr val="F4D9DC"/>
          </a:solidFill>
          <a:ln/>
        </p:spPr>
        <p:txBody>
          <a:bodyPr/>
          <a:lstStyle/>
          <a:p>
            <a:endParaRPr/>
          </a:p>
        </p:txBody>
      </p:sp>
      <p:sp>
        <p:nvSpPr>
          <p:cNvPr id="43" name="Shape 41"/>
          <p:cNvSpPr/>
          <p:nvPr/>
        </p:nvSpPr>
        <p:spPr>
          <a:xfrm>
            <a:off x="11460671" y="729781"/>
            <a:ext cx="57633" cy="57633"/>
          </a:xfrm>
          <a:prstGeom prst="ellipse">
            <a:avLst/>
          </a:prstGeom>
          <a:solidFill>
            <a:srgbClr val="F4D9DC"/>
          </a:solidFill>
          <a:ln/>
        </p:spPr>
        <p:txBody>
          <a:bodyPr/>
          <a:lstStyle/>
          <a:p>
            <a:endParaRPr/>
          </a:p>
        </p:txBody>
      </p:sp>
      <p:sp>
        <p:nvSpPr>
          <p:cNvPr id="44" name="Shape 42"/>
          <p:cNvSpPr/>
          <p:nvPr/>
        </p:nvSpPr>
        <p:spPr>
          <a:xfrm>
            <a:off x="11407973" y="756415"/>
            <a:ext cx="35960" cy="35960"/>
          </a:xfrm>
          <a:prstGeom prst="ellipse">
            <a:avLst/>
          </a:prstGeom>
          <a:solidFill>
            <a:srgbClr val="F4D9DC"/>
          </a:solidFill>
          <a:ln/>
        </p:spPr>
        <p:txBody>
          <a:bodyPr/>
          <a:lstStyle/>
          <a:p>
            <a:endParaRPr/>
          </a:p>
        </p:txBody>
      </p:sp>
      <p:sp>
        <p:nvSpPr>
          <p:cNvPr id="45" name="Shape 43"/>
          <p:cNvSpPr/>
          <p:nvPr/>
        </p:nvSpPr>
        <p:spPr>
          <a:xfrm>
            <a:off x="11207308" y="763884"/>
            <a:ext cx="34616" cy="34616"/>
          </a:xfrm>
          <a:prstGeom prst="ellipse">
            <a:avLst/>
          </a:prstGeom>
          <a:solidFill>
            <a:srgbClr val="F4D9DC"/>
          </a:solidFill>
          <a:ln/>
        </p:spPr>
        <p:txBody>
          <a:bodyPr/>
          <a:lstStyle/>
          <a:p>
            <a:endParaRPr/>
          </a:p>
        </p:txBody>
      </p:sp>
      <p:sp>
        <p:nvSpPr>
          <p:cNvPr id="46" name="Shape 44"/>
          <p:cNvSpPr/>
          <p:nvPr/>
        </p:nvSpPr>
        <p:spPr>
          <a:xfrm>
            <a:off x="11018670" y="780462"/>
            <a:ext cx="34616" cy="34616"/>
          </a:xfrm>
          <a:prstGeom prst="ellipse">
            <a:avLst/>
          </a:prstGeom>
          <a:solidFill>
            <a:srgbClr val="F4D9DC"/>
          </a:solidFill>
          <a:ln/>
        </p:spPr>
        <p:txBody>
          <a:bodyPr/>
          <a:lstStyle/>
          <a:p>
            <a:endParaRPr/>
          </a:p>
        </p:txBody>
      </p:sp>
      <p:sp>
        <p:nvSpPr>
          <p:cNvPr id="47" name="Shape 45"/>
          <p:cNvSpPr/>
          <p:nvPr/>
        </p:nvSpPr>
        <p:spPr>
          <a:xfrm>
            <a:off x="11591670" y="780123"/>
            <a:ext cx="35294" cy="35294"/>
          </a:xfrm>
          <a:prstGeom prst="ellipse">
            <a:avLst/>
          </a:prstGeom>
          <a:solidFill>
            <a:srgbClr val="F4D9DC"/>
          </a:solidFill>
          <a:ln/>
        </p:spPr>
        <p:txBody>
          <a:bodyPr/>
          <a:lstStyle/>
          <a:p>
            <a:endParaRPr/>
          </a:p>
        </p:txBody>
      </p:sp>
      <p:sp>
        <p:nvSpPr>
          <p:cNvPr id="48" name="Shape 46"/>
          <p:cNvSpPr/>
          <p:nvPr/>
        </p:nvSpPr>
        <p:spPr>
          <a:xfrm>
            <a:off x="11079010" y="790179"/>
            <a:ext cx="51270" cy="51270"/>
          </a:xfrm>
          <a:prstGeom prst="ellipse">
            <a:avLst/>
          </a:prstGeom>
          <a:solidFill>
            <a:srgbClr val="F4D9DC"/>
          </a:solidFill>
          <a:ln/>
        </p:spPr>
        <p:txBody>
          <a:bodyPr/>
          <a:lstStyle/>
          <a:p>
            <a:endParaRPr/>
          </a:p>
        </p:txBody>
      </p:sp>
      <p:sp>
        <p:nvSpPr>
          <p:cNvPr id="49" name="Shape 47"/>
          <p:cNvSpPr/>
          <p:nvPr/>
        </p:nvSpPr>
        <p:spPr>
          <a:xfrm>
            <a:off x="11515218" y="789692"/>
            <a:ext cx="52602" cy="52602"/>
          </a:xfrm>
          <a:prstGeom prst="ellipse">
            <a:avLst/>
          </a:prstGeom>
          <a:solidFill>
            <a:srgbClr val="F4D9DC"/>
          </a:solidFill>
          <a:ln/>
        </p:spPr>
        <p:txBody>
          <a:bodyPr/>
          <a:lstStyle/>
          <a:p>
            <a:endParaRPr/>
          </a:p>
        </p:txBody>
      </p:sp>
      <p:sp>
        <p:nvSpPr>
          <p:cNvPr id="50" name="Shape 48"/>
          <p:cNvSpPr/>
          <p:nvPr/>
        </p:nvSpPr>
        <p:spPr>
          <a:xfrm>
            <a:off x="11147371" y="803460"/>
            <a:ext cx="35627" cy="35627"/>
          </a:xfrm>
          <a:prstGeom prst="ellipse">
            <a:avLst/>
          </a:prstGeom>
          <a:solidFill>
            <a:srgbClr val="F4D9DC"/>
          </a:solidFill>
          <a:ln/>
        </p:spPr>
        <p:txBody>
          <a:bodyPr/>
          <a:lstStyle/>
          <a:p>
            <a:endParaRPr/>
          </a:p>
        </p:txBody>
      </p:sp>
      <p:sp>
        <p:nvSpPr>
          <p:cNvPr id="51" name="Shape 49"/>
          <p:cNvSpPr/>
          <p:nvPr/>
        </p:nvSpPr>
        <p:spPr>
          <a:xfrm>
            <a:off x="11347786" y="804293"/>
            <a:ext cx="35294" cy="35294"/>
          </a:xfrm>
          <a:prstGeom prst="ellipse">
            <a:avLst/>
          </a:prstGeom>
          <a:solidFill>
            <a:srgbClr val="F4D9DC"/>
          </a:solidFill>
          <a:ln/>
        </p:spPr>
        <p:txBody>
          <a:bodyPr/>
          <a:lstStyle/>
          <a:p>
            <a:endParaRPr/>
          </a:p>
        </p:txBody>
      </p:sp>
      <p:sp>
        <p:nvSpPr>
          <p:cNvPr id="52" name="Shape 50"/>
          <p:cNvSpPr/>
          <p:nvPr/>
        </p:nvSpPr>
        <p:spPr>
          <a:xfrm>
            <a:off x="11465119" y="800919"/>
            <a:ext cx="34961" cy="34961"/>
          </a:xfrm>
          <a:prstGeom prst="ellipse">
            <a:avLst/>
          </a:prstGeom>
          <a:solidFill>
            <a:srgbClr val="F4D9DC"/>
          </a:solidFill>
          <a:ln/>
        </p:spPr>
        <p:txBody>
          <a:bodyPr/>
          <a:lstStyle/>
          <a:p>
            <a:endParaRPr/>
          </a:p>
        </p:txBody>
      </p:sp>
      <p:sp>
        <p:nvSpPr>
          <p:cNvPr id="53" name="Shape 51"/>
          <p:cNvSpPr/>
          <p:nvPr/>
        </p:nvSpPr>
        <p:spPr>
          <a:xfrm>
            <a:off x="11270669" y="806590"/>
            <a:ext cx="35627" cy="35627"/>
          </a:xfrm>
          <a:prstGeom prst="ellipse">
            <a:avLst/>
          </a:prstGeom>
          <a:solidFill>
            <a:srgbClr val="F4D9DC"/>
          </a:solidFill>
          <a:ln/>
        </p:spPr>
        <p:txBody>
          <a:bodyPr/>
          <a:lstStyle/>
          <a:p>
            <a:endParaRPr/>
          </a:p>
        </p:txBody>
      </p:sp>
      <p:sp>
        <p:nvSpPr>
          <p:cNvPr id="54" name="Shape 52"/>
          <p:cNvSpPr/>
          <p:nvPr/>
        </p:nvSpPr>
        <p:spPr>
          <a:xfrm>
            <a:off x="11191498" y="817766"/>
            <a:ext cx="57633" cy="57633"/>
          </a:xfrm>
          <a:prstGeom prst="ellipse">
            <a:avLst/>
          </a:prstGeom>
          <a:solidFill>
            <a:srgbClr val="F4D9DC"/>
          </a:solidFill>
          <a:ln/>
        </p:spPr>
        <p:txBody>
          <a:bodyPr/>
          <a:lstStyle/>
          <a:p>
            <a:endParaRPr/>
          </a:p>
        </p:txBody>
      </p:sp>
      <p:sp>
        <p:nvSpPr>
          <p:cNvPr id="55" name="Shape 53"/>
          <p:cNvSpPr/>
          <p:nvPr/>
        </p:nvSpPr>
        <p:spPr>
          <a:xfrm>
            <a:off x="11396573" y="817888"/>
            <a:ext cx="57633" cy="57633"/>
          </a:xfrm>
          <a:prstGeom prst="ellipse">
            <a:avLst/>
          </a:prstGeom>
          <a:solidFill>
            <a:srgbClr val="F4D9DC"/>
          </a:solidFill>
          <a:ln/>
        </p:spPr>
        <p:txBody>
          <a:bodyPr/>
          <a:lstStyle/>
          <a:p>
            <a:endParaRPr/>
          </a:p>
        </p:txBody>
      </p:sp>
      <p:sp>
        <p:nvSpPr>
          <p:cNvPr id="56" name="Shape 54"/>
          <p:cNvSpPr/>
          <p:nvPr/>
        </p:nvSpPr>
        <p:spPr>
          <a:xfrm>
            <a:off x="11123445" y="851985"/>
            <a:ext cx="52167" cy="52167"/>
          </a:xfrm>
          <a:prstGeom prst="ellipse">
            <a:avLst/>
          </a:prstGeom>
          <a:solidFill>
            <a:srgbClr val="F4D9DC"/>
          </a:solidFill>
          <a:ln/>
        </p:spPr>
        <p:txBody>
          <a:bodyPr/>
          <a:lstStyle/>
          <a:p>
            <a:endParaRPr/>
          </a:p>
        </p:txBody>
      </p:sp>
      <p:sp>
        <p:nvSpPr>
          <p:cNvPr id="57" name="Shape 55"/>
          <p:cNvSpPr/>
          <p:nvPr/>
        </p:nvSpPr>
        <p:spPr>
          <a:xfrm>
            <a:off x="11294647" y="851390"/>
            <a:ext cx="57223" cy="57223"/>
          </a:xfrm>
          <a:prstGeom prst="ellipse">
            <a:avLst/>
          </a:prstGeom>
          <a:solidFill>
            <a:srgbClr val="F4D9DC"/>
          </a:solidFill>
          <a:ln/>
        </p:spPr>
        <p:txBody>
          <a:bodyPr/>
          <a:lstStyle/>
          <a:p>
            <a:endParaRPr/>
          </a:p>
        </p:txBody>
      </p:sp>
      <p:sp>
        <p:nvSpPr>
          <p:cNvPr id="58" name="Shape 56"/>
          <p:cNvSpPr/>
          <p:nvPr/>
        </p:nvSpPr>
        <p:spPr>
          <a:xfrm>
            <a:off x="11470202" y="852382"/>
            <a:ext cx="52384" cy="52384"/>
          </a:xfrm>
          <a:prstGeom prst="ellipse">
            <a:avLst/>
          </a:prstGeom>
          <a:solidFill>
            <a:srgbClr val="F4D9DC"/>
          </a:solidFill>
          <a:ln/>
        </p:spPr>
        <p:txBody>
          <a:bodyPr/>
          <a:lstStyle/>
          <a:p>
            <a:endParaRPr/>
          </a:p>
        </p:txBody>
      </p:sp>
      <p:sp>
        <p:nvSpPr>
          <p:cNvPr id="59" name="Shape 57"/>
          <p:cNvSpPr/>
          <p:nvPr/>
        </p:nvSpPr>
        <p:spPr>
          <a:xfrm>
            <a:off x="11060774" y="864607"/>
            <a:ext cx="35627" cy="35627"/>
          </a:xfrm>
          <a:prstGeom prst="ellipse">
            <a:avLst/>
          </a:prstGeom>
          <a:solidFill>
            <a:srgbClr val="F4D9DC"/>
          </a:solidFill>
          <a:ln/>
        </p:spPr>
        <p:txBody>
          <a:bodyPr/>
          <a:lstStyle/>
          <a:p>
            <a:endParaRPr/>
          </a:p>
        </p:txBody>
      </p:sp>
      <p:sp>
        <p:nvSpPr>
          <p:cNvPr id="60" name="Shape 58"/>
          <p:cNvSpPr/>
          <p:nvPr/>
        </p:nvSpPr>
        <p:spPr>
          <a:xfrm>
            <a:off x="11548733" y="864185"/>
            <a:ext cx="35627" cy="35627"/>
          </a:xfrm>
          <a:prstGeom prst="ellipse">
            <a:avLst/>
          </a:prstGeom>
          <a:solidFill>
            <a:srgbClr val="F4D9DC"/>
          </a:solidFill>
          <a:ln/>
        </p:spPr>
        <p:txBody>
          <a:bodyPr/>
          <a:lstStyle/>
          <a:p>
            <a:endParaRPr/>
          </a:p>
        </p:txBody>
      </p:sp>
      <p:sp>
        <p:nvSpPr>
          <p:cNvPr id="61" name="Shape 59"/>
          <p:cNvSpPr/>
          <p:nvPr/>
        </p:nvSpPr>
        <p:spPr>
          <a:xfrm>
            <a:off x="11246231" y="873908"/>
            <a:ext cx="35627" cy="35627"/>
          </a:xfrm>
          <a:prstGeom prst="ellipse">
            <a:avLst/>
          </a:prstGeom>
          <a:solidFill>
            <a:srgbClr val="F4D9DC"/>
          </a:solidFill>
          <a:ln/>
        </p:spPr>
        <p:txBody>
          <a:bodyPr/>
          <a:lstStyle/>
          <a:p>
            <a:endParaRPr/>
          </a:p>
        </p:txBody>
      </p:sp>
      <p:sp>
        <p:nvSpPr>
          <p:cNvPr id="62" name="Shape 60"/>
          <p:cNvSpPr/>
          <p:nvPr/>
        </p:nvSpPr>
        <p:spPr>
          <a:xfrm>
            <a:off x="11367418" y="872896"/>
            <a:ext cx="35627" cy="35627"/>
          </a:xfrm>
          <a:prstGeom prst="ellipse">
            <a:avLst/>
          </a:prstGeom>
          <a:solidFill>
            <a:srgbClr val="F4D9DC"/>
          </a:solidFill>
          <a:ln/>
        </p:spPr>
        <p:txBody>
          <a:bodyPr/>
          <a:lstStyle/>
          <a:p>
            <a:endParaRPr/>
          </a:p>
        </p:txBody>
      </p:sp>
      <p:sp>
        <p:nvSpPr>
          <p:cNvPr id="63" name="Shape 61"/>
          <p:cNvSpPr/>
          <p:nvPr/>
        </p:nvSpPr>
        <p:spPr>
          <a:xfrm>
            <a:off x="11185366" y="897322"/>
            <a:ext cx="51936" cy="51936"/>
          </a:xfrm>
          <a:prstGeom prst="ellipse">
            <a:avLst/>
          </a:prstGeom>
          <a:solidFill>
            <a:srgbClr val="F4D9DC"/>
          </a:solidFill>
          <a:ln/>
        </p:spPr>
        <p:txBody>
          <a:bodyPr/>
          <a:lstStyle/>
          <a:p>
            <a:endParaRPr/>
          </a:p>
        </p:txBody>
      </p:sp>
      <p:sp>
        <p:nvSpPr>
          <p:cNvPr id="64" name="Shape 62"/>
          <p:cNvSpPr/>
          <p:nvPr/>
        </p:nvSpPr>
        <p:spPr>
          <a:xfrm>
            <a:off x="11407845" y="897655"/>
            <a:ext cx="52602" cy="52602"/>
          </a:xfrm>
          <a:prstGeom prst="ellipse">
            <a:avLst/>
          </a:prstGeom>
          <a:solidFill>
            <a:srgbClr val="F4D9DC"/>
          </a:solidFill>
          <a:ln/>
        </p:spPr>
        <p:txBody>
          <a:bodyPr/>
          <a:lstStyle/>
          <a:p>
            <a:endParaRPr/>
          </a:p>
        </p:txBody>
      </p:sp>
      <p:sp>
        <p:nvSpPr>
          <p:cNvPr id="65" name="Shape 63"/>
          <p:cNvSpPr/>
          <p:nvPr/>
        </p:nvSpPr>
        <p:spPr>
          <a:xfrm>
            <a:off x="11258822" y="921466"/>
            <a:ext cx="51270" cy="51270"/>
          </a:xfrm>
          <a:prstGeom prst="ellipse">
            <a:avLst/>
          </a:prstGeom>
          <a:solidFill>
            <a:srgbClr val="F4D9DC"/>
          </a:solidFill>
          <a:ln/>
        </p:spPr>
        <p:txBody>
          <a:bodyPr/>
          <a:lstStyle/>
          <a:p>
            <a:endParaRPr/>
          </a:p>
        </p:txBody>
      </p:sp>
      <p:sp>
        <p:nvSpPr>
          <p:cNvPr id="66" name="Shape 64"/>
          <p:cNvSpPr/>
          <p:nvPr/>
        </p:nvSpPr>
        <p:spPr>
          <a:xfrm>
            <a:off x="11335350" y="921504"/>
            <a:ext cx="51270" cy="51270"/>
          </a:xfrm>
          <a:prstGeom prst="ellipse">
            <a:avLst/>
          </a:prstGeom>
          <a:solidFill>
            <a:srgbClr val="F4D9DC"/>
          </a:solidFill>
          <a:ln/>
        </p:spPr>
        <p:txBody>
          <a:bodyPr/>
          <a:lstStyle/>
          <a:p>
            <a:endParaRPr/>
          </a:p>
        </p:txBody>
      </p:sp>
      <p:sp>
        <p:nvSpPr>
          <p:cNvPr id="67" name="Shape 65"/>
          <p:cNvSpPr/>
          <p:nvPr/>
        </p:nvSpPr>
        <p:spPr>
          <a:xfrm>
            <a:off x="11127388" y="931368"/>
            <a:ext cx="35294" cy="35294"/>
          </a:xfrm>
          <a:prstGeom prst="ellipse">
            <a:avLst/>
          </a:prstGeom>
          <a:solidFill>
            <a:srgbClr val="F4D9DC"/>
          </a:solidFill>
          <a:ln/>
        </p:spPr>
        <p:txBody>
          <a:bodyPr/>
          <a:lstStyle/>
          <a:p>
            <a:endParaRPr/>
          </a:p>
        </p:txBody>
      </p:sp>
      <p:sp>
        <p:nvSpPr>
          <p:cNvPr id="68" name="Shape 66"/>
          <p:cNvSpPr/>
          <p:nvPr/>
        </p:nvSpPr>
        <p:spPr>
          <a:xfrm>
            <a:off x="11481979" y="931035"/>
            <a:ext cx="35960" cy="35960"/>
          </a:xfrm>
          <a:prstGeom prst="ellipse">
            <a:avLst/>
          </a:prstGeom>
          <a:solidFill>
            <a:srgbClr val="F4D9DC"/>
          </a:solidFill>
          <a:ln/>
        </p:spPr>
        <p:txBody>
          <a:bodyPr/>
          <a:lstStyle/>
          <a:p>
            <a:endParaRPr/>
          </a:p>
        </p:txBody>
      </p:sp>
      <p:sp>
        <p:nvSpPr>
          <p:cNvPr id="69" name="Shape 67"/>
          <p:cNvSpPr/>
          <p:nvPr/>
        </p:nvSpPr>
        <p:spPr>
          <a:xfrm>
            <a:off x="11211987" y="974695"/>
            <a:ext cx="34961" cy="34961"/>
          </a:xfrm>
          <a:prstGeom prst="ellipse">
            <a:avLst/>
          </a:prstGeom>
          <a:solidFill>
            <a:srgbClr val="F4D9DC"/>
          </a:solidFill>
          <a:ln/>
        </p:spPr>
        <p:txBody>
          <a:bodyPr/>
          <a:lstStyle/>
          <a:p>
            <a:endParaRPr/>
          </a:p>
        </p:txBody>
      </p:sp>
      <p:sp>
        <p:nvSpPr>
          <p:cNvPr id="70" name="Shape 68"/>
          <p:cNvSpPr/>
          <p:nvPr/>
        </p:nvSpPr>
        <p:spPr>
          <a:xfrm>
            <a:off x="11398461" y="974695"/>
            <a:ext cx="34961" cy="34961"/>
          </a:xfrm>
          <a:prstGeom prst="ellipse">
            <a:avLst/>
          </a:prstGeom>
          <a:solidFill>
            <a:srgbClr val="F4D9DC"/>
          </a:solidFill>
          <a:ln/>
        </p:spPr>
        <p:txBody>
          <a:bodyPr/>
          <a:lstStyle/>
          <a:p>
            <a:endParaRPr/>
          </a:p>
        </p:txBody>
      </p:sp>
      <p:sp>
        <p:nvSpPr>
          <p:cNvPr id="71" name="Shape 69"/>
          <p:cNvSpPr/>
          <p:nvPr/>
        </p:nvSpPr>
        <p:spPr>
          <a:xfrm>
            <a:off x="11304837" y="988501"/>
            <a:ext cx="35627" cy="35627"/>
          </a:xfrm>
          <a:prstGeom prst="ellipse">
            <a:avLst/>
          </a:prstGeom>
          <a:solidFill>
            <a:srgbClr val="F4D9DC"/>
          </a:solidFill>
          <a:ln/>
        </p:spPr>
        <p:txBody>
          <a:bodyPr/>
          <a:lstStyle/>
          <a:p>
            <a:endParaRPr/>
          </a:p>
        </p:txBody>
      </p:sp>
      <p:sp>
        <p:nvSpPr>
          <p:cNvPr id="72" name="Text 70"/>
          <p:cNvSpPr/>
          <p:nvPr/>
        </p:nvSpPr>
        <p:spPr>
          <a:xfrm>
            <a:off x="548640" y="2468880"/>
            <a:ext cx="7863840" cy="1828800"/>
          </a:xfrm>
          <a:prstGeom prst="rect">
            <a:avLst/>
          </a:prstGeom>
          <a:noFill/>
          <a:ln/>
        </p:spPr>
        <p:txBody>
          <a:bodyPr wrap="square" lIns="0" tIns="0" rIns="0" bIns="0" rtlCol="0" anchor="b"/>
          <a:lstStyle/>
          <a:p>
            <a:pPr marL="0" indent="0" algn="l">
              <a:lnSpc>
                <a:spcPct val="105000"/>
              </a:lnSpc>
              <a:buNone/>
            </a:pPr>
            <a:r>
              <a:rPr lang="en-US" sz="4800" dirty="0">
                <a:solidFill>
                  <a:srgbClr val="F4D9DC"/>
                </a:solidFill>
                <a:latin typeface="General Sans Semibold" pitchFamily="34" charset="0"/>
                <a:ea typeface="General Sans Semibold" pitchFamily="34" charset="-122"/>
                <a:cs typeface="General Sans Semibold" pitchFamily="34" charset="-120"/>
              </a:rPr>
              <a:t>Jij stuurt, de agent bouwt</a:t>
            </a:r>
            <a:endParaRPr lang="en-US" sz="4800" dirty="0"/>
          </a:p>
        </p:txBody>
      </p:sp>
      <p:sp>
        <p:nvSpPr>
          <p:cNvPr id="73" name="Text 71"/>
          <p:cNvSpPr/>
          <p:nvPr/>
        </p:nvSpPr>
        <p:spPr>
          <a:xfrm>
            <a:off x="548640" y="4526280"/>
            <a:ext cx="7498080" cy="1280160"/>
          </a:xfrm>
          <a:prstGeom prst="rect">
            <a:avLst/>
          </a:prstGeom>
          <a:noFill/>
          <a:ln/>
        </p:spPr>
        <p:txBody>
          <a:bodyPr wrap="square" lIns="0" tIns="0" rIns="0" bIns="0" rtlCol="0" anchor="t"/>
          <a:lstStyle/>
          <a:p>
            <a:pPr marL="0" indent="0" algn="l">
              <a:lnSpc>
                <a:spcPct val="105000"/>
              </a:lnSpc>
              <a:buNone/>
            </a:pPr>
            <a:r>
              <a:rPr lang="en-US" sz="2200" dirty="0">
                <a:solidFill>
                  <a:srgbClr val="F4D74B"/>
                </a:solidFill>
                <a:latin typeface="Cooper Lt BT" pitchFamily="34" charset="0"/>
                <a:ea typeface="Cooper Lt BT" pitchFamily="34" charset="-122"/>
                <a:cs typeface="Cooper Lt BT" pitchFamily="34" charset="-120"/>
              </a:rPr>
              <a:t>Vandaag ervaar je hoe het is als een skill het werk doet. Het dashboard is het middel, niet het doel.</a:t>
            </a:r>
            <a:endParaRPr lang="en-US" sz="2200" dirty="0"/>
          </a:p>
        </p:txBody>
      </p:sp>
      <p:pic>
        <p:nvPicPr>
          <p:cNvPr id="74" name="Image 0" descr="exports\261005_workshop_rad_uitvoering\img\kunstmatigeintelligentie.png"/>
          <p:cNvPicPr>
            <a:picLocks noChangeAspect="1"/>
          </p:cNvPicPr>
          <p:nvPr/>
        </p:nvPicPr>
        <p:blipFill>
          <a:blip r:embed="rId3"/>
          <a:stretch>
            <a:fillRect/>
          </a:stretch>
        </p:blipFill>
        <p:spPr>
          <a:xfrm>
            <a:off x="8503920" y="1828800"/>
            <a:ext cx="3291840" cy="329184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D6E2FD"/>
        </a:solidFill>
        <a:effectLst/>
      </p:bgPr>
    </p:bg>
    <p:spTree>
      <p:nvGrpSpPr>
        <p:cNvPr id="1" name=""/>
        <p:cNvGrpSpPr/>
        <p:nvPr/>
      </p:nvGrpSpPr>
      <p:grpSpPr>
        <a:xfrm>
          <a:off x="0" y="0"/>
          <a:ext cx="0" cy="0"/>
          <a:chOff x="0" y="0"/>
          <a:chExt cx="0" cy="0"/>
        </a:xfrm>
      </p:grpSpPr>
      <p:sp>
        <p:nvSpPr>
          <p:cNvPr id="2" name="Shape 0"/>
          <p:cNvSpPr/>
          <p:nvPr/>
        </p:nvSpPr>
        <p:spPr>
          <a:xfrm>
            <a:off x="11304952" y="384048"/>
            <a:ext cx="35960" cy="35960"/>
          </a:xfrm>
          <a:prstGeom prst="ellipse">
            <a:avLst/>
          </a:prstGeom>
          <a:solidFill>
            <a:srgbClr val="000000"/>
          </a:solidFill>
          <a:ln/>
        </p:spPr>
        <p:txBody>
          <a:bodyPr/>
          <a:lstStyle/>
          <a:p>
            <a:endParaRPr/>
          </a:p>
        </p:txBody>
      </p:sp>
      <p:sp>
        <p:nvSpPr>
          <p:cNvPr id="3" name="Shape 1"/>
          <p:cNvSpPr/>
          <p:nvPr/>
        </p:nvSpPr>
        <p:spPr>
          <a:xfrm>
            <a:off x="11212173" y="399224"/>
            <a:ext cx="34616" cy="34616"/>
          </a:xfrm>
          <a:prstGeom prst="ellipse">
            <a:avLst/>
          </a:prstGeom>
          <a:solidFill>
            <a:srgbClr val="000000"/>
          </a:solidFill>
          <a:ln/>
        </p:spPr>
        <p:txBody>
          <a:bodyPr/>
          <a:lstStyle/>
          <a:p>
            <a:endParaRPr/>
          </a:p>
        </p:txBody>
      </p:sp>
      <p:sp>
        <p:nvSpPr>
          <p:cNvPr id="4" name="Shape 2"/>
          <p:cNvSpPr/>
          <p:nvPr/>
        </p:nvSpPr>
        <p:spPr>
          <a:xfrm>
            <a:off x="11398641" y="399224"/>
            <a:ext cx="34616" cy="34616"/>
          </a:xfrm>
          <a:prstGeom prst="ellipse">
            <a:avLst/>
          </a:prstGeom>
          <a:solidFill>
            <a:srgbClr val="000000"/>
          </a:solidFill>
          <a:ln/>
        </p:spPr>
        <p:txBody>
          <a:bodyPr/>
          <a:lstStyle/>
          <a:p>
            <a:endParaRPr/>
          </a:p>
        </p:txBody>
      </p:sp>
      <p:sp>
        <p:nvSpPr>
          <p:cNvPr id="5" name="Shape 3"/>
          <p:cNvSpPr/>
          <p:nvPr/>
        </p:nvSpPr>
        <p:spPr>
          <a:xfrm>
            <a:off x="11258374" y="435357"/>
            <a:ext cx="51936" cy="51936"/>
          </a:xfrm>
          <a:prstGeom prst="ellipse">
            <a:avLst/>
          </a:prstGeom>
          <a:solidFill>
            <a:srgbClr val="000000"/>
          </a:solidFill>
          <a:ln/>
        </p:spPr>
        <p:txBody>
          <a:bodyPr/>
          <a:lstStyle/>
          <a:p>
            <a:endParaRPr/>
          </a:p>
        </p:txBody>
      </p:sp>
      <p:sp>
        <p:nvSpPr>
          <p:cNvPr id="6" name="Shape 4"/>
          <p:cNvSpPr/>
          <p:nvPr/>
        </p:nvSpPr>
        <p:spPr>
          <a:xfrm>
            <a:off x="11335407" y="435306"/>
            <a:ext cx="51718" cy="51718"/>
          </a:xfrm>
          <a:prstGeom prst="ellipse">
            <a:avLst/>
          </a:prstGeom>
          <a:solidFill>
            <a:srgbClr val="000000"/>
          </a:solidFill>
          <a:ln/>
        </p:spPr>
        <p:txBody>
          <a:bodyPr/>
          <a:lstStyle/>
          <a:p>
            <a:endParaRPr/>
          </a:p>
        </p:txBody>
      </p:sp>
      <p:sp>
        <p:nvSpPr>
          <p:cNvPr id="7" name="Shape 5"/>
          <p:cNvSpPr/>
          <p:nvPr/>
        </p:nvSpPr>
        <p:spPr>
          <a:xfrm>
            <a:off x="11127388" y="442398"/>
            <a:ext cx="35294" cy="35294"/>
          </a:xfrm>
          <a:prstGeom prst="ellipse">
            <a:avLst/>
          </a:prstGeom>
          <a:solidFill>
            <a:srgbClr val="000000"/>
          </a:solidFill>
          <a:ln/>
        </p:spPr>
        <p:txBody>
          <a:bodyPr/>
          <a:lstStyle/>
          <a:p>
            <a:endParaRPr/>
          </a:p>
        </p:txBody>
      </p:sp>
      <p:sp>
        <p:nvSpPr>
          <p:cNvPr id="8" name="Shape 6"/>
          <p:cNvSpPr/>
          <p:nvPr/>
        </p:nvSpPr>
        <p:spPr>
          <a:xfrm>
            <a:off x="11482145" y="441649"/>
            <a:ext cx="35960" cy="35960"/>
          </a:xfrm>
          <a:prstGeom prst="ellipse">
            <a:avLst/>
          </a:prstGeom>
          <a:solidFill>
            <a:srgbClr val="000000"/>
          </a:solidFill>
          <a:ln/>
        </p:spPr>
        <p:txBody>
          <a:bodyPr/>
          <a:lstStyle/>
          <a:p>
            <a:endParaRPr/>
          </a:p>
        </p:txBody>
      </p:sp>
      <p:sp>
        <p:nvSpPr>
          <p:cNvPr id="9" name="Shape 7"/>
          <p:cNvSpPr/>
          <p:nvPr/>
        </p:nvSpPr>
        <p:spPr>
          <a:xfrm>
            <a:off x="11185603" y="459328"/>
            <a:ext cx="52167" cy="52167"/>
          </a:xfrm>
          <a:prstGeom prst="ellipse">
            <a:avLst/>
          </a:prstGeom>
          <a:solidFill>
            <a:srgbClr val="000000"/>
          </a:solidFill>
          <a:ln/>
        </p:spPr>
        <p:txBody>
          <a:bodyPr/>
          <a:lstStyle/>
          <a:p>
            <a:endParaRPr/>
          </a:p>
        </p:txBody>
      </p:sp>
      <p:sp>
        <p:nvSpPr>
          <p:cNvPr id="10" name="Shape 8"/>
          <p:cNvSpPr/>
          <p:nvPr/>
        </p:nvSpPr>
        <p:spPr>
          <a:xfrm>
            <a:off x="11408043" y="458713"/>
            <a:ext cx="52384" cy="52384"/>
          </a:xfrm>
          <a:prstGeom prst="ellipse">
            <a:avLst/>
          </a:prstGeom>
          <a:solidFill>
            <a:srgbClr val="000000"/>
          </a:solidFill>
          <a:ln/>
        </p:spPr>
        <p:txBody>
          <a:bodyPr/>
          <a:lstStyle/>
          <a:p>
            <a:endParaRPr/>
          </a:p>
        </p:txBody>
      </p:sp>
      <p:sp>
        <p:nvSpPr>
          <p:cNvPr id="11" name="Shape 9"/>
          <p:cNvSpPr/>
          <p:nvPr/>
        </p:nvSpPr>
        <p:spPr>
          <a:xfrm>
            <a:off x="11241891" y="499749"/>
            <a:ext cx="36613" cy="36613"/>
          </a:xfrm>
          <a:prstGeom prst="ellipse">
            <a:avLst/>
          </a:prstGeom>
          <a:solidFill>
            <a:srgbClr val="000000"/>
          </a:solidFill>
          <a:ln/>
        </p:spPr>
        <p:txBody>
          <a:bodyPr/>
          <a:lstStyle/>
          <a:p>
            <a:endParaRPr/>
          </a:p>
        </p:txBody>
      </p:sp>
      <p:sp>
        <p:nvSpPr>
          <p:cNvPr id="12" name="Shape 10"/>
          <p:cNvSpPr/>
          <p:nvPr/>
        </p:nvSpPr>
        <p:spPr>
          <a:xfrm>
            <a:off x="11294557" y="500146"/>
            <a:ext cx="57223" cy="57223"/>
          </a:xfrm>
          <a:prstGeom prst="ellipse">
            <a:avLst/>
          </a:prstGeom>
          <a:solidFill>
            <a:srgbClr val="000000"/>
          </a:solidFill>
          <a:ln/>
        </p:spPr>
        <p:txBody>
          <a:bodyPr/>
          <a:lstStyle/>
          <a:p>
            <a:endParaRPr/>
          </a:p>
        </p:txBody>
      </p:sp>
      <p:sp>
        <p:nvSpPr>
          <p:cNvPr id="13" name="Shape 11"/>
          <p:cNvSpPr/>
          <p:nvPr/>
        </p:nvSpPr>
        <p:spPr>
          <a:xfrm>
            <a:off x="11364102" y="498770"/>
            <a:ext cx="35294" cy="35294"/>
          </a:xfrm>
          <a:prstGeom prst="ellipse">
            <a:avLst/>
          </a:prstGeom>
          <a:solidFill>
            <a:srgbClr val="000000"/>
          </a:solidFill>
          <a:ln/>
        </p:spPr>
        <p:txBody>
          <a:bodyPr/>
          <a:lstStyle/>
          <a:p>
            <a:endParaRPr/>
          </a:p>
        </p:txBody>
      </p:sp>
      <p:sp>
        <p:nvSpPr>
          <p:cNvPr id="14" name="Shape 12"/>
          <p:cNvSpPr/>
          <p:nvPr/>
        </p:nvSpPr>
        <p:spPr>
          <a:xfrm>
            <a:off x="11123515" y="504524"/>
            <a:ext cx="51936" cy="51936"/>
          </a:xfrm>
          <a:prstGeom prst="ellipse">
            <a:avLst/>
          </a:prstGeom>
          <a:solidFill>
            <a:srgbClr val="000000"/>
          </a:solidFill>
          <a:ln/>
        </p:spPr>
        <p:txBody>
          <a:bodyPr/>
          <a:lstStyle/>
          <a:p>
            <a:endParaRPr/>
          </a:p>
        </p:txBody>
      </p:sp>
      <p:sp>
        <p:nvSpPr>
          <p:cNvPr id="15" name="Shape 13"/>
          <p:cNvSpPr/>
          <p:nvPr/>
        </p:nvSpPr>
        <p:spPr>
          <a:xfrm>
            <a:off x="11470202" y="504300"/>
            <a:ext cx="52384" cy="52384"/>
          </a:xfrm>
          <a:prstGeom prst="ellipse">
            <a:avLst/>
          </a:prstGeom>
          <a:solidFill>
            <a:srgbClr val="000000"/>
          </a:solidFill>
          <a:ln/>
        </p:spPr>
        <p:txBody>
          <a:bodyPr/>
          <a:lstStyle/>
          <a:p>
            <a:endParaRPr/>
          </a:p>
        </p:txBody>
      </p:sp>
      <p:sp>
        <p:nvSpPr>
          <p:cNvPr id="16" name="Shape 14"/>
          <p:cNvSpPr/>
          <p:nvPr/>
        </p:nvSpPr>
        <p:spPr>
          <a:xfrm>
            <a:off x="11060774" y="508825"/>
            <a:ext cx="35627" cy="35627"/>
          </a:xfrm>
          <a:prstGeom prst="ellipse">
            <a:avLst/>
          </a:prstGeom>
          <a:solidFill>
            <a:srgbClr val="000000"/>
          </a:solidFill>
          <a:ln/>
        </p:spPr>
        <p:txBody>
          <a:bodyPr/>
          <a:lstStyle/>
          <a:p>
            <a:endParaRPr/>
          </a:p>
        </p:txBody>
      </p:sp>
      <p:sp>
        <p:nvSpPr>
          <p:cNvPr id="17" name="Shape 15"/>
          <p:cNvSpPr/>
          <p:nvPr/>
        </p:nvSpPr>
        <p:spPr>
          <a:xfrm>
            <a:off x="11548535" y="508038"/>
            <a:ext cx="36613" cy="36613"/>
          </a:xfrm>
          <a:prstGeom prst="ellipse">
            <a:avLst/>
          </a:prstGeom>
          <a:solidFill>
            <a:srgbClr val="000000"/>
          </a:solidFill>
          <a:ln/>
        </p:spPr>
        <p:txBody>
          <a:bodyPr/>
          <a:lstStyle/>
          <a:p>
            <a:endParaRPr/>
          </a:p>
        </p:txBody>
      </p:sp>
      <p:sp>
        <p:nvSpPr>
          <p:cNvPr id="18" name="Shape 16"/>
          <p:cNvSpPr/>
          <p:nvPr/>
        </p:nvSpPr>
        <p:spPr>
          <a:xfrm>
            <a:off x="11191466" y="533379"/>
            <a:ext cx="57825" cy="57825"/>
          </a:xfrm>
          <a:prstGeom prst="ellipse">
            <a:avLst/>
          </a:prstGeom>
          <a:solidFill>
            <a:srgbClr val="000000"/>
          </a:solidFill>
          <a:ln/>
        </p:spPr>
        <p:txBody>
          <a:bodyPr/>
          <a:lstStyle/>
          <a:p>
            <a:endParaRPr/>
          </a:p>
        </p:txBody>
      </p:sp>
      <p:sp>
        <p:nvSpPr>
          <p:cNvPr id="19" name="Shape 17"/>
          <p:cNvSpPr/>
          <p:nvPr/>
        </p:nvSpPr>
        <p:spPr>
          <a:xfrm>
            <a:off x="11396535" y="533494"/>
            <a:ext cx="57428" cy="57428"/>
          </a:xfrm>
          <a:prstGeom prst="ellipse">
            <a:avLst/>
          </a:prstGeom>
          <a:solidFill>
            <a:srgbClr val="000000"/>
          </a:solidFill>
          <a:ln/>
        </p:spPr>
        <p:txBody>
          <a:bodyPr/>
          <a:lstStyle/>
          <a:p>
            <a:endParaRPr/>
          </a:p>
        </p:txBody>
      </p:sp>
      <p:sp>
        <p:nvSpPr>
          <p:cNvPr id="20" name="Shape 18"/>
          <p:cNvSpPr/>
          <p:nvPr/>
        </p:nvSpPr>
        <p:spPr>
          <a:xfrm>
            <a:off x="11079087" y="567226"/>
            <a:ext cx="51270" cy="51270"/>
          </a:xfrm>
          <a:prstGeom prst="ellipse">
            <a:avLst/>
          </a:prstGeom>
          <a:solidFill>
            <a:srgbClr val="000000"/>
          </a:solidFill>
          <a:ln/>
        </p:spPr>
        <p:txBody>
          <a:bodyPr/>
          <a:lstStyle/>
          <a:p>
            <a:endParaRPr/>
          </a:p>
        </p:txBody>
      </p:sp>
      <p:sp>
        <p:nvSpPr>
          <p:cNvPr id="21" name="Shape 19"/>
          <p:cNvSpPr/>
          <p:nvPr/>
        </p:nvSpPr>
        <p:spPr>
          <a:xfrm>
            <a:off x="11339728" y="567053"/>
            <a:ext cx="34616" cy="34616"/>
          </a:xfrm>
          <a:prstGeom prst="ellipse">
            <a:avLst/>
          </a:prstGeom>
          <a:solidFill>
            <a:srgbClr val="000000"/>
          </a:solidFill>
          <a:ln/>
        </p:spPr>
        <p:txBody>
          <a:bodyPr/>
          <a:lstStyle/>
          <a:p>
            <a:endParaRPr/>
          </a:p>
        </p:txBody>
      </p:sp>
      <p:sp>
        <p:nvSpPr>
          <p:cNvPr id="22" name="Shape 20"/>
          <p:cNvSpPr/>
          <p:nvPr/>
        </p:nvSpPr>
        <p:spPr>
          <a:xfrm>
            <a:off x="11515167" y="566234"/>
            <a:ext cx="52819" cy="52819"/>
          </a:xfrm>
          <a:prstGeom prst="ellipse">
            <a:avLst/>
          </a:prstGeom>
          <a:solidFill>
            <a:srgbClr val="000000"/>
          </a:solidFill>
          <a:ln/>
        </p:spPr>
        <p:txBody>
          <a:bodyPr/>
          <a:lstStyle/>
          <a:p>
            <a:endParaRPr/>
          </a:p>
        </p:txBody>
      </p:sp>
      <p:sp>
        <p:nvSpPr>
          <p:cNvPr id="23" name="Shape 21"/>
          <p:cNvSpPr/>
          <p:nvPr/>
        </p:nvSpPr>
        <p:spPr>
          <a:xfrm>
            <a:off x="11262860" y="569742"/>
            <a:ext cx="34961" cy="34961"/>
          </a:xfrm>
          <a:prstGeom prst="ellipse">
            <a:avLst/>
          </a:prstGeom>
          <a:solidFill>
            <a:srgbClr val="000000"/>
          </a:solidFill>
          <a:ln/>
        </p:spPr>
        <p:txBody>
          <a:bodyPr/>
          <a:lstStyle/>
          <a:p>
            <a:endParaRPr/>
          </a:p>
        </p:txBody>
      </p:sp>
      <p:sp>
        <p:nvSpPr>
          <p:cNvPr id="24" name="Shape 22"/>
          <p:cNvSpPr/>
          <p:nvPr/>
        </p:nvSpPr>
        <p:spPr>
          <a:xfrm>
            <a:off x="11462521" y="569818"/>
            <a:ext cx="35294" cy="35294"/>
          </a:xfrm>
          <a:prstGeom prst="ellipse">
            <a:avLst/>
          </a:prstGeom>
          <a:solidFill>
            <a:srgbClr val="000000"/>
          </a:solidFill>
          <a:ln/>
        </p:spPr>
        <p:txBody>
          <a:bodyPr/>
          <a:lstStyle/>
          <a:p>
            <a:endParaRPr/>
          </a:p>
        </p:txBody>
      </p:sp>
      <p:sp>
        <p:nvSpPr>
          <p:cNvPr id="25" name="Shape 23"/>
          <p:cNvSpPr/>
          <p:nvPr/>
        </p:nvSpPr>
        <p:spPr>
          <a:xfrm>
            <a:off x="11145681" y="573441"/>
            <a:ext cx="34270" cy="34270"/>
          </a:xfrm>
          <a:prstGeom prst="ellipse">
            <a:avLst/>
          </a:prstGeom>
          <a:solidFill>
            <a:srgbClr val="000000"/>
          </a:solidFill>
          <a:ln/>
        </p:spPr>
        <p:txBody>
          <a:bodyPr/>
          <a:lstStyle/>
          <a:p>
            <a:endParaRPr/>
          </a:p>
        </p:txBody>
      </p:sp>
      <p:sp>
        <p:nvSpPr>
          <p:cNvPr id="26" name="Shape 24"/>
          <p:cNvSpPr/>
          <p:nvPr/>
        </p:nvSpPr>
        <p:spPr>
          <a:xfrm>
            <a:off x="11592015" y="593213"/>
            <a:ext cx="35294" cy="35294"/>
          </a:xfrm>
          <a:prstGeom prst="ellipse">
            <a:avLst/>
          </a:prstGeom>
          <a:solidFill>
            <a:srgbClr val="000000"/>
          </a:solidFill>
          <a:ln/>
        </p:spPr>
        <p:txBody>
          <a:bodyPr/>
          <a:lstStyle/>
          <a:p>
            <a:endParaRPr/>
          </a:p>
        </p:txBody>
      </p:sp>
      <p:sp>
        <p:nvSpPr>
          <p:cNvPr id="27" name="Shape 25"/>
          <p:cNvSpPr/>
          <p:nvPr/>
        </p:nvSpPr>
        <p:spPr>
          <a:xfrm>
            <a:off x="11019124" y="593444"/>
            <a:ext cx="34616" cy="34616"/>
          </a:xfrm>
          <a:prstGeom prst="ellipse">
            <a:avLst/>
          </a:prstGeom>
          <a:solidFill>
            <a:srgbClr val="000000"/>
          </a:solidFill>
          <a:ln/>
        </p:spPr>
        <p:txBody>
          <a:bodyPr/>
          <a:lstStyle/>
          <a:p>
            <a:endParaRPr/>
          </a:p>
        </p:txBody>
      </p:sp>
      <p:sp>
        <p:nvSpPr>
          <p:cNvPr id="28" name="Shape 26"/>
          <p:cNvSpPr/>
          <p:nvPr/>
        </p:nvSpPr>
        <p:spPr>
          <a:xfrm>
            <a:off x="11403576" y="610214"/>
            <a:ext cx="34961" cy="34961"/>
          </a:xfrm>
          <a:prstGeom prst="ellipse">
            <a:avLst/>
          </a:prstGeom>
          <a:solidFill>
            <a:srgbClr val="000000"/>
          </a:solidFill>
          <a:ln/>
        </p:spPr>
        <p:txBody>
          <a:bodyPr/>
          <a:lstStyle/>
          <a:p>
            <a:endParaRPr/>
          </a:p>
        </p:txBody>
      </p:sp>
      <p:sp>
        <p:nvSpPr>
          <p:cNvPr id="29" name="Shape 27"/>
          <p:cNvSpPr/>
          <p:nvPr/>
        </p:nvSpPr>
        <p:spPr>
          <a:xfrm>
            <a:off x="11201662" y="616570"/>
            <a:ext cx="35627" cy="35627"/>
          </a:xfrm>
          <a:prstGeom prst="ellipse">
            <a:avLst/>
          </a:prstGeom>
          <a:solidFill>
            <a:srgbClr val="000000"/>
          </a:solidFill>
          <a:ln/>
        </p:spPr>
        <p:txBody>
          <a:bodyPr/>
          <a:lstStyle/>
          <a:p>
            <a:endParaRPr/>
          </a:p>
        </p:txBody>
      </p:sp>
      <p:sp>
        <p:nvSpPr>
          <p:cNvPr id="30" name="Shape 28"/>
          <p:cNvSpPr/>
          <p:nvPr/>
        </p:nvSpPr>
        <p:spPr>
          <a:xfrm>
            <a:off x="11127484" y="620705"/>
            <a:ext cx="58030" cy="58030"/>
          </a:xfrm>
          <a:prstGeom prst="ellipse">
            <a:avLst/>
          </a:prstGeom>
          <a:solidFill>
            <a:srgbClr val="000000"/>
          </a:solidFill>
          <a:ln/>
        </p:spPr>
        <p:txBody>
          <a:bodyPr/>
          <a:lstStyle/>
          <a:p>
            <a:endParaRPr/>
          </a:p>
        </p:txBody>
      </p:sp>
      <p:sp>
        <p:nvSpPr>
          <p:cNvPr id="31" name="Shape 29"/>
          <p:cNvSpPr/>
          <p:nvPr/>
        </p:nvSpPr>
        <p:spPr>
          <a:xfrm>
            <a:off x="11460767" y="620852"/>
            <a:ext cx="57428" cy="57428"/>
          </a:xfrm>
          <a:prstGeom prst="ellipse">
            <a:avLst/>
          </a:prstGeom>
          <a:solidFill>
            <a:srgbClr val="000000"/>
          </a:solidFill>
          <a:ln/>
        </p:spPr>
        <p:txBody>
          <a:bodyPr/>
          <a:lstStyle/>
          <a:p>
            <a:endParaRPr/>
          </a:p>
        </p:txBody>
      </p:sp>
      <p:sp>
        <p:nvSpPr>
          <p:cNvPr id="32" name="Shape 30"/>
          <p:cNvSpPr/>
          <p:nvPr/>
        </p:nvSpPr>
        <p:spPr>
          <a:xfrm>
            <a:off x="11055219" y="640144"/>
            <a:ext cx="51718" cy="51718"/>
          </a:xfrm>
          <a:prstGeom prst="ellipse">
            <a:avLst/>
          </a:prstGeom>
          <a:solidFill>
            <a:srgbClr val="000000"/>
          </a:solidFill>
          <a:ln/>
        </p:spPr>
        <p:txBody>
          <a:bodyPr/>
          <a:lstStyle/>
          <a:p>
            <a:endParaRPr/>
          </a:p>
        </p:txBody>
      </p:sp>
      <p:sp>
        <p:nvSpPr>
          <p:cNvPr id="33" name="Shape 31"/>
          <p:cNvSpPr/>
          <p:nvPr/>
        </p:nvSpPr>
        <p:spPr>
          <a:xfrm>
            <a:off x="11539330" y="640266"/>
            <a:ext cx="51270" cy="51270"/>
          </a:xfrm>
          <a:prstGeom prst="ellipse">
            <a:avLst/>
          </a:prstGeom>
          <a:solidFill>
            <a:srgbClr val="000000"/>
          </a:solidFill>
          <a:ln/>
        </p:spPr>
        <p:txBody>
          <a:bodyPr/>
          <a:lstStyle/>
          <a:p>
            <a:endParaRPr/>
          </a:p>
        </p:txBody>
      </p:sp>
      <p:sp>
        <p:nvSpPr>
          <p:cNvPr id="34" name="Shape 32"/>
          <p:cNvSpPr/>
          <p:nvPr/>
        </p:nvSpPr>
        <p:spPr>
          <a:xfrm>
            <a:off x="11429576" y="682274"/>
            <a:ext cx="35627" cy="35627"/>
          </a:xfrm>
          <a:prstGeom prst="ellipse">
            <a:avLst/>
          </a:prstGeom>
          <a:solidFill>
            <a:srgbClr val="000000"/>
          </a:solidFill>
          <a:ln/>
        </p:spPr>
        <p:txBody>
          <a:bodyPr/>
          <a:lstStyle/>
          <a:p>
            <a:endParaRPr/>
          </a:p>
        </p:txBody>
      </p:sp>
      <p:sp>
        <p:nvSpPr>
          <p:cNvPr id="35" name="Shape 33"/>
          <p:cNvSpPr/>
          <p:nvPr/>
        </p:nvSpPr>
        <p:spPr>
          <a:xfrm>
            <a:off x="11004076" y="687222"/>
            <a:ext cx="34616" cy="34616"/>
          </a:xfrm>
          <a:prstGeom prst="ellipse">
            <a:avLst/>
          </a:prstGeom>
          <a:solidFill>
            <a:srgbClr val="000000"/>
          </a:solidFill>
          <a:ln/>
        </p:spPr>
        <p:txBody>
          <a:bodyPr/>
          <a:lstStyle/>
          <a:p>
            <a:endParaRPr/>
          </a:p>
        </p:txBody>
      </p:sp>
      <p:sp>
        <p:nvSpPr>
          <p:cNvPr id="36" name="Shape 34"/>
          <p:cNvSpPr/>
          <p:nvPr/>
        </p:nvSpPr>
        <p:spPr>
          <a:xfrm>
            <a:off x="11502052" y="685321"/>
            <a:ext cx="34270" cy="34270"/>
          </a:xfrm>
          <a:prstGeom prst="ellipse">
            <a:avLst/>
          </a:prstGeom>
          <a:solidFill>
            <a:srgbClr val="000000"/>
          </a:solidFill>
          <a:ln/>
        </p:spPr>
        <p:txBody>
          <a:bodyPr/>
          <a:lstStyle/>
          <a:p>
            <a:endParaRPr/>
          </a:p>
        </p:txBody>
      </p:sp>
      <p:sp>
        <p:nvSpPr>
          <p:cNvPr id="37" name="Shape 35"/>
          <p:cNvSpPr/>
          <p:nvPr/>
        </p:nvSpPr>
        <p:spPr>
          <a:xfrm>
            <a:off x="11606321" y="686422"/>
            <a:ext cx="35627" cy="35627"/>
          </a:xfrm>
          <a:prstGeom prst="ellipse">
            <a:avLst/>
          </a:prstGeom>
          <a:solidFill>
            <a:srgbClr val="000000"/>
          </a:solidFill>
          <a:ln/>
        </p:spPr>
        <p:txBody>
          <a:bodyPr/>
          <a:lstStyle/>
          <a:p>
            <a:endParaRPr/>
          </a:p>
        </p:txBody>
      </p:sp>
      <p:sp>
        <p:nvSpPr>
          <p:cNvPr id="38" name="Shape 36"/>
          <p:cNvSpPr/>
          <p:nvPr/>
        </p:nvSpPr>
        <p:spPr>
          <a:xfrm>
            <a:off x="11108908" y="688957"/>
            <a:ext cx="35294" cy="35294"/>
          </a:xfrm>
          <a:prstGeom prst="ellipse">
            <a:avLst/>
          </a:prstGeom>
          <a:solidFill>
            <a:srgbClr val="000000"/>
          </a:solidFill>
          <a:ln/>
        </p:spPr>
        <p:txBody>
          <a:bodyPr/>
          <a:lstStyle/>
          <a:p>
            <a:endParaRPr/>
          </a:p>
        </p:txBody>
      </p:sp>
      <p:sp>
        <p:nvSpPr>
          <p:cNvPr id="39" name="Shape 37"/>
          <p:cNvSpPr/>
          <p:nvPr/>
        </p:nvSpPr>
        <p:spPr>
          <a:xfrm>
            <a:off x="11179733" y="690371"/>
            <a:ext cx="36613" cy="36613"/>
          </a:xfrm>
          <a:prstGeom prst="ellipse">
            <a:avLst/>
          </a:prstGeom>
          <a:solidFill>
            <a:srgbClr val="000000"/>
          </a:solidFill>
          <a:ln/>
        </p:spPr>
        <p:txBody>
          <a:bodyPr/>
          <a:lstStyle/>
          <a:p>
            <a:endParaRPr/>
          </a:p>
        </p:txBody>
      </p:sp>
      <p:sp>
        <p:nvSpPr>
          <p:cNvPr id="40" name="Shape 38"/>
          <p:cNvSpPr/>
          <p:nvPr/>
        </p:nvSpPr>
        <p:spPr>
          <a:xfrm>
            <a:off x="11054764" y="716576"/>
            <a:ext cx="51936" cy="51936"/>
          </a:xfrm>
          <a:prstGeom prst="ellipse">
            <a:avLst/>
          </a:prstGeom>
          <a:solidFill>
            <a:srgbClr val="000000"/>
          </a:solidFill>
          <a:ln/>
        </p:spPr>
        <p:txBody>
          <a:bodyPr/>
          <a:lstStyle/>
          <a:p>
            <a:endParaRPr/>
          </a:p>
        </p:txBody>
      </p:sp>
      <p:sp>
        <p:nvSpPr>
          <p:cNvPr id="41" name="Shape 39"/>
          <p:cNvSpPr/>
          <p:nvPr/>
        </p:nvSpPr>
        <p:spPr>
          <a:xfrm>
            <a:off x="11539023" y="716851"/>
            <a:ext cx="51488" cy="51488"/>
          </a:xfrm>
          <a:prstGeom prst="ellipse">
            <a:avLst/>
          </a:prstGeom>
          <a:solidFill>
            <a:srgbClr val="000000"/>
          </a:solidFill>
          <a:ln/>
        </p:spPr>
        <p:txBody>
          <a:bodyPr/>
          <a:lstStyle/>
          <a:p>
            <a:endParaRPr/>
          </a:p>
        </p:txBody>
      </p:sp>
      <p:sp>
        <p:nvSpPr>
          <p:cNvPr id="42" name="Shape 40"/>
          <p:cNvSpPr/>
          <p:nvPr/>
        </p:nvSpPr>
        <p:spPr>
          <a:xfrm>
            <a:off x="11127490" y="729288"/>
            <a:ext cx="58222" cy="58222"/>
          </a:xfrm>
          <a:prstGeom prst="ellipse">
            <a:avLst/>
          </a:prstGeom>
          <a:solidFill>
            <a:srgbClr val="000000"/>
          </a:solidFill>
          <a:ln/>
        </p:spPr>
        <p:txBody>
          <a:bodyPr/>
          <a:lstStyle/>
          <a:p>
            <a:endParaRPr/>
          </a:p>
        </p:txBody>
      </p:sp>
      <p:sp>
        <p:nvSpPr>
          <p:cNvPr id="43" name="Shape 41"/>
          <p:cNvSpPr/>
          <p:nvPr/>
        </p:nvSpPr>
        <p:spPr>
          <a:xfrm>
            <a:off x="11460671" y="729781"/>
            <a:ext cx="57633" cy="57633"/>
          </a:xfrm>
          <a:prstGeom prst="ellipse">
            <a:avLst/>
          </a:prstGeom>
          <a:solidFill>
            <a:srgbClr val="000000"/>
          </a:solidFill>
          <a:ln/>
        </p:spPr>
        <p:txBody>
          <a:bodyPr/>
          <a:lstStyle/>
          <a:p>
            <a:endParaRPr/>
          </a:p>
        </p:txBody>
      </p:sp>
      <p:sp>
        <p:nvSpPr>
          <p:cNvPr id="44" name="Shape 42"/>
          <p:cNvSpPr/>
          <p:nvPr/>
        </p:nvSpPr>
        <p:spPr>
          <a:xfrm>
            <a:off x="11407973" y="756415"/>
            <a:ext cx="35960" cy="35960"/>
          </a:xfrm>
          <a:prstGeom prst="ellipse">
            <a:avLst/>
          </a:prstGeom>
          <a:solidFill>
            <a:srgbClr val="000000"/>
          </a:solidFill>
          <a:ln/>
        </p:spPr>
        <p:txBody>
          <a:bodyPr/>
          <a:lstStyle/>
          <a:p>
            <a:endParaRPr/>
          </a:p>
        </p:txBody>
      </p:sp>
      <p:sp>
        <p:nvSpPr>
          <p:cNvPr id="45" name="Shape 43"/>
          <p:cNvSpPr/>
          <p:nvPr/>
        </p:nvSpPr>
        <p:spPr>
          <a:xfrm>
            <a:off x="11207308" y="763884"/>
            <a:ext cx="34616" cy="34616"/>
          </a:xfrm>
          <a:prstGeom prst="ellipse">
            <a:avLst/>
          </a:prstGeom>
          <a:solidFill>
            <a:srgbClr val="000000"/>
          </a:solidFill>
          <a:ln/>
        </p:spPr>
        <p:txBody>
          <a:bodyPr/>
          <a:lstStyle/>
          <a:p>
            <a:endParaRPr/>
          </a:p>
        </p:txBody>
      </p:sp>
      <p:sp>
        <p:nvSpPr>
          <p:cNvPr id="46" name="Shape 44"/>
          <p:cNvSpPr/>
          <p:nvPr/>
        </p:nvSpPr>
        <p:spPr>
          <a:xfrm>
            <a:off x="11018670" y="780462"/>
            <a:ext cx="34616" cy="34616"/>
          </a:xfrm>
          <a:prstGeom prst="ellipse">
            <a:avLst/>
          </a:prstGeom>
          <a:solidFill>
            <a:srgbClr val="000000"/>
          </a:solidFill>
          <a:ln/>
        </p:spPr>
        <p:txBody>
          <a:bodyPr/>
          <a:lstStyle/>
          <a:p>
            <a:endParaRPr/>
          </a:p>
        </p:txBody>
      </p:sp>
      <p:sp>
        <p:nvSpPr>
          <p:cNvPr id="47" name="Shape 45"/>
          <p:cNvSpPr/>
          <p:nvPr/>
        </p:nvSpPr>
        <p:spPr>
          <a:xfrm>
            <a:off x="11591670" y="780123"/>
            <a:ext cx="35294" cy="35294"/>
          </a:xfrm>
          <a:prstGeom prst="ellipse">
            <a:avLst/>
          </a:prstGeom>
          <a:solidFill>
            <a:srgbClr val="000000"/>
          </a:solidFill>
          <a:ln/>
        </p:spPr>
        <p:txBody>
          <a:bodyPr/>
          <a:lstStyle/>
          <a:p>
            <a:endParaRPr/>
          </a:p>
        </p:txBody>
      </p:sp>
      <p:sp>
        <p:nvSpPr>
          <p:cNvPr id="48" name="Shape 46"/>
          <p:cNvSpPr/>
          <p:nvPr/>
        </p:nvSpPr>
        <p:spPr>
          <a:xfrm>
            <a:off x="11079010" y="790179"/>
            <a:ext cx="51270" cy="51270"/>
          </a:xfrm>
          <a:prstGeom prst="ellipse">
            <a:avLst/>
          </a:prstGeom>
          <a:solidFill>
            <a:srgbClr val="000000"/>
          </a:solidFill>
          <a:ln/>
        </p:spPr>
        <p:txBody>
          <a:bodyPr/>
          <a:lstStyle/>
          <a:p>
            <a:endParaRPr/>
          </a:p>
        </p:txBody>
      </p:sp>
      <p:sp>
        <p:nvSpPr>
          <p:cNvPr id="49" name="Shape 47"/>
          <p:cNvSpPr/>
          <p:nvPr/>
        </p:nvSpPr>
        <p:spPr>
          <a:xfrm>
            <a:off x="11515218" y="789692"/>
            <a:ext cx="52602" cy="52602"/>
          </a:xfrm>
          <a:prstGeom prst="ellipse">
            <a:avLst/>
          </a:prstGeom>
          <a:solidFill>
            <a:srgbClr val="000000"/>
          </a:solidFill>
          <a:ln/>
        </p:spPr>
        <p:txBody>
          <a:bodyPr/>
          <a:lstStyle/>
          <a:p>
            <a:endParaRPr/>
          </a:p>
        </p:txBody>
      </p:sp>
      <p:sp>
        <p:nvSpPr>
          <p:cNvPr id="50" name="Shape 48"/>
          <p:cNvSpPr/>
          <p:nvPr/>
        </p:nvSpPr>
        <p:spPr>
          <a:xfrm>
            <a:off x="11147371" y="803460"/>
            <a:ext cx="35627" cy="35627"/>
          </a:xfrm>
          <a:prstGeom prst="ellipse">
            <a:avLst/>
          </a:prstGeom>
          <a:solidFill>
            <a:srgbClr val="000000"/>
          </a:solidFill>
          <a:ln/>
        </p:spPr>
        <p:txBody>
          <a:bodyPr/>
          <a:lstStyle/>
          <a:p>
            <a:endParaRPr/>
          </a:p>
        </p:txBody>
      </p:sp>
      <p:sp>
        <p:nvSpPr>
          <p:cNvPr id="51" name="Shape 49"/>
          <p:cNvSpPr/>
          <p:nvPr/>
        </p:nvSpPr>
        <p:spPr>
          <a:xfrm>
            <a:off x="11347786" y="804293"/>
            <a:ext cx="35294" cy="35294"/>
          </a:xfrm>
          <a:prstGeom prst="ellipse">
            <a:avLst/>
          </a:prstGeom>
          <a:solidFill>
            <a:srgbClr val="000000"/>
          </a:solidFill>
          <a:ln/>
        </p:spPr>
        <p:txBody>
          <a:bodyPr/>
          <a:lstStyle/>
          <a:p>
            <a:endParaRPr/>
          </a:p>
        </p:txBody>
      </p:sp>
      <p:sp>
        <p:nvSpPr>
          <p:cNvPr id="52" name="Shape 50"/>
          <p:cNvSpPr/>
          <p:nvPr/>
        </p:nvSpPr>
        <p:spPr>
          <a:xfrm>
            <a:off x="11465119" y="800919"/>
            <a:ext cx="34961" cy="34961"/>
          </a:xfrm>
          <a:prstGeom prst="ellipse">
            <a:avLst/>
          </a:prstGeom>
          <a:solidFill>
            <a:srgbClr val="000000"/>
          </a:solidFill>
          <a:ln/>
        </p:spPr>
        <p:txBody>
          <a:bodyPr/>
          <a:lstStyle/>
          <a:p>
            <a:endParaRPr/>
          </a:p>
        </p:txBody>
      </p:sp>
      <p:sp>
        <p:nvSpPr>
          <p:cNvPr id="53" name="Shape 51"/>
          <p:cNvSpPr/>
          <p:nvPr/>
        </p:nvSpPr>
        <p:spPr>
          <a:xfrm>
            <a:off x="11270669" y="806590"/>
            <a:ext cx="35627" cy="35627"/>
          </a:xfrm>
          <a:prstGeom prst="ellipse">
            <a:avLst/>
          </a:prstGeom>
          <a:solidFill>
            <a:srgbClr val="000000"/>
          </a:solidFill>
          <a:ln/>
        </p:spPr>
        <p:txBody>
          <a:bodyPr/>
          <a:lstStyle/>
          <a:p>
            <a:endParaRPr/>
          </a:p>
        </p:txBody>
      </p:sp>
      <p:sp>
        <p:nvSpPr>
          <p:cNvPr id="54" name="Shape 52"/>
          <p:cNvSpPr/>
          <p:nvPr/>
        </p:nvSpPr>
        <p:spPr>
          <a:xfrm>
            <a:off x="11191498" y="817766"/>
            <a:ext cx="57633" cy="57633"/>
          </a:xfrm>
          <a:prstGeom prst="ellipse">
            <a:avLst/>
          </a:prstGeom>
          <a:solidFill>
            <a:srgbClr val="000000"/>
          </a:solidFill>
          <a:ln/>
        </p:spPr>
        <p:txBody>
          <a:bodyPr/>
          <a:lstStyle/>
          <a:p>
            <a:endParaRPr/>
          </a:p>
        </p:txBody>
      </p:sp>
      <p:sp>
        <p:nvSpPr>
          <p:cNvPr id="55" name="Shape 53"/>
          <p:cNvSpPr/>
          <p:nvPr/>
        </p:nvSpPr>
        <p:spPr>
          <a:xfrm>
            <a:off x="11396573" y="817888"/>
            <a:ext cx="57633" cy="57633"/>
          </a:xfrm>
          <a:prstGeom prst="ellipse">
            <a:avLst/>
          </a:prstGeom>
          <a:solidFill>
            <a:srgbClr val="000000"/>
          </a:solidFill>
          <a:ln/>
        </p:spPr>
        <p:txBody>
          <a:bodyPr/>
          <a:lstStyle/>
          <a:p>
            <a:endParaRPr/>
          </a:p>
        </p:txBody>
      </p:sp>
      <p:sp>
        <p:nvSpPr>
          <p:cNvPr id="56" name="Shape 54"/>
          <p:cNvSpPr/>
          <p:nvPr/>
        </p:nvSpPr>
        <p:spPr>
          <a:xfrm>
            <a:off x="11123445" y="851985"/>
            <a:ext cx="52167" cy="52167"/>
          </a:xfrm>
          <a:prstGeom prst="ellipse">
            <a:avLst/>
          </a:prstGeom>
          <a:solidFill>
            <a:srgbClr val="000000"/>
          </a:solidFill>
          <a:ln/>
        </p:spPr>
        <p:txBody>
          <a:bodyPr/>
          <a:lstStyle/>
          <a:p>
            <a:endParaRPr/>
          </a:p>
        </p:txBody>
      </p:sp>
      <p:sp>
        <p:nvSpPr>
          <p:cNvPr id="57" name="Shape 55"/>
          <p:cNvSpPr/>
          <p:nvPr/>
        </p:nvSpPr>
        <p:spPr>
          <a:xfrm>
            <a:off x="11294647" y="851390"/>
            <a:ext cx="57223" cy="57223"/>
          </a:xfrm>
          <a:prstGeom prst="ellipse">
            <a:avLst/>
          </a:prstGeom>
          <a:solidFill>
            <a:srgbClr val="000000"/>
          </a:solidFill>
          <a:ln/>
        </p:spPr>
        <p:txBody>
          <a:bodyPr/>
          <a:lstStyle/>
          <a:p>
            <a:endParaRPr/>
          </a:p>
        </p:txBody>
      </p:sp>
      <p:sp>
        <p:nvSpPr>
          <p:cNvPr id="58" name="Shape 56"/>
          <p:cNvSpPr/>
          <p:nvPr/>
        </p:nvSpPr>
        <p:spPr>
          <a:xfrm>
            <a:off x="11470202" y="852382"/>
            <a:ext cx="52384" cy="52384"/>
          </a:xfrm>
          <a:prstGeom prst="ellipse">
            <a:avLst/>
          </a:prstGeom>
          <a:solidFill>
            <a:srgbClr val="000000"/>
          </a:solidFill>
          <a:ln/>
        </p:spPr>
        <p:txBody>
          <a:bodyPr/>
          <a:lstStyle/>
          <a:p>
            <a:endParaRPr/>
          </a:p>
        </p:txBody>
      </p:sp>
      <p:sp>
        <p:nvSpPr>
          <p:cNvPr id="59" name="Shape 57"/>
          <p:cNvSpPr/>
          <p:nvPr/>
        </p:nvSpPr>
        <p:spPr>
          <a:xfrm>
            <a:off x="11060774" y="864607"/>
            <a:ext cx="35627" cy="35627"/>
          </a:xfrm>
          <a:prstGeom prst="ellipse">
            <a:avLst/>
          </a:prstGeom>
          <a:solidFill>
            <a:srgbClr val="000000"/>
          </a:solidFill>
          <a:ln/>
        </p:spPr>
        <p:txBody>
          <a:bodyPr/>
          <a:lstStyle/>
          <a:p>
            <a:endParaRPr/>
          </a:p>
        </p:txBody>
      </p:sp>
      <p:sp>
        <p:nvSpPr>
          <p:cNvPr id="60" name="Shape 58"/>
          <p:cNvSpPr/>
          <p:nvPr/>
        </p:nvSpPr>
        <p:spPr>
          <a:xfrm>
            <a:off x="11548733" y="864185"/>
            <a:ext cx="35627" cy="35627"/>
          </a:xfrm>
          <a:prstGeom prst="ellipse">
            <a:avLst/>
          </a:prstGeom>
          <a:solidFill>
            <a:srgbClr val="000000"/>
          </a:solidFill>
          <a:ln/>
        </p:spPr>
        <p:txBody>
          <a:bodyPr/>
          <a:lstStyle/>
          <a:p>
            <a:endParaRPr/>
          </a:p>
        </p:txBody>
      </p:sp>
      <p:sp>
        <p:nvSpPr>
          <p:cNvPr id="61" name="Shape 59"/>
          <p:cNvSpPr/>
          <p:nvPr/>
        </p:nvSpPr>
        <p:spPr>
          <a:xfrm>
            <a:off x="11246231" y="873908"/>
            <a:ext cx="35627" cy="35627"/>
          </a:xfrm>
          <a:prstGeom prst="ellipse">
            <a:avLst/>
          </a:prstGeom>
          <a:solidFill>
            <a:srgbClr val="000000"/>
          </a:solidFill>
          <a:ln/>
        </p:spPr>
        <p:txBody>
          <a:bodyPr/>
          <a:lstStyle/>
          <a:p>
            <a:endParaRPr/>
          </a:p>
        </p:txBody>
      </p:sp>
      <p:sp>
        <p:nvSpPr>
          <p:cNvPr id="62" name="Shape 60"/>
          <p:cNvSpPr/>
          <p:nvPr/>
        </p:nvSpPr>
        <p:spPr>
          <a:xfrm>
            <a:off x="11367418" y="872896"/>
            <a:ext cx="35627" cy="35627"/>
          </a:xfrm>
          <a:prstGeom prst="ellipse">
            <a:avLst/>
          </a:prstGeom>
          <a:solidFill>
            <a:srgbClr val="000000"/>
          </a:solidFill>
          <a:ln/>
        </p:spPr>
        <p:txBody>
          <a:bodyPr/>
          <a:lstStyle/>
          <a:p>
            <a:endParaRPr/>
          </a:p>
        </p:txBody>
      </p:sp>
      <p:sp>
        <p:nvSpPr>
          <p:cNvPr id="63" name="Shape 61"/>
          <p:cNvSpPr/>
          <p:nvPr/>
        </p:nvSpPr>
        <p:spPr>
          <a:xfrm>
            <a:off x="11185366" y="897322"/>
            <a:ext cx="51936" cy="51936"/>
          </a:xfrm>
          <a:prstGeom prst="ellipse">
            <a:avLst/>
          </a:prstGeom>
          <a:solidFill>
            <a:srgbClr val="000000"/>
          </a:solidFill>
          <a:ln/>
        </p:spPr>
        <p:txBody>
          <a:bodyPr/>
          <a:lstStyle/>
          <a:p>
            <a:endParaRPr/>
          </a:p>
        </p:txBody>
      </p:sp>
      <p:sp>
        <p:nvSpPr>
          <p:cNvPr id="64" name="Shape 62"/>
          <p:cNvSpPr/>
          <p:nvPr/>
        </p:nvSpPr>
        <p:spPr>
          <a:xfrm>
            <a:off x="11407845" y="897655"/>
            <a:ext cx="52602" cy="52602"/>
          </a:xfrm>
          <a:prstGeom prst="ellipse">
            <a:avLst/>
          </a:prstGeom>
          <a:solidFill>
            <a:srgbClr val="000000"/>
          </a:solidFill>
          <a:ln/>
        </p:spPr>
        <p:txBody>
          <a:bodyPr/>
          <a:lstStyle/>
          <a:p>
            <a:endParaRPr/>
          </a:p>
        </p:txBody>
      </p:sp>
      <p:sp>
        <p:nvSpPr>
          <p:cNvPr id="65" name="Shape 63"/>
          <p:cNvSpPr/>
          <p:nvPr/>
        </p:nvSpPr>
        <p:spPr>
          <a:xfrm>
            <a:off x="11258822" y="921466"/>
            <a:ext cx="51270" cy="51270"/>
          </a:xfrm>
          <a:prstGeom prst="ellipse">
            <a:avLst/>
          </a:prstGeom>
          <a:solidFill>
            <a:srgbClr val="000000"/>
          </a:solidFill>
          <a:ln/>
        </p:spPr>
        <p:txBody>
          <a:bodyPr/>
          <a:lstStyle/>
          <a:p>
            <a:endParaRPr/>
          </a:p>
        </p:txBody>
      </p:sp>
      <p:sp>
        <p:nvSpPr>
          <p:cNvPr id="66" name="Shape 64"/>
          <p:cNvSpPr/>
          <p:nvPr/>
        </p:nvSpPr>
        <p:spPr>
          <a:xfrm>
            <a:off x="11335350" y="921504"/>
            <a:ext cx="51270" cy="51270"/>
          </a:xfrm>
          <a:prstGeom prst="ellipse">
            <a:avLst/>
          </a:prstGeom>
          <a:solidFill>
            <a:srgbClr val="000000"/>
          </a:solidFill>
          <a:ln/>
        </p:spPr>
        <p:txBody>
          <a:bodyPr/>
          <a:lstStyle/>
          <a:p>
            <a:endParaRPr/>
          </a:p>
        </p:txBody>
      </p:sp>
      <p:sp>
        <p:nvSpPr>
          <p:cNvPr id="67" name="Shape 65"/>
          <p:cNvSpPr/>
          <p:nvPr/>
        </p:nvSpPr>
        <p:spPr>
          <a:xfrm>
            <a:off x="11127388" y="931368"/>
            <a:ext cx="35294" cy="35294"/>
          </a:xfrm>
          <a:prstGeom prst="ellipse">
            <a:avLst/>
          </a:prstGeom>
          <a:solidFill>
            <a:srgbClr val="000000"/>
          </a:solidFill>
          <a:ln/>
        </p:spPr>
        <p:txBody>
          <a:bodyPr/>
          <a:lstStyle/>
          <a:p>
            <a:endParaRPr/>
          </a:p>
        </p:txBody>
      </p:sp>
      <p:sp>
        <p:nvSpPr>
          <p:cNvPr id="68" name="Shape 66"/>
          <p:cNvSpPr/>
          <p:nvPr/>
        </p:nvSpPr>
        <p:spPr>
          <a:xfrm>
            <a:off x="11481979" y="931035"/>
            <a:ext cx="35960" cy="35960"/>
          </a:xfrm>
          <a:prstGeom prst="ellipse">
            <a:avLst/>
          </a:prstGeom>
          <a:solidFill>
            <a:srgbClr val="000000"/>
          </a:solidFill>
          <a:ln/>
        </p:spPr>
        <p:txBody>
          <a:bodyPr/>
          <a:lstStyle/>
          <a:p>
            <a:endParaRPr/>
          </a:p>
        </p:txBody>
      </p:sp>
      <p:sp>
        <p:nvSpPr>
          <p:cNvPr id="69" name="Shape 67"/>
          <p:cNvSpPr/>
          <p:nvPr/>
        </p:nvSpPr>
        <p:spPr>
          <a:xfrm>
            <a:off x="11211987" y="974695"/>
            <a:ext cx="34961" cy="34961"/>
          </a:xfrm>
          <a:prstGeom prst="ellipse">
            <a:avLst/>
          </a:prstGeom>
          <a:solidFill>
            <a:srgbClr val="000000"/>
          </a:solidFill>
          <a:ln/>
        </p:spPr>
        <p:txBody>
          <a:bodyPr/>
          <a:lstStyle/>
          <a:p>
            <a:endParaRPr/>
          </a:p>
        </p:txBody>
      </p:sp>
      <p:sp>
        <p:nvSpPr>
          <p:cNvPr id="70" name="Shape 68"/>
          <p:cNvSpPr/>
          <p:nvPr/>
        </p:nvSpPr>
        <p:spPr>
          <a:xfrm>
            <a:off x="11398461" y="974695"/>
            <a:ext cx="34961" cy="34961"/>
          </a:xfrm>
          <a:prstGeom prst="ellipse">
            <a:avLst/>
          </a:prstGeom>
          <a:solidFill>
            <a:srgbClr val="000000"/>
          </a:solidFill>
          <a:ln/>
        </p:spPr>
        <p:txBody>
          <a:bodyPr/>
          <a:lstStyle/>
          <a:p>
            <a:endParaRPr/>
          </a:p>
        </p:txBody>
      </p:sp>
      <p:sp>
        <p:nvSpPr>
          <p:cNvPr id="71" name="Shape 69"/>
          <p:cNvSpPr/>
          <p:nvPr/>
        </p:nvSpPr>
        <p:spPr>
          <a:xfrm>
            <a:off x="11304837" y="988501"/>
            <a:ext cx="35627" cy="35627"/>
          </a:xfrm>
          <a:prstGeom prst="ellipse">
            <a:avLst/>
          </a:prstGeom>
          <a:solidFill>
            <a:srgbClr val="000000"/>
          </a:solidFill>
          <a:ln/>
        </p:spPr>
        <p:txBody>
          <a:bodyPr/>
          <a:lstStyle/>
          <a:p>
            <a:endParaRPr/>
          </a:p>
        </p:txBody>
      </p:sp>
      <p:sp>
        <p:nvSpPr>
          <p:cNvPr id="72" name="Text 70"/>
          <p:cNvSpPr/>
          <p:nvPr/>
        </p:nvSpPr>
        <p:spPr>
          <a:xfrm>
            <a:off x="548640" y="411480"/>
            <a:ext cx="10088575" cy="777240"/>
          </a:xfrm>
          <a:prstGeom prst="rect">
            <a:avLst/>
          </a:prstGeom>
          <a:noFill/>
          <a:ln/>
        </p:spPr>
        <p:txBody>
          <a:bodyPr wrap="square" lIns="0" tIns="0" rIns="0" bIns="0" rtlCol="0" anchor="ctr"/>
          <a:lstStyle/>
          <a:p>
            <a:pPr marL="0" indent="0" algn="l">
              <a:lnSpc>
                <a:spcPct val="105000"/>
              </a:lnSpc>
              <a:buNone/>
            </a:pPr>
            <a:r>
              <a:rPr lang="en-US" sz="3400" dirty="0">
                <a:solidFill>
                  <a:srgbClr val="3D68EC"/>
                </a:solidFill>
                <a:latin typeface="General Sans Semibold" pitchFamily="34" charset="0"/>
                <a:ea typeface="General Sans Semibold" pitchFamily="34" charset="-122"/>
                <a:cs typeface="General Sans Semibold" pitchFamily="34" charset="-120"/>
              </a:rPr>
              <a:t>Chatbot of agent: wie doet het werk?</a:t>
            </a:r>
            <a:endParaRPr lang="en-US" sz="3400" dirty="0"/>
          </a:p>
        </p:txBody>
      </p:sp>
      <p:sp>
        <p:nvSpPr>
          <p:cNvPr id="73" name="Shape 71"/>
          <p:cNvSpPr/>
          <p:nvPr/>
        </p:nvSpPr>
        <p:spPr>
          <a:xfrm>
            <a:off x="548640" y="1371600"/>
            <a:ext cx="5410048" cy="2713482"/>
          </a:xfrm>
          <a:prstGeom prst="roundRect">
            <a:avLst>
              <a:gd name="adj" fmla="val 3180"/>
            </a:avLst>
          </a:prstGeom>
          <a:solidFill>
            <a:srgbClr val="DD784B"/>
          </a:solidFill>
          <a:ln/>
        </p:spPr>
        <p:txBody>
          <a:bodyPr/>
          <a:lstStyle/>
          <a:p>
            <a:endParaRPr/>
          </a:p>
        </p:txBody>
      </p:sp>
      <p:pic>
        <p:nvPicPr>
          <p:cNvPr id="74" name="Image 0" descr="exports\_hulp2\img\gesprek.png"/>
          <p:cNvPicPr>
            <a:picLocks noChangeAspect="1"/>
          </p:cNvPicPr>
          <p:nvPr/>
        </p:nvPicPr>
        <p:blipFill>
          <a:blip r:embed="rId3"/>
          <a:stretch>
            <a:fillRect/>
          </a:stretch>
        </p:blipFill>
        <p:spPr>
          <a:xfrm>
            <a:off x="4769968" y="1554480"/>
            <a:ext cx="1005840" cy="1005840"/>
          </a:xfrm>
          <a:prstGeom prst="rect">
            <a:avLst/>
          </a:prstGeom>
        </p:spPr>
      </p:pic>
      <p:sp>
        <p:nvSpPr>
          <p:cNvPr id="75" name="Text 72"/>
          <p:cNvSpPr/>
          <p:nvPr/>
        </p:nvSpPr>
        <p:spPr>
          <a:xfrm>
            <a:off x="822960" y="1645920"/>
            <a:ext cx="4861408" cy="338328"/>
          </a:xfrm>
          <a:prstGeom prst="rect">
            <a:avLst/>
          </a:prstGeom>
          <a:noFill/>
          <a:ln/>
        </p:spPr>
        <p:txBody>
          <a:bodyPr wrap="square" lIns="0" tIns="0" rIns="0" bIns="0" rtlCol="0" anchor="t"/>
          <a:lstStyle/>
          <a:p>
            <a:pPr marL="0" indent="0" algn="l">
              <a:lnSpc>
                <a:spcPct val="105000"/>
              </a:lnSpc>
              <a:buNone/>
            </a:pPr>
            <a:r>
              <a:rPr lang="en-US" sz="2200" dirty="0">
                <a:solidFill>
                  <a:srgbClr val="000000"/>
                </a:solidFill>
                <a:latin typeface="General Sans Semibold" pitchFamily="34" charset="0"/>
                <a:ea typeface="General Sans Semibold" pitchFamily="34" charset="-122"/>
                <a:cs typeface="General Sans Semibold" pitchFamily="34" charset="-120"/>
              </a:rPr>
              <a:t>Chatbot</a:t>
            </a:r>
            <a:endParaRPr lang="en-US" sz="2200" dirty="0"/>
          </a:p>
        </p:txBody>
      </p:sp>
      <p:sp>
        <p:nvSpPr>
          <p:cNvPr id="76" name="Text 73"/>
          <p:cNvSpPr/>
          <p:nvPr/>
        </p:nvSpPr>
        <p:spPr>
          <a:xfrm>
            <a:off x="822960" y="2258568"/>
            <a:ext cx="4861408" cy="274320"/>
          </a:xfrm>
          <a:prstGeom prst="rect">
            <a:avLst/>
          </a:prstGeom>
          <a:noFill/>
          <a:ln/>
        </p:spPr>
        <p:txBody>
          <a:bodyPr wrap="square" lIns="0" tIns="0" rIns="0" bIns="0" rtlCol="0" anchor="t"/>
          <a:lstStyle/>
          <a:p>
            <a:pPr marL="0" indent="0" algn="l">
              <a:lnSpc>
                <a:spcPct val="105000"/>
              </a:lnSpc>
              <a:buNone/>
            </a:pPr>
            <a:r>
              <a:rPr lang="en-US" sz="1100" kern="0" spc="300" dirty="0">
                <a:solidFill>
                  <a:srgbClr val="000000"/>
                </a:solidFill>
                <a:latin typeface="General Sans Semibold" pitchFamily="34" charset="0"/>
                <a:ea typeface="General Sans Semibold" pitchFamily="34" charset="-122"/>
                <a:cs typeface="General Sans Semibold" pitchFamily="34" charset="-120"/>
              </a:rPr>
              <a:t>GEEFT ANTWOORD</a:t>
            </a:r>
            <a:endParaRPr lang="en-US" sz="1100" dirty="0"/>
          </a:p>
        </p:txBody>
      </p:sp>
      <p:sp>
        <p:nvSpPr>
          <p:cNvPr id="77" name="Text 74"/>
          <p:cNvSpPr/>
          <p:nvPr/>
        </p:nvSpPr>
        <p:spPr>
          <a:xfrm>
            <a:off x="822960" y="2606040"/>
            <a:ext cx="4861408" cy="541020"/>
          </a:xfrm>
          <a:prstGeom prst="rect">
            <a:avLst/>
          </a:prstGeom>
          <a:noFill/>
          <a:ln/>
        </p:spPr>
        <p:txBody>
          <a:bodyPr wrap="square" lIns="0" tIns="0" rIns="0" bIns="0" rtlCol="0" anchor="t"/>
          <a:lstStyle/>
          <a:p>
            <a:pPr marL="0" indent="0" algn="l">
              <a:lnSpc>
                <a:spcPct val="105000"/>
              </a:lnSpc>
              <a:buNone/>
            </a:pPr>
            <a:r>
              <a:rPr lang="en-US" sz="1500" dirty="0">
                <a:solidFill>
                  <a:srgbClr val="000000"/>
                </a:solidFill>
                <a:latin typeface="General Sans" pitchFamily="34" charset="0"/>
                <a:ea typeface="General Sans" pitchFamily="34" charset="-122"/>
                <a:cs typeface="General Sans" pitchFamily="34" charset="-120"/>
              </a:rPr>
              <a:t>Jij plakt de code, draait die en zoekt de fout.</a:t>
            </a:r>
            <a:endParaRPr lang="en-US" sz="1500" dirty="0"/>
          </a:p>
        </p:txBody>
      </p:sp>
      <p:sp>
        <p:nvSpPr>
          <p:cNvPr id="78" name="Text 75"/>
          <p:cNvSpPr/>
          <p:nvPr/>
        </p:nvSpPr>
        <p:spPr>
          <a:xfrm>
            <a:off x="822960" y="3284220"/>
            <a:ext cx="4861408" cy="274320"/>
          </a:xfrm>
          <a:prstGeom prst="rect">
            <a:avLst/>
          </a:prstGeom>
          <a:noFill/>
          <a:ln/>
        </p:spPr>
        <p:txBody>
          <a:bodyPr wrap="square" lIns="0" tIns="0" rIns="0" bIns="0" rtlCol="0" anchor="t"/>
          <a:lstStyle/>
          <a:p>
            <a:pPr marL="0" indent="0" algn="l">
              <a:lnSpc>
                <a:spcPct val="105000"/>
              </a:lnSpc>
              <a:buNone/>
            </a:pPr>
            <a:r>
              <a:rPr lang="en-US" sz="1100" kern="0" spc="300" dirty="0">
                <a:solidFill>
                  <a:srgbClr val="000000"/>
                </a:solidFill>
                <a:latin typeface="General Sans Semibold" pitchFamily="34" charset="0"/>
                <a:ea typeface="General Sans Semibold" pitchFamily="34" charset="-122"/>
                <a:cs typeface="General Sans Semibold" pitchFamily="34" charset="-120"/>
              </a:rPr>
              <a:t>VOORBEELD</a:t>
            </a:r>
            <a:endParaRPr lang="en-US" sz="1100" dirty="0"/>
          </a:p>
        </p:txBody>
      </p:sp>
      <p:sp>
        <p:nvSpPr>
          <p:cNvPr id="79" name="Text 76"/>
          <p:cNvSpPr/>
          <p:nvPr/>
        </p:nvSpPr>
        <p:spPr>
          <a:xfrm>
            <a:off x="822960" y="3631692"/>
            <a:ext cx="4861408" cy="316230"/>
          </a:xfrm>
          <a:prstGeom prst="rect">
            <a:avLst/>
          </a:prstGeom>
          <a:noFill/>
          <a:ln/>
        </p:spPr>
        <p:txBody>
          <a:bodyPr wrap="square" lIns="0" tIns="0" rIns="0" bIns="0" rtlCol="0" anchor="t"/>
          <a:lstStyle/>
          <a:p>
            <a:pPr marL="0" indent="0" algn="l">
              <a:lnSpc>
                <a:spcPct val="105000"/>
              </a:lnSpc>
              <a:buNone/>
            </a:pPr>
            <a:r>
              <a:rPr lang="en-US" sz="1500" dirty="0">
                <a:solidFill>
                  <a:srgbClr val="000000"/>
                </a:solidFill>
                <a:latin typeface="General Sans" pitchFamily="34" charset="0"/>
                <a:ea typeface="General Sans" pitchFamily="34" charset="-122"/>
                <a:cs typeface="General Sans" pitchFamily="34" charset="-120"/>
              </a:rPr>
              <a:t>ChatGPT, Copilot Chat</a:t>
            </a:r>
            <a:endParaRPr lang="en-US" sz="1500" dirty="0"/>
          </a:p>
        </p:txBody>
      </p:sp>
      <p:sp>
        <p:nvSpPr>
          <p:cNvPr id="80" name="Shape 77"/>
          <p:cNvSpPr/>
          <p:nvPr/>
        </p:nvSpPr>
        <p:spPr>
          <a:xfrm>
            <a:off x="6233008" y="1371600"/>
            <a:ext cx="5410048" cy="2713482"/>
          </a:xfrm>
          <a:prstGeom prst="roundRect">
            <a:avLst>
              <a:gd name="adj" fmla="val 3180"/>
            </a:avLst>
          </a:prstGeom>
          <a:solidFill>
            <a:srgbClr val="3D68EC"/>
          </a:solidFill>
          <a:ln/>
        </p:spPr>
        <p:txBody>
          <a:bodyPr/>
          <a:lstStyle/>
          <a:p>
            <a:endParaRPr/>
          </a:p>
        </p:txBody>
      </p:sp>
      <p:pic>
        <p:nvPicPr>
          <p:cNvPr id="81" name="Image 1" descr="exports\_hulp2\img\Laptopman.png"/>
          <p:cNvPicPr>
            <a:picLocks noChangeAspect="1"/>
          </p:cNvPicPr>
          <p:nvPr/>
        </p:nvPicPr>
        <p:blipFill>
          <a:blip r:embed="rId4"/>
          <a:stretch>
            <a:fillRect/>
          </a:stretch>
        </p:blipFill>
        <p:spPr>
          <a:xfrm>
            <a:off x="10454335" y="1554480"/>
            <a:ext cx="1005840" cy="1005840"/>
          </a:xfrm>
          <a:prstGeom prst="rect">
            <a:avLst/>
          </a:prstGeom>
        </p:spPr>
      </p:pic>
      <p:sp>
        <p:nvSpPr>
          <p:cNvPr id="82" name="Text 78"/>
          <p:cNvSpPr/>
          <p:nvPr/>
        </p:nvSpPr>
        <p:spPr>
          <a:xfrm>
            <a:off x="6507328" y="1645920"/>
            <a:ext cx="4861408" cy="338328"/>
          </a:xfrm>
          <a:prstGeom prst="rect">
            <a:avLst/>
          </a:prstGeom>
          <a:noFill/>
          <a:ln/>
        </p:spPr>
        <p:txBody>
          <a:bodyPr wrap="square" lIns="0" tIns="0" rIns="0" bIns="0" rtlCol="0" anchor="t"/>
          <a:lstStyle/>
          <a:p>
            <a:pPr marL="0" indent="0" algn="l">
              <a:lnSpc>
                <a:spcPct val="105000"/>
              </a:lnSpc>
              <a:buNone/>
            </a:pPr>
            <a:r>
              <a:rPr lang="en-US" sz="2200" dirty="0">
                <a:solidFill>
                  <a:srgbClr val="F4D9DC"/>
                </a:solidFill>
                <a:latin typeface="General Sans Semibold" pitchFamily="34" charset="0"/>
                <a:ea typeface="General Sans Semibold" pitchFamily="34" charset="-122"/>
                <a:cs typeface="General Sans Semibold" pitchFamily="34" charset="-120"/>
              </a:rPr>
              <a:t>Agent</a:t>
            </a:r>
            <a:endParaRPr lang="en-US" sz="2200" dirty="0"/>
          </a:p>
        </p:txBody>
      </p:sp>
      <p:sp>
        <p:nvSpPr>
          <p:cNvPr id="83" name="Text 79"/>
          <p:cNvSpPr/>
          <p:nvPr/>
        </p:nvSpPr>
        <p:spPr>
          <a:xfrm>
            <a:off x="6507328" y="2258568"/>
            <a:ext cx="4861408" cy="274320"/>
          </a:xfrm>
          <a:prstGeom prst="rect">
            <a:avLst/>
          </a:prstGeom>
          <a:noFill/>
          <a:ln/>
        </p:spPr>
        <p:txBody>
          <a:bodyPr wrap="square" lIns="0" tIns="0" rIns="0" bIns="0" rtlCol="0" anchor="t"/>
          <a:lstStyle/>
          <a:p>
            <a:pPr marL="0" indent="0" algn="l">
              <a:lnSpc>
                <a:spcPct val="105000"/>
              </a:lnSpc>
              <a:buNone/>
            </a:pPr>
            <a:r>
              <a:rPr lang="en-US" sz="1100" kern="0" spc="300" dirty="0">
                <a:solidFill>
                  <a:srgbClr val="F4D74B"/>
                </a:solidFill>
                <a:latin typeface="General Sans Semibold" pitchFamily="34" charset="0"/>
                <a:ea typeface="General Sans Semibold" pitchFamily="34" charset="-122"/>
                <a:cs typeface="General Sans Semibold" pitchFamily="34" charset="-120"/>
              </a:rPr>
              <a:t>DOET HET WERK</a:t>
            </a:r>
            <a:endParaRPr lang="en-US" sz="1100" dirty="0"/>
          </a:p>
        </p:txBody>
      </p:sp>
      <p:sp>
        <p:nvSpPr>
          <p:cNvPr id="84" name="Text 80"/>
          <p:cNvSpPr/>
          <p:nvPr/>
        </p:nvSpPr>
        <p:spPr>
          <a:xfrm>
            <a:off x="6507328" y="2606040"/>
            <a:ext cx="4861408" cy="541020"/>
          </a:xfrm>
          <a:prstGeom prst="rect">
            <a:avLst/>
          </a:prstGeom>
          <a:noFill/>
          <a:ln/>
        </p:spPr>
        <p:txBody>
          <a:bodyPr wrap="square" lIns="0" tIns="0" rIns="0" bIns="0" rtlCol="0" anchor="t"/>
          <a:lstStyle/>
          <a:p>
            <a:pPr marL="0" indent="0" algn="l">
              <a:lnSpc>
                <a:spcPct val="105000"/>
              </a:lnSpc>
              <a:buNone/>
            </a:pPr>
            <a:r>
              <a:rPr lang="en-US" sz="1500" dirty="0">
                <a:solidFill>
                  <a:srgbClr val="F4D9DC"/>
                </a:solidFill>
                <a:latin typeface="General Sans" pitchFamily="34" charset="0"/>
                <a:ea typeface="General Sans" pitchFamily="34" charset="-122"/>
                <a:cs typeface="General Sans" pitchFamily="34" charset="-120"/>
              </a:rPr>
              <a:t>Leest je bestanden, schrijft code, draait die en verbetert tot het klopt.</a:t>
            </a:r>
            <a:endParaRPr lang="en-US" sz="1500" dirty="0"/>
          </a:p>
        </p:txBody>
      </p:sp>
      <p:sp>
        <p:nvSpPr>
          <p:cNvPr id="85" name="Text 81"/>
          <p:cNvSpPr/>
          <p:nvPr/>
        </p:nvSpPr>
        <p:spPr>
          <a:xfrm>
            <a:off x="6507328" y="3284220"/>
            <a:ext cx="4861408" cy="274320"/>
          </a:xfrm>
          <a:prstGeom prst="rect">
            <a:avLst/>
          </a:prstGeom>
          <a:noFill/>
          <a:ln/>
        </p:spPr>
        <p:txBody>
          <a:bodyPr wrap="square" lIns="0" tIns="0" rIns="0" bIns="0" rtlCol="0" anchor="t"/>
          <a:lstStyle/>
          <a:p>
            <a:pPr marL="0" indent="0" algn="l">
              <a:lnSpc>
                <a:spcPct val="105000"/>
              </a:lnSpc>
              <a:buNone/>
            </a:pPr>
            <a:r>
              <a:rPr lang="en-US" sz="1100" kern="0" spc="300" dirty="0">
                <a:solidFill>
                  <a:srgbClr val="F4D74B"/>
                </a:solidFill>
                <a:latin typeface="General Sans Semibold" pitchFamily="34" charset="0"/>
                <a:ea typeface="General Sans Semibold" pitchFamily="34" charset="-122"/>
                <a:cs typeface="General Sans Semibold" pitchFamily="34" charset="-120"/>
              </a:rPr>
              <a:t>VOORBEELD</a:t>
            </a:r>
            <a:endParaRPr lang="en-US" sz="1100" dirty="0"/>
          </a:p>
        </p:txBody>
      </p:sp>
      <p:sp>
        <p:nvSpPr>
          <p:cNvPr id="86" name="Text 82"/>
          <p:cNvSpPr/>
          <p:nvPr/>
        </p:nvSpPr>
        <p:spPr>
          <a:xfrm>
            <a:off x="6507328" y="3631692"/>
            <a:ext cx="4861408" cy="316230"/>
          </a:xfrm>
          <a:prstGeom prst="rect">
            <a:avLst/>
          </a:prstGeom>
          <a:noFill/>
          <a:ln/>
        </p:spPr>
        <p:txBody>
          <a:bodyPr wrap="square" lIns="0" tIns="0" rIns="0" bIns="0" rtlCol="0" anchor="t"/>
          <a:lstStyle/>
          <a:p>
            <a:pPr marL="0" indent="0" algn="l">
              <a:lnSpc>
                <a:spcPct val="105000"/>
              </a:lnSpc>
              <a:buNone/>
            </a:pPr>
            <a:r>
              <a:rPr lang="en-US" sz="1500" dirty="0">
                <a:solidFill>
                  <a:srgbClr val="F4D9DC"/>
                </a:solidFill>
                <a:latin typeface="General Sans" pitchFamily="34" charset="0"/>
                <a:ea typeface="General Sans" pitchFamily="34" charset="-122"/>
                <a:cs typeface="General Sans" pitchFamily="34" charset="-120"/>
              </a:rPr>
              <a:t>Claude Code</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CCEEE6"/>
        </a:solidFill>
        <a:effectLst/>
      </p:bgPr>
    </p:bg>
    <p:spTree>
      <p:nvGrpSpPr>
        <p:cNvPr id="1" name=""/>
        <p:cNvGrpSpPr/>
        <p:nvPr/>
      </p:nvGrpSpPr>
      <p:grpSpPr>
        <a:xfrm>
          <a:off x="0" y="0"/>
          <a:ext cx="0" cy="0"/>
          <a:chOff x="0" y="0"/>
          <a:chExt cx="0" cy="0"/>
        </a:xfrm>
      </p:grpSpPr>
      <p:sp>
        <p:nvSpPr>
          <p:cNvPr id="2" name="Shape 0"/>
          <p:cNvSpPr/>
          <p:nvPr/>
        </p:nvSpPr>
        <p:spPr>
          <a:xfrm>
            <a:off x="11304952" y="384048"/>
            <a:ext cx="35960" cy="35960"/>
          </a:xfrm>
          <a:prstGeom prst="ellipse">
            <a:avLst/>
          </a:prstGeom>
          <a:solidFill>
            <a:srgbClr val="000000"/>
          </a:solidFill>
          <a:ln/>
        </p:spPr>
        <p:txBody>
          <a:bodyPr/>
          <a:lstStyle/>
          <a:p>
            <a:endParaRPr/>
          </a:p>
        </p:txBody>
      </p:sp>
      <p:sp>
        <p:nvSpPr>
          <p:cNvPr id="3" name="Shape 1"/>
          <p:cNvSpPr/>
          <p:nvPr/>
        </p:nvSpPr>
        <p:spPr>
          <a:xfrm>
            <a:off x="11212173" y="399224"/>
            <a:ext cx="34616" cy="34616"/>
          </a:xfrm>
          <a:prstGeom prst="ellipse">
            <a:avLst/>
          </a:prstGeom>
          <a:solidFill>
            <a:srgbClr val="000000"/>
          </a:solidFill>
          <a:ln/>
        </p:spPr>
        <p:txBody>
          <a:bodyPr/>
          <a:lstStyle/>
          <a:p>
            <a:endParaRPr/>
          </a:p>
        </p:txBody>
      </p:sp>
      <p:sp>
        <p:nvSpPr>
          <p:cNvPr id="4" name="Shape 2"/>
          <p:cNvSpPr/>
          <p:nvPr/>
        </p:nvSpPr>
        <p:spPr>
          <a:xfrm>
            <a:off x="11398641" y="399224"/>
            <a:ext cx="34616" cy="34616"/>
          </a:xfrm>
          <a:prstGeom prst="ellipse">
            <a:avLst/>
          </a:prstGeom>
          <a:solidFill>
            <a:srgbClr val="000000"/>
          </a:solidFill>
          <a:ln/>
        </p:spPr>
        <p:txBody>
          <a:bodyPr/>
          <a:lstStyle/>
          <a:p>
            <a:endParaRPr/>
          </a:p>
        </p:txBody>
      </p:sp>
      <p:sp>
        <p:nvSpPr>
          <p:cNvPr id="5" name="Shape 3"/>
          <p:cNvSpPr/>
          <p:nvPr/>
        </p:nvSpPr>
        <p:spPr>
          <a:xfrm>
            <a:off x="11258374" y="435357"/>
            <a:ext cx="51936" cy="51936"/>
          </a:xfrm>
          <a:prstGeom prst="ellipse">
            <a:avLst/>
          </a:prstGeom>
          <a:solidFill>
            <a:srgbClr val="000000"/>
          </a:solidFill>
          <a:ln/>
        </p:spPr>
        <p:txBody>
          <a:bodyPr/>
          <a:lstStyle/>
          <a:p>
            <a:endParaRPr/>
          </a:p>
        </p:txBody>
      </p:sp>
      <p:sp>
        <p:nvSpPr>
          <p:cNvPr id="6" name="Shape 4"/>
          <p:cNvSpPr/>
          <p:nvPr/>
        </p:nvSpPr>
        <p:spPr>
          <a:xfrm>
            <a:off x="11335407" y="435306"/>
            <a:ext cx="51718" cy="51718"/>
          </a:xfrm>
          <a:prstGeom prst="ellipse">
            <a:avLst/>
          </a:prstGeom>
          <a:solidFill>
            <a:srgbClr val="000000"/>
          </a:solidFill>
          <a:ln/>
        </p:spPr>
        <p:txBody>
          <a:bodyPr/>
          <a:lstStyle/>
          <a:p>
            <a:endParaRPr/>
          </a:p>
        </p:txBody>
      </p:sp>
      <p:sp>
        <p:nvSpPr>
          <p:cNvPr id="7" name="Shape 5"/>
          <p:cNvSpPr/>
          <p:nvPr/>
        </p:nvSpPr>
        <p:spPr>
          <a:xfrm>
            <a:off x="11127388" y="442398"/>
            <a:ext cx="35294" cy="35294"/>
          </a:xfrm>
          <a:prstGeom prst="ellipse">
            <a:avLst/>
          </a:prstGeom>
          <a:solidFill>
            <a:srgbClr val="000000"/>
          </a:solidFill>
          <a:ln/>
        </p:spPr>
        <p:txBody>
          <a:bodyPr/>
          <a:lstStyle/>
          <a:p>
            <a:endParaRPr/>
          </a:p>
        </p:txBody>
      </p:sp>
      <p:sp>
        <p:nvSpPr>
          <p:cNvPr id="8" name="Shape 6"/>
          <p:cNvSpPr/>
          <p:nvPr/>
        </p:nvSpPr>
        <p:spPr>
          <a:xfrm>
            <a:off x="11482145" y="441649"/>
            <a:ext cx="35960" cy="35960"/>
          </a:xfrm>
          <a:prstGeom prst="ellipse">
            <a:avLst/>
          </a:prstGeom>
          <a:solidFill>
            <a:srgbClr val="000000"/>
          </a:solidFill>
          <a:ln/>
        </p:spPr>
        <p:txBody>
          <a:bodyPr/>
          <a:lstStyle/>
          <a:p>
            <a:endParaRPr/>
          </a:p>
        </p:txBody>
      </p:sp>
      <p:sp>
        <p:nvSpPr>
          <p:cNvPr id="9" name="Shape 7"/>
          <p:cNvSpPr/>
          <p:nvPr/>
        </p:nvSpPr>
        <p:spPr>
          <a:xfrm>
            <a:off x="11185603" y="459328"/>
            <a:ext cx="52167" cy="52167"/>
          </a:xfrm>
          <a:prstGeom prst="ellipse">
            <a:avLst/>
          </a:prstGeom>
          <a:solidFill>
            <a:srgbClr val="000000"/>
          </a:solidFill>
          <a:ln/>
        </p:spPr>
        <p:txBody>
          <a:bodyPr/>
          <a:lstStyle/>
          <a:p>
            <a:endParaRPr/>
          </a:p>
        </p:txBody>
      </p:sp>
      <p:sp>
        <p:nvSpPr>
          <p:cNvPr id="10" name="Shape 8"/>
          <p:cNvSpPr/>
          <p:nvPr/>
        </p:nvSpPr>
        <p:spPr>
          <a:xfrm>
            <a:off x="11408043" y="458713"/>
            <a:ext cx="52384" cy="52384"/>
          </a:xfrm>
          <a:prstGeom prst="ellipse">
            <a:avLst/>
          </a:prstGeom>
          <a:solidFill>
            <a:srgbClr val="000000"/>
          </a:solidFill>
          <a:ln/>
        </p:spPr>
        <p:txBody>
          <a:bodyPr/>
          <a:lstStyle/>
          <a:p>
            <a:endParaRPr/>
          </a:p>
        </p:txBody>
      </p:sp>
      <p:sp>
        <p:nvSpPr>
          <p:cNvPr id="11" name="Shape 9"/>
          <p:cNvSpPr/>
          <p:nvPr/>
        </p:nvSpPr>
        <p:spPr>
          <a:xfrm>
            <a:off x="11241891" y="499749"/>
            <a:ext cx="36613" cy="36613"/>
          </a:xfrm>
          <a:prstGeom prst="ellipse">
            <a:avLst/>
          </a:prstGeom>
          <a:solidFill>
            <a:srgbClr val="000000"/>
          </a:solidFill>
          <a:ln/>
        </p:spPr>
        <p:txBody>
          <a:bodyPr/>
          <a:lstStyle/>
          <a:p>
            <a:endParaRPr/>
          </a:p>
        </p:txBody>
      </p:sp>
      <p:sp>
        <p:nvSpPr>
          <p:cNvPr id="12" name="Shape 10"/>
          <p:cNvSpPr/>
          <p:nvPr/>
        </p:nvSpPr>
        <p:spPr>
          <a:xfrm>
            <a:off x="11294557" y="500146"/>
            <a:ext cx="57223" cy="57223"/>
          </a:xfrm>
          <a:prstGeom prst="ellipse">
            <a:avLst/>
          </a:prstGeom>
          <a:solidFill>
            <a:srgbClr val="000000"/>
          </a:solidFill>
          <a:ln/>
        </p:spPr>
        <p:txBody>
          <a:bodyPr/>
          <a:lstStyle/>
          <a:p>
            <a:endParaRPr/>
          </a:p>
        </p:txBody>
      </p:sp>
      <p:sp>
        <p:nvSpPr>
          <p:cNvPr id="13" name="Shape 11"/>
          <p:cNvSpPr/>
          <p:nvPr/>
        </p:nvSpPr>
        <p:spPr>
          <a:xfrm>
            <a:off x="11364102" y="498770"/>
            <a:ext cx="35294" cy="35294"/>
          </a:xfrm>
          <a:prstGeom prst="ellipse">
            <a:avLst/>
          </a:prstGeom>
          <a:solidFill>
            <a:srgbClr val="000000"/>
          </a:solidFill>
          <a:ln/>
        </p:spPr>
        <p:txBody>
          <a:bodyPr/>
          <a:lstStyle/>
          <a:p>
            <a:endParaRPr/>
          </a:p>
        </p:txBody>
      </p:sp>
      <p:sp>
        <p:nvSpPr>
          <p:cNvPr id="14" name="Shape 12"/>
          <p:cNvSpPr/>
          <p:nvPr/>
        </p:nvSpPr>
        <p:spPr>
          <a:xfrm>
            <a:off x="11123515" y="504524"/>
            <a:ext cx="51936" cy="51936"/>
          </a:xfrm>
          <a:prstGeom prst="ellipse">
            <a:avLst/>
          </a:prstGeom>
          <a:solidFill>
            <a:srgbClr val="000000"/>
          </a:solidFill>
          <a:ln/>
        </p:spPr>
        <p:txBody>
          <a:bodyPr/>
          <a:lstStyle/>
          <a:p>
            <a:endParaRPr/>
          </a:p>
        </p:txBody>
      </p:sp>
      <p:sp>
        <p:nvSpPr>
          <p:cNvPr id="15" name="Shape 13"/>
          <p:cNvSpPr/>
          <p:nvPr/>
        </p:nvSpPr>
        <p:spPr>
          <a:xfrm>
            <a:off x="11470202" y="504300"/>
            <a:ext cx="52384" cy="52384"/>
          </a:xfrm>
          <a:prstGeom prst="ellipse">
            <a:avLst/>
          </a:prstGeom>
          <a:solidFill>
            <a:srgbClr val="000000"/>
          </a:solidFill>
          <a:ln/>
        </p:spPr>
        <p:txBody>
          <a:bodyPr/>
          <a:lstStyle/>
          <a:p>
            <a:endParaRPr/>
          </a:p>
        </p:txBody>
      </p:sp>
      <p:sp>
        <p:nvSpPr>
          <p:cNvPr id="16" name="Shape 14"/>
          <p:cNvSpPr/>
          <p:nvPr/>
        </p:nvSpPr>
        <p:spPr>
          <a:xfrm>
            <a:off x="11060774" y="508825"/>
            <a:ext cx="35627" cy="35627"/>
          </a:xfrm>
          <a:prstGeom prst="ellipse">
            <a:avLst/>
          </a:prstGeom>
          <a:solidFill>
            <a:srgbClr val="000000"/>
          </a:solidFill>
          <a:ln/>
        </p:spPr>
        <p:txBody>
          <a:bodyPr/>
          <a:lstStyle/>
          <a:p>
            <a:endParaRPr/>
          </a:p>
        </p:txBody>
      </p:sp>
      <p:sp>
        <p:nvSpPr>
          <p:cNvPr id="17" name="Shape 15"/>
          <p:cNvSpPr/>
          <p:nvPr/>
        </p:nvSpPr>
        <p:spPr>
          <a:xfrm>
            <a:off x="11548535" y="508038"/>
            <a:ext cx="36613" cy="36613"/>
          </a:xfrm>
          <a:prstGeom prst="ellipse">
            <a:avLst/>
          </a:prstGeom>
          <a:solidFill>
            <a:srgbClr val="000000"/>
          </a:solidFill>
          <a:ln/>
        </p:spPr>
        <p:txBody>
          <a:bodyPr/>
          <a:lstStyle/>
          <a:p>
            <a:endParaRPr/>
          </a:p>
        </p:txBody>
      </p:sp>
      <p:sp>
        <p:nvSpPr>
          <p:cNvPr id="18" name="Shape 16"/>
          <p:cNvSpPr/>
          <p:nvPr/>
        </p:nvSpPr>
        <p:spPr>
          <a:xfrm>
            <a:off x="11191466" y="533379"/>
            <a:ext cx="57825" cy="57825"/>
          </a:xfrm>
          <a:prstGeom prst="ellipse">
            <a:avLst/>
          </a:prstGeom>
          <a:solidFill>
            <a:srgbClr val="000000"/>
          </a:solidFill>
          <a:ln/>
        </p:spPr>
        <p:txBody>
          <a:bodyPr/>
          <a:lstStyle/>
          <a:p>
            <a:endParaRPr/>
          </a:p>
        </p:txBody>
      </p:sp>
      <p:sp>
        <p:nvSpPr>
          <p:cNvPr id="19" name="Shape 17"/>
          <p:cNvSpPr/>
          <p:nvPr/>
        </p:nvSpPr>
        <p:spPr>
          <a:xfrm>
            <a:off x="11396535" y="533494"/>
            <a:ext cx="57428" cy="57428"/>
          </a:xfrm>
          <a:prstGeom prst="ellipse">
            <a:avLst/>
          </a:prstGeom>
          <a:solidFill>
            <a:srgbClr val="000000"/>
          </a:solidFill>
          <a:ln/>
        </p:spPr>
        <p:txBody>
          <a:bodyPr/>
          <a:lstStyle/>
          <a:p>
            <a:endParaRPr/>
          </a:p>
        </p:txBody>
      </p:sp>
      <p:sp>
        <p:nvSpPr>
          <p:cNvPr id="20" name="Shape 18"/>
          <p:cNvSpPr/>
          <p:nvPr/>
        </p:nvSpPr>
        <p:spPr>
          <a:xfrm>
            <a:off x="11079087" y="567226"/>
            <a:ext cx="51270" cy="51270"/>
          </a:xfrm>
          <a:prstGeom prst="ellipse">
            <a:avLst/>
          </a:prstGeom>
          <a:solidFill>
            <a:srgbClr val="000000"/>
          </a:solidFill>
          <a:ln/>
        </p:spPr>
        <p:txBody>
          <a:bodyPr/>
          <a:lstStyle/>
          <a:p>
            <a:endParaRPr/>
          </a:p>
        </p:txBody>
      </p:sp>
      <p:sp>
        <p:nvSpPr>
          <p:cNvPr id="21" name="Shape 19"/>
          <p:cNvSpPr/>
          <p:nvPr/>
        </p:nvSpPr>
        <p:spPr>
          <a:xfrm>
            <a:off x="11339728" y="567053"/>
            <a:ext cx="34616" cy="34616"/>
          </a:xfrm>
          <a:prstGeom prst="ellipse">
            <a:avLst/>
          </a:prstGeom>
          <a:solidFill>
            <a:srgbClr val="000000"/>
          </a:solidFill>
          <a:ln/>
        </p:spPr>
        <p:txBody>
          <a:bodyPr/>
          <a:lstStyle/>
          <a:p>
            <a:endParaRPr/>
          </a:p>
        </p:txBody>
      </p:sp>
      <p:sp>
        <p:nvSpPr>
          <p:cNvPr id="22" name="Shape 20"/>
          <p:cNvSpPr/>
          <p:nvPr/>
        </p:nvSpPr>
        <p:spPr>
          <a:xfrm>
            <a:off x="11515167" y="566234"/>
            <a:ext cx="52819" cy="52819"/>
          </a:xfrm>
          <a:prstGeom prst="ellipse">
            <a:avLst/>
          </a:prstGeom>
          <a:solidFill>
            <a:srgbClr val="000000"/>
          </a:solidFill>
          <a:ln/>
        </p:spPr>
        <p:txBody>
          <a:bodyPr/>
          <a:lstStyle/>
          <a:p>
            <a:endParaRPr/>
          </a:p>
        </p:txBody>
      </p:sp>
      <p:sp>
        <p:nvSpPr>
          <p:cNvPr id="23" name="Shape 21"/>
          <p:cNvSpPr/>
          <p:nvPr/>
        </p:nvSpPr>
        <p:spPr>
          <a:xfrm>
            <a:off x="11262860" y="569742"/>
            <a:ext cx="34961" cy="34961"/>
          </a:xfrm>
          <a:prstGeom prst="ellipse">
            <a:avLst/>
          </a:prstGeom>
          <a:solidFill>
            <a:srgbClr val="000000"/>
          </a:solidFill>
          <a:ln/>
        </p:spPr>
        <p:txBody>
          <a:bodyPr/>
          <a:lstStyle/>
          <a:p>
            <a:endParaRPr/>
          </a:p>
        </p:txBody>
      </p:sp>
      <p:sp>
        <p:nvSpPr>
          <p:cNvPr id="24" name="Shape 22"/>
          <p:cNvSpPr/>
          <p:nvPr/>
        </p:nvSpPr>
        <p:spPr>
          <a:xfrm>
            <a:off x="11462521" y="569818"/>
            <a:ext cx="35294" cy="35294"/>
          </a:xfrm>
          <a:prstGeom prst="ellipse">
            <a:avLst/>
          </a:prstGeom>
          <a:solidFill>
            <a:srgbClr val="000000"/>
          </a:solidFill>
          <a:ln/>
        </p:spPr>
        <p:txBody>
          <a:bodyPr/>
          <a:lstStyle/>
          <a:p>
            <a:endParaRPr/>
          </a:p>
        </p:txBody>
      </p:sp>
      <p:sp>
        <p:nvSpPr>
          <p:cNvPr id="25" name="Shape 23"/>
          <p:cNvSpPr/>
          <p:nvPr/>
        </p:nvSpPr>
        <p:spPr>
          <a:xfrm>
            <a:off x="11145681" y="573441"/>
            <a:ext cx="34270" cy="34270"/>
          </a:xfrm>
          <a:prstGeom prst="ellipse">
            <a:avLst/>
          </a:prstGeom>
          <a:solidFill>
            <a:srgbClr val="000000"/>
          </a:solidFill>
          <a:ln/>
        </p:spPr>
        <p:txBody>
          <a:bodyPr/>
          <a:lstStyle/>
          <a:p>
            <a:endParaRPr/>
          </a:p>
        </p:txBody>
      </p:sp>
      <p:sp>
        <p:nvSpPr>
          <p:cNvPr id="26" name="Shape 24"/>
          <p:cNvSpPr/>
          <p:nvPr/>
        </p:nvSpPr>
        <p:spPr>
          <a:xfrm>
            <a:off x="11592015" y="593213"/>
            <a:ext cx="35294" cy="35294"/>
          </a:xfrm>
          <a:prstGeom prst="ellipse">
            <a:avLst/>
          </a:prstGeom>
          <a:solidFill>
            <a:srgbClr val="000000"/>
          </a:solidFill>
          <a:ln/>
        </p:spPr>
        <p:txBody>
          <a:bodyPr/>
          <a:lstStyle/>
          <a:p>
            <a:endParaRPr/>
          </a:p>
        </p:txBody>
      </p:sp>
      <p:sp>
        <p:nvSpPr>
          <p:cNvPr id="27" name="Shape 25"/>
          <p:cNvSpPr/>
          <p:nvPr/>
        </p:nvSpPr>
        <p:spPr>
          <a:xfrm>
            <a:off x="11019124" y="593444"/>
            <a:ext cx="34616" cy="34616"/>
          </a:xfrm>
          <a:prstGeom prst="ellipse">
            <a:avLst/>
          </a:prstGeom>
          <a:solidFill>
            <a:srgbClr val="000000"/>
          </a:solidFill>
          <a:ln/>
        </p:spPr>
        <p:txBody>
          <a:bodyPr/>
          <a:lstStyle/>
          <a:p>
            <a:endParaRPr/>
          </a:p>
        </p:txBody>
      </p:sp>
      <p:sp>
        <p:nvSpPr>
          <p:cNvPr id="28" name="Shape 26"/>
          <p:cNvSpPr/>
          <p:nvPr/>
        </p:nvSpPr>
        <p:spPr>
          <a:xfrm>
            <a:off x="11403576" y="610214"/>
            <a:ext cx="34961" cy="34961"/>
          </a:xfrm>
          <a:prstGeom prst="ellipse">
            <a:avLst/>
          </a:prstGeom>
          <a:solidFill>
            <a:srgbClr val="000000"/>
          </a:solidFill>
          <a:ln/>
        </p:spPr>
        <p:txBody>
          <a:bodyPr/>
          <a:lstStyle/>
          <a:p>
            <a:endParaRPr/>
          </a:p>
        </p:txBody>
      </p:sp>
      <p:sp>
        <p:nvSpPr>
          <p:cNvPr id="29" name="Shape 27"/>
          <p:cNvSpPr/>
          <p:nvPr/>
        </p:nvSpPr>
        <p:spPr>
          <a:xfrm>
            <a:off x="11201662" y="616570"/>
            <a:ext cx="35627" cy="35627"/>
          </a:xfrm>
          <a:prstGeom prst="ellipse">
            <a:avLst/>
          </a:prstGeom>
          <a:solidFill>
            <a:srgbClr val="000000"/>
          </a:solidFill>
          <a:ln/>
        </p:spPr>
        <p:txBody>
          <a:bodyPr/>
          <a:lstStyle/>
          <a:p>
            <a:endParaRPr/>
          </a:p>
        </p:txBody>
      </p:sp>
      <p:sp>
        <p:nvSpPr>
          <p:cNvPr id="30" name="Shape 28"/>
          <p:cNvSpPr/>
          <p:nvPr/>
        </p:nvSpPr>
        <p:spPr>
          <a:xfrm>
            <a:off x="11127484" y="620705"/>
            <a:ext cx="58030" cy="58030"/>
          </a:xfrm>
          <a:prstGeom prst="ellipse">
            <a:avLst/>
          </a:prstGeom>
          <a:solidFill>
            <a:srgbClr val="000000"/>
          </a:solidFill>
          <a:ln/>
        </p:spPr>
        <p:txBody>
          <a:bodyPr/>
          <a:lstStyle/>
          <a:p>
            <a:endParaRPr/>
          </a:p>
        </p:txBody>
      </p:sp>
      <p:sp>
        <p:nvSpPr>
          <p:cNvPr id="31" name="Shape 29"/>
          <p:cNvSpPr/>
          <p:nvPr/>
        </p:nvSpPr>
        <p:spPr>
          <a:xfrm>
            <a:off x="11460767" y="620852"/>
            <a:ext cx="57428" cy="57428"/>
          </a:xfrm>
          <a:prstGeom prst="ellipse">
            <a:avLst/>
          </a:prstGeom>
          <a:solidFill>
            <a:srgbClr val="000000"/>
          </a:solidFill>
          <a:ln/>
        </p:spPr>
        <p:txBody>
          <a:bodyPr/>
          <a:lstStyle/>
          <a:p>
            <a:endParaRPr/>
          </a:p>
        </p:txBody>
      </p:sp>
      <p:sp>
        <p:nvSpPr>
          <p:cNvPr id="32" name="Shape 30"/>
          <p:cNvSpPr/>
          <p:nvPr/>
        </p:nvSpPr>
        <p:spPr>
          <a:xfrm>
            <a:off x="11055219" y="640144"/>
            <a:ext cx="51718" cy="51718"/>
          </a:xfrm>
          <a:prstGeom prst="ellipse">
            <a:avLst/>
          </a:prstGeom>
          <a:solidFill>
            <a:srgbClr val="000000"/>
          </a:solidFill>
          <a:ln/>
        </p:spPr>
        <p:txBody>
          <a:bodyPr/>
          <a:lstStyle/>
          <a:p>
            <a:endParaRPr/>
          </a:p>
        </p:txBody>
      </p:sp>
      <p:sp>
        <p:nvSpPr>
          <p:cNvPr id="33" name="Shape 31"/>
          <p:cNvSpPr/>
          <p:nvPr/>
        </p:nvSpPr>
        <p:spPr>
          <a:xfrm>
            <a:off x="11539330" y="640266"/>
            <a:ext cx="51270" cy="51270"/>
          </a:xfrm>
          <a:prstGeom prst="ellipse">
            <a:avLst/>
          </a:prstGeom>
          <a:solidFill>
            <a:srgbClr val="000000"/>
          </a:solidFill>
          <a:ln/>
        </p:spPr>
        <p:txBody>
          <a:bodyPr/>
          <a:lstStyle/>
          <a:p>
            <a:endParaRPr/>
          </a:p>
        </p:txBody>
      </p:sp>
      <p:sp>
        <p:nvSpPr>
          <p:cNvPr id="34" name="Shape 32"/>
          <p:cNvSpPr/>
          <p:nvPr/>
        </p:nvSpPr>
        <p:spPr>
          <a:xfrm>
            <a:off x="11429576" y="682274"/>
            <a:ext cx="35627" cy="35627"/>
          </a:xfrm>
          <a:prstGeom prst="ellipse">
            <a:avLst/>
          </a:prstGeom>
          <a:solidFill>
            <a:srgbClr val="000000"/>
          </a:solidFill>
          <a:ln/>
        </p:spPr>
        <p:txBody>
          <a:bodyPr/>
          <a:lstStyle/>
          <a:p>
            <a:endParaRPr/>
          </a:p>
        </p:txBody>
      </p:sp>
      <p:sp>
        <p:nvSpPr>
          <p:cNvPr id="35" name="Shape 33"/>
          <p:cNvSpPr/>
          <p:nvPr/>
        </p:nvSpPr>
        <p:spPr>
          <a:xfrm>
            <a:off x="11004076" y="687222"/>
            <a:ext cx="34616" cy="34616"/>
          </a:xfrm>
          <a:prstGeom prst="ellipse">
            <a:avLst/>
          </a:prstGeom>
          <a:solidFill>
            <a:srgbClr val="000000"/>
          </a:solidFill>
          <a:ln/>
        </p:spPr>
        <p:txBody>
          <a:bodyPr/>
          <a:lstStyle/>
          <a:p>
            <a:endParaRPr/>
          </a:p>
        </p:txBody>
      </p:sp>
      <p:sp>
        <p:nvSpPr>
          <p:cNvPr id="36" name="Shape 34"/>
          <p:cNvSpPr/>
          <p:nvPr/>
        </p:nvSpPr>
        <p:spPr>
          <a:xfrm>
            <a:off x="11502052" y="685321"/>
            <a:ext cx="34270" cy="34270"/>
          </a:xfrm>
          <a:prstGeom prst="ellipse">
            <a:avLst/>
          </a:prstGeom>
          <a:solidFill>
            <a:srgbClr val="000000"/>
          </a:solidFill>
          <a:ln/>
        </p:spPr>
        <p:txBody>
          <a:bodyPr/>
          <a:lstStyle/>
          <a:p>
            <a:endParaRPr/>
          </a:p>
        </p:txBody>
      </p:sp>
      <p:sp>
        <p:nvSpPr>
          <p:cNvPr id="37" name="Shape 35"/>
          <p:cNvSpPr/>
          <p:nvPr/>
        </p:nvSpPr>
        <p:spPr>
          <a:xfrm>
            <a:off x="11606321" y="686422"/>
            <a:ext cx="35627" cy="35627"/>
          </a:xfrm>
          <a:prstGeom prst="ellipse">
            <a:avLst/>
          </a:prstGeom>
          <a:solidFill>
            <a:srgbClr val="000000"/>
          </a:solidFill>
          <a:ln/>
        </p:spPr>
        <p:txBody>
          <a:bodyPr/>
          <a:lstStyle/>
          <a:p>
            <a:endParaRPr/>
          </a:p>
        </p:txBody>
      </p:sp>
      <p:sp>
        <p:nvSpPr>
          <p:cNvPr id="38" name="Shape 36"/>
          <p:cNvSpPr/>
          <p:nvPr/>
        </p:nvSpPr>
        <p:spPr>
          <a:xfrm>
            <a:off x="11108908" y="688957"/>
            <a:ext cx="35294" cy="35294"/>
          </a:xfrm>
          <a:prstGeom prst="ellipse">
            <a:avLst/>
          </a:prstGeom>
          <a:solidFill>
            <a:srgbClr val="000000"/>
          </a:solidFill>
          <a:ln/>
        </p:spPr>
        <p:txBody>
          <a:bodyPr/>
          <a:lstStyle/>
          <a:p>
            <a:endParaRPr/>
          </a:p>
        </p:txBody>
      </p:sp>
      <p:sp>
        <p:nvSpPr>
          <p:cNvPr id="39" name="Shape 37"/>
          <p:cNvSpPr/>
          <p:nvPr/>
        </p:nvSpPr>
        <p:spPr>
          <a:xfrm>
            <a:off x="11179733" y="690371"/>
            <a:ext cx="36613" cy="36613"/>
          </a:xfrm>
          <a:prstGeom prst="ellipse">
            <a:avLst/>
          </a:prstGeom>
          <a:solidFill>
            <a:srgbClr val="000000"/>
          </a:solidFill>
          <a:ln/>
        </p:spPr>
        <p:txBody>
          <a:bodyPr/>
          <a:lstStyle/>
          <a:p>
            <a:endParaRPr/>
          </a:p>
        </p:txBody>
      </p:sp>
      <p:sp>
        <p:nvSpPr>
          <p:cNvPr id="40" name="Shape 38"/>
          <p:cNvSpPr/>
          <p:nvPr/>
        </p:nvSpPr>
        <p:spPr>
          <a:xfrm>
            <a:off x="11054764" y="716576"/>
            <a:ext cx="51936" cy="51936"/>
          </a:xfrm>
          <a:prstGeom prst="ellipse">
            <a:avLst/>
          </a:prstGeom>
          <a:solidFill>
            <a:srgbClr val="000000"/>
          </a:solidFill>
          <a:ln/>
        </p:spPr>
        <p:txBody>
          <a:bodyPr/>
          <a:lstStyle/>
          <a:p>
            <a:endParaRPr/>
          </a:p>
        </p:txBody>
      </p:sp>
      <p:sp>
        <p:nvSpPr>
          <p:cNvPr id="41" name="Shape 39"/>
          <p:cNvSpPr/>
          <p:nvPr/>
        </p:nvSpPr>
        <p:spPr>
          <a:xfrm>
            <a:off x="11539023" y="716851"/>
            <a:ext cx="51488" cy="51488"/>
          </a:xfrm>
          <a:prstGeom prst="ellipse">
            <a:avLst/>
          </a:prstGeom>
          <a:solidFill>
            <a:srgbClr val="000000"/>
          </a:solidFill>
          <a:ln/>
        </p:spPr>
        <p:txBody>
          <a:bodyPr/>
          <a:lstStyle/>
          <a:p>
            <a:endParaRPr/>
          </a:p>
        </p:txBody>
      </p:sp>
      <p:sp>
        <p:nvSpPr>
          <p:cNvPr id="42" name="Shape 40"/>
          <p:cNvSpPr/>
          <p:nvPr/>
        </p:nvSpPr>
        <p:spPr>
          <a:xfrm>
            <a:off x="11127490" y="729288"/>
            <a:ext cx="58222" cy="58222"/>
          </a:xfrm>
          <a:prstGeom prst="ellipse">
            <a:avLst/>
          </a:prstGeom>
          <a:solidFill>
            <a:srgbClr val="000000"/>
          </a:solidFill>
          <a:ln/>
        </p:spPr>
        <p:txBody>
          <a:bodyPr/>
          <a:lstStyle/>
          <a:p>
            <a:endParaRPr/>
          </a:p>
        </p:txBody>
      </p:sp>
      <p:sp>
        <p:nvSpPr>
          <p:cNvPr id="43" name="Shape 41"/>
          <p:cNvSpPr/>
          <p:nvPr/>
        </p:nvSpPr>
        <p:spPr>
          <a:xfrm>
            <a:off x="11460671" y="729781"/>
            <a:ext cx="57633" cy="57633"/>
          </a:xfrm>
          <a:prstGeom prst="ellipse">
            <a:avLst/>
          </a:prstGeom>
          <a:solidFill>
            <a:srgbClr val="000000"/>
          </a:solidFill>
          <a:ln/>
        </p:spPr>
        <p:txBody>
          <a:bodyPr/>
          <a:lstStyle/>
          <a:p>
            <a:endParaRPr/>
          </a:p>
        </p:txBody>
      </p:sp>
      <p:sp>
        <p:nvSpPr>
          <p:cNvPr id="44" name="Shape 42"/>
          <p:cNvSpPr/>
          <p:nvPr/>
        </p:nvSpPr>
        <p:spPr>
          <a:xfrm>
            <a:off x="11407973" y="756415"/>
            <a:ext cx="35960" cy="35960"/>
          </a:xfrm>
          <a:prstGeom prst="ellipse">
            <a:avLst/>
          </a:prstGeom>
          <a:solidFill>
            <a:srgbClr val="000000"/>
          </a:solidFill>
          <a:ln/>
        </p:spPr>
        <p:txBody>
          <a:bodyPr/>
          <a:lstStyle/>
          <a:p>
            <a:endParaRPr/>
          </a:p>
        </p:txBody>
      </p:sp>
      <p:sp>
        <p:nvSpPr>
          <p:cNvPr id="45" name="Shape 43"/>
          <p:cNvSpPr/>
          <p:nvPr/>
        </p:nvSpPr>
        <p:spPr>
          <a:xfrm>
            <a:off x="11207308" y="763884"/>
            <a:ext cx="34616" cy="34616"/>
          </a:xfrm>
          <a:prstGeom prst="ellipse">
            <a:avLst/>
          </a:prstGeom>
          <a:solidFill>
            <a:srgbClr val="000000"/>
          </a:solidFill>
          <a:ln/>
        </p:spPr>
        <p:txBody>
          <a:bodyPr/>
          <a:lstStyle/>
          <a:p>
            <a:endParaRPr/>
          </a:p>
        </p:txBody>
      </p:sp>
      <p:sp>
        <p:nvSpPr>
          <p:cNvPr id="46" name="Shape 44"/>
          <p:cNvSpPr/>
          <p:nvPr/>
        </p:nvSpPr>
        <p:spPr>
          <a:xfrm>
            <a:off x="11018670" y="780462"/>
            <a:ext cx="34616" cy="34616"/>
          </a:xfrm>
          <a:prstGeom prst="ellipse">
            <a:avLst/>
          </a:prstGeom>
          <a:solidFill>
            <a:srgbClr val="000000"/>
          </a:solidFill>
          <a:ln/>
        </p:spPr>
        <p:txBody>
          <a:bodyPr/>
          <a:lstStyle/>
          <a:p>
            <a:endParaRPr/>
          </a:p>
        </p:txBody>
      </p:sp>
      <p:sp>
        <p:nvSpPr>
          <p:cNvPr id="47" name="Shape 45"/>
          <p:cNvSpPr/>
          <p:nvPr/>
        </p:nvSpPr>
        <p:spPr>
          <a:xfrm>
            <a:off x="11591670" y="780123"/>
            <a:ext cx="35294" cy="35294"/>
          </a:xfrm>
          <a:prstGeom prst="ellipse">
            <a:avLst/>
          </a:prstGeom>
          <a:solidFill>
            <a:srgbClr val="000000"/>
          </a:solidFill>
          <a:ln/>
        </p:spPr>
        <p:txBody>
          <a:bodyPr/>
          <a:lstStyle/>
          <a:p>
            <a:endParaRPr/>
          </a:p>
        </p:txBody>
      </p:sp>
      <p:sp>
        <p:nvSpPr>
          <p:cNvPr id="48" name="Shape 46"/>
          <p:cNvSpPr/>
          <p:nvPr/>
        </p:nvSpPr>
        <p:spPr>
          <a:xfrm>
            <a:off x="11079010" y="790179"/>
            <a:ext cx="51270" cy="51270"/>
          </a:xfrm>
          <a:prstGeom prst="ellipse">
            <a:avLst/>
          </a:prstGeom>
          <a:solidFill>
            <a:srgbClr val="000000"/>
          </a:solidFill>
          <a:ln/>
        </p:spPr>
        <p:txBody>
          <a:bodyPr/>
          <a:lstStyle/>
          <a:p>
            <a:endParaRPr/>
          </a:p>
        </p:txBody>
      </p:sp>
      <p:sp>
        <p:nvSpPr>
          <p:cNvPr id="49" name="Shape 47"/>
          <p:cNvSpPr/>
          <p:nvPr/>
        </p:nvSpPr>
        <p:spPr>
          <a:xfrm>
            <a:off x="11515218" y="789692"/>
            <a:ext cx="52602" cy="52602"/>
          </a:xfrm>
          <a:prstGeom prst="ellipse">
            <a:avLst/>
          </a:prstGeom>
          <a:solidFill>
            <a:srgbClr val="000000"/>
          </a:solidFill>
          <a:ln/>
        </p:spPr>
        <p:txBody>
          <a:bodyPr/>
          <a:lstStyle/>
          <a:p>
            <a:endParaRPr/>
          </a:p>
        </p:txBody>
      </p:sp>
      <p:sp>
        <p:nvSpPr>
          <p:cNvPr id="50" name="Shape 48"/>
          <p:cNvSpPr/>
          <p:nvPr/>
        </p:nvSpPr>
        <p:spPr>
          <a:xfrm>
            <a:off x="11147371" y="803460"/>
            <a:ext cx="35627" cy="35627"/>
          </a:xfrm>
          <a:prstGeom prst="ellipse">
            <a:avLst/>
          </a:prstGeom>
          <a:solidFill>
            <a:srgbClr val="000000"/>
          </a:solidFill>
          <a:ln/>
        </p:spPr>
        <p:txBody>
          <a:bodyPr/>
          <a:lstStyle/>
          <a:p>
            <a:endParaRPr/>
          </a:p>
        </p:txBody>
      </p:sp>
      <p:sp>
        <p:nvSpPr>
          <p:cNvPr id="51" name="Shape 49"/>
          <p:cNvSpPr/>
          <p:nvPr/>
        </p:nvSpPr>
        <p:spPr>
          <a:xfrm>
            <a:off x="11347786" y="804293"/>
            <a:ext cx="35294" cy="35294"/>
          </a:xfrm>
          <a:prstGeom prst="ellipse">
            <a:avLst/>
          </a:prstGeom>
          <a:solidFill>
            <a:srgbClr val="000000"/>
          </a:solidFill>
          <a:ln/>
        </p:spPr>
        <p:txBody>
          <a:bodyPr/>
          <a:lstStyle/>
          <a:p>
            <a:endParaRPr/>
          </a:p>
        </p:txBody>
      </p:sp>
      <p:sp>
        <p:nvSpPr>
          <p:cNvPr id="52" name="Shape 50"/>
          <p:cNvSpPr/>
          <p:nvPr/>
        </p:nvSpPr>
        <p:spPr>
          <a:xfrm>
            <a:off x="11465119" y="800919"/>
            <a:ext cx="34961" cy="34961"/>
          </a:xfrm>
          <a:prstGeom prst="ellipse">
            <a:avLst/>
          </a:prstGeom>
          <a:solidFill>
            <a:srgbClr val="000000"/>
          </a:solidFill>
          <a:ln/>
        </p:spPr>
        <p:txBody>
          <a:bodyPr/>
          <a:lstStyle/>
          <a:p>
            <a:endParaRPr/>
          </a:p>
        </p:txBody>
      </p:sp>
      <p:sp>
        <p:nvSpPr>
          <p:cNvPr id="53" name="Shape 51"/>
          <p:cNvSpPr/>
          <p:nvPr/>
        </p:nvSpPr>
        <p:spPr>
          <a:xfrm>
            <a:off x="11270669" y="806590"/>
            <a:ext cx="35627" cy="35627"/>
          </a:xfrm>
          <a:prstGeom prst="ellipse">
            <a:avLst/>
          </a:prstGeom>
          <a:solidFill>
            <a:srgbClr val="000000"/>
          </a:solidFill>
          <a:ln/>
        </p:spPr>
        <p:txBody>
          <a:bodyPr/>
          <a:lstStyle/>
          <a:p>
            <a:endParaRPr/>
          </a:p>
        </p:txBody>
      </p:sp>
      <p:sp>
        <p:nvSpPr>
          <p:cNvPr id="54" name="Shape 52"/>
          <p:cNvSpPr/>
          <p:nvPr/>
        </p:nvSpPr>
        <p:spPr>
          <a:xfrm>
            <a:off x="11191498" y="817766"/>
            <a:ext cx="57633" cy="57633"/>
          </a:xfrm>
          <a:prstGeom prst="ellipse">
            <a:avLst/>
          </a:prstGeom>
          <a:solidFill>
            <a:srgbClr val="000000"/>
          </a:solidFill>
          <a:ln/>
        </p:spPr>
        <p:txBody>
          <a:bodyPr/>
          <a:lstStyle/>
          <a:p>
            <a:endParaRPr/>
          </a:p>
        </p:txBody>
      </p:sp>
      <p:sp>
        <p:nvSpPr>
          <p:cNvPr id="55" name="Shape 53"/>
          <p:cNvSpPr/>
          <p:nvPr/>
        </p:nvSpPr>
        <p:spPr>
          <a:xfrm>
            <a:off x="11396573" y="817888"/>
            <a:ext cx="57633" cy="57633"/>
          </a:xfrm>
          <a:prstGeom prst="ellipse">
            <a:avLst/>
          </a:prstGeom>
          <a:solidFill>
            <a:srgbClr val="000000"/>
          </a:solidFill>
          <a:ln/>
        </p:spPr>
        <p:txBody>
          <a:bodyPr/>
          <a:lstStyle/>
          <a:p>
            <a:endParaRPr/>
          </a:p>
        </p:txBody>
      </p:sp>
      <p:sp>
        <p:nvSpPr>
          <p:cNvPr id="56" name="Shape 54"/>
          <p:cNvSpPr/>
          <p:nvPr/>
        </p:nvSpPr>
        <p:spPr>
          <a:xfrm>
            <a:off x="11123445" y="851985"/>
            <a:ext cx="52167" cy="52167"/>
          </a:xfrm>
          <a:prstGeom prst="ellipse">
            <a:avLst/>
          </a:prstGeom>
          <a:solidFill>
            <a:srgbClr val="000000"/>
          </a:solidFill>
          <a:ln/>
        </p:spPr>
        <p:txBody>
          <a:bodyPr/>
          <a:lstStyle/>
          <a:p>
            <a:endParaRPr/>
          </a:p>
        </p:txBody>
      </p:sp>
      <p:sp>
        <p:nvSpPr>
          <p:cNvPr id="57" name="Shape 55"/>
          <p:cNvSpPr/>
          <p:nvPr/>
        </p:nvSpPr>
        <p:spPr>
          <a:xfrm>
            <a:off x="11294647" y="851390"/>
            <a:ext cx="57223" cy="57223"/>
          </a:xfrm>
          <a:prstGeom prst="ellipse">
            <a:avLst/>
          </a:prstGeom>
          <a:solidFill>
            <a:srgbClr val="000000"/>
          </a:solidFill>
          <a:ln/>
        </p:spPr>
        <p:txBody>
          <a:bodyPr/>
          <a:lstStyle/>
          <a:p>
            <a:endParaRPr/>
          </a:p>
        </p:txBody>
      </p:sp>
      <p:sp>
        <p:nvSpPr>
          <p:cNvPr id="58" name="Shape 56"/>
          <p:cNvSpPr/>
          <p:nvPr/>
        </p:nvSpPr>
        <p:spPr>
          <a:xfrm>
            <a:off x="11470202" y="852382"/>
            <a:ext cx="52384" cy="52384"/>
          </a:xfrm>
          <a:prstGeom prst="ellipse">
            <a:avLst/>
          </a:prstGeom>
          <a:solidFill>
            <a:srgbClr val="000000"/>
          </a:solidFill>
          <a:ln/>
        </p:spPr>
        <p:txBody>
          <a:bodyPr/>
          <a:lstStyle/>
          <a:p>
            <a:endParaRPr/>
          </a:p>
        </p:txBody>
      </p:sp>
      <p:sp>
        <p:nvSpPr>
          <p:cNvPr id="59" name="Shape 57"/>
          <p:cNvSpPr/>
          <p:nvPr/>
        </p:nvSpPr>
        <p:spPr>
          <a:xfrm>
            <a:off x="11060774" y="864607"/>
            <a:ext cx="35627" cy="35627"/>
          </a:xfrm>
          <a:prstGeom prst="ellipse">
            <a:avLst/>
          </a:prstGeom>
          <a:solidFill>
            <a:srgbClr val="000000"/>
          </a:solidFill>
          <a:ln/>
        </p:spPr>
        <p:txBody>
          <a:bodyPr/>
          <a:lstStyle/>
          <a:p>
            <a:endParaRPr/>
          </a:p>
        </p:txBody>
      </p:sp>
      <p:sp>
        <p:nvSpPr>
          <p:cNvPr id="60" name="Shape 58"/>
          <p:cNvSpPr/>
          <p:nvPr/>
        </p:nvSpPr>
        <p:spPr>
          <a:xfrm>
            <a:off x="11548733" y="864185"/>
            <a:ext cx="35627" cy="35627"/>
          </a:xfrm>
          <a:prstGeom prst="ellipse">
            <a:avLst/>
          </a:prstGeom>
          <a:solidFill>
            <a:srgbClr val="000000"/>
          </a:solidFill>
          <a:ln/>
        </p:spPr>
        <p:txBody>
          <a:bodyPr/>
          <a:lstStyle/>
          <a:p>
            <a:endParaRPr/>
          </a:p>
        </p:txBody>
      </p:sp>
      <p:sp>
        <p:nvSpPr>
          <p:cNvPr id="61" name="Shape 59"/>
          <p:cNvSpPr/>
          <p:nvPr/>
        </p:nvSpPr>
        <p:spPr>
          <a:xfrm>
            <a:off x="11246231" y="873908"/>
            <a:ext cx="35627" cy="35627"/>
          </a:xfrm>
          <a:prstGeom prst="ellipse">
            <a:avLst/>
          </a:prstGeom>
          <a:solidFill>
            <a:srgbClr val="000000"/>
          </a:solidFill>
          <a:ln/>
        </p:spPr>
        <p:txBody>
          <a:bodyPr/>
          <a:lstStyle/>
          <a:p>
            <a:endParaRPr/>
          </a:p>
        </p:txBody>
      </p:sp>
      <p:sp>
        <p:nvSpPr>
          <p:cNvPr id="62" name="Shape 60"/>
          <p:cNvSpPr/>
          <p:nvPr/>
        </p:nvSpPr>
        <p:spPr>
          <a:xfrm>
            <a:off x="11367418" y="872896"/>
            <a:ext cx="35627" cy="35627"/>
          </a:xfrm>
          <a:prstGeom prst="ellipse">
            <a:avLst/>
          </a:prstGeom>
          <a:solidFill>
            <a:srgbClr val="000000"/>
          </a:solidFill>
          <a:ln/>
        </p:spPr>
        <p:txBody>
          <a:bodyPr/>
          <a:lstStyle/>
          <a:p>
            <a:endParaRPr/>
          </a:p>
        </p:txBody>
      </p:sp>
      <p:sp>
        <p:nvSpPr>
          <p:cNvPr id="63" name="Shape 61"/>
          <p:cNvSpPr/>
          <p:nvPr/>
        </p:nvSpPr>
        <p:spPr>
          <a:xfrm>
            <a:off x="11185366" y="897322"/>
            <a:ext cx="51936" cy="51936"/>
          </a:xfrm>
          <a:prstGeom prst="ellipse">
            <a:avLst/>
          </a:prstGeom>
          <a:solidFill>
            <a:srgbClr val="000000"/>
          </a:solidFill>
          <a:ln/>
        </p:spPr>
        <p:txBody>
          <a:bodyPr/>
          <a:lstStyle/>
          <a:p>
            <a:endParaRPr/>
          </a:p>
        </p:txBody>
      </p:sp>
      <p:sp>
        <p:nvSpPr>
          <p:cNvPr id="64" name="Shape 62"/>
          <p:cNvSpPr/>
          <p:nvPr/>
        </p:nvSpPr>
        <p:spPr>
          <a:xfrm>
            <a:off x="11407845" y="897655"/>
            <a:ext cx="52602" cy="52602"/>
          </a:xfrm>
          <a:prstGeom prst="ellipse">
            <a:avLst/>
          </a:prstGeom>
          <a:solidFill>
            <a:srgbClr val="000000"/>
          </a:solidFill>
          <a:ln/>
        </p:spPr>
        <p:txBody>
          <a:bodyPr/>
          <a:lstStyle/>
          <a:p>
            <a:endParaRPr/>
          </a:p>
        </p:txBody>
      </p:sp>
      <p:sp>
        <p:nvSpPr>
          <p:cNvPr id="65" name="Shape 63"/>
          <p:cNvSpPr/>
          <p:nvPr/>
        </p:nvSpPr>
        <p:spPr>
          <a:xfrm>
            <a:off x="11258822" y="921466"/>
            <a:ext cx="51270" cy="51270"/>
          </a:xfrm>
          <a:prstGeom prst="ellipse">
            <a:avLst/>
          </a:prstGeom>
          <a:solidFill>
            <a:srgbClr val="000000"/>
          </a:solidFill>
          <a:ln/>
        </p:spPr>
        <p:txBody>
          <a:bodyPr/>
          <a:lstStyle/>
          <a:p>
            <a:endParaRPr/>
          </a:p>
        </p:txBody>
      </p:sp>
      <p:sp>
        <p:nvSpPr>
          <p:cNvPr id="66" name="Shape 64"/>
          <p:cNvSpPr/>
          <p:nvPr/>
        </p:nvSpPr>
        <p:spPr>
          <a:xfrm>
            <a:off x="11335350" y="921504"/>
            <a:ext cx="51270" cy="51270"/>
          </a:xfrm>
          <a:prstGeom prst="ellipse">
            <a:avLst/>
          </a:prstGeom>
          <a:solidFill>
            <a:srgbClr val="000000"/>
          </a:solidFill>
          <a:ln/>
        </p:spPr>
        <p:txBody>
          <a:bodyPr/>
          <a:lstStyle/>
          <a:p>
            <a:endParaRPr/>
          </a:p>
        </p:txBody>
      </p:sp>
      <p:sp>
        <p:nvSpPr>
          <p:cNvPr id="67" name="Shape 65"/>
          <p:cNvSpPr/>
          <p:nvPr/>
        </p:nvSpPr>
        <p:spPr>
          <a:xfrm>
            <a:off x="11127388" y="931368"/>
            <a:ext cx="35294" cy="35294"/>
          </a:xfrm>
          <a:prstGeom prst="ellipse">
            <a:avLst/>
          </a:prstGeom>
          <a:solidFill>
            <a:srgbClr val="000000"/>
          </a:solidFill>
          <a:ln/>
        </p:spPr>
        <p:txBody>
          <a:bodyPr/>
          <a:lstStyle/>
          <a:p>
            <a:endParaRPr/>
          </a:p>
        </p:txBody>
      </p:sp>
      <p:sp>
        <p:nvSpPr>
          <p:cNvPr id="68" name="Shape 66"/>
          <p:cNvSpPr/>
          <p:nvPr/>
        </p:nvSpPr>
        <p:spPr>
          <a:xfrm>
            <a:off x="11481979" y="931035"/>
            <a:ext cx="35960" cy="35960"/>
          </a:xfrm>
          <a:prstGeom prst="ellipse">
            <a:avLst/>
          </a:prstGeom>
          <a:solidFill>
            <a:srgbClr val="000000"/>
          </a:solidFill>
          <a:ln/>
        </p:spPr>
        <p:txBody>
          <a:bodyPr/>
          <a:lstStyle/>
          <a:p>
            <a:endParaRPr/>
          </a:p>
        </p:txBody>
      </p:sp>
      <p:sp>
        <p:nvSpPr>
          <p:cNvPr id="69" name="Shape 67"/>
          <p:cNvSpPr/>
          <p:nvPr/>
        </p:nvSpPr>
        <p:spPr>
          <a:xfrm>
            <a:off x="11211987" y="974695"/>
            <a:ext cx="34961" cy="34961"/>
          </a:xfrm>
          <a:prstGeom prst="ellipse">
            <a:avLst/>
          </a:prstGeom>
          <a:solidFill>
            <a:srgbClr val="000000"/>
          </a:solidFill>
          <a:ln/>
        </p:spPr>
        <p:txBody>
          <a:bodyPr/>
          <a:lstStyle/>
          <a:p>
            <a:endParaRPr/>
          </a:p>
        </p:txBody>
      </p:sp>
      <p:sp>
        <p:nvSpPr>
          <p:cNvPr id="70" name="Shape 68"/>
          <p:cNvSpPr/>
          <p:nvPr/>
        </p:nvSpPr>
        <p:spPr>
          <a:xfrm>
            <a:off x="11398461" y="974695"/>
            <a:ext cx="34961" cy="34961"/>
          </a:xfrm>
          <a:prstGeom prst="ellipse">
            <a:avLst/>
          </a:prstGeom>
          <a:solidFill>
            <a:srgbClr val="000000"/>
          </a:solidFill>
          <a:ln/>
        </p:spPr>
        <p:txBody>
          <a:bodyPr/>
          <a:lstStyle/>
          <a:p>
            <a:endParaRPr/>
          </a:p>
        </p:txBody>
      </p:sp>
      <p:sp>
        <p:nvSpPr>
          <p:cNvPr id="71" name="Shape 69"/>
          <p:cNvSpPr/>
          <p:nvPr/>
        </p:nvSpPr>
        <p:spPr>
          <a:xfrm>
            <a:off x="11304837" y="988501"/>
            <a:ext cx="35627" cy="35627"/>
          </a:xfrm>
          <a:prstGeom prst="ellipse">
            <a:avLst/>
          </a:prstGeom>
          <a:solidFill>
            <a:srgbClr val="000000"/>
          </a:solidFill>
          <a:ln/>
        </p:spPr>
        <p:txBody>
          <a:bodyPr/>
          <a:lstStyle/>
          <a:p>
            <a:endParaRPr/>
          </a:p>
        </p:txBody>
      </p:sp>
      <p:sp>
        <p:nvSpPr>
          <p:cNvPr id="72" name="Text 70"/>
          <p:cNvSpPr/>
          <p:nvPr/>
        </p:nvSpPr>
        <p:spPr>
          <a:xfrm>
            <a:off x="548640" y="411480"/>
            <a:ext cx="10088575" cy="777240"/>
          </a:xfrm>
          <a:prstGeom prst="rect">
            <a:avLst/>
          </a:prstGeom>
          <a:noFill/>
          <a:ln/>
        </p:spPr>
        <p:txBody>
          <a:bodyPr wrap="square" lIns="0" tIns="0" rIns="0" bIns="0" rtlCol="0" anchor="ctr"/>
          <a:lstStyle/>
          <a:p>
            <a:pPr marL="0" indent="0" algn="l">
              <a:lnSpc>
                <a:spcPct val="105000"/>
              </a:lnSpc>
              <a:buNone/>
            </a:pPr>
            <a:r>
              <a:rPr lang="en-US" sz="3100" dirty="0">
                <a:solidFill>
                  <a:srgbClr val="3D68EC"/>
                </a:solidFill>
                <a:latin typeface="General Sans Semibold" pitchFamily="34" charset="0"/>
                <a:ea typeface="General Sans Semibold" pitchFamily="34" charset="-122"/>
                <a:cs typeface="General Sans Semibold" pitchFamily="34" charset="-120"/>
              </a:rPr>
              <a:t>AI assisteert: de mens doet het werk</a:t>
            </a:r>
            <a:endParaRPr lang="en-US" sz="3100" dirty="0"/>
          </a:p>
        </p:txBody>
      </p:sp>
      <p:pic>
        <p:nvPicPr>
          <p:cNvPr id="73" name="Image 0" descr="Lijngrafiek: het aandeel taken waarbij AI assisteert stijgt tot november 2025 en daalt daarna naar vrijwel nul in augustus 2026"/>
          <p:cNvPicPr>
            <a:picLocks noChangeAspect="1"/>
          </p:cNvPicPr>
          <p:nvPr/>
        </p:nvPicPr>
        <p:blipFill>
          <a:blip r:embed="rId3"/>
          <a:stretch>
            <a:fillRect/>
          </a:stretch>
        </p:blipFill>
        <p:spPr>
          <a:xfrm>
            <a:off x="640000" y="1500000"/>
            <a:ext cx="6900000" cy="3737500"/>
          </a:xfrm>
          <a:prstGeom prst="rect">
            <a:avLst/>
          </a:prstGeom>
        </p:spPr>
      </p:pic>
      <p:sp>
        <p:nvSpPr>
          <p:cNvPr id="74" name="Text 71"/>
          <p:cNvSpPr/>
          <p:nvPr/>
        </p:nvSpPr>
        <p:spPr>
          <a:xfrm>
            <a:off x="640000" y="5852160"/>
            <a:ext cx="6900000" cy="365760"/>
          </a:xfrm>
          <a:prstGeom prst="rect">
            <a:avLst/>
          </a:prstGeom>
          <a:noFill/>
          <a:ln/>
        </p:spPr>
        <p:txBody>
          <a:bodyPr wrap="square" lIns="0" tIns="0" rIns="0" bIns="0" rtlCol="0" anchor="t"/>
          <a:lstStyle/>
          <a:p>
            <a:pPr marL="0" indent="0" algn="ctr">
              <a:lnSpc>
                <a:spcPct val="105000"/>
              </a:lnSpc>
              <a:buNone/>
            </a:pPr>
            <a:r>
              <a:rPr lang="en-US" sz="1300" dirty="0">
                <a:solidFill>
                  <a:srgbClr val="000000"/>
                </a:solidFill>
                <a:latin typeface="General Sans" pitchFamily="34" charset="0"/>
                <a:ea typeface="General Sans" pitchFamily="34" charset="-122"/>
                <a:cs typeface="General Sans" pitchFamily="34" charset="-120"/>
              </a:rPr>
              <a:t>Bron: Anthropic R&amp;D Automation Index (waarden geschat)</a:t>
            </a:r>
            <a:endParaRPr lang="en-US" sz="1300" dirty="0"/>
          </a:p>
        </p:txBody>
      </p:sp>
      <p:sp>
        <p:nvSpPr>
          <p:cNvPr id="75" name="Text 72"/>
          <p:cNvSpPr/>
          <p:nvPr/>
        </p:nvSpPr>
        <p:spPr>
          <a:xfrm>
            <a:off x="7894015" y="1463040"/>
            <a:ext cx="3749040" cy="4480560"/>
          </a:xfrm>
          <a:prstGeom prst="rect">
            <a:avLst/>
          </a:prstGeom>
          <a:noFill/>
          <a:ln/>
        </p:spPr>
        <p:txBody>
          <a:bodyPr wrap="square" lIns="0" tIns="0" rIns="0" bIns="0" rtlCol="0" anchor="t"/>
          <a:lstStyle/>
          <a:p>
            <a:pPr marL="0" indent="0" algn="l">
              <a:lnSpc>
                <a:spcPct val="105000"/>
              </a:lnSpc>
              <a:spcAft>
                <a:spcPts val="1000"/>
              </a:spcAft>
              <a:buNone/>
            </a:pPr>
            <a:r>
              <a:rPr lang="en-US" sz="1800" dirty="0">
                <a:solidFill>
                  <a:srgbClr val="00AF81"/>
                </a:solidFill>
                <a:latin typeface="General Sans Semibold" pitchFamily="34" charset="0"/>
                <a:ea typeface="General Sans Semibold" pitchFamily="34" charset="-122"/>
                <a:cs typeface="General Sans Semibold" pitchFamily="34" charset="-120"/>
              </a:rPr>
              <a:t>Data-analist </a:t>
            </a:r>
            <a:r>
              <a:rPr lang="en-US" sz="1800" dirty="0">
                <a:solidFill>
                  <a:srgbClr val="000000"/>
                </a:solidFill>
                <a:latin typeface="General Sans" pitchFamily="34" charset="0"/>
                <a:ea typeface="General Sans" pitchFamily="34" charset="-122"/>
                <a:cs typeface="General Sans" pitchFamily="34" charset="-120"/>
              </a:rPr>
              <a:t>vraagt AI om een query of formule voor uitvalcijfers.</a:t>
            </a:r>
            <a:endParaRPr lang="en-US" sz="1800" dirty="0"/>
          </a:p>
          <a:p>
            <a:pPr marL="0" indent="0" algn="l">
              <a:lnSpc>
                <a:spcPct val="105000"/>
              </a:lnSpc>
              <a:spcAft>
                <a:spcPts val="1000"/>
              </a:spcAft>
              <a:buNone/>
            </a:pPr>
            <a:r>
              <a:rPr lang="en-US" sz="1800" dirty="0">
                <a:solidFill>
                  <a:srgbClr val="00AF81"/>
                </a:solidFill>
                <a:latin typeface="General Sans Semibold" pitchFamily="34" charset="0"/>
                <a:ea typeface="General Sans Semibold" pitchFamily="34" charset="-122"/>
                <a:cs typeface="General Sans Semibold" pitchFamily="34" charset="-120"/>
              </a:rPr>
              <a:t>Data scientist </a:t>
            </a:r>
            <a:r>
              <a:rPr lang="en-US" sz="1800" dirty="0">
                <a:solidFill>
                  <a:srgbClr val="000000"/>
                </a:solidFill>
                <a:latin typeface="General Sans" pitchFamily="34" charset="0"/>
                <a:ea typeface="General Sans" pitchFamily="34" charset="-122"/>
                <a:cs typeface="General Sans" pitchFamily="34" charset="-120"/>
              </a:rPr>
              <a:t>laat AI code schrijven of een foutmelding uitleggen.</a:t>
            </a:r>
            <a:endParaRPr lang="en-US" sz="1800" dirty="0"/>
          </a:p>
          <a:p>
            <a:pPr marL="0" indent="0" algn="l">
              <a:lnSpc>
                <a:spcPct val="105000"/>
              </a:lnSpc>
              <a:spcAft>
                <a:spcPts val="1000"/>
              </a:spcAft>
              <a:buNone/>
            </a:pP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CCEEE6"/>
        </a:solidFill>
        <a:effectLst/>
      </p:bgPr>
    </p:bg>
    <p:spTree>
      <p:nvGrpSpPr>
        <p:cNvPr id="1" name=""/>
        <p:cNvGrpSpPr/>
        <p:nvPr/>
      </p:nvGrpSpPr>
      <p:grpSpPr>
        <a:xfrm>
          <a:off x="0" y="0"/>
          <a:ext cx="0" cy="0"/>
          <a:chOff x="0" y="0"/>
          <a:chExt cx="0" cy="0"/>
        </a:xfrm>
      </p:grpSpPr>
      <p:sp>
        <p:nvSpPr>
          <p:cNvPr id="2" name="Shape 0"/>
          <p:cNvSpPr/>
          <p:nvPr/>
        </p:nvSpPr>
        <p:spPr>
          <a:xfrm>
            <a:off x="11304952" y="384048"/>
            <a:ext cx="35960" cy="35960"/>
          </a:xfrm>
          <a:prstGeom prst="ellipse">
            <a:avLst/>
          </a:prstGeom>
          <a:solidFill>
            <a:srgbClr val="000000"/>
          </a:solidFill>
          <a:ln/>
        </p:spPr>
        <p:txBody>
          <a:bodyPr/>
          <a:lstStyle/>
          <a:p>
            <a:endParaRPr/>
          </a:p>
        </p:txBody>
      </p:sp>
      <p:sp>
        <p:nvSpPr>
          <p:cNvPr id="3" name="Shape 1"/>
          <p:cNvSpPr/>
          <p:nvPr/>
        </p:nvSpPr>
        <p:spPr>
          <a:xfrm>
            <a:off x="11212173" y="399224"/>
            <a:ext cx="34616" cy="34616"/>
          </a:xfrm>
          <a:prstGeom prst="ellipse">
            <a:avLst/>
          </a:prstGeom>
          <a:solidFill>
            <a:srgbClr val="000000"/>
          </a:solidFill>
          <a:ln/>
        </p:spPr>
        <p:txBody>
          <a:bodyPr/>
          <a:lstStyle/>
          <a:p>
            <a:endParaRPr/>
          </a:p>
        </p:txBody>
      </p:sp>
      <p:sp>
        <p:nvSpPr>
          <p:cNvPr id="4" name="Shape 2"/>
          <p:cNvSpPr/>
          <p:nvPr/>
        </p:nvSpPr>
        <p:spPr>
          <a:xfrm>
            <a:off x="11398641" y="399224"/>
            <a:ext cx="34616" cy="34616"/>
          </a:xfrm>
          <a:prstGeom prst="ellipse">
            <a:avLst/>
          </a:prstGeom>
          <a:solidFill>
            <a:srgbClr val="000000"/>
          </a:solidFill>
          <a:ln/>
        </p:spPr>
        <p:txBody>
          <a:bodyPr/>
          <a:lstStyle/>
          <a:p>
            <a:endParaRPr/>
          </a:p>
        </p:txBody>
      </p:sp>
      <p:sp>
        <p:nvSpPr>
          <p:cNvPr id="5" name="Shape 3"/>
          <p:cNvSpPr/>
          <p:nvPr/>
        </p:nvSpPr>
        <p:spPr>
          <a:xfrm>
            <a:off x="11258374" y="435357"/>
            <a:ext cx="51936" cy="51936"/>
          </a:xfrm>
          <a:prstGeom prst="ellipse">
            <a:avLst/>
          </a:prstGeom>
          <a:solidFill>
            <a:srgbClr val="000000"/>
          </a:solidFill>
          <a:ln/>
        </p:spPr>
        <p:txBody>
          <a:bodyPr/>
          <a:lstStyle/>
          <a:p>
            <a:endParaRPr/>
          </a:p>
        </p:txBody>
      </p:sp>
      <p:sp>
        <p:nvSpPr>
          <p:cNvPr id="6" name="Shape 4"/>
          <p:cNvSpPr/>
          <p:nvPr/>
        </p:nvSpPr>
        <p:spPr>
          <a:xfrm>
            <a:off x="11335407" y="435306"/>
            <a:ext cx="51718" cy="51718"/>
          </a:xfrm>
          <a:prstGeom prst="ellipse">
            <a:avLst/>
          </a:prstGeom>
          <a:solidFill>
            <a:srgbClr val="000000"/>
          </a:solidFill>
          <a:ln/>
        </p:spPr>
        <p:txBody>
          <a:bodyPr/>
          <a:lstStyle/>
          <a:p>
            <a:endParaRPr/>
          </a:p>
        </p:txBody>
      </p:sp>
      <p:sp>
        <p:nvSpPr>
          <p:cNvPr id="7" name="Shape 5"/>
          <p:cNvSpPr/>
          <p:nvPr/>
        </p:nvSpPr>
        <p:spPr>
          <a:xfrm>
            <a:off x="11127388" y="442398"/>
            <a:ext cx="35294" cy="35294"/>
          </a:xfrm>
          <a:prstGeom prst="ellipse">
            <a:avLst/>
          </a:prstGeom>
          <a:solidFill>
            <a:srgbClr val="000000"/>
          </a:solidFill>
          <a:ln/>
        </p:spPr>
        <p:txBody>
          <a:bodyPr/>
          <a:lstStyle/>
          <a:p>
            <a:endParaRPr/>
          </a:p>
        </p:txBody>
      </p:sp>
      <p:sp>
        <p:nvSpPr>
          <p:cNvPr id="8" name="Shape 6"/>
          <p:cNvSpPr/>
          <p:nvPr/>
        </p:nvSpPr>
        <p:spPr>
          <a:xfrm>
            <a:off x="11482145" y="441649"/>
            <a:ext cx="35960" cy="35960"/>
          </a:xfrm>
          <a:prstGeom prst="ellipse">
            <a:avLst/>
          </a:prstGeom>
          <a:solidFill>
            <a:srgbClr val="000000"/>
          </a:solidFill>
          <a:ln/>
        </p:spPr>
        <p:txBody>
          <a:bodyPr/>
          <a:lstStyle/>
          <a:p>
            <a:endParaRPr/>
          </a:p>
        </p:txBody>
      </p:sp>
      <p:sp>
        <p:nvSpPr>
          <p:cNvPr id="9" name="Shape 7"/>
          <p:cNvSpPr/>
          <p:nvPr/>
        </p:nvSpPr>
        <p:spPr>
          <a:xfrm>
            <a:off x="11185603" y="459328"/>
            <a:ext cx="52167" cy="52167"/>
          </a:xfrm>
          <a:prstGeom prst="ellipse">
            <a:avLst/>
          </a:prstGeom>
          <a:solidFill>
            <a:srgbClr val="000000"/>
          </a:solidFill>
          <a:ln/>
        </p:spPr>
        <p:txBody>
          <a:bodyPr/>
          <a:lstStyle/>
          <a:p>
            <a:endParaRPr/>
          </a:p>
        </p:txBody>
      </p:sp>
      <p:sp>
        <p:nvSpPr>
          <p:cNvPr id="10" name="Shape 8"/>
          <p:cNvSpPr/>
          <p:nvPr/>
        </p:nvSpPr>
        <p:spPr>
          <a:xfrm>
            <a:off x="11408043" y="458713"/>
            <a:ext cx="52384" cy="52384"/>
          </a:xfrm>
          <a:prstGeom prst="ellipse">
            <a:avLst/>
          </a:prstGeom>
          <a:solidFill>
            <a:srgbClr val="000000"/>
          </a:solidFill>
          <a:ln/>
        </p:spPr>
        <p:txBody>
          <a:bodyPr/>
          <a:lstStyle/>
          <a:p>
            <a:endParaRPr/>
          </a:p>
        </p:txBody>
      </p:sp>
      <p:sp>
        <p:nvSpPr>
          <p:cNvPr id="11" name="Shape 9"/>
          <p:cNvSpPr/>
          <p:nvPr/>
        </p:nvSpPr>
        <p:spPr>
          <a:xfrm>
            <a:off x="11241891" y="499749"/>
            <a:ext cx="36613" cy="36613"/>
          </a:xfrm>
          <a:prstGeom prst="ellipse">
            <a:avLst/>
          </a:prstGeom>
          <a:solidFill>
            <a:srgbClr val="000000"/>
          </a:solidFill>
          <a:ln/>
        </p:spPr>
        <p:txBody>
          <a:bodyPr/>
          <a:lstStyle/>
          <a:p>
            <a:endParaRPr/>
          </a:p>
        </p:txBody>
      </p:sp>
      <p:sp>
        <p:nvSpPr>
          <p:cNvPr id="12" name="Shape 10"/>
          <p:cNvSpPr/>
          <p:nvPr/>
        </p:nvSpPr>
        <p:spPr>
          <a:xfrm>
            <a:off x="11294557" y="500146"/>
            <a:ext cx="57223" cy="57223"/>
          </a:xfrm>
          <a:prstGeom prst="ellipse">
            <a:avLst/>
          </a:prstGeom>
          <a:solidFill>
            <a:srgbClr val="000000"/>
          </a:solidFill>
          <a:ln/>
        </p:spPr>
        <p:txBody>
          <a:bodyPr/>
          <a:lstStyle/>
          <a:p>
            <a:endParaRPr/>
          </a:p>
        </p:txBody>
      </p:sp>
      <p:sp>
        <p:nvSpPr>
          <p:cNvPr id="13" name="Shape 11"/>
          <p:cNvSpPr/>
          <p:nvPr/>
        </p:nvSpPr>
        <p:spPr>
          <a:xfrm>
            <a:off x="11364102" y="498770"/>
            <a:ext cx="35294" cy="35294"/>
          </a:xfrm>
          <a:prstGeom prst="ellipse">
            <a:avLst/>
          </a:prstGeom>
          <a:solidFill>
            <a:srgbClr val="000000"/>
          </a:solidFill>
          <a:ln/>
        </p:spPr>
        <p:txBody>
          <a:bodyPr/>
          <a:lstStyle/>
          <a:p>
            <a:endParaRPr/>
          </a:p>
        </p:txBody>
      </p:sp>
      <p:sp>
        <p:nvSpPr>
          <p:cNvPr id="14" name="Shape 12"/>
          <p:cNvSpPr/>
          <p:nvPr/>
        </p:nvSpPr>
        <p:spPr>
          <a:xfrm>
            <a:off x="11123515" y="504524"/>
            <a:ext cx="51936" cy="51936"/>
          </a:xfrm>
          <a:prstGeom prst="ellipse">
            <a:avLst/>
          </a:prstGeom>
          <a:solidFill>
            <a:srgbClr val="000000"/>
          </a:solidFill>
          <a:ln/>
        </p:spPr>
        <p:txBody>
          <a:bodyPr/>
          <a:lstStyle/>
          <a:p>
            <a:endParaRPr/>
          </a:p>
        </p:txBody>
      </p:sp>
      <p:sp>
        <p:nvSpPr>
          <p:cNvPr id="15" name="Shape 13"/>
          <p:cNvSpPr/>
          <p:nvPr/>
        </p:nvSpPr>
        <p:spPr>
          <a:xfrm>
            <a:off x="11470202" y="504300"/>
            <a:ext cx="52384" cy="52384"/>
          </a:xfrm>
          <a:prstGeom prst="ellipse">
            <a:avLst/>
          </a:prstGeom>
          <a:solidFill>
            <a:srgbClr val="000000"/>
          </a:solidFill>
          <a:ln/>
        </p:spPr>
        <p:txBody>
          <a:bodyPr/>
          <a:lstStyle/>
          <a:p>
            <a:endParaRPr/>
          </a:p>
        </p:txBody>
      </p:sp>
      <p:sp>
        <p:nvSpPr>
          <p:cNvPr id="16" name="Shape 14"/>
          <p:cNvSpPr/>
          <p:nvPr/>
        </p:nvSpPr>
        <p:spPr>
          <a:xfrm>
            <a:off x="11060774" y="508825"/>
            <a:ext cx="35627" cy="35627"/>
          </a:xfrm>
          <a:prstGeom prst="ellipse">
            <a:avLst/>
          </a:prstGeom>
          <a:solidFill>
            <a:srgbClr val="000000"/>
          </a:solidFill>
          <a:ln/>
        </p:spPr>
        <p:txBody>
          <a:bodyPr/>
          <a:lstStyle/>
          <a:p>
            <a:endParaRPr/>
          </a:p>
        </p:txBody>
      </p:sp>
      <p:sp>
        <p:nvSpPr>
          <p:cNvPr id="17" name="Shape 15"/>
          <p:cNvSpPr/>
          <p:nvPr/>
        </p:nvSpPr>
        <p:spPr>
          <a:xfrm>
            <a:off x="11548535" y="508038"/>
            <a:ext cx="36613" cy="36613"/>
          </a:xfrm>
          <a:prstGeom prst="ellipse">
            <a:avLst/>
          </a:prstGeom>
          <a:solidFill>
            <a:srgbClr val="000000"/>
          </a:solidFill>
          <a:ln/>
        </p:spPr>
        <p:txBody>
          <a:bodyPr/>
          <a:lstStyle/>
          <a:p>
            <a:endParaRPr/>
          </a:p>
        </p:txBody>
      </p:sp>
      <p:sp>
        <p:nvSpPr>
          <p:cNvPr id="18" name="Shape 16"/>
          <p:cNvSpPr/>
          <p:nvPr/>
        </p:nvSpPr>
        <p:spPr>
          <a:xfrm>
            <a:off x="11191466" y="533379"/>
            <a:ext cx="57825" cy="57825"/>
          </a:xfrm>
          <a:prstGeom prst="ellipse">
            <a:avLst/>
          </a:prstGeom>
          <a:solidFill>
            <a:srgbClr val="000000"/>
          </a:solidFill>
          <a:ln/>
        </p:spPr>
        <p:txBody>
          <a:bodyPr/>
          <a:lstStyle/>
          <a:p>
            <a:endParaRPr/>
          </a:p>
        </p:txBody>
      </p:sp>
      <p:sp>
        <p:nvSpPr>
          <p:cNvPr id="19" name="Shape 17"/>
          <p:cNvSpPr/>
          <p:nvPr/>
        </p:nvSpPr>
        <p:spPr>
          <a:xfrm>
            <a:off x="11396535" y="533494"/>
            <a:ext cx="57428" cy="57428"/>
          </a:xfrm>
          <a:prstGeom prst="ellipse">
            <a:avLst/>
          </a:prstGeom>
          <a:solidFill>
            <a:srgbClr val="000000"/>
          </a:solidFill>
          <a:ln/>
        </p:spPr>
        <p:txBody>
          <a:bodyPr/>
          <a:lstStyle/>
          <a:p>
            <a:endParaRPr/>
          </a:p>
        </p:txBody>
      </p:sp>
      <p:sp>
        <p:nvSpPr>
          <p:cNvPr id="20" name="Shape 18"/>
          <p:cNvSpPr/>
          <p:nvPr/>
        </p:nvSpPr>
        <p:spPr>
          <a:xfrm>
            <a:off x="11079087" y="567226"/>
            <a:ext cx="51270" cy="51270"/>
          </a:xfrm>
          <a:prstGeom prst="ellipse">
            <a:avLst/>
          </a:prstGeom>
          <a:solidFill>
            <a:srgbClr val="000000"/>
          </a:solidFill>
          <a:ln/>
        </p:spPr>
        <p:txBody>
          <a:bodyPr/>
          <a:lstStyle/>
          <a:p>
            <a:endParaRPr/>
          </a:p>
        </p:txBody>
      </p:sp>
      <p:sp>
        <p:nvSpPr>
          <p:cNvPr id="21" name="Shape 19"/>
          <p:cNvSpPr/>
          <p:nvPr/>
        </p:nvSpPr>
        <p:spPr>
          <a:xfrm>
            <a:off x="11339728" y="567053"/>
            <a:ext cx="34616" cy="34616"/>
          </a:xfrm>
          <a:prstGeom prst="ellipse">
            <a:avLst/>
          </a:prstGeom>
          <a:solidFill>
            <a:srgbClr val="000000"/>
          </a:solidFill>
          <a:ln/>
        </p:spPr>
        <p:txBody>
          <a:bodyPr/>
          <a:lstStyle/>
          <a:p>
            <a:endParaRPr/>
          </a:p>
        </p:txBody>
      </p:sp>
      <p:sp>
        <p:nvSpPr>
          <p:cNvPr id="22" name="Shape 20"/>
          <p:cNvSpPr/>
          <p:nvPr/>
        </p:nvSpPr>
        <p:spPr>
          <a:xfrm>
            <a:off x="11515167" y="566234"/>
            <a:ext cx="52819" cy="52819"/>
          </a:xfrm>
          <a:prstGeom prst="ellipse">
            <a:avLst/>
          </a:prstGeom>
          <a:solidFill>
            <a:srgbClr val="000000"/>
          </a:solidFill>
          <a:ln/>
        </p:spPr>
        <p:txBody>
          <a:bodyPr/>
          <a:lstStyle/>
          <a:p>
            <a:endParaRPr/>
          </a:p>
        </p:txBody>
      </p:sp>
      <p:sp>
        <p:nvSpPr>
          <p:cNvPr id="23" name="Shape 21"/>
          <p:cNvSpPr/>
          <p:nvPr/>
        </p:nvSpPr>
        <p:spPr>
          <a:xfrm>
            <a:off x="11262860" y="569742"/>
            <a:ext cx="34961" cy="34961"/>
          </a:xfrm>
          <a:prstGeom prst="ellipse">
            <a:avLst/>
          </a:prstGeom>
          <a:solidFill>
            <a:srgbClr val="000000"/>
          </a:solidFill>
          <a:ln/>
        </p:spPr>
        <p:txBody>
          <a:bodyPr/>
          <a:lstStyle/>
          <a:p>
            <a:endParaRPr/>
          </a:p>
        </p:txBody>
      </p:sp>
      <p:sp>
        <p:nvSpPr>
          <p:cNvPr id="24" name="Shape 22"/>
          <p:cNvSpPr/>
          <p:nvPr/>
        </p:nvSpPr>
        <p:spPr>
          <a:xfrm>
            <a:off x="11462521" y="569818"/>
            <a:ext cx="35294" cy="35294"/>
          </a:xfrm>
          <a:prstGeom prst="ellipse">
            <a:avLst/>
          </a:prstGeom>
          <a:solidFill>
            <a:srgbClr val="000000"/>
          </a:solidFill>
          <a:ln/>
        </p:spPr>
        <p:txBody>
          <a:bodyPr/>
          <a:lstStyle/>
          <a:p>
            <a:endParaRPr/>
          </a:p>
        </p:txBody>
      </p:sp>
      <p:sp>
        <p:nvSpPr>
          <p:cNvPr id="25" name="Shape 23"/>
          <p:cNvSpPr/>
          <p:nvPr/>
        </p:nvSpPr>
        <p:spPr>
          <a:xfrm>
            <a:off x="11145681" y="573441"/>
            <a:ext cx="34270" cy="34270"/>
          </a:xfrm>
          <a:prstGeom prst="ellipse">
            <a:avLst/>
          </a:prstGeom>
          <a:solidFill>
            <a:srgbClr val="000000"/>
          </a:solidFill>
          <a:ln/>
        </p:spPr>
        <p:txBody>
          <a:bodyPr/>
          <a:lstStyle/>
          <a:p>
            <a:endParaRPr/>
          </a:p>
        </p:txBody>
      </p:sp>
      <p:sp>
        <p:nvSpPr>
          <p:cNvPr id="26" name="Shape 24"/>
          <p:cNvSpPr/>
          <p:nvPr/>
        </p:nvSpPr>
        <p:spPr>
          <a:xfrm>
            <a:off x="11592015" y="593213"/>
            <a:ext cx="35294" cy="35294"/>
          </a:xfrm>
          <a:prstGeom prst="ellipse">
            <a:avLst/>
          </a:prstGeom>
          <a:solidFill>
            <a:srgbClr val="000000"/>
          </a:solidFill>
          <a:ln/>
        </p:spPr>
        <p:txBody>
          <a:bodyPr/>
          <a:lstStyle/>
          <a:p>
            <a:endParaRPr/>
          </a:p>
        </p:txBody>
      </p:sp>
      <p:sp>
        <p:nvSpPr>
          <p:cNvPr id="27" name="Shape 25"/>
          <p:cNvSpPr/>
          <p:nvPr/>
        </p:nvSpPr>
        <p:spPr>
          <a:xfrm>
            <a:off x="11019124" y="593444"/>
            <a:ext cx="34616" cy="34616"/>
          </a:xfrm>
          <a:prstGeom prst="ellipse">
            <a:avLst/>
          </a:prstGeom>
          <a:solidFill>
            <a:srgbClr val="000000"/>
          </a:solidFill>
          <a:ln/>
        </p:spPr>
        <p:txBody>
          <a:bodyPr/>
          <a:lstStyle/>
          <a:p>
            <a:endParaRPr/>
          </a:p>
        </p:txBody>
      </p:sp>
      <p:sp>
        <p:nvSpPr>
          <p:cNvPr id="28" name="Shape 26"/>
          <p:cNvSpPr/>
          <p:nvPr/>
        </p:nvSpPr>
        <p:spPr>
          <a:xfrm>
            <a:off x="11403576" y="610214"/>
            <a:ext cx="34961" cy="34961"/>
          </a:xfrm>
          <a:prstGeom prst="ellipse">
            <a:avLst/>
          </a:prstGeom>
          <a:solidFill>
            <a:srgbClr val="000000"/>
          </a:solidFill>
          <a:ln/>
        </p:spPr>
        <p:txBody>
          <a:bodyPr/>
          <a:lstStyle/>
          <a:p>
            <a:endParaRPr/>
          </a:p>
        </p:txBody>
      </p:sp>
      <p:sp>
        <p:nvSpPr>
          <p:cNvPr id="29" name="Shape 27"/>
          <p:cNvSpPr/>
          <p:nvPr/>
        </p:nvSpPr>
        <p:spPr>
          <a:xfrm>
            <a:off x="11201662" y="616570"/>
            <a:ext cx="35627" cy="35627"/>
          </a:xfrm>
          <a:prstGeom prst="ellipse">
            <a:avLst/>
          </a:prstGeom>
          <a:solidFill>
            <a:srgbClr val="000000"/>
          </a:solidFill>
          <a:ln/>
        </p:spPr>
        <p:txBody>
          <a:bodyPr/>
          <a:lstStyle/>
          <a:p>
            <a:endParaRPr/>
          </a:p>
        </p:txBody>
      </p:sp>
      <p:sp>
        <p:nvSpPr>
          <p:cNvPr id="30" name="Shape 28"/>
          <p:cNvSpPr/>
          <p:nvPr/>
        </p:nvSpPr>
        <p:spPr>
          <a:xfrm>
            <a:off x="11127484" y="620705"/>
            <a:ext cx="58030" cy="58030"/>
          </a:xfrm>
          <a:prstGeom prst="ellipse">
            <a:avLst/>
          </a:prstGeom>
          <a:solidFill>
            <a:srgbClr val="000000"/>
          </a:solidFill>
          <a:ln/>
        </p:spPr>
        <p:txBody>
          <a:bodyPr/>
          <a:lstStyle/>
          <a:p>
            <a:endParaRPr/>
          </a:p>
        </p:txBody>
      </p:sp>
      <p:sp>
        <p:nvSpPr>
          <p:cNvPr id="31" name="Shape 29"/>
          <p:cNvSpPr/>
          <p:nvPr/>
        </p:nvSpPr>
        <p:spPr>
          <a:xfrm>
            <a:off x="11460767" y="620852"/>
            <a:ext cx="57428" cy="57428"/>
          </a:xfrm>
          <a:prstGeom prst="ellipse">
            <a:avLst/>
          </a:prstGeom>
          <a:solidFill>
            <a:srgbClr val="000000"/>
          </a:solidFill>
          <a:ln/>
        </p:spPr>
        <p:txBody>
          <a:bodyPr/>
          <a:lstStyle/>
          <a:p>
            <a:endParaRPr/>
          </a:p>
        </p:txBody>
      </p:sp>
      <p:sp>
        <p:nvSpPr>
          <p:cNvPr id="32" name="Shape 30"/>
          <p:cNvSpPr/>
          <p:nvPr/>
        </p:nvSpPr>
        <p:spPr>
          <a:xfrm>
            <a:off x="11055219" y="640144"/>
            <a:ext cx="51718" cy="51718"/>
          </a:xfrm>
          <a:prstGeom prst="ellipse">
            <a:avLst/>
          </a:prstGeom>
          <a:solidFill>
            <a:srgbClr val="000000"/>
          </a:solidFill>
          <a:ln/>
        </p:spPr>
        <p:txBody>
          <a:bodyPr/>
          <a:lstStyle/>
          <a:p>
            <a:endParaRPr/>
          </a:p>
        </p:txBody>
      </p:sp>
      <p:sp>
        <p:nvSpPr>
          <p:cNvPr id="33" name="Shape 31"/>
          <p:cNvSpPr/>
          <p:nvPr/>
        </p:nvSpPr>
        <p:spPr>
          <a:xfrm>
            <a:off x="11539330" y="640266"/>
            <a:ext cx="51270" cy="51270"/>
          </a:xfrm>
          <a:prstGeom prst="ellipse">
            <a:avLst/>
          </a:prstGeom>
          <a:solidFill>
            <a:srgbClr val="000000"/>
          </a:solidFill>
          <a:ln/>
        </p:spPr>
        <p:txBody>
          <a:bodyPr/>
          <a:lstStyle/>
          <a:p>
            <a:endParaRPr/>
          </a:p>
        </p:txBody>
      </p:sp>
      <p:sp>
        <p:nvSpPr>
          <p:cNvPr id="34" name="Shape 32"/>
          <p:cNvSpPr/>
          <p:nvPr/>
        </p:nvSpPr>
        <p:spPr>
          <a:xfrm>
            <a:off x="11429576" y="682274"/>
            <a:ext cx="35627" cy="35627"/>
          </a:xfrm>
          <a:prstGeom prst="ellipse">
            <a:avLst/>
          </a:prstGeom>
          <a:solidFill>
            <a:srgbClr val="000000"/>
          </a:solidFill>
          <a:ln/>
        </p:spPr>
        <p:txBody>
          <a:bodyPr/>
          <a:lstStyle/>
          <a:p>
            <a:endParaRPr/>
          </a:p>
        </p:txBody>
      </p:sp>
      <p:sp>
        <p:nvSpPr>
          <p:cNvPr id="35" name="Shape 33"/>
          <p:cNvSpPr/>
          <p:nvPr/>
        </p:nvSpPr>
        <p:spPr>
          <a:xfrm>
            <a:off x="11004076" y="687222"/>
            <a:ext cx="34616" cy="34616"/>
          </a:xfrm>
          <a:prstGeom prst="ellipse">
            <a:avLst/>
          </a:prstGeom>
          <a:solidFill>
            <a:srgbClr val="000000"/>
          </a:solidFill>
          <a:ln/>
        </p:spPr>
        <p:txBody>
          <a:bodyPr/>
          <a:lstStyle/>
          <a:p>
            <a:endParaRPr/>
          </a:p>
        </p:txBody>
      </p:sp>
      <p:sp>
        <p:nvSpPr>
          <p:cNvPr id="36" name="Shape 34"/>
          <p:cNvSpPr/>
          <p:nvPr/>
        </p:nvSpPr>
        <p:spPr>
          <a:xfrm>
            <a:off x="11502052" y="685321"/>
            <a:ext cx="34270" cy="34270"/>
          </a:xfrm>
          <a:prstGeom prst="ellipse">
            <a:avLst/>
          </a:prstGeom>
          <a:solidFill>
            <a:srgbClr val="000000"/>
          </a:solidFill>
          <a:ln/>
        </p:spPr>
        <p:txBody>
          <a:bodyPr/>
          <a:lstStyle/>
          <a:p>
            <a:endParaRPr/>
          </a:p>
        </p:txBody>
      </p:sp>
      <p:sp>
        <p:nvSpPr>
          <p:cNvPr id="37" name="Shape 35"/>
          <p:cNvSpPr/>
          <p:nvPr/>
        </p:nvSpPr>
        <p:spPr>
          <a:xfrm>
            <a:off x="11606321" y="686422"/>
            <a:ext cx="35627" cy="35627"/>
          </a:xfrm>
          <a:prstGeom prst="ellipse">
            <a:avLst/>
          </a:prstGeom>
          <a:solidFill>
            <a:srgbClr val="000000"/>
          </a:solidFill>
          <a:ln/>
        </p:spPr>
        <p:txBody>
          <a:bodyPr/>
          <a:lstStyle/>
          <a:p>
            <a:endParaRPr/>
          </a:p>
        </p:txBody>
      </p:sp>
      <p:sp>
        <p:nvSpPr>
          <p:cNvPr id="38" name="Shape 36"/>
          <p:cNvSpPr/>
          <p:nvPr/>
        </p:nvSpPr>
        <p:spPr>
          <a:xfrm>
            <a:off x="11108908" y="688957"/>
            <a:ext cx="35294" cy="35294"/>
          </a:xfrm>
          <a:prstGeom prst="ellipse">
            <a:avLst/>
          </a:prstGeom>
          <a:solidFill>
            <a:srgbClr val="000000"/>
          </a:solidFill>
          <a:ln/>
        </p:spPr>
        <p:txBody>
          <a:bodyPr/>
          <a:lstStyle/>
          <a:p>
            <a:endParaRPr/>
          </a:p>
        </p:txBody>
      </p:sp>
      <p:sp>
        <p:nvSpPr>
          <p:cNvPr id="39" name="Shape 37"/>
          <p:cNvSpPr/>
          <p:nvPr/>
        </p:nvSpPr>
        <p:spPr>
          <a:xfrm>
            <a:off x="11179733" y="690371"/>
            <a:ext cx="36613" cy="36613"/>
          </a:xfrm>
          <a:prstGeom prst="ellipse">
            <a:avLst/>
          </a:prstGeom>
          <a:solidFill>
            <a:srgbClr val="000000"/>
          </a:solidFill>
          <a:ln/>
        </p:spPr>
        <p:txBody>
          <a:bodyPr/>
          <a:lstStyle/>
          <a:p>
            <a:endParaRPr/>
          </a:p>
        </p:txBody>
      </p:sp>
      <p:sp>
        <p:nvSpPr>
          <p:cNvPr id="40" name="Shape 38"/>
          <p:cNvSpPr/>
          <p:nvPr/>
        </p:nvSpPr>
        <p:spPr>
          <a:xfrm>
            <a:off x="11054764" y="716576"/>
            <a:ext cx="51936" cy="51936"/>
          </a:xfrm>
          <a:prstGeom prst="ellipse">
            <a:avLst/>
          </a:prstGeom>
          <a:solidFill>
            <a:srgbClr val="000000"/>
          </a:solidFill>
          <a:ln/>
        </p:spPr>
        <p:txBody>
          <a:bodyPr/>
          <a:lstStyle/>
          <a:p>
            <a:endParaRPr/>
          </a:p>
        </p:txBody>
      </p:sp>
      <p:sp>
        <p:nvSpPr>
          <p:cNvPr id="41" name="Shape 39"/>
          <p:cNvSpPr/>
          <p:nvPr/>
        </p:nvSpPr>
        <p:spPr>
          <a:xfrm>
            <a:off x="11539023" y="716851"/>
            <a:ext cx="51488" cy="51488"/>
          </a:xfrm>
          <a:prstGeom prst="ellipse">
            <a:avLst/>
          </a:prstGeom>
          <a:solidFill>
            <a:srgbClr val="000000"/>
          </a:solidFill>
          <a:ln/>
        </p:spPr>
        <p:txBody>
          <a:bodyPr/>
          <a:lstStyle/>
          <a:p>
            <a:endParaRPr/>
          </a:p>
        </p:txBody>
      </p:sp>
      <p:sp>
        <p:nvSpPr>
          <p:cNvPr id="42" name="Shape 40"/>
          <p:cNvSpPr/>
          <p:nvPr/>
        </p:nvSpPr>
        <p:spPr>
          <a:xfrm>
            <a:off x="11127490" y="729288"/>
            <a:ext cx="58222" cy="58222"/>
          </a:xfrm>
          <a:prstGeom prst="ellipse">
            <a:avLst/>
          </a:prstGeom>
          <a:solidFill>
            <a:srgbClr val="000000"/>
          </a:solidFill>
          <a:ln/>
        </p:spPr>
        <p:txBody>
          <a:bodyPr/>
          <a:lstStyle/>
          <a:p>
            <a:endParaRPr/>
          </a:p>
        </p:txBody>
      </p:sp>
      <p:sp>
        <p:nvSpPr>
          <p:cNvPr id="43" name="Shape 41"/>
          <p:cNvSpPr/>
          <p:nvPr/>
        </p:nvSpPr>
        <p:spPr>
          <a:xfrm>
            <a:off x="11460671" y="729781"/>
            <a:ext cx="57633" cy="57633"/>
          </a:xfrm>
          <a:prstGeom prst="ellipse">
            <a:avLst/>
          </a:prstGeom>
          <a:solidFill>
            <a:srgbClr val="000000"/>
          </a:solidFill>
          <a:ln/>
        </p:spPr>
        <p:txBody>
          <a:bodyPr/>
          <a:lstStyle/>
          <a:p>
            <a:endParaRPr/>
          </a:p>
        </p:txBody>
      </p:sp>
      <p:sp>
        <p:nvSpPr>
          <p:cNvPr id="44" name="Shape 42"/>
          <p:cNvSpPr/>
          <p:nvPr/>
        </p:nvSpPr>
        <p:spPr>
          <a:xfrm>
            <a:off x="11407973" y="756415"/>
            <a:ext cx="35960" cy="35960"/>
          </a:xfrm>
          <a:prstGeom prst="ellipse">
            <a:avLst/>
          </a:prstGeom>
          <a:solidFill>
            <a:srgbClr val="000000"/>
          </a:solidFill>
          <a:ln/>
        </p:spPr>
        <p:txBody>
          <a:bodyPr/>
          <a:lstStyle/>
          <a:p>
            <a:endParaRPr/>
          </a:p>
        </p:txBody>
      </p:sp>
      <p:sp>
        <p:nvSpPr>
          <p:cNvPr id="45" name="Shape 43"/>
          <p:cNvSpPr/>
          <p:nvPr/>
        </p:nvSpPr>
        <p:spPr>
          <a:xfrm>
            <a:off x="11207308" y="763884"/>
            <a:ext cx="34616" cy="34616"/>
          </a:xfrm>
          <a:prstGeom prst="ellipse">
            <a:avLst/>
          </a:prstGeom>
          <a:solidFill>
            <a:srgbClr val="000000"/>
          </a:solidFill>
          <a:ln/>
        </p:spPr>
        <p:txBody>
          <a:bodyPr/>
          <a:lstStyle/>
          <a:p>
            <a:endParaRPr/>
          </a:p>
        </p:txBody>
      </p:sp>
      <p:sp>
        <p:nvSpPr>
          <p:cNvPr id="46" name="Shape 44"/>
          <p:cNvSpPr/>
          <p:nvPr/>
        </p:nvSpPr>
        <p:spPr>
          <a:xfrm>
            <a:off x="11018670" y="780462"/>
            <a:ext cx="34616" cy="34616"/>
          </a:xfrm>
          <a:prstGeom prst="ellipse">
            <a:avLst/>
          </a:prstGeom>
          <a:solidFill>
            <a:srgbClr val="000000"/>
          </a:solidFill>
          <a:ln/>
        </p:spPr>
        <p:txBody>
          <a:bodyPr/>
          <a:lstStyle/>
          <a:p>
            <a:endParaRPr/>
          </a:p>
        </p:txBody>
      </p:sp>
      <p:sp>
        <p:nvSpPr>
          <p:cNvPr id="47" name="Shape 45"/>
          <p:cNvSpPr/>
          <p:nvPr/>
        </p:nvSpPr>
        <p:spPr>
          <a:xfrm>
            <a:off x="11591670" y="780123"/>
            <a:ext cx="35294" cy="35294"/>
          </a:xfrm>
          <a:prstGeom prst="ellipse">
            <a:avLst/>
          </a:prstGeom>
          <a:solidFill>
            <a:srgbClr val="000000"/>
          </a:solidFill>
          <a:ln/>
        </p:spPr>
        <p:txBody>
          <a:bodyPr/>
          <a:lstStyle/>
          <a:p>
            <a:endParaRPr/>
          </a:p>
        </p:txBody>
      </p:sp>
      <p:sp>
        <p:nvSpPr>
          <p:cNvPr id="48" name="Shape 46"/>
          <p:cNvSpPr/>
          <p:nvPr/>
        </p:nvSpPr>
        <p:spPr>
          <a:xfrm>
            <a:off x="11079010" y="790179"/>
            <a:ext cx="51270" cy="51270"/>
          </a:xfrm>
          <a:prstGeom prst="ellipse">
            <a:avLst/>
          </a:prstGeom>
          <a:solidFill>
            <a:srgbClr val="000000"/>
          </a:solidFill>
          <a:ln/>
        </p:spPr>
        <p:txBody>
          <a:bodyPr/>
          <a:lstStyle/>
          <a:p>
            <a:endParaRPr/>
          </a:p>
        </p:txBody>
      </p:sp>
      <p:sp>
        <p:nvSpPr>
          <p:cNvPr id="49" name="Shape 47"/>
          <p:cNvSpPr/>
          <p:nvPr/>
        </p:nvSpPr>
        <p:spPr>
          <a:xfrm>
            <a:off x="11515218" y="789692"/>
            <a:ext cx="52602" cy="52602"/>
          </a:xfrm>
          <a:prstGeom prst="ellipse">
            <a:avLst/>
          </a:prstGeom>
          <a:solidFill>
            <a:srgbClr val="000000"/>
          </a:solidFill>
          <a:ln/>
        </p:spPr>
        <p:txBody>
          <a:bodyPr/>
          <a:lstStyle/>
          <a:p>
            <a:endParaRPr/>
          </a:p>
        </p:txBody>
      </p:sp>
      <p:sp>
        <p:nvSpPr>
          <p:cNvPr id="50" name="Shape 48"/>
          <p:cNvSpPr/>
          <p:nvPr/>
        </p:nvSpPr>
        <p:spPr>
          <a:xfrm>
            <a:off x="11147371" y="803460"/>
            <a:ext cx="35627" cy="35627"/>
          </a:xfrm>
          <a:prstGeom prst="ellipse">
            <a:avLst/>
          </a:prstGeom>
          <a:solidFill>
            <a:srgbClr val="000000"/>
          </a:solidFill>
          <a:ln/>
        </p:spPr>
        <p:txBody>
          <a:bodyPr/>
          <a:lstStyle/>
          <a:p>
            <a:endParaRPr/>
          </a:p>
        </p:txBody>
      </p:sp>
      <p:sp>
        <p:nvSpPr>
          <p:cNvPr id="51" name="Shape 49"/>
          <p:cNvSpPr/>
          <p:nvPr/>
        </p:nvSpPr>
        <p:spPr>
          <a:xfrm>
            <a:off x="11347786" y="804293"/>
            <a:ext cx="35294" cy="35294"/>
          </a:xfrm>
          <a:prstGeom prst="ellipse">
            <a:avLst/>
          </a:prstGeom>
          <a:solidFill>
            <a:srgbClr val="000000"/>
          </a:solidFill>
          <a:ln/>
        </p:spPr>
        <p:txBody>
          <a:bodyPr/>
          <a:lstStyle/>
          <a:p>
            <a:endParaRPr/>
          </a:p>
        </p:txBody>
      </p:sp>
      <p:sp>
        <p:nvSpPr>
          <p:cNvPr id="52" name="Shape 50"/>
          <p:cNvSpPr/>
          <p:nvPr/>
        </p:nvSpPr>
        <p:spPr>
          <a:xfrm>
            <a:off x="11465119" y="800919"/>
            <a:ext cx="34961" cy="34961"/>
          </a:xfrm>
          <a:prstGeom prst="ellipse">
            <a:avLst/>
          </a:prstGeom>
          <a:solidFill>
            <a:srgbClr val="000000"/>
          </a:solidFill>
          <a:ln/>
        </p:spPr>
        <p:txBody>
          <a:bodyPr/>
          <a:lstStyle/>
          <a:p>
            <a:endParaRPr/>
          </a:p>
        </p:txBody>
      </p:sp>
      <p:sp>
        <p:nvSpPr>
          <p:cNvPr id="53" name="Shape 51"/>
          <p:cNvSpPr/>
          <p:nvPr/>
        </p:nvSpPr>
        <p:spPr>
          <a:xfrm>
            <a:off x="11270669" y="806590"/>
            <a:ext cx="35627" cy="35627"/>
          </a:xfrm>
          <a:prstGeom prst="ellipse">
            <a:avLst/>
          </a:prstGeom>
          <a:solidFill>
            <a:srgbClr val="000000"/>
          </a:solidFill>
          <a:ln/>
        </p:spPr>
        <p:txBody>
          <a:bodyPr/>
          <a:lstStyle/>
          <a:p>
            <a:endParaRPr/>
          </a:p>
        </p:txBody>
      </p:sp>
      <p:sp>
        <p:nvSpPr>
          <p:cNvPr id="54" name="Shape 52"/>
          <p:cNvSpPr/>
          <p:nvPr/>
        </p:nvSpPr>
        <p:spPr>
          <a:xfrm>
            <a:off x="11191498" y="817766"/>
            <a:ext cx="57633" cy="57633"/>
          </a:xfrm>
          <a:prstGeom prst="ellipse">
            <a:avLst/>
          </a:prstGeom>
          <a:solidFill>
            <a:srgbClr val="000000"/>
          </a:solidFill>
          <a:ln/>
        </p:spPr>
        <p:txBody>
          <a:bodyPr/>
          <a:lstStyle/>
          <a:p>
            <a:endParaRPr/>
          </a:p>
        </p:txBody>
      </p:sp>
      <p:sp>
        <p:nvSpPr>
          <p:cNvPr id="55" name="Shape 53"/>
          <p:cNvSpPr/>
          <p:nvPr/>
        </p:nvSpPr>
        <p:spPr>
          <a:xfrm>
            <a:off x="11396573" y="817888"/>
            <a:ext cx="57633" cy="57633"/>
          </a:xfrm>
          <a:prstGeom prst="ellipse">
            <a:avLst/>
          </a:prstGeom>
          <a:solidFill>
            <a:srgbClr val="000000"/>
          </a:solidFill>
          <a:ln/>
        </p:spPr>
        <p:txBody>
          <a:bodyPr/>
          <a:lstStyle/>
          <a:p>
            <a:endParaRPr/>
          </a:p>
        </p:txBody>
      </p:sp>
      <p:sp>
        <p:nvSpPr>
          <p:cNvPr id="56" name="Shape 54"/>
          <p:cNvSpPr/>
          <p:nvPr/>
        </p:nvSpPr>
        <p:spPr>
          <a:xfrm>
            <a:off x="11123445" y="851985"/>
            <a:ext cx="52167" cy="52167"/>
          </a:xfrm>
          <a:prstGeom prst="ellipse">
            <a:avLst/>
          </a:prstGeom>
          <a:solidFill>
            <a:srgbClr val="000000"/>
          </a:solidFill>
          <a:ln/>
        </p:spPr>
        <p:txBody>
          <a:bodyPr/>
          <a:lstStyle/>
          <a:p>
            <a:endParaRPr/>
          </a:p>
        </p:txBody>
      </p:sp>
      <p:sp>
        <p:nvSpPr>
          <p:cNvPr id="57" name="Shape 55"/>
          <p:cNvSpPr/>
          <p:nvPr/>
        </p:nvSpPr>
        <p:spPr>
          <a:xfrm>
            <a:off x="11294647" y="851390"/>
            <a:ext cx="57223" cy="57223"/>
          </a:xfrm>
          <a:prstGeom prst="ellipse">
            <a:avLst/>
          </a:prstGeom>
          <a:solidFill>
            <a:srgbClr val="000000"/>
          </a:solidFill>
          <a:ln/>
        </p:spPr>
        <p:txBody>
          <a:bodyPr/>
          <a:lstStyle/>
          <a:p>
            <a:endParaRPr/>
          </a:p>
        </p:txBody>
      </p:sp>
      <p:sp>
        <p:nvSpPr>
          <p:cNvPr id="58" name="Shape 56"/>
          <p:cNvSpPr/>
          <p:nvPr/>
        </p:nvSpPr>
        <p:spPr>
          <a:xfrm>
            <a:off x="11470202" y="852382"/>
            <a:ext cx="52384" cy="52384"/>
          </a:xfrm>
          <a:prstGeom prst="ellipse">
            <a:avLst/>
          </a:prstGeom>
          <a:solidFill>
            <a:srgbClr val="000000"/>
          </a:solidFill>
          <a:ln/>
        </p:spPr>
        <p:txBody>
          <a:bodyPr/>
          <a:lstStyle/>
          <a:p>
            <a:endParaRPr/>
          </a:p>
        </p:txBody>
      </p:sp>
      <p:sp>
        <p:nvSpPr>
          <p:cNvPr id="59" name="Shape 57"/>
          <p:cNvSpPr/>
          <p:nvPr/>
        </p:nvSpPr>
        <p:spPr>
          <a:xfrm>
            <a:off x="11060774" y="864607"/>
            <a:ext cx="35627" cy="35627"/>
          </a:xfrm>
          <a:prstGeom prst="ellipse">
            <a:avLst/>
          </a:prstGeom>
          <a:solidFill>
            <a:srgbClr val="000000"/>
          </a:solidFill>
          <a:ln/>
        </p:spPr>
        <p:txBody>
          <a:bodyPr/>
          <a:lstStyle/>
          <a:p>
            <a:endParaRPr/>
          </a:p>
        </p:txBody>
      </p:sp>
      <p:sp>
        <p:nvSpPr>
          <p:cNvPr id="60" name="Shape 58"/>
          <p:cNvSpPr/>
          <p:nvPr/>
        </p:nvSpPr>
        <p:spPr>
          <a:xfrm>
            <a:off x="11548733" y="864185"/>
            <a:ext cx="35627" cy="35627"/>
          </a:xfrm>
          <a:prstGeom prst="ellipse">
            <a:avLst/>
          </a:prstGeom>
          <a:solidFill>
            <a:srgbClr val="000000"/>
          </a:solidFill>
          <a:ln/>
        </p:spPr>
        <p:txBody>
          <a:bodyPr/>
          <a:lstStyle/>
          <a:p>
            <a:endParaRPr/>
          </a:p>
        </p:txBody>
      </p:sp>
      <p:sp>
        <p:nvSpPr>
          <p:cNvPr id="61" name="Shape 59"/>
          <p:cNvSpPr/>
          <p:nvPr/>
        </p:nvSpPr>
        <p:spPr>
          <a:xfrm>
            <a:off x="11246231" y="873908"/>
            <a:ext cx="35627" cy="35627"/>
          </a:xfrm>
          <a:prstGeom prst="ellipse">
            <a:avLst/>
          </a:prstGeom>
          <a:solidFill>
            <a:srgbClr val="000000"/>
          </a:solidFill>
          <a:ln/>
        </p:spPr>
        <p:txBody>
          <a:bodyPr/>
          <a:lstStyle/>
          <a:p>
            <a:endParaRPr/>
          </a:p>
        </p:txBody>
      </p:sp>
      <p:sp>
        <p:nvSpPr>
          <p:cNvPr id="62" name="Shape 60"/>
          <p:cNvSpPr/>
          <p:nvPr/>
        </p:nvSpPr>
        <p:spPr>
          <a:xfrm>
            <a:off x="11367418" y="872896"/>
            <a:ext cx="35627" cy="35627"/>
          </a:xfrm>
          <a:prstGeom prst="ellipse">
            <a:avLst/>
          </a:prstGeom>
          <a:solidFill>
            <a:srgbClr val="000000"/>
          </a:solidFill>
          <a:ln/>
        </p:spPr>
        <p:txBody>
          <a:bodyPr/>
          <a:lstStyle/>
          <a:p>
            <a:endParaRPr/>
          </a:p>
        </p:txBody>
      </p:sp>
      <p:sp>
        <p:nvSpPr>
          <p:cNvPr id="63" name="Shape 61"/>
          <p:cNvSpPr/>
          <p:nvPr/>
        </p:nvSpPr>
        <p:spPr>
          <a:xfrm>
            <a:off x="11185366" y="897322"/>
            <a:ext cx="51936" cy="51936"/>
          </a:xfrm>
          <a:prstGeom prst="ellipse">
            <a:avLst/>
          </a:prstGeom>
          <a:solidFill>
            <a:srgbClr val="000000"/>
          </a:solidFill>
          <a:ln/>
        </p:spPr>
        <p:txBody>
          <a:bodyPr/>
          <a:lstStyle/>
          <a:p>
            <a:endParaRPr/>
          </a:p>
        </p:txBody>
      </p:sp>
      <p:sp>
        <p:nvSpPr>
          <p:cNvPr id="64" name="Shape 62"/>
          <p:cNvSpPr/>
          <p:nvPr/>
        </p:nvSpPr>
        <p:spPr>
          <a:xfrm>
            <a:off x="11407845" y="897655"/>
            <a:ext cx="52602" cy="52602"/>
          </a:xfrm>
          <a:prstGeom prst="ellipse">
            <a:avLst/>
          </a:prstGeom>
          <a:solidFill>
            <a:srgbClr val="000000"/>
          </a:solidFill>
          <a:ln/>
        </p:spPr>
        <p:txBody>
          <a:bodyPr/>
          <a:lstStyle/>
          <a:p>
            <a:endParaRPr/>
          </a:p>
        </p:txBody>
      </p:sp>
      <p:sp>
        <p:nvSpPr>
          <p:cNvPr id="65" name="Shape 63"/>
          <p:cNvSpPr/>
          <p:nvPr/>
        </p:nvSpPr>
        <p:spPr>
          <a:xfrm>
            <a:off x="11258822" y="921466"/>
            <a:ext cx="51270" cy="51270"/>
          </a:xfrm>
          <a:prstGeom prst="ellipse">
            <a:avLst/>
          </a:prstGeom>
          <a:solidFill>
            <a:srgbClr val="000000"/>
          </a:solidFill>
          <a:ln/>
        </p:spPr>
        <p:txBody>
          <a:bodyPr/>
          <a:lstStyle/>
          <a:p>
            <a:endParaRPr/>
          </a:p>
        </p:txBody>
      </p:sp>
      <p:sp>
        <p:nvSpPr>
          <p:cNvPr id="66" name="Shape 64"/>
          <p:cNvSpPr/>
          <p:nvPr/>
        </p:nvSpPr>
        <p:spPr>
          <a:xfrm>
            <a:off x="11335350" y="921504"/>
            <a:ext cx="51270" cy="51270"/>
          </a:xfrm>
          <a:prstGeom prst="ellipse">
            <a:avLst/>
          </a:prstGeom>
          <a:solidFill>
            <a:srgbClr val="000000"/>
          </a:solidFill>
          <a:ln/>
        </p:spPr>
        <p:txBody>
          <a:bodyPr/>
          <a:lstStyle/>
          <a:p>
            <a:endParaRPr/>
          </a:p>
        </p:txBody>
      </p:sp>
      <p:sp>
        <p:nvSpPr>
          <p:cNvPr id="67" name="Shape 65"/>
          <p:cNvSpPr/>
          <p:nvPr/>
        </p:nvSpPr>
        <p:spPr>
          <a:xfrm>
            <a:off x="11127388" y="931368"/>
            <a:ext cx="35294" cy="35294"/>
          </a:xfrm>
          <a:prstGeom prst="ellipse">
            <a:avLst/>
          </a:prstGeom>
          <a:solidFill>
            <a:srgbClr val="000000"/>
          </a:solidFill>
          <a:ln/>
        </p:spPr>
        <p:txBody>
          <a:bodyPr/>
          <a:lstStyle/>
          <a:p>
            <a:endParaRPr/>
          </a:p>
        </p:txBody>
      </p:sp>
      <p:sp>
        <p:nvSpPr>
          <p:cNvPr id="68" name="Shape 66"/>
          <p:cNvSpPr/>
          <p:nvPr/>
        </p:nvSpPr>
        <p:spPr>
          <a:xfrm>
            <a:off x="11481979" y="931035"/>
            <a:ext cx="35960" cy="35960"/>
          </a:xfrm>
          <a:prstGeom prst="ellipse">
            <a:avLst/>
          </a:prstGeom>
          <a:solidFill>
            <a:srgbClr val="000000"/>
          </a:solidFill>
          <a:ln/>
        </p:spPr>
        <p:txBody>
          <a:bodyPr/>
          <a:lstStyle/>
          <a:p>
            <a:endParaRPr/>
          </a:p>
        </p:txBody>
      </p:sp>
      <p:sp>
        <p:nvSpPr>
          <p:cNvPr id="69" name="Shape 67"/>
          <p:cNvSpPr/>
          <p:nvPr/>
        </p:nvSpPr>
        <p:spPr>
          <a:xfrm>
            <a:off x="11211987" y="974695"/>
            <a:ext cx="34961" cy="34961"/>
          </a:xfrm>
          <a:prstGeom prst="ellipse">
            <a:avLst/>
          </a:prstGeom>
          <a:solidFill>
            <a:srgbClr val="000000"/>
          </a:solidFill>
          <a:ln/>
        </p:spPr>
        <p:txBody>
          <a:bodyPr/>
          <a:lstStyle/>
          <a:p>
            <a:endParaRPr/>
          </a:p>
        </p:txBody>
      </p:sp>
      <p:sp>
        <p:nvSpPr>
          <p:cNvPr id="70" name="Shape 68"/>
          <p:cNvSpPr/>
          <p:nvPr/>
        </p:nvSpPr>
        <p:spPr>
          <a:xfrm>
            <a:off x="11398461" y="974695"/>
            <a:ext cx="34961" cy="34961"/>
          </a:xfrm>
          <a:prstGeom prst="ellipse">
            <a:avLst/>
          </a:prstGeom>
          <a:solidFill>
            <a:srgbClr val="000000"/>
          </a:solidFill>
          <a:ln/>
        </p:spPr>
        <p:txBody>
          <a:bodyPr/>
          <a:lstStyle/>
          <a:p>
            <a:endParaRPr/>
          </a:p>
        </p:txBody>
      </p:sp>
      <p:sp>
        <p:nvSpPr>
          <p:cNvPr id="71" name="Shape 69"/>
          <p:cNvSpPr/>
          <p:nvPr/>
        </p:nvSpPr>
        <p:spPr>
          <a:xfrm>
            <a:off x="11304837" y="988501"/>
            <a:ext cx="35627" cy="35627"/>
          </a:xfrm>
          <a:prstGeom prst="ellipse">
            <a:avLst/>
          </a:prstGeom>
          <a:solidFill>
            <a:srgbClr val="000000"/>
          </a:solidFill>
          <a:ln/>
        </p:spPr>
        <p:txBody>
          <a:bodyPr/>
          <a:lstStyle/>
          <a:p>
            <a:endParaRPr/>
          </a:p>
        </p:txBody>
      </p:sp>
      <p:sp>
        <p:nvSpPr>
          <p:cNvPr id="72" name="Text 70"/>
          <p:cNvSpPr/>
          <p:nvPr/>
        </p:nvSpPr>
        <p:spPr>
          <a:xfrm>
            <a:off x="548640" y="411480"/>
            <a:ext cx="10088575" cy="777240"/>
          </a:xfrm>
          <a:prstGeom prst="rect">
            <a:avLst/>
          </a:prstGeom>
          <a:noFill/>
          <a:ln/>
        </p:spPr>
        <p:txBody>
          <a:bodyPr wrap="square" lIns="0" tIns="0" rIns="0" bIns="0" rtlCol="0" anchor="ctr"/>
          <a:lstStyle/>
          <a:p>
            <a:pPr marL="0" indent="0" algn="l">
              <a:lnSpc>
                <a:spcPct val="105000"/>
              </a:lnSpc>
              <a:buNone/>
            </a:pPr>
            <a:r>
              <a:rPr lang="en-US" sz="3100" dirty="0">
                <a:solidFill>
                  <a:srgbClr val="3D68EC"/>
                </a:solidFill>
                <a:latin typeface="General Sans Semibold" pitchFamily="34" charset="0"/>
                <a:ea typeface="General Sans Semibold" pitchFamily="34" charset="-122"/>
                <a:cs typeface="General Sans Semibold" pitchFamily="34" charset="-120"/>
              </a:rPr>
              <a:t>AI werkt samen: mens en AI als duo</a:t>
            </a:r>
            <a:endParaRPr lang="en-US" sz="3100" dirty="0"/>
          </a:p>
        </p:txBody>
      </p:sp>
      <p:pic>
        <p:nvPicPr>
          <p:cNvPr id="73" name="Image 0" descr="Lijngrafiek: het aandeel taken waarbij AI samenwerkt stijgt vanaf november 2025 en wordt in maart 2026 de grootste groep"/>
          <p:cNvPicPr>
            <a:picLocks noChangeAspect="1"/>
          </p:cNvPicPr>
          <p:nvPr/>
        </p:nvPicPr>
        <p:blipFill>
          <a:blip r:embed="rId3"/>
          <a:stretch>
            <a:fillRect/>
          </a:stretch>
        </p:blipFill>
        <p:spPr>
          <a:xfrm>
            <a:off x="640000" y="1500000"/>
            <a:ext cx="6900000" cy="3737500"/>
          </a:xfrm>
          <a:prstGeom prst="rect">
            <a:avLst/>
          </a:prstGeom>
        </p:spPr>
      </p:pic>
      <p:sp>
        <p:nvSpPr>
          <p:cNvPr id="74" name="Text 71"/>
          <p:cNvSpPr/>
          <p:nvPr/>
        </p:nvSpPr>
        <p:spPr>
          <a:xfrm>
            <a:off x="640000" y="5852160"/>
            <a:ext cx="6900000" cy="365760"/>
          </a:xfrm>
          <a:prstGeom prst="rect">
            <a:avLst/>
          </a:prstGeom>
          <a:noFill/>
          <a:ln/>
        </p:spPr>
        <p:txBody>
          <a:bodyPr wrap="square" lIns="0" tIns="0" rIns="0" bIns="0" rtlCol="0" anchor="t"/>
          <a:lstStyle/>
          <a:p>
            <a:pPr marL="0" indent="0" algn="ctr">
              <a:lnSpc>
                <a:spcPct val="105000"/>
              </a:lnSpc>
              <a:buNone/>
            </a:pPr>
            <a:r>
              <a:rPr lang="en-US" sz="1300" dirty="0">
                <a:solidFill>
                  <a:srgbClr val="000000"/>
                </a:solidFill>
                <a:latin typeface="General Sans" pitchFamily="34" charset="0"/>
                <a:ea typeface="General Sans" pitchFamily="34" charset="-122"/>
                <a:cs typeface="General Sans" pitchFamily="34" charset="-120"/>
              </a:rPr>
              <a:t>Bron: Anthropic R&amp;D Automation Index (waarden geschat)</a:t>
            </a:r>
            <a:endParaRPr lang="en-US" sz="1300" dirty="0"/>
          </a:p>
        </p:txBody>
      </p:sp>
      <p:sp>
        <p:nvSpPr>
          <p:cNvPr id="75" name="Text 72"/>
          <p:cNvSpPr/>
          <p:nvPr/>
        </p:nvSpPr>
        <p:spPr>
          <a:xfrm>
            <a:off x="7894015" y="1463040"/>
            <a:ext cx="3749040" cy="4480560"/>
          </a:xfrm>
          <a:prstGeom prst="rect">
            <a:avLst/>
          </a:prstGeom>
          <a:noFill/>
          <a:ln/>
        </p:spPr>
        <p:txBody>
          <a:bodyPr wrap="square" lIns="0" tIns="0" rIns="0" bIns="0" rtlCol="0" anchor="t"/>
          <a:lstStyle/>
          <a:p>
            <a:pPr marL="0" indent="0" algn="l">
              <a:lnSpc>
                <a:spcPct val="105000"/>
              </a:lnSpc>
              <a:spcAft>
                <a:spcPts val="1000"/>
              </a:spcAft>
              <a:buNone/>
            </a:pPr>
            <a:r>
              <a:rPr lang="en-US" sz="1800" dirty="0">
                <a:solidFill>
                  <a:srgbClr val="00AF81"/>
                </a:solidFill>
                <a:latin typeface="General Sans Semibold" pitchFamily="34" charset="0"/>
                <a:ea typeface="General Sans Semibold" pitchFamily="34" charset="-122"/>
                <a:cs typeface="General Sans Semibold" pitchFamily="34" charset="-120"/>
              </a:rPr>
              <a:t>Data-analist </a:t>
            </a:r>
            <a:r>
              <a:rPr lang="en-US" sz="1800" dirty="0">
                <a:solidFill>
                  <a:srgbClr val="000000"/>
                </a:solidFill>
                <a:latin typeface="General Sans" pitchFamily="34" charset="0"/>
                <a:ea typeface="General Sans" pitchFamily="34" charset="-122"/>
                <a:cs typeface="General Sans" pitchFamily="34" charset="-120"/>
              </a:rPr>
              <a:t>AI maakt grafieken van uitval per sector, de analist kiest en controleert.</a:t>
            </a:r>
            <a:endParaRPr lang="en-US" sz="1800" dirty="0"/>
          </a:p>
          <a:p>
            <a:pPr marL="0" indent="0" algn="l">
              <a:lnSpc>
                <a:spcPct val="105000"/>
              </a:lnSpc>
              <a:spcAft>
                <a:spcPts val="1000"/>
              </a:spcAft>
              <a:buNone/>
            </a:pPr>
            <a:r>
              <a:rPr lang="en-US" sz="1800" dirty="0">
                <a:solidFill>
                  <a:srgbClr val="00AF81"/>
                </a:solidFill>
                <a:latin typeface="General Sans Semibold" pitchFamily="34" charset="0"/>
                <a:ea typeface="General Sans Semibold" pitchFamily="34" charset="-122"/>
                <a:cs typeface="General Sans Semibold" pitchFamily="34" charset="-120"/>
              </a:rPr>
              <a:t>Data scientist </a:t>
            </a:r>
            <a:r>
              <a:rPr lang="en-US" sz="1800" dirty="0">
                <a:solidFill>
                  <a:srgbClr val="000000"/>
                </a:solidFill>
                <a:latin typeface="General Sans" pitchFamily="34" charset="0"/>
                <a:ea typeface="General Sans" pitchFamily="34" charset="-122"/>
                <a:cs typeface="General Sans" pitchFamily="34" charset="-120"/>
              </a:rPr>
              <a:t>AI bouwt en test een uitvalmodel mee, de data scientist kiest de aanpak.</a:t>
            </a:r>
            <a:endParaRPr lang="en-US" sz="1800" dirty="0"/>
          </a:p>
          <a:p>
            <a:pPr marL="0" indent="0" algn="l">
              <a:lnSpc>
                <a:spcPct val="105000"/>
              </a:lnSpc>
              <a:spcAft>
                <a:spcPts val="1000"/>
              </a:spcAft>
              <a:buNone/>
            </a:pP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CCEEE6"/>
        </a:solidFill>
        <a:effectLst/>
      </p:bgPr>
    </p:bg>
    <p:spTree>
      <p:nvGrpSpPr>
        <p:cNvPr id="1" name=""/>
        <p:cNvGrpSpPr/>
        <p:nvPr/>
      </p:nvGrpSpPr>
      <p:grpSpPr>
        <a:xfrm>
          <a:off x="0" y="0"/>
          <a:ext cx="0" cy="0"/>
          <a:chOff x="0" y="0"/>
          <a:chExt cx="0" cy="0"/>
        </a:xfrm>
      </p:grpSpPr>
      <p:sp>
        <p:nvSpPr>
          <p:cNvPr id="2" name="Shape 0"/>
          <p:cNvSpPr/>
          <p:nvPr/>
        </p:nvSpPr>
        <p:spPr>
          <a:xfrm>
            <a:off x="11304952" y="384048"/>
            <a:ext cx="35960" cy="35960"/>
          </a:xfrm>
          <a:prstGeom prst="ellipse">
            <a:avLst/>
          </a:prstGeom>
          <a:solidFill>
            <a:srgbClr val="000000"/>
          </a:solidFill>
          <a:ln/>
        </p:spPr>
        <p:txBody>
          <a:bodyPr/>
          <a:lstStyle/>
          <a:p>
            <a:endParaRPr lang="en-NL"/>
          </a:p>
        </p:txBody>
      </p:sp>
      <p:sp>
        <p:nvSpPr>
          <p:cNvPr id="3" name="Shape 1"/>
          <p:cNvSpPr/>
          <p:nvPr/>
        </p:nvSpPr>
        <p:spPr>
          <a:xfrm>
            <a:off x="11212173" y="399224"/>
            <a:ext cx="34616" cy="34616"/>
          </a:xfrm>
          <a:prstGeom prst="ellipse">
            <a:avLst/>
          </a:prstGeom>
          <a:solidFill>
            <a:srgbClr val="000000"/>
          </a:solidFill>
          <a:ln/>
        </p:spPr>
        <p:txBody>
          <a:bodyPr/>
          <a:lstStyle/>
          <a:p>
            <a:endParaRPr lang="en-NL"/>
          </a:p>
        </p:txBody>
      </p:sp>
      <p:sp>
        <p:nvSpPr>
          <p:cNvPr id="4" name="Shape 2"/>
          <p:cNvSpPr/>
          <p:nvPr/>
        </p:nvSpPr>
        <p:spPr>
          <a:xfrm>
            <a:off x="11398641" y="399224"/>
            <a:ext cx="34616" cy="34616"/>
          </a:xfrm>
          <a:prstGeom prst="ellipse">
            <a:avLst/>
          </a:prstGeom>
          <a:solidFill>
            <a:srgbClr val="000000"/>
          </a:solidFill>
          <a:ln/>
        </p:spPr>
        <p:txBody>
          <a:bodyPr/>
          <a:lstStyle/>
          <a:p>
            <a:endParaRPr lang="en-NL"/>
          </a:p>
        </p:txBody>
      </p:sp>
      <p:sp>
        <p:nvSpPr>
          <p:cNvPr id="5" name="Shape 3"/>
          <p:cNvSpPr/>
          <p:nvPr/>
        </p:nvSpPr>
        <p:spPr>
          <a:xfrm>
            <a:off x="11258374" y="435357"/>
            <a:ext cx="51936" cy="51936"/>
          </a:xfrm>
          <a:prstGeom prst="ellipse">
            <a:avLst/>
          </a:prstGeom>
          <a:solidFill>
            <a:srgbClr val="000000"/>
          </a:solidFill>
          <a:ln/>
        </p:spPr>
        <p:txBody>
          <a:bodyPr/>
          <a:lstStyle/>
          <a:p>
            <a:endParaRPr lang="en-NL"/>
          </a:p>
        </p:txBody>
      </p:sp>
      <p:sp>
        <p:nvSpPr>
          <p:cNvPr id="6" name="Shape 4"/>
          <p:cNvSpPr/>
          <p:nvPr/>
        </p:nvSpPr>
        <p:spPr>
          <a:xfrm>
            <a:off x="11335407" y="435306"/>
            <a:ext cx="51718" cy="51718"/>
          </a:xfrm>
          <a:prstGeom prst="ellipse">
            <a:avLst/>
          </a:prstGeom>
          <a:solidFill>
            <a:srgbClr val="000000"/>
          </a:solidFill>
          <a:ln/>
        </p:spPr>
        <p:txBody>
          <a:bodyPr/>
          <a:lstStyle/>
          <a:p>
            <a:endParaRPr lang="en-NL"/>
          </a:p>
        </p:txBody>
      </p:sp>
      <p:sp>
        <p:nvSpPr>
          <p:cNvPr id="7" name="Shape 5"/>
          <p:cNvSpPr/>
          <p:nvPr/>
        </p:nvSpPr>
        <p:spPr>
          <a:xfrm>
            <a:off x="11127388" y="442398"/>
            <a:ext cx="35294" cy="35294"/>
          </a:xfrm>
          <a:prstGeom prst="ellipse">
            <a:avLst/>
          </a:prstGeom>
          <a:solidFill>
            <a:srgbClr val="000000"/>
          </a:solidFill>
          <a:ln/>
        </p:spPr>
        <p:txBody>
          <a:bodyPr/>
          <a:lstStyle/>
          <a:p>
            <a:endParaRPr lang="en-NL"/>
          </a:p>
        </p:txBody>
      </p:sp>
      <p:sp>
        <p:nvSpPr>
          <p:cNvPr id="8" name="Shape 6"/>
          <p:cNvSpPr/>
          <p:nvPr/>
        </p:nvSpPr>
        <p:spPr>
          <a:xfrm>
            <a:off x="11482145" y="441649"/>
            <a:ext cx="35960" cy="35960"/>
          </a:xfrm>
          <a:prstGeom prst="ellipse">
            <a:avLst/>
          </a:prstGeom>
          <a:solidFill>
            <a:srgbClr val="000000"/>
          </a:solidFill>
          <a:ln/>
        </p:spPr>
        <p:txBody>
          <a:bodyPr/>
          <a:lstStyle/>
          <a:p>
            <a:endParaRPr lang="en-NL"/>
          </a:p>
        </p:txBody>
      </p:sp>
      <p:sp>
        <p:nvSpPr>
          <p:cNvPr id="9" name="Shape 7"/>
          <p:cNvSpPr/>
          <p:nvPr/>
        </p:nvSpPr>
        <p:spPr>
          <a:xfrm>
            <a:off x="11185603" y="459328"/>
            <a:ext cx="52167" cy="52167"/>
          </a:xfrm>
          <a:prstGeom prst="ellipse">
            <a:avLst/>
          </a:prstGeom>
          <a:solidFill>
            <a:srgbClr val="000000"/>
          </a:solidFill>
          <a:ln/>
        </p:spPr>
        <p:txBody>
          <a:bodyPr/>
          <a:lstStyle/>
          <a:p>
            <a:endParaRPr lang="en-NL"/>
          </a:p>
        </p:txBody>
      </p:sp>
      <p:sp>
        <p:nvSpPr>
          <p:cNvPr id="10" name="Shape 8"/>
          <p:cNvSpPr/>
          <p:nvPr/>
        </p:nvSpPr>
        <p:spPr>
          <a:xfrm>
            <a:off x="11408043" y="458713"/>
            <a:ext cx="52384" cy="52384"/>
          </a:xfrm>
          <a:prstGeom prst="ellipse">
            <a:avLst/>
          </a:prstGeom>
          <a:solidFill>
            <a:srgbClr val="000000"/>
          </a:solidFill>
          <a:ln/>
        </p:spPr>
        <p:txBody>
          <a:bodyPr/>
          <a:lstStyle/>
          <a:p>
            <a:endParaRPr lang="en-NL"/>
          </a:p>
        </p:txBody>
      </p:sp>
      <p:sp>
        <p:nvSpPr>
          <p:cNvPr id="11" name="Shape 9"/>
          <p:cNvSpPr/>
          <p:nvPr/>
        </p:nvSpPr>
        <p:spPr>
          <a:xfrm>
            <a:off x="11241891" y="499749"/>
            <a:ext cx="36613" cy="36613"/>
          </a:xfrm>
          <a:prstGeom prst="ellipse">
            <a:avLst/>
          </a:prstGeom>
          <a:solidFill>
            <a:srgbClr val="000000"/>
          </a:solidFill>
          <a:ln/>
        </p:spPr>
        <p:txBody>
          <a:bodyPr/>
          <a:lstStyle/>
          <a:p>
            <a:endParaRPr lang="en-NL"/>
          </a:p>
        </p:txBody>
      </p:sp>
      <p:sp>
        <p:nvSpPr>
          <p:cNvPr id="12" name="Shape 10"/>
          <p:cNvSpPr/>
          <p:nvPr/>
        </p:nvSpPr>
        <p:spPr>
          <a:xfrm>
            <a:off x="11294557" y="500146"/>
            <a:ext cx="57223" cy="57223"/>
          </a:xfrm>
          <a:prstGeom prst="ellipse">
            <a:avLst/>
          </a:prstGeom>
          <a:solidFill>
            <a:srgbClr val="000000"/>
          </a:solidFill>
          <a:ln/>
        </p:spPr>
        <p:txBody>
          <a:bodyPr/>
          <a:lstStyle/>
          <a:p>
            <a:endParaRPr lang="en-NL"/>
          </a:p>
        </p:txBody>
      </p:sp>
      <p:sp>
        <p:nvSpPr>
          <p:cNvPr id="13" name="Shape 11"/>
          <p:cNvSpPr/>
          <p:nvPr/>
        </p:nvSpPr>
        <p:spPr>
          <a:xfrm>
            <a:off x="11364102" y="498770"/>
            <a:ext cx="35294" cy="35294"/>
          </a:xfrm>
          <a:prstGeom prst="ellipse">
            <a:avLst/>
          </a:prstGeom>
          <a:solidFill>
            <a:srgbClr val="000000"/>
          </a:solidFill>
          <a:ln/>
        </p:spPr>
        <p:txBody>
          <a:bodyPr/>
          <a:lstStyle/>
          <a:p>
            <a:endParaRPr lang="en-NL"/>
          </a:p>
        </p:txBody>
      </p:sp>
      <p:sp>
        <p:nvSpPr>
          <p:cNvPr id="14" name="Shape 12"/>
          <p:cNvSpPr/>
          <p:nvPr/>
        </p:nvSpPr>
        <p:spPr>
          <a:xfrm>
            <a:off x="11123515" y="504524"/>
            <a:ext cx="51936" cy="51936"/>
          </a:xfrm>
          <a:prstGeom prst="ellipse">
            <a:avLst/>
          </a:prstGeom>
          <a:solidFill>
            <a:srgbClr val="000000"/>
          </a:solidFill>
          <a:ln/>
        </p:spPr>
        <p:txBody>
          <a:bodyPr/>
          <a:lstStyle/>
          <a:p>
            <a:endParaRPr lang="en-NL"/>
          </a:p>
        </p:txBody>
      </p:sp>
      <p:sp>
        <p:nvSpPr>
          <p:cNvPr id="15" name="Shape 13"/>
          <p:cNvSpPr/>
          <p:nvPr/>
        </p:nvSpPr>
        <p:spPr>
          <a:xfrm>
            <a:off x="11470202" y="504300"/>
            <a:ext cx="52384" cy="52384"/>
          </a:xfrm>
          <a:prstGeom prst="ellipse">
            <a:avLst/>
          </a:prstGeom>
          <a:solidFill>
            <a:srgbClr val="000000"/>
          </a:solidFill>
          <a:ln/>
        </p:spPr>
        <p:txBody>
          <a:bodyPr/>
          <a:lstStyle/>
          <a:p>
            <a:endParaRPr lang="en-NL"/>
          </a:p>
        </p:txBody>
      </p:sp>
      <p:sp>
        <p:nvSpPr>
          <p:cNvPr id="16" name="Shape 14"/>
          <p:cNvSpPr/>
          <p:nvPr/>
        </p:nvSpPr>
        <p:spPr>
          <a:xfrm>
            <a:off x="11060774" y="508825"/>
            <a:ext cx="35627" cy="35627"/>
          </a:xfrm>
          <a:prstGeom prst="ellipse">
            <a:avLst/>
          </a:prstGeom>
          <a:solidFill>
            <a:srgbClr val="000000"/>
          </a:solidFill>
          <a:ln/>
        </p:spPr>
        <p:txBody>
          <a:bodyPr/>
          <a:lstStyle/>
          <a:p>
            <a:endParaRPr lang="en-NL"/>
          </a:p>
        </p:txBody>
      </p:sp>
      <p:sp>
        <p:nvSpPr>
          <p:cNvPr id="17" name="Shape 15"/>
          <p:cNvSpPr/>
          <p:nvPr/>
        </p:nvSpPr>
        <p:spPr>
          <a:xfrm>
            <a:off x="11548535" y="508038"/>
            <a:ext cx="36613" cy="36613"/>
          </a:xfrm>
          <a:prstGeom prst="ellipse">
            <a:avLst/>
          </a:prstGeom>
          <a:solidFill>
            <a:srgbClr val="000000"/>
          </a:solidFill>
          <a:ln/>
        </p:spPr>
        <p:txBody>
          <a:bodyPr/>
          <a:lstStyle/>
          <a:p>
            <a:endParaRPr lang="en-NL"/>
          </a:p>
        </p:txBody>
      </p:sp>
      <p:sp>
        <p:nvSpPr>
          <p:cNvPr id="18" name="Shape 16"/>
          <p:cNvSpPr/>
          <p:nvPr/>
        </p:nvSpPr>
        <p:spPr>
          <a:xfrm>
            <a:off x="11191466" y="533379"/>
            <a:ext cx="57825" cy="57825"/>
          </a:xfrm>
          <a:prstGeom prst="ellipse">
            <a:avLst/>
          </a:prstGeom>
          <a:solidFill>
            <a:srgbClr val="000000"/>
          </a:solidFill>
          <a:ln/>
        </p:spPr>
        <p:txBody>
          <a:bodyPr/>
          <a:lstStyle/>
          <a:p>
            <a:endParaRPr lang="en-NL"/>
          </a:p>
        </p:txBody>
      </p:sp>
      <p:sp>
        <p:nvSpPr>
          <p:cNvPr id="19" name="Shape 17"/>
          <p:cNvSpPr/>
          <p:nvPr/>
        </p:nvSpPr>
        <p:spPr>
          <a:xfrm>
            <a:off x="11396535" y="533494"/>
            <a:ext cx="57428" cy="57428"/>
          </a:xfrm>
          <a:prstGeom prst="ellipse">
            <a:avLst/>
          </a:prstGeom>
          <a:solidFill>
            <a:srgbClr val="000000"/>
          </a:solidFill>
          <a:ln/>
        </p:spPr>
        <p:txBody>
          <a:bodyPr/>
          <a:lstStyle/>
          <a:p>
            <a:endParaRPr lang="en-NL"/>
          </a:p>
        </p:txBody>
      </p:sp>
      <p:sp>
        <p:nvSpPr>
          <p:cNvPr id="20" name="Shape 18"/>
          <p:cNvSpPr/>
          <p:nvPr/>
        </p:nvSpPr>
        <p:spPr>
          <a:xfrm>
            <a:off x="11079087" y="567226"/>
            <a:ext cx="51270" cy="51270"/>
          </a:xfrm>
          <a:prstGeom prst="ellipse">
            <a:avLst/>
          </a:prstGeom>
          <a:solidFill>
            <a:srgbClr val="000000"/>
          </a:solidFill>
          <a:ln/>
        </p:spPr>
        <p:txBody>
          <a:bodyPr/>
          <a:lstStyle/>
          <a:p>
            <a:endParaRPr lang="en-NL"/>
          </a:p>
        </p:txBody>
      </p:sp>
      <p:sp>
        <p:nvSpPr>
          <p:cNvPr id="21" name="Shape 19"/>
          <p:cNvSpPr/>
          <p:nvPr/>
        </p:nvSpPr>
        <p:spPr>
          <a:xfrm>
            <a:off x="11339728" y="567053"/>
            <a:ext cx="34616" cy="34616"/>
          </a:xfrm>
          <a:prstGeom prst="ellipse">
            <a:avLst/>
          </a:prstGeom>
          <a:solidFill>
            <a:srgbClr val="000000"/>
          </a:solidFill>
          <a:ln/>
        </p:spPr>
        <p:txBody>
          <a:bodyPr/>
          <a:lstStyle/>
          <a:p>
            <a:endParaRPr lang="en-NL"/>
          </a:p>
        </p:txBody>
      </p:sp>
      <p:sp>
        <p:nvSpPr>
          <p:cNvPr id="22" name="Shape 20"/>
          <p:cNvSpPr/>
          <p:nvPr/>
        </p:nvSpPr>
        <p:spPr>
          <a:xfrm>
            <a:off x="11515167" y="566234"/>
            <a:ext cx="52819" cy="52819"/>
          </a:xfrm>
          <a:prstGeom prst="ellipse">
            <a:avLst/>
          </a:prstGeom>
          <a:solidFill>
            <a:srgbClr val="000000"/>
          </a:solidFill>
          <a:ln/>
        </p:spPr>
        <p:txBody>
          <a:bodyPr/>
          <a:lstStyle/>
          <a:p>
            <a:endParaRPr lang="en-NL"/>
          </a:p>
        </p:txBody>
      </p:sp>
      <p:sp>
        <p:nvSpPr>
          <p:cNvPr id="23" name="Shape 21"/>
          <p:cNvSpPr/>
          <p:nvPr/>
        </p:nvSpPr>
        <p:spPr>
          <a:xfrm>
            <a:off x="11262860" y="569742"/>
            <a:ext cx="34961" cy="34961"/>
          </a:xfrm>
          <a:prstGeom prst="ellipse">
            <a:avLst/>
          </a:prstGeom>
          <a:solidFill>
            <a:srgbClr val="000000"/>
          </a:solidFill>
          <a:ln/>
        </p:spPr>
        <p:txBody>
          <a:bodyPr/>
          <a:lstStyle/>
          <a:p>
            <a:endParaRPr lang="en-NL"/>
          </a:p>
        </p:txBody>
      </p:sp>
      <p:sp>
        <p:nvSpPr>
          <p:cNvPr id="24" name="Shape 22"/>
          <p:cNvSpPr/>
          <p:nvPr/>
        </p:nvSpPr>
        <p:spPr>
          <a:xfrm>
            <a:off x="11462521" y="569818"/>
            <a:ext cx="35294" cy="35294"/>
          </a:xfrm>
          <a:prstGeom prst="ellipse">
            <a:avLst/>
          </a:prstGeom>
          <a:solidFill>
            <a:srgbClr val="000000"/>
          </a:solidFill>
          <a:ln/>
        </p:spPr>
        <p:txBody>
          <a:bodyPr/>
          <a:lstStyle/>
          <a:p>
            <a:endParaRPr lang="en-NL"/>
          </a:p>
        </p:txBody>
      </p:sp>
      <p:sp>
        <p:nvSpPr>
          <p:cNvPr id="25" name="Shape 23"/>
          <p:cNvSpPr/>
          <p:nvPr/>
        </p:nvSpPr>
        <p:spPr>
          <a:xfrm>
            <a:off x="11145681" y="573441"/>
            <a:ext cx="34270" cy="34270"/>
          </a:xfrm>
          <a:prstGeom prst="ellipse">
            <a:avLst/>
          </a:prstGeom>
          <a:solidFill>
            <a:srgbClr val="000000"/>
          </a:solidFill>
          <a:ln/>
        </p:spPr>
        <p:txBody>
          <a:bodyPr/>
          <a:lstStyle/>
          <a:p>
            <a:endParaRPr lang="en-NL"/>
          </a:p>
        </p:txBody>
      </p:sp>
      <p:sp>
        <p:nvSpPr>
          <p:cNvPr id="26" name="Shape 24"/>
          <p:cNvSpPr/>
          <p:nvPr/>
        </p:nvSpPr>
        <p:spPr>
          <a:xfrm>
            <a:off x="11592015" y="593213"/>
            <a:ext cx="35294" cy="35294"/>
          </a:xfrm>
          <a:prstGeom prst="ellipse">
            <a:avLst/>
          </a:prstGeom>
          <a:solidFill>
            <a:srgbClr val="000000"/>
          </a:solidFill>
          <a:ln/>
        </p:spPr>
        <p:txBody>
          <a:bodyPr/>
          <a:lstStyle/>
          <a:p>
            <a:endParaRPr lang="en-NL"/>
          </a:p>
        </p:txBody>
      </p:sp>
      <p:sp>
        <p:nvSpPr>
          <p:cNvPr id="27" name="Shape 25"/>
          <p:cNvSpPr/>
          <p:nvPr/>
        </p:nvSpPr>
        <p:spPr>
          <a:xfrm>
            <a:off x="11019124" y="593444"/>
            <a:ext cx="34616" cy="34616"/>
          </a:xfrm>
          <a:prstGeom prst="ellipse">
            <a:avLst/>
          </a:prstGeom>
          <a:solidFill>
            <a:srgbClr val="000000"/>
          </a:solidFill>
          <a:ln/>
        </p:spPr>
        <p:txBody>
          <a:bodyPr/>
          <a:lstStyle/>
          <a:p>
            <a:endParaRPr lang="en-NL"/>
          </a:p>
        </p:txBody>
      </p:sp>
      <p:sp>
        <p:nvSpPr>
          <p:cNvPr id="28" name="Shape 26"/>
          <p:cNvSpPr/>
          <p:nvPr/>
        </p:nvSpPr>
        <p:spPr>
          <a:xfrm>
            <a:off x="11403576" y="610214"/>
            <a:ext cx="34961" cy="34961"/>
          </a:xfrm>
          <a:prstGeom prst="ellipse">
            <a:avLst/>
          </a:prstGeom>
          <a:solidFill>
            <a:srgbClr val="000000"/>
          </a:solidFill>
          <a:ln/>
        </p:spPr>
        <p:txBody>
          <a:bodyPr/>
          <a:lstStyle/>
          <a:p>
            <a:endParaRPr lang="en-NL"/>
          </a:p>
        </p:txBody>
      </p:sp>
      <p:sp>
        <p:nvSpPr>
          <p:cNvPr id="29" name="Shape 27"/>
          <p:cNvSpPr/>
          <p:nvPr/>
        </p:nvSpPr>
        <p:spPr>
          <a:xfrm>
            <a:off x="11201662" y="616570"/>
            <a:ext cx="35627" cy="35627"/>
          </a:xfrm>
          <a:prstGeom prst="ellipse">
            <a:avLst/>
          </a:prstGeom>
          <a:solidFill>
            <a:srgbClr val="000000"/>
          </a:solidFill>
          <a:ln/>
        </p:spPr>
        <p:txBody>
          <a:bodyPr/>
          <a:lstStyle/>
          <a:p>
            <a:endParaRPr lang="en-NL"/>
          </a:p>
        </p:txBody>
      </p:sp>
      <p:sp>
        <p:nvSpPr>
          <p:cNvPr id="30" name="Shape 28"/>
          <p:cNvSpPr/>
          <p:nvPr/>
        </p:nvSpPr>
        <p:spPr>
          <a:xfrm>
            <a:off x="11127484" y="620705"/>
            <a:ext cx="58030" cy="58030"/>
          </a:xfrm>
          <a:prstGeom prst="ellipse">
            <a:avLst/>
          </a:prstGeom>
          <a:solidFill>
            <a:srgbClr val="000000"/>
          </a:solidFill>
          <a:ln/>
        </p:spPr>
        <p:txBody>
          <a:bodyPr/>
          <a:lstStyle/>
          <a:p>
            <a:endParaRPr lang="en-NL"/>
          </a:p>
        </p:txBody>
      </p:sp>
      <p:sp>
        <p:nvSpPr>
          <p:cNvPr id="31" name="Shape 29"/>
          <p:cNvSpPr/>
          <p:nvPr/>
        </p:nvSpPr>
        <p:spPr>
          <a:xfrm>
            <a:off x="11460767" y="620852"/>
            <a:ext cx="57428" cy="57428"/>
          </a:xfrm>
          <a:prstGeom prst="ellipse">
            <a:avLst/>
          </a:prstGeom>
          <a:solidFill>
            <a:srgbClr val="000000"/>
          </a:solidFill>
          <a:ln/>
        </p:spPr>
        <p:txBody>
          <a:bodyPr/>
          <a:lstStyle/>
          <a:p>
            <a:endParaRPr lang="en-NL"/>
          </a:p>
        </p:txBody>
      </p:sp>
      <p:sp>
        <p:nvSpPr>
          <p:cNvPr id="32" name="Shape 30"/>
          <p:cNvSpPr/>
          <p:nvPr/>
        </p:nvSpPr>
        <p:spPr>
          <a:xfrm>
            <a:off x="11055219" y="640144"/>
            <a:ext cx="51718" cy="51718"/>
          </a:xfrm>
          <a:prstGeom prst="ellipse">
            <a:avLst/>
          </a:prstGeom>
          <a:solidFill>
            <a:srgbClr val="000000"/>
          </a:solidFill>
          <a:ln/>
        </p:spPr>
        <p:txBody>
          <a:bodyPr/>
          <a:lstStyle/>
          <a:p>
            <a:endParaRPr lang="en-NL"/>
          </a:p>
        </p:txBody>
      </p:sp>
      <p:sp>
        <p:nvSpPr>
          <p:cNvPr id="33" name="Shape 31"/>
          <p:cNvSpPr/>
          <p:nvPr/>
        </p:nvSpPr>
        <p:spPr>
          <a:xfrm>
            <a:off x="11539330" y="640266"/>
            <a:ext cx="51270" cy="51270"/>
          </a:xfrm>
          <a:prstGeom prst="ellipse">
            <a:avLst/>
          </a:prstGeom>
          <a:solidFill>
            <a:srgbClr val="000000"/>
          </a:solidFill>
          <a:ln/>
        </p:spPr>
        <p:txBody>
          <a:bodyPr/>
          <a:lstStyle/>
          <a:p>
            <a:endParaRPr lang="en-NL"/>
          </a:p>
        </p:txBody>
      </p:sp>
      <p:sp>
        <p:nvSpPr>
          <p:cNvPr id="34" name="Shape 32"/>
          <p:cNvSpPr/>
          <p:nvPr/>
        </p:nvSpPr>
        <p:spPr>
          <a:xfrm>
            <a:off x="11429576" y="682274"/>
            <a:ext cx="35627" cy="35627"/>
          </a:xfrm>
          <a:prstGeom prst="ellipse">
            <a:avLst/>
          </a:prstGeom>
          <a:solidFill>
            <a:srgbClr val="000000"/>
          </a:solidFill>
          <a:ln/>
        </p:spPr>
        <p:txBody>
          <a:bodyPr/>
          <a:lstStyle/>
          <a:p>
            <a:endParaRPr lang="en-NL"/>
          </a:p>
        </p:txBody>
      </p:sp>
      <p:sp>
        <p:nvSpPr>
          <p:cNvPr id="35" name="Shape 33"/>
          <p:cNvSpPr/>
          <p:nvPr/>
        </p:nvSpPr>
        <p:spPr>
          <a:xfrm>
            <a:off x="11004076" y="687222"/>
            <a:ext cx="34616" cy="34616"/>
          </a:xfrm>
          <a:prstGeom prst="ellipse">
            <a:avLst/>
          </a:prstGeom>
          <a:solidFill>
            <a:srgbClr val="000000"/>
          </a:solidFill>
          <a:ln/>
        </p:spPr>
        <p:txBody>
          <a:bodyPr/>
          <a:lstStyle/>
          <a:p>
            <a:endParaRPr lang="en-NL"/>
          </a:p>
        </p:txBody>
      </p:sp>
      <p:sp>
        <p:nvSpPr>
          <p:cNvPr id="36" name="Shape 34"/>
          <p:cNvSpPr/>
          <p:nvPr/>
        </p:nvSpPr>
        <p:spPr>
          <a:xfrm>
            <a:off x="11502052" y="685321"/>
            <a:ext cx="34270" cy="34270"/>
          </a:xfrm>
          <a:prstGeom prst="ellipse">
            <a:avLst/>
          </a:prstGeom>
          <a:solidFill>
            <a:srgbClr val="000000"/>
          </a:solidFill>
          <a:ln/>
        </p:spPr>
        <p:txBody>
          <a:bodyPr/>
          <a:lstStyle/>
          <a:p>
            <a:endParaRPr lang="en-NL"/>
          </a:p>
        </p:txBody>
      </p:sp>
      <p:sp>
        <p:nvSpPr>
          <p:cNvPr id="37" name="Shape 35"/>
          <p:cNvSpPr/>
          <p:nvPr/>
        </p:nvSpPr>
        <p:spPr>
          <a:xfrm>
            <a:off x="11606321" y="686422"/>
            <a:ext cx="35627" cy="35627"/>
          </a:xfrm>
          <a:prstGeom prst="ellipse">
            <a:avLst/>
          </a:prstGeom>
          <a:solidFill>
            <a:srgbClr val="000000"/>
          </a:solidFill>
          <a:ln/>
        </p:spPr>
        <p:txBody>
          <a:bodyPr/>
          <a:lstStyle/>
          <a:p>
            <a:endParaRPr lang="en-NL"/>
          </a:p>
        </p:txBody>
      </p:sp>
      <p:sp>
        <p:nvSpPr>
          <p:cNvPr id="38" name="Shape 36"/>
          <p:cNvSpPr/>
          <p:nvPr/>
        </p:nvSpPr>
        <p:spPr>
          <a:xfrm>
            <a:off x="11108908" y="688957"/>
            <a:ext cx="35294" cy="35294"/>
          </a:xfrm>
          <a:prstGeom prst="ellipse">
            <a:avLst/>
          </a:prstGeom>
          <a:solidFill>
            <a:srgbClr val="000000"/>
          </a:solidFill>
          <a:ln/>
        </p:spPr>
        <p:txBody>
          <a:bodyPr/>
          <a:lstStyle/>
          <a:p>
            <a:endParaRPr lang="en-NL"/>
          </a:p>
        </p:txBody>
      </p:sp>
      <p:sp>
        <p:nvSpPr>
          <p:cNvPr id="39" name="Shape 37"/>
          <p:cNvSpPr/>
          <p:nvPr/>
        </p:nvSpPr>
        <p:spPr>
          <a:xfrm>
            <a:off x="11179733" y="690371"/>
            <a:ext cx="36613" cy="36613"/>
          </a:xfrm>
          <a:prstGeom prst="ellipse">
            <a:avLst/>
          </a:prstGeom>
          <a:solidFill>
            <a:srgbClr val="000000"/>
          </a:solidFill>
          <a:ln/>
        </p:spPr>
        <p:txBody>
          <a:bodyPr/>
          <a:lstStyle/>
          <a:p>
            <a:endParaRPr lang="en-NL"/>
          </a:p>
        </p:txBody>
      </p:sp>
      <p:sp>
        <p:nvSpPr>
          <p:cNvPr id="40" name="Shape 38"/>
          <p:cNvSpPr/>
          <p:nvPr/>
        </p:nvSpPr>
        <p:spPr>
          <a:xfrm>
            <a:off x="11054764" y="716576"/>
            <a:ext cx="51936" cy="51936"/>
          </a:xfrm>
          <a:prstGeom prst="ellipse">
            <a:avLst/>
          </a:prstGeom>
          <a:solidFill>
            <a:srgbClr val="000000"/>
          </a:solidFill>
          <a:ln/>
        </p:spPr>
        <p:txBody>
          <a:bodyPr/>
          <a:lstStyle/>
          <a:p>
            <a:endParaRPr lang="en-NL"/>
          </a:p>
        </p:txBody>
      </p:sp>
      <p:sp>
        <p:nvSpPr>
          <p:cNvPr id="41" name="Shape 39"/>
          <p:cNvSpPr/>
          <p:nvPr/>
        </p:nvSpPr>
        <p:spPr>
          <a:xfrm>
            <a:off x="11539023" y="716851"/>
            <a:ext cx="51488" cy="51488"/>
          </a:xfrm>
          <a:prstGeom prst="ellipse">
            <a:avLst/>
          </a:prstGeom>
          <a:solidFill>
            <a:srgbClr val="000000"/>
          </a:solidFill>
          <a:ln/>
        </p:spPr>
        <p:txBody>
          <a:bodyPr/>
          <a:lstStyle/>
          <a:p>
            <a:endParaRPr lang="en-NL"/>
          </a:p>
        </p:txBody>
      </p:sp>
      <p:sp>
        <p:nvSpPr>
          <p:cNvPr id="42" name="Shape 40"/>
          <p:cNvSpPr/>
          <p:nvPr/>
        </p:nvSpPr>
        <p:spPr>
          <a:xfrm>
            <a:off x="11127490" y="729288"/>
            <a:ext cx="58222" cy="58222"/>
          </a:xfrm>
          <a:prstGeom prst="ellipse">
            <a:avLst/>
          </a:prstGeom>
          <a:solidFill>
            <a:srgbClr val="000000"/>
          </a:solidFill>
          <a:ln/>
        </p:spPr>
        <p:txBody>
          <a:bodyPr/>
          <a:lstStyle/>
          <a:p>
            <a:endParaRPr lang="en-NL"/>
          </a:p>
        </p:txBody>
      </p:sp>
      <p:sp>
        <p:nvSpPr>
          <p:cNvPr id="43" name="Shape 41"/>
          <p:cNvSpPr/>
          <p:nvPr/>
        </p:nvSpPr>
        <p:spPr>
          <a:xfrm>
            <a:off x="11460671" y="729781"/>
            <a:ext cx="57633" cy="57633"/>
          </a:xfrm>
          <a:prstGeom prst="ellipse">
            <a:avLst/>
          </a:prstGeom>
          <a:solidFill>
            <a:srgbClr val="000000"/>
          </a:solidFill>
          <a:ln/>
        </p:spPr>
        <p:txBody>
          <a:bodyPr/>
          <a:lstStyle/>
          <a:p>
            <a:endParaRPr lang="en-NL"/>
          </a:p>
        </p:txBody>
      </p:sp>
      <p:sp>
        <p:nvSpPr>
          <p:cNvPr id="44" name="Shape 42"/>
          <p:cNvSpPr/>
          <p:nvPr/>
        </p:nvSpPr>
        <p:spPr>
          <a:xfrm>
            <a:off x="11407973" y="756415"/>
            <a:ext cx="35960" cy="35960"/>
          </a:xfrm>
          <a:prstGeom prst="ellipse">
            <a:avLst/>
          </a:prstGeom>
          <a:solidFill>
            <a:srgbClr val="000000"/>
          </a:solidFill>
          <a:ln/>
        </p:spPr>
        <p:txBody>
          <a:bodyPr/>
          <a:lstStyle/>
          <a:p>
            <a:endParaRPr lang="en-NL"/>
          </a:p>
        </p:txBody>
      </p:sp>
      <p:sp>
        <p:nvSpPr>
          <p:cNvPr id="45" name="Shape 43"/>
          <p:cNvSpPr/>
          <p:nvPr/>
        </p:nvSpPr>
        <p:spPr>
          <a:xfrm>
            <a:off x="11207308" y="763884"/>
            <a:ext cx="34616" cy="34616"/>
          </a:xfrm>
          <a:prstGeom prst="ellipse">
            <a:avLst/>
          </a:prstGeom>
          <a:solidFill>
            <a:srgbClr val="000000"/>
          </a:solidFill>
          <a:ln/>
        </p:spPr>
        <p:txBody>
          <a:bodyPr/>
          <a:lstStyle/>
          <a:p>
            <a:endParaRPr lang="en-NL"/>
          </a:p>
        </p:txBody>
      </p:sp>
      <p:sp>
        <p:nvSpPr>
          <p:cNvPr id="46" name="Shape 44"/>
          <p:cNvSpPr/>
          <p:nvPr/>
        </p:nvSpPr>
        <p:spPr>
          <a:xfrm>
            <a:off x="11018670" y="780462"/>
            <a:ext cx="34616" cy="34616"/>
          </a:xfrm>
          <a:prstGeom prst="ellipse">
            <a:avLst/>
          </a:prstGeom>
          <a:solidFill>
            <a:srgbClr val="000000"/>
          </a:solidFill>
          <a:ln/>
        </p:spPr>
        <p:txBody>
          <a:bodyPr/>
          <a:lstStyle/>
          <a:p>
            <a:endParaRPr lang="en-NL"/>
          </a:p>
        </p:txBody>
      </p:sp>
      <p:sp>
        <p:nvSpPr>
          <p:cNvPr id="47" name="Shape 45"/>
          <p:cNvSpPr/>
          <p:nvPr/>
        </p:nvSpPr>
        <p:spPr>
          <a:xfrm>
            <a:off x="11591670" y="780123"/>
            <a:ext cx="35294" cy="35294"/>
          </a:xfrm>
          <a:prstGeom prst="ellipse">
            <a:avLst/>
          </a:prstGeom>
          <a:solidFill>
            <a:srgbClr val="000000"/>
          </a:solidFill>
          <a:ln/>
        </p:spPr>
        <p:txBody>
          <a:bodyPr/>
          <a:lstStyle/>
          <a:p>
            <a:endParaRPr lang="en-NL"/>
          </a:p>
        </p:txBody>
      </p:sp>
      <p:sp>
        <p:nvSpPr>
          <p:cNvPr id="48" name="Shape 46"/>
          <p:cNvSpPr/>
          <p:nvPr/>
        </p:nvSpPr>
        <p:spPr>
          <a:xfrm>
            <a:off x="11079010" y="790179"/>
            <a:ext cx="51270" cy="51270"/>
          </a:xfrm>
          <a:prstGeom prst="ellipse">
            <a:avLst/>
          </a:prstGeom>
          <a:solidFill>
            <a:srgbClr val="000000"/>
          </a:solidFill>
          <a:ln/>
        </p:spPr>
        <p:txBody>
          <a:bodyPr/>
          <a:lstStyle/>
          <a:p>
            <a:endParaRPr lang="en-NL"/>
          </a:p>
        </p:txBody>
      </p:sp>
      <p:sp>
        <p:nvSpPr>
          <p:cNvPr id="49" name="Shape 47"/>
          <p:cNvSpPr/>
          <p:nvPr/>
        </p:nvSpPr>
        <p:spPr>
          <a:xfrm>
            <a:off x="11515218" y="789692"/>
            <a:ext cx="52602" cy="52602"/>
          </a:xfrm>
          <a:prstGeom prst="ellipse">
            <a:avLst/>
          </a:prstGeom>
          <a:solidFill>
            <a:srgbClr val="000000"/>
          </a:solidFill>
          <a:ln/>
        </p:spPr>
        <p:txBody>
          <a:bodyPr/>
          <a:lstStyle/>
          <a:p>
            <a:endParaRPr lang="en-NL"/>
          </a:p>
        </p:txBody>
      </p:sp>
      <p:sp>
        <p:nvSpPr>
          <p:cNvPr id="50" name="Shape 48"/>
          <p:cNvSpPr/>
          <p:nvPr/>
        </p:nvSpPr>
        <p:spPr>
          <a:xfrm>
            <a:off x="11147371" y="803460"/>
            <a:ext cx="35627" cy="35627"/>
          </a:xfrm>
          <a:prstGeom prst="ellipse">
            <a:avLst/>
          </a:prstGeom>
          <a:solidFill>
            <a:srgbClr val="000000"/>
          </a:solidFill>
          <a:ln/>
        </p:spPr>
        <p:txBody>
          <a:bodyPr/>
          <a:lstStyle/>
          <a:p>
            <a:endParaRPr lang="en-NL"/>
          </a:p>
        </p:txBody>
      </p:sp>
      <p:sp>
        <p:nvSpPr>
          <p:cNvPr id="51" name="Shape 49"/>
          <p:cNvSpPr/>
          <p:nvPr/>
        </p:nvSpPr>
        <p:spPr>
          <a:xfrm>
            <a:off x="11347786" y="804293"/>
            <a:ext cx="35294" cy="35294"/>
          </a:xfrm>
          <a:prstGeom prst="ellipse">
            <a:avLst/>
          </a:prstGeom>
          <a:solidFill>
            <a:srgbClr val="000000"/>
          </a:solidFill>
          <a:ln/>
        </p:spPr>
        <p:txBody>
          <a:bodyPr/>
          <a:lstStyle/>
          <a:p>
            <a:endParaRPr lang="en-NL"/>
          </a:p>
        </p:txBody>
      </p:sp>
      <p:sp>
        <p:nvSpPr>
          <p:cNvPr id="52" name="Shape 50"/>
          <p:cNvSpPr/>
          <p:nvPr/>
        </p:nvSpPr>
        <p:spPr>
          <a:xfrm>
            <a:off x="11465119" y="800919"/>
            <a:ext cx="34961" cy="34961"/>
          </a:xfrm>
          <a:prstGeom prst="ellipse">
            <a:avLst/>
          </a:prstGeom>
          <a:solidFill>
            <a:srgbClr val="000000"/>
          </a:solidFill>
          <a:ln/>
        </p:spPr>
        <p:txBody>
          <a:bodyPr/>
          <a:lstStyle/>
          <a:p>
            <a:endParaRPr lang="en-NL"/>
          </a:p>
        </p:txBody>
      </p:sp>
      <p:sp>
        <p:nvSpPr>
          <p:cNvPr id="53" name="Shape 51"/>
          <p:cNvSpPr/>
          <p:nvPr/>
        </p:nvSpPr>
        <p:spPr>
          <a:xfrm>
            <a:off x="11270669" y="806590"/>
            <a:ext cx="35627" cy="35627"/>
          </a:xfrm>
          <a:prstGeom prst="ellipse">
            <a:avLst/>
          </a:prstGeom>
          <a:solidFill>
            <a:srgbClr val="000000"/>
          </a:solidFill>
          <a:ln/>
        </p:spPr>
        <p:txBody>
          <a:bodyPr/>
          <a:lstStyle/>
          <a:p>
            <a:endParaRPr lang="en-NL"/>
          </a:p>
        </p:txBody>
      </p:sp>
      <p:sp>
        <p:nvSpPr>
          <p:cNvPr id="54" name="Shape 52"/>
          <p:cNvSpPr/>
          <p:nvPr/>
        </p:nvSpPr>
        <p:spPr>
          <a:xfrm>
            <a:off x="11191498" y="817766"/>
            <a:ext cx="57633" cy="57633"/>
          </a:xfrm>
          <a:prstGeom prst="ellipse">
            <a:avLst/>
          </a:prstGeom>
          <a:solidFill>
            <a:srgbClr val="000000"/>
          </a:solidFill>
          <a:ln/>
        </p:spPr>
        <p:txBody>
          <a:bodyPr/>
          <a:lstStyle/>
          <a:p>
            <a:endParaRPr lang="en-NL"/>
          </a:p>
        </p:txBody>
      </p:sp>
      <p:sp>
        <p:nvSpPr>
          <p:cNvPr id="55" name="Shape 53"/>
          <p:cNvSpPr/>
          <p:nvPr/>
        </p:nvSpPr>
        <p:spPr>
          <a:xfrm>
            <a:off x="11396573" y="817888"/>
            <a:ext cx="57633" cy="57633"/>
          </a:xfrm>
          <a:prstGeom prst="ellipse">
            <a:avLst/>
          </a:prstGeom>
          <a:solidFill>
            <a:srgbClr val="000000"/>
          </a:solidFill>
          <a:ln/>
        </p:spPr>
        <p:txBody>
          <a:bodyPr/>
          <a:lstStyle/>
          <a:p>
            <a:endParaRPr lang="en-NL"/>
          </a:p>
        </p:txBody>
      </p:sp>
      <p:sp>
        <p:nvSpPr>
          <p:cNvPr id="56" name="Shape 54"/>
          <p:cNvSpPr/>
          <p:nvPr/>
        </p:nvSpPr>
        <p:spPr>
          <a:xfrm>
            <a:off x="11123445" y="851985"/>
            <a:ext cx="52167" cy="52167"/>
          </a:xfrm>
          <a:prstGeom prst="ellipse">
            <a:avLst/>
          </a:prstGeom>
          <a:solidFill>
            <a:srgbClr val="000000"/>
          </a:solidFill>
          <a:ln/>
        </p:spPr>
        <p:txBody>
          <a:bodyPr/>
          <a:lstStyle/>
          <a:p>
            <a:endParaRPr lang="en-NL"/>
          </a:p>
        </p:txBody>
      </p:sp>
      <p:sp>
        <p:nvSpPr>
          <p:cNvPr id="57" name="Shape 55"/>
          <p:cNvSpPr/>
          <p:nvPr/>
        </p:nvSpPr>
        <p:spPr>
          <a:xfrm>
            <a:off x="11294647" y="851390"/>
            <a:ext cx="57223" cy="57223"/>
          </a:xfrm>
          <a:prstGeom prst="ellipse">
            <a:avLst/>
          </a:prstGeom>
          <a:solidFill>
            <a:srgbClr val="000000"/>
          </a:solidFill>
          <a:ln/>
        </p:spPr>
        <p:txBody>
          <a:bodyPr/>
          <a:lstStyle/>
          <a:p>
            <a:endParaRPr lang="en-NL"/>
          </a:p>
        </p:txBody>
      </p:sp>
      <p:sp>
        <p:nvSpPr>
          <p:cNvPr id="58" name="Shape 56"/>
          <p:cNvSpPr/>
          <p:nvPr/>
        </p:nvSpPr>
        <p:spPr>
          <a:xfrm>
            <a:off x="11470202" y="852382"/>
            <a:ext cx="52384" cy="52384"/>
          </a:xfrm>
          <a:prstGeom prst="ellipse">
            <a:avLst/>
          </a:prstGeom>
          <a:solidFill>
            <a:srgbClr val="000000"/>
          </a:solidFill>
          <a:ln/>
        </p:spPr>
        <p:txBody>
          <a:bodyPr/>
          <a:lstStyle/>
          <a:p>
            <a:endParaRPr lang="en-NL"/>
          </a:p>
        </p:txBody>
      </p:sp>
      <p:sp>
        <p:nvSpPr>
          <p:cNvPr id="59" name="Shape 57"/>
          <p:cNvSpPr/>
          <p:nvPr/>
        </p:nvSpPr>
        <p:spPr>
          <a:xfrm>
            <a:off x="11060774" y="864607"/>
            <a:ext cx="35627" cy="35627"/>
          </a:xfrm>
          <a:prstGeom prst="ellipse">
            <a:avLst/>
          </a:prstGeom>
          <a:solidFill>
            <a:srgbClr val="000000"/>
          </a:solidFill>
          <a:ln/>
        </p:spPr>
        <p:txBody>
          <a:bodyPr/>
          <a:lstStyle/>
          <a:p>
            <a:endParaRPr lang="en-NL"/>
          </a:p>
        </p:txBody>
      </p:sp>
      <p:sp>
        <p:nvSpPr>
          <p:cNvPr id="60" name="Shape 58"/>
          <p:cNvSpPr/>
          <p:nvPr/>
        </p:nvSpPr>
        <p:spPr>
          <a:xfrm>
            <a:off x="11548733" y="864185"/>
            <a:ext cx="35627" cy="35627"/>
          </a:xfrm>
          <a:prstGeom prst="ellipse">
            <a:avLst/>
          </a:prstGeom>
          <a:solidFill>
            <a:srgbClr val="000000"/>
          </a:solidFill>
          <a:ln/>
        </p:spPr>
        <p:txBody>
          <a:bodyPr/>
          <a:lstStyle/>
          <a:p>
            <a:endParaRPr lang="en-NL"/>
          </a:p>
        </p:txBody>
      </p:sp>
      <p:sp>
        <p:nvSpPr>
          <p:cNvPr id="61" name="Shape 59"/>
          <p:cNvSpPr/>
          <p:nvPr/>
        </p:nvSpPr>
        <p:spPr>
          <a:xfrm>
            <a:off x="11246231" y="873908"/>
            <a:ext cx="35627" cy="35627"/>
          </a:xfrm>
          <a:prstGeom prst="ellipse">
            <a:avLst/>
          </a:prstGeom>
          <a:solidFill>
            <a:srgbClr val="000000"/>
          </a:solidFill>
          <a:ln/>
        </p:spPr>
        <p:txBody>
          <a:bodyPr/>
          <a:lstStyle/>
          <a:p>
            <a:endParaRPr lang="en-NL"/>
          </a:p>
        </p:txBody>
      </p:sp>
      <p:sp>
        <p:nvSpPr>
          <p:cNvPr id="62" name="Shape 60"/>
          <p:cNvSpPr/>
          <p:nvPr/>
        </p:nvSpPr>
        <p:spPr>
          <a:xfrm>
            <a:off x="11367418" y="872896"/>
            <a:ext cx="35627" cy="35627"/>
          </a:xfrm>
          <a:prstGeom prst="ellipse">
            <a:avLst/>
          </a:prstGeom>
          <a:solidFill>
            <a:srgbClr val="000000"/>
          </a:solidFill>
          <a:ln/>
        </p:spPr>
        <p:txBody>
          <a:bodyPr/>
          <a:lstStyle/>
          <a:p>
            <a:endParaRPr lang="en-NL"/>
          </a:p>
        </p:txBody>
      </p:sp>
      <p:sp>
        <p:nvSpPr>
          <p:cNvPr id="63" name="Shape 61"/>
          <p:cNvSpPr/>
          <p:nvPr/>
        </p:nvSpPr>
        <p:spPr>
          <a:xfrm>
            <a:off x="11185366" y="897322"/>
            <a:ext cx="51936" cy="51936"/>
          </a:xfrm>
          <a:prstGeom prst="ellipse">
            <a:avLst/>
          </a:prstGeom>
          <a:solidFill>
            <a:srgbClr val="000000"/>
          </a:solidFill>
          <a:ln/>
        </p:spPr>
        <p:txBody>
          <a:bodyPr/>
          <a:lstStyle/>
          <a:p>
            <a:endParaRPr lang="en-NL"/>
          </a:p>
        </p:txBody>
      </p:sp>
      <p:sp>
        <p:nvSpPr>
          <p:cNvPr id="64" name="Shape 62"/>
          <p:cNvSpPr/>
          <p:nvPr/>
        </p:nvSpPr>
        <p:spPr>
          <a:xfrm>
            <a:off x="11407845" y="897655"/>
            <a:ext cx="52602" cy="52602"/>
          </a:xfrm>
          <a:prstGeom prst="ellipse">
            <a:avLst/>
          </a:prstGeom>
          <a:solidFill>
            <a:srgbClr val="000000"/>
          </a:solidFill>
          <a:ln/>
        </p:spPr>
        <p:txBody>
          <a:bodyPr/>
          <a:lstStyle/>
          <a:p>
            <a:endParaRPr lang="en-NL"/>
          </a:p>
        </p:txBody>
      </p:sp>
      <p:sp>
        <p:nvSpPr>
          <p:cNvPr id="65" name="Shape 63"/>
          <p:cNvSpPr/>
          <p:nvPr/>
        </p:nvSpPr>
        <p:spPr>
          <a:xfrm>
            <a:off x="11258822" y="921466"/>
            <a:ext cx="51270" cy="51270"/>
          </a:xfrm>
          <a:prstGeom prst="ellipse">
            <a:avLst/>
          </a:prstGeom>
          <a:solidFill>
            <a:srgbClr val="000000"/>
          </a:solidFill>
          <a:ln/>
        </p:spPr>
        <p:txBody>
          <a:bodyPr/>
          <a:lstStyle/>
          <a:p>
            <a:endParaRPr lang="en-NL"/>
          </a:p>
        </p:txBody>
      </p:sp>
      <p:sp>
        <p:nvSpPr>
          <p:cNvPr id="66" name="Shape 64"/>
          <p:cNvSpPr/>
          <p:nvPr/>
        </p:nvSpPr>
        <p:spPr>
          <a:xfrm>
            <a:off x="11335350" y="921504"/>
            <a:ext cx="51270" cy="51270"/>
          </a:xfrm>
          <a:prstGeom prst="ellipse">
            <a:avLst/>
          </a:prstGeom>
          <a:solidFill>
            <a:srgbClr val="000000"/>
          </a:solidFill>
          <a:ln/>
        </p:spPr>
        <p:txBody>
          <a:bodyPr/>
          <a:lstStyle/>
          <a:p>
            <a:endParaRPr lang="en-NL"/>
          </a:p>
        </p:txBody>
      </p:sp>
      <p:sp>
        <p:nvSpPr>
          <p:cNvPr id="67" name="Shape 65"/>
          <p:cNvSpPr/>
          <p:nvPr/>
        </p:nvSpPr>
        <p:spPr>
          <a:xfrm>
            <a:off x="11127388" y="931368"/>
            <a:ext cx="35294" cy="35294"/>
          </a:xfrm>
          <a:prstGeom prst="ellipse">
            <a:avLst/>
          </a:prstGeom>
          <a:solidFill>
            <a:srgbClr val="000000"/>
          </a:solidFill>
          <a:ln/>
        </p:spPr>
        <p:txBody>
          <a:bodyPr/>
          <a:lstStyle/>
          <a:p>
            <a:endParaRPr lang="en-NL"/>
          </a:p>
        </p:txBody>
      </p:sp>
      <p:sp>
        <p:nvSpPr>
          <p:cNvPr id="68" name="Shape 66"/>
          <p:cNvSpPr/>
          <p:nvPr/>
        </p:nvSpPr>
        <p:spPr>
          <a:xfrm>
            <a:off x="11481979" y="931035"/>
            <a:ext cx="35960" cy="35960"/>
          </a:xfrm>
          <a:prstGeom prst="ellipse">
            <a:avLst/>
          </a:prstGeom>
          <a:solidFill>
            <a:srgbClr val="000000"/>
          </a:solidFill>
          <a:ln/>
        </p:spPr>
        <p:txBody>
          <a:bodyPr/>
          <a:lstStyle/>
          <a:p>
            <a:endParaRPr lang="en-NL"/>
          </a:p>
        </p:txBody>
      </p:sp>
      <p:sp>
        <p:nvSpPr>
          <p:cNvPr id="69" name="Shape 67"/>
          <p:cNvSpPr/>
          <p:nvPr/>
        </p:nvSpPr>
        <p:spPr>
          <a:xfrm>
            <a:off x="11211987" y="974695"/>
            <a:ext cx="34961" cy="34961"/>
          </a:xfrm>
          <a:prstGeom prst="ellipse">
            <a:avLst/>
          </a:prstGeom>
          <a:solidFill>
            <a:srgbClr val="000000"/>
          </a:solidFill>
          <a:ln/>
        </p:spPr>
        <p:txBody>
          <a:bodyPr/>
          <a:lstStyle/>
          <a:p>
            <a:endParaRPr lang="en-NL"/>
          </a:p>
        </p:txBody>
      </p:sp>
      <p:sp>
        <p:nvSpPr>
          <p:cNvPr id="70" name="Shape 68"/>
          <p:cNvSpPr/>
          <p:nvPr/>
        </p:nvSpPr>
        <p:spPr>
          <a:xfrm>
            <a:off x="11398461" y="974695"/>
            <a:ext cx="34961" cy="34961"/>
          </a:xfrm>
          <a:prstGeom prst="ellipse">
            <a:avLst/>
          </a:prstGeom>
          <a:solidFill>
            <a:srgbClr val="000000"/>
          </a:solidFill>
          <a:ln/>
        </p:spPr>
        <p:txBody>
          <a:bodyPr/>
          <a:lstStyle/>
          <a:p>
            <a:endParaRPr lang="en-NL"/>
          </a:p>
        </p:txBody>
      </p:sp>
      <p:sp>
        <p:nvSpPr>
          <p:cNvPr id="71" name="Shape 69"/>
          <p:cNvSpPr/>
          <p:nvPr/>
        </p:nvSpPr>
        <p:spPr>
          <a:xfrm>
            <a:off x="11304837" y="988501"/>
            <a:ext cx="35627" cy="35627"/>
          </a:xfrm>
          <a:prstGeom prst="ellipse">
            <a:avLst/>
          </a:prstGeom>
          <a:solidFill>
            <a:srgbClr val="000000"/>
          </a:solidFill>
          <a:ln/>
        </p:spPr>
        <p:txBody>
          <a:bodyPr/>
          <a:lstStyle/>
          <a:p>
            <a:endParaRPr lang="en-NL"/>
          </a:p>
        </p:txBody>
      </p:sp>
      <p:sp>
        <p:nvSpPr>
          <p:cNvPr id="72" name="Text 70"/>
          <p:cNvSpPr/>
          <p:nvPr/>
        </p:nvSpPr>
        <p:spPr>
          <a:xfrm>
            <a:off x="548640" y="411480"/>
            <a:ext cx="10088575" cy="777240"/>
          </a:xfrm>
          <a:prstGeom prst="rect">
            <a:avLst/>
          </a:prstGeom>
          <a:noFill/>
          <a:ln/>
        </p:spPr>
        <p:txBody>
          <a:bodyPr wrap="square" lIns="0" tIns="0" rIns="0" bIns="0" rtlCol="0" anchor="ctr"/>
          <a:lstStyle/>
          <a:p>
            <a:pPr marL="0" indent="0" algn="l">
              <a:lnSpc>
                <a:spcPct val="105000"/>
              </a:lnSpc>
              <a:buNone/>
            </a:pPr>
            <a:r>
              <a:rPr lang="en-US" sz="2900" dirty="0">
                <a:solidFill>
                  <a:srgbClr val="3D68EC"/>
                </a:solidFill>
                <a:latin typeface="General Sans Semibold" pitchFamily="34" charset="0"/>
                <a:ea typeface="General Sans Semibold" pitchFamily="34" charset="-122"/>
                <a:cs typeface="General Sans Semibold" pitchFamily="34" charset="-120"/>
              </a:rPr>
              <a:t>AI bouwt: jij geeft de opdracht en keurt goed</a:t>
            </a:r>
            <a:endParaRPr lang="en-US" sz="2900" dirty="0"/>
          </a:p>
        </p:txBody>
      </p:sp>
      <p:pic>
        <p:nvPicPr>
          <p:cNvPr id="73" name="Image 0" descr="Lijngrafiek: aandeel R&amp;D-taken waarin AI assisteert, samenwerkt en bouwt"/>
          <p:cNvPicPr>
            <a:picLocks noChangeAspect="1"/>
          </p:cNvPicPr>
          <p:nvPr/>
        </p:nvPicPr>
        <p:blipFill>
          <a:blip r:embed="rId3"/>
          <a:stretch>
            <a:fillRect/>
          </a:stretch>
        </p:blipFill>
        <p:spPr>
          <a:xfrm>
            <a:off x="548640" y="1628223"/>
            <a:ext cx="7071055" cy="3830155"/>
          </a:xfrm>
          <a:prstGeom prst="rect">
            <a:avLst/>
          </a:prstGeom>
        </p:spPr>
      </p:pic>
      <p:sp>
        <p:nvSpPr>
          <p:cNvPr id="74" name="Text 71"/>
          <p:cNvSpPr/>
          <p:nvPr/>
        </p:nvSpPr>
        <p:spPr>
          <a:xfrm>
            <a:off x="548640" y="5852160"/>
            <a:ext cx="7071055" cy="365760"/>
          </a:xfrm>
          <a:prstGeom prst="rect">
            <a:avLst/>
          </a:prstGeom>
          <a:noFill/>
          <a:ln/>
        </p:spPr>
        <p:txBody>
          <a:bodyPr wrap="square" lIns="0" tIns="0" rIns="0" bIns="0" rtlCol="0" anchor="t"/>
          <a:lstStyle/>
          <a:p>
            <a:pPr marL="0" indent="0" algn="ctr">
              <a:lnSpc>
                <a:spcPct val="105000"/>
              </a:lnSpc>
              <a:buNone/>
            </a:pPr>
            <a:r>
              <a:rPr lang="en-US" sz="1300" dirty="0">
                <a:solidFill>
                  <a:srgbClr val="000000"/>
                </a:solidFill>
                <a:latin typeface="General Sans" pitchFamily="34" charset="0"/>
                <a:ea typeface="General Sans" pitchFamily="34" charset="-122"/>
                <a:cs typeface="General Sans" pitchFamily="34" charset="-120"/>
              </a:rPr>
              <a:t>Bron: Anthropic R&amp;D Automation Index (waarden geschat)</a:t>
            </a:r>
            <a:endParaRPr lang="en-US" sz="1300" dirty="0"/>
          </a:p>
        </p:txBody>
      </p:sp>
      <p:sp>
        <p:nvSpPr>
          <p:cNvPr id="75" name="Text 72"/>
          <p:cNvSpPr/>
          <p:nvPr/>
        </p:nvSpPr>
        <p:spPr>
          <a:xfrm>
            <a:off x="7894015" y="1463040"/>
            <a:ext cx="3749040" cy="4480560"/>
          </a:xfrm>
          <a:prstGeom prst="rect">
            <a:avLst/>
          </a:prstGeom>
          <a:noFill/>
          <a:ln/>
        </p:spPr>
        <p:txBody>
          <a:bodyPr wrap="square" lIns="0" tIns="0" rIns="0" bIns="0" rtlCol="0" anchor="t"/>
          <a:lstStyle/>
          <a:p>
            <a:pPr marL="0" indent="0" algn="l">
              <a:lnSpc>
                <a:spcPct val="105000"/>
              </a:lnSpc>
              <a:spcAft>
                <a:spcPts val="800"/>
              </a:spcAft>
              <a:buNone/>
            </a:pPr>
            <a:r>
              <a:rPr lang="en-US" sz="1800" dirty="0">
                <a:solidFill>
                  <a:srgbClr val="00AF81"/>
                </a:solidFill>
                <a:latin typeface="General Sans Semibold" pitchFamily="34" charset="0"/>
                <a:ea typeface="General Sans Semibold" pitchFamily="34" charset="-122"/>
                <a:cs typeface="General Sans Semibold" pitchFamily="34" charset="-120"/>
              </a:rPr>
              <a:t>Data-analist</a:t>
            </a:r>
            <a:r>
              <a:rPr lang="en-US" sz="1800" dirty="0">
                <a:solidFill>
                  <a:srgbClr val="000000"/>
                </a:solidFill>
                <a:latin typeface="General Sans" pitchFamily="34" charset="0"/>
                <a:ea typeface="General Sans" pitchFamily="34" charset="-122"/>
                <a:cs typeface="General Sans" pitchFamily="34" charset="-120"/>
              </a:rPr>
              <a:t> "Welke eerstejaars stoppen binnen een jaar?" AI rekent en bouwt het dashboard.</a:t>
            </a:r>
            <a:endParaRPr lang="en-US" sz="1800" dirty="0"/>
          </a:p>
          <a:p>
            <a:pPr marL="0" indent="0" algn="l">
              <a:lnSpc>
                <a:spcPct val="105000"/>
              </a:lnSpc>
              <a:spcAft>
                <a:spcPts val="800"/>
              </a:spcAft>
              <a:buNone/>
            </a:pPr>
            <a:r>
              <a:rPr lang="en-US" sz="1800" dirty="0">
                <a:solidFill>
                  <a:srgbClr val="00AF81"/>
                </a:solidFill>
                <a:latin typeface="General Sans Semibold" pitchFamily="34" charset="0"/>
                <a:ea typeface="General Sans Semibold" pitchFamily="34" charset="-122"/>
                <a:cs typeface="General Sans Semibold" pitchFamily="34" charset="-120"/>
              </a:rPr>
              <a:t>Data scientist</a:t>
            </a:r>
            <a:r>
              <a:rPr lang="en-US" sz="1800" dirty="0">
                <a:solidFill>
                  <a:srgbClr val="000000"/>
                </a:solidFill>
                <a:latin typeface="General Sans" pitchFamily="34" charset="0"/>
                <a:ea typeface="General Sans" pitchFamily="34" charset="-122"/>
                <a:cs typeface="General Sans" pitchFamily="34" charset="-120"/>
              </a:rPr>
              <a:t> "Voorspel uitval." AI doet het traject van data tot evaluatie.</a:t>
            </a:r>
            <a:endParaRPr lang="en-US" sz="1800" dirty="0"/>
          </a:p>
          <a:p>
            <a:pPr marL="0" indent="0" algn="l">
              <a:lnSpc>
                <a:spcPct val="105000"/>
              </a:lnSpc>
              <a:spcAft>
                <a:spcPts val="800"/>
              </a:spcAft>
              <a:buNone/>
            </a:pPr>
            <a:r>
              <a:rPr lang="en-US" sz="1800" dirty="0">
                <a:solidFill>
                  <a:srgbClr val="00AF81"/>
                </a:solidFill>
                <a:latin typeface="General Sans Semibold" pitchFamily="34" charset="0"/>
                <a:ea typeface="General Sans Semibold" pitchFamily="34" charset="-122"/>
                <a:cs typeface="General Sans Semibold" pitchFamily="34" charset="-120"/>
              </a:rPr>
              <a:t>Oog 1 en 2:</a:t>
            </a:r>
            <a:r>
              <a:rPr lang="en-US" sz="1800" dirty="0">
                <a:solidFill>
                  <a:srgbClr val="000000"/>
                </a:solidFill>
                <a:latin typeface="General Sans" pitchFamily="34" charset="0"/>
                <a:ea typeface="General Sans" pitchFamily="34" charset="-122"/>
                <a:cs typeface="General Sans" pitchFamily="34" charset="-120"/>
              </a:rPr>
              <a:t> AI bouwt. </a:t>
            </a:r>
            <a:r>
              <a:rPr lang="en-US" sz="1800" dirty="0">
                <a:solidFill>
                  <a:srgbClr val="00AF81"/>
                </a:solidFill>
                <a:latin typeface="General Sans Semibold" pitchFamily="34" charset="0"/>
                <a:ea typeface="General Sans Semibold" pitchFamily="34" charset="-122"/>
                <a:cs typeface="General Sans Semibold" pitchFamily="34" charset="-120"/>
              </a:rPr>
              <a:t>Oog 3 en 4:</a:t>
            </a:r>
            <a:r>
              <a:rPr lang="en-US" sz="1800" dirty="0">
                <a:solidFill>
                  <a:srgbClr val="000000"/>
                </a:solidFill>
                <a:latin typeface="General Sans" pitchFamily="34" charset="0"/>
                <a:ea typeface="General Sans" pitchFamily="34" charset="-122"/>
                <a:cs typeface="General Sans" pitchFamily="34" charset="-120"/>
              </a:rPr>
              <a:t> jij keurt goed.</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D6E2FD"/>
        </a:solidFill>
        <a:effectLst/>
      </p:bgPr>
    </p:bg>
    <p:spTree>
      <p:nvGrpSpPr>
        <p:cNvPr id="1" name=""/>
        <p:cNvGrpSpPr/>
        <p:nvPr/>
      </p:nvGrpSpPr>
      <p:grpSpPr>
        <a:xfrm>
          <a:off x="0" y="0"/>
          <a:ext cx="0" cy="0"/>
          <a:chOff x="0" y="0"/>
          <a:chExt cx="0" cy="0"/>
        </a:xfrm>
      </p:grpSpPr>
      <p:sp>
        <p:nvSpPr>
          <p:cNvPr id="2" name="Shape 0"/>
          <p:cNvSpPr/>
          <p:nvPr/>
        </p:nvSpPr>
        <p:spPr>
          <a:xfrm>
            <a:off x="11304952" y="384048"/>
            <a:ext cx="35960" cy="35960"/>
          </a:xfrm>
          <a:prstGeom prst="ellipse">
            <a:avLst/>
          </a:prstGeom>
          <a:solidFill>
            <a:srgbClr val="000000"/>
          </a:solidFill>
          <a:ln/>
        </p:spPr>
        <p:txBody>
          <a:bodyPr/>
          <a:lstStyle/>
          <a:p>
            <a:endParaRPr/>
          </a:p>
        </p:txBody>
      </p:sp>
      <p:sp>
        <p:nvSpPr>
          <p:cNvPr id="3" name="Shape 1"/>
          <p:cNvSpPr/>
          <p:nvPr/>
        </p:nvSpPr>
        <p:spPr>
          <a:xfrm>
            <a:off x="11212173" y="399224"/>
            <a:ext cx="34616" cy="34616"/>
          </a:xfrm>
          <a:prstGeom prst="ellipse">
            <a:avLst/>
          </a:prstGeom>
          <a:solidFill>
            <a:srgbClr val="000000"/>
          </a:solidFill>
          <a:ln/>
        </p:spPr>
        <p:txBody>
          <a:bodyPr/>
          <a:lstStyle/>
          <a:p>
            <a:endParaRPr/>
          </a:p>
        </p:txBody>
      </p:sp>
      <p:sp>
        <p:nvSpPr>
          <p:cNvPr id="4" name="Shape 2"/>
          <p:cNvSpPr/>
          <p:nvPr/>
        </p:nvSpPr>
        <p:spPr>
          <a:xfrm>
            <a:off x="11398641" y="399224"/>
            <a:ext cx="34616" cy="34616"/>
          </a:xfrm>
          <a:prstGeom prst="ellipse">
            <a:avLst/>
          </a:prstGeom>
          <a:solidFill>
            <a:srgbClr val="000000"/>
          </a:solidFill>
          <a:ln/>
        </p:spPr>
        <p:txBody>
          <a:bodyPr/>
          <a:lstStyle/>
          <a:p>
            <a:endParaRPr/>
          </a:p>
        </p:txBody>
      </p:sp>
      <p:sp>
        <p:nvSpPr>
          <p:cNvPr id="5" name="Shape 3"/>
          <p:cNvSpPr/>
          <p:nvPr/>
        </p:nvSpPr>
        <p:spPr>
          <a:xfrm>
            <a:off x="11258374" y="435357"/>
            <a:ext cx="51936" cy="51936"/>
          </a:xfrm>
          <a:prstGeom prst="ellipse">
            <a:avLst/>
          </a:prstGeom>
          <a:solidFill>
            <a:srgbClr val="000000"/>
          </a:solidFill>
          <a:ln/>
        </p:spPr>
        <p:txBody>
          <a:bodyPr/>
          <a:lstStyle/>
          <a:p>
            <a:endParaRPr/>
          </a:p>
        </p:txBody>
      </p:sp>
      <p:sp>
        <p:nvSpPr>
          <p:cNvPr id="6" name="Shape 4"/>
          <p:cNvSpPr/>
          <p:nvPr/>
        </p:nvSpPr>
        <p:spPr>
          <a:xfrm>
            <a:off x="11335407" y="435306"/>
            <a:ext cx="51718" cy="51718"/>
          </a:xfrm>
          <a:prstGeom prst="ellipse">
            <a:avLst/>
          </a:prstGeom>
          <a:solidFill>
            <a:srgbClr val="000000"/>
          </a:solidFill>
          <a:ln/>
        </p:spPr>
        <p:txBody>
          <a:bodyPr/>
          <a:lstStyle/>
          <a:p>
            <a:endParaRPr/>
          </a:p>
        </p:txBody>
      </p:sp>
      <p:sp>
        <p:nvSpPr>
          <p:cNvPr id="7" name="Shape 5"/>
          <p:cNvSpPr/>
          <p:nvPr/>
        </p:nvSpPr>
        <p:spPr>
          <a:xfrm>
            <a:off x="11127388" y="442398"/>
            <a:ext cx="35294" cy="35294"/>
          </a:xfrm>
          <a:prstGeom prst="ellipse">
            <a:avLst/>
          </a:prstGeom>
          <a:solidFill>
            <a:srgbClr val="000000"/>
          </a:solidFill>
          <a:ln/>
        </p:spPr>
        <p:txBody>
          <a:bodyPr/>
          <a:lstStyle/>
          <a:p>
            <a:endParaRPr/>
          </a:p>
        </p:txBody>
      </p:sp>
      <p:sp>
        <p:nvSpPr>
          <p:cNvPr id="8" name="Shape 6"/>
          <p:cNvSpPr/>
          <p:nvPr/>
        </p:nvSpPr>
        <p:spPr>
          <a:xfrm>
            <a:off x="11482145" y="441649"/>
            <a:ext cx="35960" cy="35960"/>
          </a:xfrm>
          <a:prstGeom prst="ellipse">
            <a:avLst/>
          </a:prstGeom>
          <a:solidFill>
            <a:srgbClr val="000000"/>
          </a:solidFill>
          <a:ln/>
        </p:spPr>
        <p:txBody>
          <a:bodyPr/>
          <a:lstStyle/>
          <a:p>
            <a:endParaRPr/>
          </a:p>
        </p:txBody>
      </p:sp>
      <p:sp>
        <p:nvSpPr>
          <p:cNvPr id="9" name="Shape 7"/>
          <p:cNvSpPr/>
          <p:nvPr/>
        </p:nvSpPr>
        <p:spPr>
          <a:xfrm>
            <a:off x="11185603" y="459328"/>
            <a:ext cx="52167" cy="52167"/>
          </a:xfrm>
          <a:prstGeom prst="ellipse">
            <a:avLst/>
          </a:prstGeom>
          <a:solidFill>
            <a:srgbClr val="000000"/>
          </a:solidFill>
          <a:ln/>
        </p:spPr>
        <p:txBody>
          <a:bodyPr/>
          <a:lstStyle/>
          <a:p>
            <a:endParaRPr/>
          </a:p>
        </p:txBody>
      </p:sp>
      <p:sp>
        <p:nvSpPr>
          <p:cNvPr id="10" name="Shape 8"/>
          <p:cNvSpPr/>
          <p:nvPr/>
        </p:nvSpPr>
        <p:spPr>
          <a:xfrm>
            <a:off x="11408043" y="458713"/>
            <a:ext cx="52384" cy="52384"/>
          </a:xfrm>
          <a:prstGeom prst="ellipse">
            <a:avLst/>
          </a:prstGeom>
          <a:solidFill>
            <a:srgbClr val="000000"/>
          </a:solidFill>
          <a:ln/>
        </p:spPr>
        <p:txBody>
          <a:bodyPr/>
          <a:lstStyle/>
          <a:p>
            <a:endParaRPr/>
          </a:p>
        </p:txBody>
      </p:sp>
      <p:sp>
        <p:nvSpPr>
          <p:cNvPr id="11" name="Shape 9"/>
          <p:cNvSpPr/>
          <p:nvPr/>
        </p:nvSpPr>
        <p:spPr>
          <a:xfrm>
            <a:off x="11241891" y="499749"/>
            <a:ext cx="36613" cy="36613"/>
          </a:xfrm>
          <a:prstGeom prst="ellipse">
            <a:avLst/>
          </a:prstGeom>
          <a:solidFill>
            <a:srgbClr val="000000"/>
          </a:solidFill>
          <a:ln/>
        </p:spPr>
        <p:txBody>
          <a:bodyPr/>
          <a:lstStyle/>
          <a:p>
            <a:endParaRPr/>
          </a:p>
        </p:txBody>
      </p:sp>
      <p:sp>
        <p:nvSpPr>
          <p:cNvPr id="12" name="Shape 10"/>
          <p:cNvSpPr/>
          <p:nvPr/>
        </p:nvSpPr>
        <p:spPr>
          <a:xfrm>
            <a:off x="11294557" y="500146"/>
            <a:ext cx="57223" cy="57223"/>
          </a:xfrm>
          <a:prstGeom prst="ellipse">
            <a:avLst/>
          </a:prstGeom>
          <a:solidFill>
            <a:srgbClr val="000000"/>
          </a:solidFill>
          <a:ln/>
        </p:spPr>
        <p:txBody>
          <a:bodyPr/>
          <a:lstStyle/>
          <a:p>
            <a:endParaRPr/>
          </a:p>
        </p:txBody>
      </p:sp>
      <p:sp>
        <p:nvSpPr>
          <p:cNvPr id="13" name="Shape 11"/>
          <p:cNvSpPr/>
          <p:nvPr/>
        </p:nvSpPr>
        <p:spPr>
          <a:xfrm>
            <a:off x="11364102" y="498770"/>
            <a:ext cx="35294" cy="35294"/>
          </a:xfrm>
          <a:prstGeom prst="ellipse">
            <a:avLst/>
          </a:prstGeom>
          <a:solidFill>
            <a:srgbClr val="000000"/>
          </a:solidFill>
          <a:ln/>
        </p:spPr>
        <p:txBody>
          <a:bodyPr/>
          <a:lstStyle/>
          <a:p>
            <a:endParaRPr/>
          </a:p>
        </p:txBody>
      </p:sp>
      <p:sp>
        <p:nvSpPr>
          <p:cNvPr id="14" name="Shape 12"/>
          <p:cNvSpPr/>
          <p:nvPr/>
        </p:nvSpPr>
        <p:spPr>
          <a:xfrm>
            <a:off x="11123515" y="504524"/>
            <a:ext cx="51936" cy="51936"/>
          </a:xfrm>
          <a:prstGeom prst="ellipse">
            <a:avLst/>
          </a:prstGeom>
          <a:solidFill>
            <a:srgbClr val="000000"/>
          </a:solidFill>
          <a:ln/>
        </p:spPr>
        <p:txBody>
          <a:bodyPr/>
          <a:lstStyle/>
          <a:p>
            <a:endParaRPr/>
          </a:p>
        </p:txBody>
      </p:sp>
      <p:sp>
        <p:nvSpPr>
          <p:cNvPr id="15" name="Shape 13"/>
          <p:cNvSpPr/>
          <p:nvPr/>
        </p:nvSpPr>
        <p:spPr>
          <a:xfrm>
            <a:off x="11470202" y="504300"/>
            <a:ext cx="52384" cy="52384"/>
          </a:xfrm>
          <a:prstGeom prst="ellipse">
            <a:avLst/>
          </a:prstGeom>
          <a:solidFill>
            <a:srgbClr val="000000"/>
          </a:solidFill>
          <a:ln/>
        </p:spPr>
        <p:txBody>
          <a:bodyPr/>
          <a:lstStyle/>
          <a:p>
            <a:endParaRPr/>
          </a:p>
        </p:txBody>
      </p:sp>
      <p:sp>
        <p:nvSpPr>
          <p:cNvPr id="16" name="Shape 14"/>
          <p:cNvSpPr/>
          <p:nvPr/>
        </p:nvSpPr>
        <p:spPr>
          <a:xfrm>
            <a:off x="11060774" y="508825"/>
            <a:ext cx="35627" cy="35627"/>
          </a:xfrm>
          <a:prstGeom prst="ellipse">
            <a:avLst/>
          </a:prstGeom>
          <a:solidFill>
            <a:srgbClr val="000000"/>
          </a:solidFill>
          <a:ln/>
        </p:spPr>
        <p:txBody>
          <a:bodyPr/>
          <a:lstStyle/>
          <a:p>
            <a:endParaRPr/>
          </a:p>
        </p:txBody>
      </p:sp>
      <p:sp>
        <p:nvSpPr>
          <p:cNvPr id="17" name="Shape 15"/>
          <p:cNvSpPr/>
          <p:nvPr/>
        </p:nvSpPr>
        <p:spPr>
          <a:xfrm>
            <a:off x="11548535" y="508038"/>
            <a:ext cx="36613" cy="36613"/>
          </a:xfrm>
          <a:prstGeom prst="ellipse">
            <a:avLst/>
          </a:prstGeom>
          <a:solidFill>
            <a:srgbClr val="000000"/>
          </a:solidFill>
          <a:ln/>
        </p:spPr>
        <p:txBody>
          <a:bodyPr/>
          <a:lstStyle/>
          <a:p>
            <a:endParaRPr/>
          </a:p>
        </p:txBody>
      </p:sp>
      <p:sp>
        <p:nvSpPr>
          <p:cNvPr id="18" name="Shape 16"/>
          <p:cNvSpPr/>
          <p:nvPr/>
        </p:nvSpPr>
        <p:spPr>
          <a:xfrm>
            <a:off x="11191466" y="533379"/>
            <a:ext cx="57825" cy="57825"/>
          </a:xfrm>
          <a:prstGeom prst="ellipse">
            <a:avLst/>
          </a:prstGeom>
          <a:solidFill>
            <a:srgbClr val="000000"/>
          </a:solidFill>
          <a:ln/>
        </p:spPr>
        <p:txBody>
          <a:bodyPr/>
          <a:lstStyle/>
          <a:p>
            <a:endParaRPr/>
          </a:p>
        </p:txBody>
      </p:sp>
      <p:sp>
        <p:nvSpPr>
          <p:cNvPr id="19" name="Shape 17"/>
          <p:cNvSpPr/>
          <p:nvPr/>
        </p:nvSpPr>
        <p:spPr>
          <a:xfrm>
            <a:off x="11396535" y="533494"/>
            <a:ext cx="57428" cy="57428"/>
          </a:xfrm>
          <a:prstGeom prst="ellipse">
            <a:avLst/>
          </a:prstGeom>
          <a:solidFill>
            <a:srgbClr val="000000"/>
          </a:solidFill>
          <a:ln/>
        </p:spPr>
        <p:txBody>
          <a:bodyPr/>
          <a:lstStyle/>
          <a:p>
            <a:endParaRPr/>
          </a:p>
        </p:txBody>
      </p:sp>
      <p:sp>
        <p:nvSpPr>
          <p:cNvPr id="20" name="Shape 18"/>
          <p:cNvSpPr/>
          <p:nvPr/>
        </p:nvSpPr>
        <p:spPr>
          <a:xfrm>
            <a:off x="11079087" y="567226"/>
            <a:ext cx="51270" cy="51270"/>
          </a:xfrm>
          <a:prstGeom prst="ellipse">
            <a:avLst/>
          </a:prstGeom>
          <a:solidFill>
            <a:srgbClr val="000000"/>
          </a:solidFill>
          <a:ln/>
        </p:spPr>
        <p:txBody>
          <a:bodyPr/>
          <a:lstStyle/>
          <a:p>
            <a:endParaRPr/>
          </a:p>
        </p:txBody>
      </p:sp>
      <p:sp>
        <p:nvSpPr>
          <p:cNvPr id="21" name="Shape 19"/>
          <p:cNvSpPr/>
          <p:nvPr/>
        </p:nvSpPr>
        <p:spPr>
          <a:xfrm>
            <a:off x="11339728" y="567053"/>
            <a:ext cx="34616" cy="34616"/>
          </a:xfrm>
          <a:prstGeom prst="ellipse">
            <a:avLst/>
          </a:prstGeom>
          <a:solidFill>
            <a:srgbClr val="000000"/>
          </a:solidFill>
          <a:ln/>
        </p:spPr>
        <p:txBody>
          <a:bodyPr/>
          <a:lstStyle/>
          <a:p>
            <a:endParaRPr/>
          </a:p>
        </p:txBody>
      </p:sp>
      <p:sp>
        <p:nvSpPr>
          <p:cNvPr id="22" name="Shape 20"/>
          <p:cNvSpPr/>
          <p:nvPr/>
        </p:nvSpPr>
        <p:spPr>
          <a:xfrm>
            <a:off x="11515167" y="566234"/>
            <a:ext cx="52819" cy="52819"/>
          </a:xfrm>
          <a:prstGeom prst="ellipse">
            <a:avLst/>
          </a:prstGeom>
          <a:solidFill>
            <a:srgbClr val="000000"/>
          </a:solidFill>
          <a:ln/>
        </p:spPr>
        <p:txBody>
          <a:bodyPr/>
          <a:lstStyle/>
          <a:p>
            <a:endParaRPr/>
          </a:p>
        </p:txBody>
      </p:sp>
      <p:sp>
        <p:nvSpPr>
          <p:cNvPr id="23" name="Shape 21"/>
          <p:cNvSpPr/>
          <p:nvPr/>
        </p:nvSpPr>
        <p:spPr>
          <a:xfrm>
            <a:off x="11262860" y="569742"/>
            <a:ext cx="34961" cy="34961"/>
          </a:xfrm>
          <a:prstGeom prst="ellipse">
            <a:avLst/>
          </a:prstGeom>
          <a:solidFill>
            <a:srgbClr val="000000"/>
          </a:solidFill>
          <a:ln/>
        </p:spPr>
        <p:txBody>
          <a:bodyPr/>
          <a:lstStyle/>
          <a:p>
            <a:endParaRPr/>
          </a:p>
        </p:txBody>
      </p:sp>
      <p:sp>
        <p:nvSpPr>
          <p:cNvPr id="24" name="Shape 22"/>
          <p:cNvSpPr/>
          <p:nvPr/>
        </p:nvSpPr>
        <p:spPr>
          <a:xfrm>
            <a:off x="11462521" y="569818"/>
            <a:ext cx="35294" cy="35294"/>
          </a:xfrm>
          <a:prstGeom prst="ellipse">
            <a:avLst/>
          </a:prstGeom>
          <a:solidFill>
            <a:srgbClr val="000000"/>
          </a:solidFill>
          <a:ln/>
        </p:spPr>
        <p:txBody>
          <a:bodyPr/>
          <a:lstStyle/>
          <a:p>
            <a:endParaRPr/>
          </a:p>
        </p:txBody>
      </p:sp>
      <p:sp>
        <p:nvSpPr>
          <p:cNvPr id="25" name="Shape 23"/>
          <p:cNvSpPr/>
          <p:nvPr/>
        </p:nvSpPr>
        <p:spPr>
          <a:xfrm>
            <a:off x="11145681" y="573441"/>
            <a:ext cx="34270" cy="34270"/>
          </a:xfrm>
          <a:prstGeom prst="ellipse">
            <a:avLst/>
          </a:prstGeom>
          <a:solidFill>
            <a:srgbClr val="000000"/>
          </a:solidFill>
          <a:ln/>
        </p:spPr>
        <p:txBody>
          <a:bodyPr/>
          <a:lstStyle/>
          <a:p>
            <a:endParaRPr/>
          </a:p>
        </p:txBody>
      </p:sp>
      <p:sp>
        <p:nvSpPr>
          <p:cNvPr id="26" name="Shape 24"/>
          <p:cNvSpPr/>
          <p:nvPr/>
        </p:nvSpPr>
        <p:spPr>
          <a:xfrm>
            <a:off x="11592015" y="593213"/>
            <a:ext cx="35294" cy="35294"/>
          </a:xfrm>
          <a:prstGeom prst="ellipse">
            <a:avLst/>
          </a:prstGeom>
          <a:solidFill>
            <a:srgbClr val="000000"/>
          </a:solidFill>
          <a:ln/>
        </p:spPr>
        <p:txBody>
          <a:bodyPr/>
          <a:lstStyle/>
          <a:p>
            <a:endParaRPr/>
          </a:p>
        </p:txBody>
      </p:sp>
      <p:sp>
        <p:nvSpPr>
          <p:cNvPr id="27" name="Shape 25"/>
          <p:cNvSpPr/>
          <p:nvPr/>
        </p:nvSpPr>
        <p:spPr>
          <a:xfrm>
            <a:off x="11019124" y="593444"/>
            <a:ext cx="34616" cy="34616"/>
          </a:xfrm>
          <a:prstGeom prst="ellipse">
            <a:avLst/>
          </a:prstGeom>
          <a:solidFill>
            <a:srgbClr val="000000"/>
          </a:solidFill>
          <a:ln/>
        </p:spPr>
        <p:txBody>
          <a:bodyPr/>
          <a:lstStyle/>
          <a:p>
            <a:endParaRPr/>
          </a:p>
        </p:txBody>
      </p:sp>
      <p:sp>
        <p:nvSpPr>
          <p:cNvPr id="28" name="Shape 26"/>
          <p:cNvSpPr/>
          <p:nvPr/>
        </p:nvSpPr>
        <p:spPr>
          <a:xfrm>
            <a:off x="11403576" y="610214"/>
            <a:ext cx="34961" cy="34961"/>
          </a:xfrm>
          <a:prstGeom prst="ellipse">
            <a:avLst/>
          </a:prstGeom>
          <a:solidFill>
            <a:srgbClr val="000000"/>
          </a:solidFill>
          <a:ln/>
        </p:spPr>
        <p:txBody>
          <a:bodyPr/>
          <a:lstStyle/>
          <a:p>
            <a:endParaRPr/>
          </a:p>
        </p:txBody>
      </p:sp>
      <p:sp>
        <p:nvSpPr>
          <p:cNvPr id="29" name="Shape 27"/>
          <p:cNvSpPr/>
          <p:nvPr/>
        </p:nvSpPr>
        <p:spPr>
          <a:xfrm>
            <a:off x="11201662" y="616570"/>
            <a:ext cx="35627" cy="35627"/>
          </a:xfrm>
          <a:prstGeom prst="ellipse">
            <a:avLst/>
          </a:prstGeom>
          <a:solidFill>
            <a:srgbClr val="000000"/>
          </a:solidFill>
          <a:ln/>
        </p:spPr>
        <p:txBody>
          <a:bodyPr/>
          <a:lstStyle/>
          <a:p>
            <a:endParaRPr/>
          </a:p>
        </p:txBody>
      </p:sp>
      <p:sp>
        <p:nvSpPr>
          <p:cNvPr id="30" name="Shape 28"/>
          <p:cNvSpPr/>
          <p:nvPr/>
        </p:nvSpPr>
        <p:spPr>
          <a:xfrm>
            <a:off x="11127484" y="620705"/>
            <a:ext cx="58030" cy="58030"/>
          </a:xfrm>
          <a:prstGeom prst="ellipse">
            <a:avLst/>
          </a:prstGeom>
          <a:solidFill>
            <a:srgbClr val="000000"/>
          </a:solidFill>
          <a:ln/>
        </p:spPr>
        <p:txBody>
          <a:bodyPr/>
          <a:lstStyle/>
          <a:p>
            <a:endParaRPr/>
          </a:p>
        </p:txBody>
      </p:sp>
      <p:sp>
        <p:nvSpPr>
          <p:cNvPr id="31" name="Shape 29"/>
          <p:cNvSpPr/>
          <p:nvPr/>
        </p:nvSpPr>
        <p:spPr>
          <a:xfrm>
            <a:off x="11460767" y="620852"/>
            <a:ext cx="57428" cy="57428"/>
          </a:xfrm>
          <a:prstGeom prst="ellipse">
            <a:avLst/>
          </a:prstGeom>
          <a:solidFill>
            <a:srgbClr val="000000"/>
          </a:solidFill>
          <a:ln/>
        </p:spPr>
        <p:txBody>
          <a:bodyPr/>
          <a:lstStyle/>
          <a:p>
            <a:endParaRPr/>
          </a:p>
        </p:txBody>
      </p:sp>
      <p:sp>
        <p:nvSpPr>
          <p:cNvPr id="32" name="Shape 30"/>
          <p:cNvSpPr/>
          <p:nvPr/>
        </p:nvSpPr>
        <p:spPr>
          <a:xfrm>
            <a:off x="11055219" y="640144"/>
            <a:ext cx="51718" cy="51718"/>
          </a:xfrm>
          <a:prstGeom prst="ellipse">
            <a:avLst/>
          </a:prstGeom>
          <a:solidFill>
            <a:srgbClr val="000000"/>
          </a:solidFill>
          <a:ln/>
        </p:spPr>
        <p:txBody>
          <a:bodyPr/>
          <a:lstStyle/>
          <a:p>
            <a:endParaRPr/>
          </a:p>
        </p:txBody>
      </p:sp>
      <p:sp>
        <p:nvSpPr>
          <p:cNvPr id="33" name="Shape 31"/>
          <p:cNvSpPr/>
          <p:nvPr/>
        </p:nvSpPr>
        <p:spPr>
          <a:xfrm>
            <a:off x="11539330" y="640266"/>
            <a:ext cx="51270" cy="51270"/>
          </a:xfrm>
          <a:prstGeom prst="ellipse">
            <a:avLst/>
          </a:prstGeom>
          <a:solidFill>
            <a:srgbClr val="000000"/>
          </a:solidFill>
          <a:ln/>
        </p:spPr>
        <p:txBody>
          <a:bodyPr/>
          <a:lstStyle/>
          <a:p>
            <a:endParaRPr/>
          </a:p>
        </p:txBody>
      </p:sp>
      <p:sp>
        <p:nvSpPr>
          <p:cNvPr id="34" name="Shape 32"/>
          <p:cNvSpPr/>
          <p:nvPr/>
        </p:nvSpPr>
        <p:spPr>
          <a:xfrm>
            <a:off x="11429576" y="682274"/>
            <a:ext cx="35627" cy="35627"/>
          </a:xfrm>
          <a:prstGeom prst="ellipse">
            <a:avLst/>
          </a:prstGeom>
          <a:solidFill>
            <a:srgbClr val="000000"/>
          </a:solidFill>
          <a:ln/>
        </p:spPr>
        <p:txBody>
          <a:bodyPr/>
          <a:lstStyle/>
          <a:p>
            <a:endParaRPr/>
          </a:p>
        </p:txBody>
      </p:sp>
      <p:sp>
        <p:nvSpPr>
          <p:cNvPr id="35" name="Shape 33"/>
          <p:cNvSpPr/>
          <p:nvPr/>
        </p:nvSpPr>
        <p:spPr>
          <a:xfrm>
            <a:off x="11004076" y="687222"/>
            <a:ext cx="34616" cy="34616"/>
          </a:xfrm>
          <a:prstGeom prst="ellipse">
            <a:avLst/>
          </a:prstGeom>
          <a:solidFill>
            <a:srgbClr val="000000"/>
          </a:solidFill>
          <a:ln/>
        </p:spPr>
        <p:txBody>
          <a:bodyPr/>
          <a:lstStyle/>
          <a:p>
            <a:endParaRPr/>
          </a:p>
        </p:txBody>
      </p:sp>
      <p:sp>
        <p:nvSpPr>
          <p:cNvPr id="36" name="Shape 34"/>
          <p:cNvSpPr/>
          <p:nvPr/>
        </p:nvSpPr>
        <p:spPr>
          <a:xfrm>
            <a:off x="11502052" y="685321"/>
            <a:ext cx="34270" cy="34270"/>
          </a:xfrm>
          <a:prstGeom prst="ellipse">
            <a:avLst/>
          </a:prstGeom>
          <a:solidFill>
            <a:srgbClr val="000000"/>
          </a:solidFill>
          <a:ln/>
        </p:spPr>
        <p:txBody>
          <a:bodyPr/>
          <a:lstStyle/>
          <a:p>
            <a:endParaRPr/>
          </a:p>
        </p:txBody>
      </p:sp>
      <p:sp>
        <p:nvSpPr>
          <p:cNvPr id="37" name="Shape 35"/>
          <p:cNvSpPr/>
          <p:nvPr/>
        </p:nvSpPr>
        <p:spPr>
          <a:xfrm>
            <a:off x="11606321" y="686422"/>
            <a:ext cx="35627" cy="35627"/>
          </a:xfrm>
          <a:prstGeom prst="ellipse">
            <a:avLst/>
          </a:prstGeom>
          <a:solidFill>
            <a:srgbClr val="000000"/>
          </a:solidFill>
          <a:ln/>
        </p:spPr>
        <p:txBody>
          <a:bodyPr/>
          <a:lstStyle/>
          <a:p>
            <a:endParaRPr/>
          </a:p>
        </p:txBody>
      </p:sp>
      <p:sp>
        <p:nvSpPr>
          <p:cNvPr id="38" name="Shape 36"/>
          <p:cNvSpPr/>
          <p:nvPr/>
        </p:nvSpPr>
        <p:spPr>
          <a:xfrm>
            <a:off x="11108908" y="688957"/>
            <a:ext cx="35294" cy="35294"/>
          </a:xfrm>
          <a:prstGeom prst="ellipse">
            <a:avLst/>
          </a:prstGeom>
          <a:solidFill>
            <a:srgbClr val="000000"/>
          </a:solidFill>
          <a:ln/>
        </p:spPr>
        <p:txBody>
          <a:bodyPr/>
          <a:lstStyle/>
          <a:p>
            <a:endParaRPr/>
          </a:p>
        </p:txBody>
      </p:sp>
      <p:sp>
        <p:nvSpPr>
          <p:cNvPr id="39" name="Shape 37"/>
          <p:cNvSpPr/>
          <p:nvPr/>
        </p:nvSpPr>
        <p:spPr>
          <a:xfrm>
            <a:off x="11179733" y="690371"/>
            <a:ext cx="36613" cy="36613"/>
          </a:xfrm>
          <a:prstGeom prst="ellipse">
            <a:avLst/>
          </a:prstGeom>
          <a:solidFill>
            <a:srgbClr val="000000"/>
          </a:solidFill>
          <a:ln/>
        </p:spPr>
        <p:txBody>
          <a:bodyPr/>
          <a:lstStyle/>
          <a:p>
            <a:endParaRPr/>
          </a:p>
        </p:txBody>
      </p:sp>
      <p:sp>
        <p:nvSpPr>
          <p:cNvPr id="40" name="Shape 38"/>
          <p:cNvSpPr/>
          <p:nvPr/>
        </p:nvSpPr>
        <p:spPr>
          <a:xfrm>
            <a:off x="11054764" y="716576"/>
            <a:ext cx="51936" cy="51936"/>
          </a:xfrm>
          <a:prstGeom prst="ellipse">
            <a:avLst/>
          </a:prstGeom>
          <a:solidFill>
            <a:srgbClr val="000000"/>
          </a:solidFill>
          <a:ln/>
        </p:spPr>
        <p:txBody>
          <a:bodyPr/>
          <a:lstStyle/>
          <a:p>
            <a:endParaRPr/>
          </a:p>
        </p:txBody>
      </p:sp>
      <p:sp>
        <p:nvSpPr>
          <p:cNvPr id="41" name="Shape 39"/>
          <p:cNvSpPr/>
          <p:nvPr/>
        </p:nvSpPr>
        <p:spPr>
          <a:xfrm>
            <a:off x="11539023" y="716851"/>
            <a:ext cx="51488" cy="51488"/>
          </a:xfrm>
          <a:prstGeom prst="ellipse">
            <a:avLst/>
          </a:prstGeom>
          <a:solidFill>
            <a:srgbClr val="000000"/>
          </a:solidFill>
          <a:ln/>
        </p:spPr>
        <p:txBody>
          <a:bodyPr/>
          <a:lstStyle/>
          <a:p>
            <a:endParaRPr/>
          </a:p>
        </p:txBody>
      </p:sp>
      <p:sp>
        <p:nvSpPr>
          <p:cNvPr id="42" name="Shape 40"/>
          <p:cNvSpPr/>
          <p:nvPr/>
        </p:nvSpPr>
        <p:spPr>
          <a:xfrm>
            <a:off x="11127490" y="729288"/>
            <a:ext cx="58222" cy="58222"/>
          </a:xfrm>
          <a:prstGeom prst="ellipse">
            <a:avLst/>
          </a:prstGeom>
          <a:solidFill>
            <a:srgbClr val="000000"/>
          </a:solidFill>
          <a:ln/>
        </p:spPr>
        <p:txBody>
          <a:bodyPr/>
          <a:lstStyle/>
          <a:p>
            <a:endParaRPr/>
          </a:p>
        </p:txBody>
      </p:sp>
      <p:sp>
        <p:nvSpPr>
          <p:cNvPr id="43" name="Shape 41"/>
          <p:cNvSpPr/>
          <p:nvPr/>
        </p:nvSpPr>
        <p:spPr>
          <a:xfrm>
            <a:off x="11460671" y="729781"/>
            <a:ext cx="57633" cy="57633"/>
          </a:xfrm>
          <a:prstGeom prst="ellipse">
            <a:avLst/>
          </a:prstGeom>
          <a:solidFill>
            <a:srgbClr val="000000"/>
          </a:solidFill>
          <a:ln/>
        </p:spPr>
        <p:txBody>
          <a:bodyPr/>
          <a:lstStyle/>
          <a:p>
            <a:endParaRPr/>
          </a:p>
        </p:txBody>
      </p:sp>
      <p:sp>
        <p:nvSpPr>
          <p:cNvPr id="44" name="Shape 42"/>
          <p:cNvSpPr/>
          <p:nvPr/>
        </p:nvSpPr>
        <p:spPr>
          <a:xfrm>
            <a:off x="11407973" y="756415"/>
            <a:ext cx="35960" cy="35960"/>
          </a:xfrm>
          <a:prstGeom prst="ellipse">
            <a:avLst/>
          </a:prstGeom>
          <a:solidFill>
            <a:srgbClr val="000000"/>
          </a:solidFill>
          <a:ln/>
        </p:spPr>
        <p:txBody>
          <a:bodyPr/>
          <a:lstStyle/>
          <a:p>
            <a:endParaRPr/>
          </a:p>
        </p:txBody>
      </p:sp>
      <p:sp>
        <p:nvSpPr>
          <p:cNvPr id="45" name="Shape 43"/>
          <p:cNvSpPr/>
          <p:nvPr/>
        </p:nvSpPr>
        <p:spPr>
          <a:xfrm>
            <a:off x="11207308" y="763884"/>
            <a:ext cx="34616" cy="34616"/>
          </a:xfrm>
          <a:prstGeom prst="ellipse">
            <a:avLst/>
          </a:prstGeom>
          <a:solidFill>
            <a:srgbClr val="000000"/>
          </a:solidFill>
          <a:ln/>
        </p:spPr>
        <p:txBody>
          <a:bodyPr/>
          <a:lstStyle/>
          <a:p>
            <a:endParaRPr/>
          </a:p>
        </p:txBody>
      </p:sp>
      <p:sp>
        <p:nvSpPr>
          <p:cNvPr id="46" name="Shape 44"/>
          <p:cNvSpPr/>
          <p:nvPr/>
        </p:nvSpPr>
        <p:spPr>
          <a:xfrm>
            <a:off x="11018670" y="780462"/>
            <a:ext cx="34616" cy="34616"/>
          </a:xfrm>
          <a:prstGeom prst="ellipse">
            <a:avLst/>
          </a:prstGeom>
          <a:solidFill>
            <a:srgbClr val="000000"/>
          </a:solidFill>
          <a:ln/>
        </p:spPr>
        <p:txBody>
          <a:bodyPr/>
          <a:lstStyle/>
          <a:p>
            <a:endParaRPr/>
          </a:p>
        </p:txBody>
      </p:sp>
      <p:sp>
        <p:nvSpPr>
          <p:cNvPr id="47" name="Shape 45"/>
          <p:cNvSpPr/>
          <p:nvPr/>
        </p:nvSpPr>
        <p:spPr>
          <a:xfrm>
            <a:off x="11591670" y="780123"/>
            <a:ext cx="35294" cy="35294"/>
          </a:xfrm>
          <a:prstGeom prst="ellipse">
            <a:avLst/>
          </a:prstGeom>
          <a:solidFill>
            <a:srgbClr val="000000"/>
          </a:solidFill>
          <a:ln/>
        </p:spPr>
        <p:txBody>
          <a:bodyPr/>
          <a:lstStyle/>
          <a:p>
            <a:endParaRPr/>
          </a:p>
        </p:txBody>
      </p:sp>
      <p:sp>
        <p:nvSpPr>
          <p:cNvPr id="48" name="Shape 46"/>
          <p:cNvSpPr/>
          <p:nvPr/>
        </p:nvSpPr>
        <p:spPr>
          <a:xfrm>
            <a:off x="11079010" y="790179"/>
            <a:ext cx="51270" cy="51270"/>
          </a:xfrm>
          <a:prstGeom prst="ellipse">
            <a:avLst/>
          </a:prstGeom>
          <a:solidFill>
            <a:srgbClr val="000000"/>
          </a:solidFill>
          <a:ln/>
        </p:spPr>
        <p:txBody>
          <a:bodyPr/>
          <a:lstStyle/>
          <a:p>
            <a:endParaRPr/>
          </a:p>
        </p:txBody>
      </p:sp>
      <p:sp>
        <p:nvSpPr>
          <p:cNvPr id="49" name="Shape 47"/>
          <p:cNvSpPr/>
          <p:nvPr/>
        </p:nvSpPr>
        <p:spPr>
          <a:xfrm>
            <a:off x="11515218" y="789692"/>
            <a:ext cx="52602" cy="52602"/>
          </a:xfrm>
          <a:prstGeom prst="ellipse">
            <a:avLst/>
          </a:prstGeom>
          <a:solidFill>
            <a:srgbClr val="000000"/>
          </a:solidFill>
          <a:ln/>
        </p:spPr>
        <p:txBody>
          <a:bodyPr/>
          <a:lstStyle/>
          <a:p>
            <a:endParaRPr/>
          </a:p>
        </p:txBody>
      </p:sp>
      <p:sp>
        <p:nvSpPr>
          <p:cNvPr id="50" name="Shape 48"/>
          <p:cNvSpPr/>
          <p:nvPr/>
        </p:nvSpPr>
        <p:spPr>
          <a:xfrm>
            <a:off x="11147371" y="803460"/>
            <a:ext cx="35627" cy="35627"/>
          </a:xfrm>
          <a:prstGeom prst="ellipse">
            <a:avLst/>
          </a:prstGeom>
          <a:solidFill>
            <a:srgbClr val="000000"/>
          </a:solidFill>
          <a:ln/>
        </p:spPr>
        <p:txBody>
          <a:bodyPr/>
          <a:lstStyle/>
          <a:p>
            <a:endParaRPr/>
          </a:p>
        </p:txBody>
      </p:sp>
      <p:sp>
        <p:nvSpPr>
          <p:cNvPr id="51" name="Shape 49"/>
          <p:cNvSpPr/>
          <p:nvPr/>
        </p:nvSpPr>
        <p:spPr>
          <a:xfrm>
            <a:off x="11347786" y="804293"/>
            <a:ext cx="35294" cy="35294"/>
          </a:xfrm>
          <a:prstGeom prst="ellipse">
            <a:avLst/>
          </a:prstGeom>
          <a:solidFill>
            <a:srgbClr val="000000"/>
          </a:solidFill>
          <a:ln/>
        </p:spPr>
        <p:txBody>
          <a:bodyPr/>
          <a:lstStyle/>
          <a:p>
            <a:endParaRPr/>
          </a:p>
        </p:txBody>
      </p:sp>
      <p:sp>
        <p:nvSpPr>
          <p:cNvPr id="52" name="Shape 50"/>
          <p:cNvSpPr/>
          <p:nvPr/>
        </p:nvSpPr>
        <p:spPr>
          <a:xfrm>
            <a:off x="11465119" y="800919"/>
            <a:ext cx="34961" cy="34961"/>
          </a:xfrm>
          <a:prstGeom prst="ellipse">
            <a:avLst/>
          </a:prstGeom>
          <a:solidFill>
            <a:srgbClr val="000000"/>
          </a:solidFill>
          <a:ln/>
        </p:spPr>
        <p:txBody>
          <a:bodyPr/>
          <a:lstStyle/>
          <a:p>
            <a:endParaRPr/>
          </a:p>
        </p:txBody>
      </p:sp>
      <p:sp>
        <p:nvSpPr>
          <p:cNvPr id="53" name="Shape 51"/>
          <p:cNvSpPr/>
          <p:nvPr/>
        </p:nvSpPr>
        <p:spPr>
          <a:xfrm>
            <a:off x="11270669" y="806590"/>
            <a:ext cx="35627" cy="35627"/>
          </a:xfrm>
          <a:prstGeom prst="ellipse">
            <a:avLst/>
          </a:prstGeom>
          <a:solidFill>
            <a:srgbClr val="000000"/>
          </a:solidFill>
          <a:ln/>
        </p:spPr>
        <p:txBody>
          <a:bodyPr/>
          <a:lstStyle/>
          <a:p>
            <a:endParaRPr/>
          </a:p>
        </p:txBody>
      </p:sp>
      <p:sp>
        <p:nvSpPr>
          <p:cNvPr id="54" name="Shape 52"/>
          <p:cNvSpPr/>
          <p:nvPr/>
        </p:nvSpPr>
        <p:spPr>
          <a:xfrm>
            <a:off x="11191498" y="817766"/>
            <a:ext cx="57633" cy="57633"/>
          </a:xfrm>
          <a:prstGeom prst="ellipse">
            <a:avLst/>
          </a:prstGeom>
          <a:solidFill>
            <a:srgbClr val="000000"/>
          </a:solidFill>
          <a:ln/>
        </p:spPr>
        <p:txBody>
          <a:bodyPr/>
          <a:lstStyle/>
          <a:p>
            <a:endParaRPr/>
          </a:p>
        </p:txBody>
      </p:sp>
      <p:sp>
        <p:nvSpPr>
          <p:cNvPr id="55" name="Shape 53"/>
          <p:cNvSpPr/>
          <p:nvPr/>
        </p:nvSpPr>
        <p:spPr>
          <a:xfrm>
            <a:off x="11396573" y="817888"/>
            <a:ext cx="57633" cy="57633"/>
          </a:xfrm>
          <a:prstGeom prst="ellipse">
            <a:avLst/>
          </a:prstGeom>
          <a:solidFill>
            <a:srgbClr val="000000"/>
          </a:solidFill>
          <a:ln/>
        </p:spPr>
        <p:txBody>
          <a:bodyPr/>
          <a:lstStyle/>
          <a:p>
            <a:endParaRPr/>
          </a:p>
        </p:txBody>
      </p:sp>
      <p:sp>
        <p:nvSpPr>
          <p:cNvPr id="56" name="Shape 54"/>
          <p:cNvSpPr/>
          <p:nvPr/>
        </p:nvSpPr>
        <p:spPr>
          <a:xfrm>
            <a:off x="11123445" y="851985"/>
            <a:ext cx="52167" cy="52167"/>
          </a:xfrm>
          <a:prstGeom prst="ellipse">
            <a:avLst/>
          </a:prstGeom>
          <a:solidFill>
            <a:srgbClr val="000000"/>
          </a:solidFill>
          <a:ln/>
        </p:spPr>
        <p:txBody>
          <a:bodyPr/>
          <a:lstStyle/>
          <a:p>
            <a:endParaRPr/>
          </a:p>
        </p:txBody>
      </p:sp>
      <p:sp>
        <p:nvSpPr>
          <p:cNvPr id="57" name="Shape 55"/>
          <p:cNvSpPr/>
          <p:nvPr/>
        </p:nvSpPr>
        <p:spPr>
          <a:xfrm>
            <a:off x="11294647" y="851390"/>
            <a:ext cx="57223" cy="57223"/>
          </a:xfrm>
          <a:prstGeom prst="ellipse">
            <a:avLst/>
          </a:prstGeom>
          <a:solidFill>
            <a:srgbClr val="000000"/>
          </a:solidFill>
          <a:ln/>
        </p:spPr>
        <p:txBody>
          <a:bodyPr/>
          <a:lstStyle/>
          <a:p>
            <a:endParaRPr/>
          </a:p>
        </p:txBody>
      </p:sp>
      <p:sp>
        <p:nvSpPr>
          <p:cNvPr id="58" name="Shape 56"/>
          <p:cNvSpPr/>
          <p:nvPr/>
        </p:nvSpPr>
        <p:spPr>
          <a:xfrm>
            <a:off x="11470202" y="852382"/>
            <a:ext cx="52384" cy="52384"/>
          </a:xfrm>
          <a:prstGeom prst="ellipse">
            <a:avLst/>
          </a:prstGeom>
          <a:solidFill>
            <a:srgbClr val="000000"/>
          </a:solidFill>
          <a:ln/>
        </p:spPr>
        <p:txBody>
          <a:bodyPr/>
          <a:lstStyle/>
          <a:p>
            <a:endParaRPr/>
          </a:p>
        </p:txBody>
      </p:sp>
      <p:sp>
        <p:nvSpPr>
          <p:cNvPr id="59" name="Shape 57"/>
          <p:cNvSpPr/>
          <p:nvPr/>
        </p:nvSpPr>
        <p:spPr>
          <a:xfrm>
            <a:off x="11060774" y="864607"/>
            <a:ext cx="35627" cy="35627"/>
          </a:xfrm>
          <a:prstGeom prst="ellipse">
            <a:avLst/>
          </a:prstGeom>
          <a:solidFill>
            <a:srgbClr val="000000"/>
          </a:solidFill>
          <a:ln/>
        </p:spPr>
        <p:txBody>
          <a:bodyPr/>
          <a:lstStyle/>
          <a:p>
            <a:endParaRPr/>
          </a:p>
        </p:txBody>
      </p:sp>
      <p:sp>
        <p:nvSpPr>
          <p:cNvPr id="60" name="Shape 58"/>
          <p:cNvSpPr/>
          <p:nvPr/>
        </p:nvSpPr>
        <p:spPr>
          <a:xfrm>
            <a:off x="11548733" y="864185"/>
            <a:ext cx="35627" cy="35627"/>
          </a:xfrm>
          <a:prstGeom prst="ellipse">
            <a:avLst/>
          </a:prstGeom>
          <a:solidFill>
            <a:srgbClr val="000000"/>
          </a:solidFill>
          <a:ln/>
        </p:spPr>
        <p:txBody>
          <a:bodyPr/>
          <a:lstStyle/>
          <a:p>
            <a:endParaRPr/>
          </a:p>
        </p:txBody>
      </p:sp>
      <p:sp>
        <p:nvSpPr>
          <p:cNvPr id="61" name="Shape 59"/>
          <p:cNvSpPr/>
          <p:nvPr/>
        </p:nvSpPr>
        <p:spPr>
          <a:xfrm>
            <a:off x="11246231" y="873908"/>
            <a:ext cx="35627" cy="35627"/>
          </a:xfrm>
          <a:prstGeom prst="ellipse">
            <a:avLst/>
          </a:prstGeom>
          <a:solidFill>
            <a:srgbClr val="000000"/>
          </a:solidFill>
          <a:ln/>
        </p:spPr>
        <p:txBody>
          <a:bodyPr/>
          <a:lstStyle/>
          <a:p>
            <a:endParaRPr/>
          </a:p>
        </p:txBody>
      </p:sp>
      <p:sp>
        <p:nvSpPr>
          <p:cNvPr id="62" name="Shape 60"/>
          <p:cNvSpPr/>
          <p:nvPr/>
        </p:nvSpPr>
        <p:spPr>
          <a:xfrm>
            <a:off x="11367418" y="872896"/>
            <a:ext cx="35627" cy="35627"/>
          </a:xfrm>
          <a:prstGeom prst="ellipse">
            <a:avLst/>
          </a:prstGeom>
          <a:solidFill>
            <a:srgbClr val="000000"/>
          </a:solidFill>
          <a:ln/>
        </p:spPr>
        <p:txBody>
          <a:bodyPr/>
          <a:lstStyle/>
          <a:p>
            <a:endParaRPr/>
          </a:p>
        </p:txBody>
      </p:sp>
      <p:sp>
        <p:nvSpPr>
          <p:cNvPr id="63" name="Shape 61"/>
          <p:cNvSpPr/>
          <p:nvPr/>
        </p:nvSpPr>
        <p:spPr>
          <a:xfrm>
            <a:off x="11185366" y="897322"/>
            <a:ext cx="51936" cy="51936"/>
          </a:xfrm>
          <a:prstGeom prst="ellipse">
            <a:avLst/>
          </a:prstGeom>
          <a:solidFill>
            <a:srgbClr val="000000"/>
          </a:solidFill>
          <a:ln/>
        </p:spPr>
        <p:txBody>
          <a:bodyPr/>
          <a:lstStyle/>
          <a:p>
            <a:endParaRPr/>
          </a:p>
        </p:txBody>
      </p:sp>
      <p:sp>
        <p:nvSpPr>
          <p:cNvPr id="64" name="Shape 62"/>
          <p:cNvSpPr/>
          <p:nvPr/>
        </p:nvSpPr>
        <p:spPr>
          <a:xfrm>
            <a:off x="11407845" y="897655"/>
            <a:ext cx="52602" cy="52602"/>
          </a:xfrm>
          <a:prstGeom prst="ellipse">
            <a:avLst/>
          </a:prstGeom>
          <a:solidFill>
            <a:srgbClr val="000000"/>
          </a:solidFill>
          <a:ln/>
        </p:spPr>
        <p:txBody>
          <a:bodyPr/>
          <a:lstStyle/>
          <a:p>
            <a:endParaRPr/>
          </a:p>
        </p:txBody>
      </p:sp>
      <p:sp>
        <p:nvSpPr>
          <p:cNvPr id="65" name="Shape 63"/>
          <p:cNvSpPr/>
          <p:nvPr/>
        </p:nvSpPr>
        <p:spPr>
          <a:xfrm>
            <a:off x="11258822" y="921466"/>
            <a:ext cx="51270" cy="51270"/>
          </a:xfrm>
          <a:prstGeom prst="ellipse">
            <a:avLst/>
          </a:prstGeom>
          <a:solidFill>
            <a:srgbClr val="000000"/>
          </a:solidFill>
          <a:ln/>
        </p:spPr>
        <p:txBody>
          <a:bodyPr/>
          <a:lstStyle/>
          <a:p>
            <a:endParaRPr/>
          </a:p>
        </p:txBody>
      </p:sp>
      <p:sp>
        <p:nvSpPr>
          <p:cNvPr id="66" name="Shape 64"/>
          <p:cNvSpPr/>
          <p:nvPr/>
        </p:nvSpPr>
        <p:spPr>
          <a:xfrm>
            <a:off x="11335350" y="921504"/>
            <a:ext cx="51270" cy="51270"/>
          </a:xfrm>
          <a:prstGeom prst="ellipse">
            <a:avLst/>
          </a:prstGeom>
          <a:solidFill>
            <a:srgbClr val="000000"/>
          </a:solidFill>
          <a:ln/>
        </p:spPr>
        <p:txBody>
          <a:bodyPr/>
          <a:lstStyle/>
          <a:p>
            <a:endParaRPr/>
          </a:p>
        </p:txBody>
      </p:sp>
      <p:sp>
        <p:nvSpPr>
          <p:cNvPr id="67" name="Shape 65"/>
          <p:cNvSpPr/>
          <p:nvPr/>
        </p:nvSpPr>
        <p:spPr>
          <a:xfrm>
            <a:off x="11127388" y="931368"/>
            <a:ext cx="35294" cy="35294"/>
          </a:xfrm>
          <a:prstGeom prst="ellipse">
            <a:avLst/>
          </a:prstGeom>
          <a:solidFill>
            <a:srgbClr val="000000"/>
          </a:solidFill>
          <a:ln/>
        </p:spPr>
        <p:txBody>
          <a:bodyPr/>
          <a:lstStyle/>
          <a:p>
            <a:endParaRPr/>
          </a:p>
        </p:txBody>
      </p:sp>
      <p:sp>
        <p:nvSpPr>
          <p:cNvPr id="68" name="Shape 66"/>
          <p:cNvSpPr/>
          <p:nvPr/>
        </p:nvSpPr>
        <p:spPr>
          <a:xfrm>
            <a:off x="11481979" y="931035"/>
            <a:ext cx="35960" cy="35960"/>
          </a:xfrm>
          <a:prstGeom prst="ellipse">
            <a:avLst/>
          </a:prstGeom>
          <a:solidFill>
            <a:srgbClr val="000000"/>
          </a:solidFill>
          <a:ln/>
        </p:spPr>
        <p:txBody>
          <a:bodyPr/>
          <a:lstStyle/>
          <a:p>
            <a:endParaRPr/>
          </a:p>
        </p:txBody>
      </p:sp>
      <p:sp>
        <p:nvSpPr>
          <p:cNvPr id="69" name="Shape 67"/>
          <p:cNvSpPr/>
          <p:nvPr/>
        </p:nvSpPr>
        <p:spPr>
          <a:xfrm>
            <a:off x="11211987" y="974695"/>
            <a:ext cx="34961" cy="34961"/>
          </a:xfrm>
          <a:prstGeom prst="ellipse">
            <a:avLst/>
          </a:prstGeom>
          <a:solidFill>
            <a:srgbClr val="000000"/>
          </a:solidFill>
          <a:ln/>
        </p:spPr>
        <p:txBody>
          <a:bodyPr/>
          <a:lstStyle/>
          <a:p>
            <a:endParaRPr/>
          </a:p>
        </p:txBody>
      </p:sp>
      <p:sp>
        <p:nvSpPr>
          <p:cNvPr id="70" name="Shape 68"/>
          <p:cNvSpPr/>
          <p:nvPr/>
        </p:nvSpPr>
        <p:spPr>
          <a:xfrm>
            <a:off x="11398461" y="974695"/>
            <a:ext cx="34961" cy="34961"/>
          </a:xfrm>
          <a:prstGeom prst="ellipse">
            <a:avLst/>
          </a:prstGeom>
          <a:solidFill>
            <a:srgbClr val="000000"/>
          </a:solidFill>
          <a:ln/>
        </p:spPr>
        <p:txBody>
          <a:bodyPr/>
          <a:lstStyle/>
          <a:p>
            <a:endParaRPr/>
          </a:p>
        </p:txBody>
      </p:sp>
      <p:sp>
        <p:nvSpPr>
          <p:cNvPr id="71" name="Shape 69"/>
          <p:cNvSpPr/>
          <p:nvPr/>
        </p:nvSpPr>
        <p:spPr>
          <a:xfrm>
            <a:off x="11304837" y="988501"/>
            <a:ext cx="35627" cy="35627"/>
          </a:xfrm>
          <a:prstGeom prst="ellipse">
            <a:avLst/>
          </a:prstGeom>
          <a:solidFill>
            <a:srgbClr val="000000"/>
          </a:solidFill>
          <a:ln/>
        </p:spPr>
        <p:txBody>
          <a:bodyPr/>
          <a:lstStyle/>
          <a:p>
            <a:endParaRPr/>
          </a:p>
        </p:txBody>
      </p:sp>
      <p:sp>
        <p:nvSpPr>
          <p:cNvPr id="72" name="Text 70"/>
          <p:cNvSpPr/>
          <p:nvPr/>
        </p:nvSpPr>
        <p:spPr>
          <a:xfrm>
            <a:off x="548640" y="411480"/>
            <a:ext cx="10088575" cy="777240"/>
          </a:xfrm>
          <a:prstGeom prst="rect">
            <a:avLst/>
          </a:prstGeom>
          <a:noFill/>
          <a:ln/>
        </p:spPr>
        <p:txBody>
          <a:bodyPr wrap="square" lIns="0" tIns="0" rIns="0" bIns="0" rtlCol="0" anchor="ctr"/>
          <a:lstStyle/>
          <a:p>
            <a:pPr marL="0" indent="0" algn="l">
              <a:lnSpc>
                <a:spcPct val="105000"/>
              </a:lnSpc>
              <a:buNone/>
            </a:pPr>
            <a:r>
              <a:rPr lang="en-US" sz="2500" dirty="0">
                <a:solidFill>
                  <a:srgbClr val="3D68EC"/>
                </a:solidFill>
                <a:latin typeface="General Sans Semibold" pitchFamily="34" charset="0"/>
                <a:ea typeface="General Sans Semibold" pitchFamily="34" charset="-122"/>
                <a:cs typeface="General Sans Semibold" pitchFamily="34" charset="-120"/>
              </a:rPr>
              <a:t>De agent is je collega, de skill is de werkinstructie</a:t>
            </a:r>
            <a:endParaRPr lang="en-US" sz="2500" dirty="0"/>
          </a:p>
        </p:txBody>
      </p:sp>
      <p:sp>
        <p:nvSpPr>
          <p:cNvPr id="73" name="Shape 71"/>
          <p:cNvSpPr/>
          <p:nvPr/>
        </p:nvSpPr>
        <p:spPr>
          <a:xfrm>
            <a:off x="548640" y="1371600"/>
            <a:ext cx="3515258" cy="2713482"/>
          </a:xfrm>
          <a:prstGeom prst="roundRect">
            <a:avLst>
              <a:gd name="adj" fmla="val 3180"/>
            </a:avLst>
          </a:prstGeom>
          <a:solidFill>
            <a:srgbClr val="3D68EC"/>
          </a:solidFill>
          <a:ln/>
        </p:spPr>
        <p:txBody>
          <a:bodyPr/>
          <a:lstStyle/>
          <a:p>
            <a:endParaRPr/>
          </a:p>
        </p:txBody>
      </p:sp>
      <p:pic>
        <p:nvPicPr>
          <p:cNvPr id="74" name="Image 0" descr="exports\_hulp3\img\Laptopman.png"/>
          <p:cNvPicPr>
            <a:picLocks noChangeAspect="1"/>
          </p:cNvPicPr>
          <p:nvPr/>
        </p:nvPicPr>
        <p:blipFill>
          <a:blip r:embed="rId3"/>
          <a:stretch>
            <a:fillRect/>
          </a:stretch>
        </p:blipFill>
        <p:spPr>
          <a:xfrm>
            <a:off x="2875178" y="1554480"/>
            <a:ext cx="1005840" cy="1005840"/>
          </a:xfrm>
          <a:prstGeom prst="rect">
            <a:avLst/>
          </a:prstGeom>
        </p:spPr>
      </p:pic>
      <p:sp>
        <p:nvSpPr>
          <p:cNvPr id="75" name="Text 72"/>
          <p:cNvSpPr/>
          <p:nvPr/>
        </p:nvSpPr>
        <p:spPr>
          <a:xfrm>
            <a:off x="822960" y="1645920"/>
            <a:ext cx="2966618" cy="338328"/>
          </a:xfrm>
          <a:prstGeom prst="rect">
            <a:avLst/>
          </a:prstGeom>
          <a:noFill/>
          <a:ln/>
        </p:spPr>
        <p:txBody>
          <a:bodyPr wrap="square" lIns="0" tIns="0" rIns="0" bIns="0" rtlCol="0" anchor="t"/>
          <a:lstStyle/>
          <a:p>
            <a:pPr marL="0" indent="0" algn="l">
              <a:lnSpc>
                <a:spcPct val="105000"/>
              </a:lnSpc>
              <a:buNone/>
            </a:pPr>
            <a:r>
              <a:rPr lang="en-US" sz="2200" dirty="0">
                <a:solidFill>
                  <a:srgbClr val="F4D9DC"/>
                </a:solidFill>
                <a:latin typeface="General Sans Semibold" pitchFamily="34" charset="0"/>
                <a:ea typeface="General Sans Semibold" pitchFamily="34" charset="-122"/>
                <a:cs typeface="General Sans Semibold" pitchFamily="34" charset="-120"/>
              </a:rPr>
              <a:t>Agent</a:t>
            </a:r>
            <a:endParaRPr lang="en-US" sz="2200" dirty="0"/>
          </a:p>
        </p:txBody>
      </p:sp>
      <p:sp>
        <p:nvSpPr>
          <p:cNvPr id="76" name="Text 73"/>
          <p:cNvSpPr/>
          <p:nvPr/>
        </p:nvSpPr>
        <p:spPr>
          <a:xfrm>
            <a:off x="822960" y="2258568"/>
            <a:ext cx="2966618" cy="274320"/>
          </a:xfrm>
          <a:prstGeom prst="rect">
            <a:avLst/>
          </a:prstGeom>
          <a:noFill/>
          <a:ln/>
        </p:spPr>
        <p:txBody>
          <a:bodyPr wrap="square" lIns="0" tIns="0" rIns="0" bIns="0" rtlCol="0" anchor="t"/>
          <a:lstStyle/>
          <a:p>
            <a:pPr marL="0" indent="0" algn="l">
              <a:lnSpc>
                <a:spcPct val="105000"/>
              </a:lnSpc>
              <a:buNone/>
            </a:pPr>
            <a:r>
              <a:rPr lang="en-US" sz="1100" kern="0" spc="300" dirty="0">
                <a:solidFill>
                  <a:srgbClr val="F4D74B"/>
                </a:solidFill>
                <a:latin typeface="General Sans Semibold" pitchFamily="34" charset="0"/>
                <a:ea typeface="General Sans Semibold" pitchFamily="34" charset="-122"/>
                <a:cs typeface="General Sans Semibold" pitchFamily="34" charset="-120"/>
              </a:rPr>
              <a:t>WIE</a:t>
            </a:r>
            <a:endParaRPr lang="en-US" sz="1100" dirty="0"/>
          </a:p>
        </p:txBody>
      </p:sp>
      <p:sp>
        <p:nvSpPr>
          <p:cNvPr id="77" name="Text 74"/>
          <p:cNvSpPr/>
          <p:nvPr/>
        </p:nvSpPr>
        <p:spPr>
          <a:xfrm>
            <a:off x="822960" y="2606040"/>
            <a:ext cx="2966618" cy="541020"/>
          </a:xfrm>
          <a:prstGeom prst="rect">
            <a:avLst/>
          </a:prstGeom>
          <a:noFill/>
          <a:ln/>
        </p:spPr>
        <p:txBody>
          <a:bodyPr wrap="square" lIns="0" tIns="0" rIns="0" bIns="0" rtlCol="0" anchor="t"/>
          <a:lstStyle/>
          <a:p>
            <a:pPr marL="0" indent="0" algn="l">
              <a:lnSpc>
                <a:spcPct val="105000"/>
              </a:lnSpc>
              <a:buNone/>
            </a:pPr>
            <a:r>
              <a:rPr lang="en-US" sz="1500" dirty="0">
                <a:solidFill>
                  <a:srgbClr val="F4D9DC"/>
                </a:solidFill>
                <a:latin typeface="General Sans" pitchFamily="34" charset="0"/>
                <a:ea typeface="General Sans" pitchFamily="34" charset="-122"/>
                <a:cs typeface="General Sans" pitchFamily="34" charset="-120"/>
              </a:rPr>
              <a:t>De collega die het werk doet</a:t>
            </a:r>
            <a:endParaRPr lang="en-US" sz="1500" dirty="0"/>
          </a:p>
        </p:txBody>
      </p:sp>
      <p:sp>
        <p:nvSpPr>
          <p:cNvPr id="78" name="Text 75"/>
          <p:cNvSpPr/>
          <p:nvPr/>
        </p:nvSpPr>
        <p:spPr>
          <a:xfrm>
            <a:off x="822960" y="3284220"/>
            <a:ext cx="2966618" cy="274320"/>
          </a:xfrm>
          <a:prstGeom prst="rect">
            <a:avLst/>
          </a:prstGeom>
          <a:noFill/>
          <a:ln/>
        </p:spPr>
        <p:txBody>
          <a:bodyPr wrap="square" lIns="0" tIns="0" rIns="0" bIns="0" rtlCol="0" anchor="t"/>
          <a:lstStyle/>
          <a:p>
            <a:pPr marL="0" indent="0" algn="l">
              <a:lnSpc>
                <a:spcPct val="105000"/>
              </a:lnSpc>
              <a:buNone/>
            </a:pPr>
            <a:r>
              <a:rPr lang="en-US" sz="1100" kern="0" spc="300" dirty="0">
                <a:solidFill>
                  <a:srgbClr val="F4D74B"/>
                </a:solidFill>
                <a:latin typeface="General Sans Semibold" pitchFamily="34" charset="0"/>
                <a:ea typeface="General Sans Semibold" pitchFamily="34" charset="-122"/>
                <a:cs typeface="General Sans Semibold" pitchFamily="34" charset="-120"/>
              </a:rPr>
              <a:t>VOORBEELD</a:t>
            </a:r>
            <a:endParaRPr lang="en-US" sz="1100" dirty="0"/>
          </a:p>
        </p:txBody>
      </p:sp>
      <p:sp>
        <p:nvSpPr>
          <p:cNvPr id="79" name="Text 76"/>
          <p:cNvSpPr/>
          <p:nvPr/>
        </p:nvSpPr>
        <p:spPr>
          <a:xfrm>
            <a:off x="822960" y="3631692"/>
            <a:ext cx="2966618" cy="316230"/>
          </a:xfrm>
          <a:prstGeom prst="rect">
            <a:avLst/>
          </a:prstGeom>
          <a:noFill/>
          <a:ln/>
        </p:spPr>
        <p:txBody>
          <a:bodyPr wrap="square" lIns="0" tIns="0" rIns="0" bIns="0" rtlCol="0" anchor="t"/>
          <a:lstStyle/>
          <a:p>
            <a:pPr marL="0" indent="0" algn="l">
              <a:lnSpc>
                <a:spcPct val="105000"/>
              </a:lnSpc>
              <a:buNone/>
            </a:pPr>
            <a:r>
              <a:rPr lang="en-US" sz="1500" dirty="0">
                <a:solidFill>
                  <a:srgbClr val="F4D9DC"/>
                </a:solidFill>
                <a:latin typeface="General Sans" pitchFamily="34" charset="0"/>
                <a:ea typeface="General Sans" pitchFamily="34" charset="-122"/>
                <a:cs typeface="General Sans" pitchFamily="34" charset="-120"/>
              </a:rPr>
              <a:t>Claude Code</a:t>
            </a:r>
            <a:endParaRPr lang="en-US" sz="1500" dirty="0"/>
          </a:p>
        </p:txBody>
      </p:sp>
      <p:sp>
        <p:nvSpPr>
          <p:cNvPr id="80" name="Shape 77"/>
          <p:cNvSpPr/>
          <p:nvPr/>
        </p:nvSpPr>
        <p:spPr>
          <a:xfrm>
            <a:off x="4338218" y="1371600"/>
            <a:ext cx="3515258" cy="2713482"/>
          </a:xfrm>
          <a:prstGeom prst="roundRect">
            <a:avLst>
              <a:gd name="adj" fmla="val 3180"/>
            </a:avLst>
          </a:prstGeom>
          <a:solidFill>
            <a:srgbClr val="DD784B"/>
          </a:solidFill>
          <a:ln/>
        </p:spPr>
        <p:txBody>
          <a:bodyPr/>
          <a:lstStyle/>
          <a:p>
            <a:endParaRPr/>
          </a:p>
        </p:txBody>
      </p:sp>
      <p:pic>
        <p:nvPicPr>
          <p:cNvPr id="81" name="Image 1" descr="exports\_hulp3\img\gesprek.png"/>
          <p:cNvPicPr>
            <a:picLocks noChangeAspect="1"/>
          </p:cNvPicPr>
          <p:nvPr/>
        </p:nvPicPr>
        <p:blipFill>
          <a:blip r:embed="rId4"/>
          <a:stretch>
            <a:fillRect/>
          </a:stretch>
        </p:blipFill>
        <p:spPr>
          <a:xfrm>
            <a:off x="6664757" y="1554480"/>
            <a:ext cx="1005840" cy="1005840"/>
          </a:xfrm>
          <a:prstGeom prst="rect">
            <a:avLst/>
          </a:prstGeom>
        </p:spPr>
      </p:pic>
      <p:sp>
        <p:nvSpPr>
          <p:cNvPr id="82" name="Text 78"/>
          <p:cNvSpPr/>
          <p:nvPr/>
        </p:nvSpPr>
        <p:spPr>
          <a:xfrm>
            <a:off x="4612538" y="1645920"/>
            <a:ext cx="2966618" cy="338328"/>
          </a:xfrm>
          <a:prstGeom prst="rect">
            <a:avLst/>
          </a:prstGeom>
          <a:noFill/>
          <a:ln/>
        </p:spPr>
        <p:txBody>
          <a:bodyPr wrap="square" lIns="0" tIns="0" rIns="0" bIns="0" rtlCol="0" anchor="t"/>
          <a:lstStyle/>
          <a:p>
            <a:pPr marL="0" indent="0" algn="l">
              <a:lnSpc>
                <a:spcPct val="105000"/>
              </a:lnSpc>
              <a:buNone/>
            </a:pPr>
            <a:r>
              <a:rPr lang="en-US" sz="2200" dirty="0">
                <a:solidFill>
                  <a:srgbClr val="000000"/>
                </a:solidFill>
                <a:latin typeface="General Sans Semibold" pitchFamily="34" charset="0"/>
                <a:ea typeface="General Sans Semibold" pitchFamily="34" charset="-122"/>
                <a:cs typeface="General Sans Semibold" pitchFamily="34" charset="-120"/>
              </a:rPr>
              <a:t>Prompt</a:t>
            </a:r>
            <a:endParaRPr lang="en-US" sz="2200" dirty="0"/>
          </a:p>
        </p:txBody>
      </p:sp>
      <p:sp>
        <p:nvSpPr>
          <p:cNvPr id="83" name="Text 79"/>
          <p:cNvSpPr/>
          <p:nvPr/>
        </p:nvSpPr>
        <p:spPr>
          <a:xfrm>
            <a:off x="4612538" y="2258568"/>
            <a:ext cx="2966618" cy="274320"/>
          </a:xfrm>
          <a:prstGeom prst="rect">
            <a:avLst/>
          </a:prstGeom>
          <a:noFill/>
          <a:ln/>
        </p:spPr>
        <p:txBody>
          <a:bodyPr wrap="square" lIns="0" tIns="0" rIns="0" bIns="0" rtlCol="0" anchor="t"/>
          <a:lstStyle/>
          <a:p>
            <a:pPr marL="0" indent="0" algn="l">
              <a:lnSpc>
                <a:spcPct val="105000"/>
              </a:lnSpc>
              <a:buNone/>
            </a:pPr>
            <a:r>
              <a:rPr lang="en-US" sz="1100" kern="0" spc="300" dirty="0">
                <a:solidFill>
                  <a:srgbClr val="000000"/>
                </a:solidFill>
                <a:latin typeface="General Sans Semibold" pitchFamily="34" charset="0"/>
                <a:ea typeface="General Sans Semibold" pitchFamily="34" charset="-122"/>
                <a:cs typeface="General Sans Semibold" pitchFamily="34" charset="-120"/>
              </a:rPr>
              <a:t>WAT</a:t>
            </a:r>
            <a:endParaRPr lang="en-US" sz="1100" dirty="0"/>
          </a:p>
        </p:txBody>
      </p:sp>
      <p:sp>
        <p:nvSpPr>
          <p:cNvPr id="84" name="Text 80"/>
          <p:cNvSpPr/>
          <p:nvPr/>
        </p:nvSpPr>
        <p:spPr>
          <a:xfrm>
            <a:off x="4612538" y="2606040"/>
            <a:ext cx="2966618" cy="541020"/>
          </a:xfrm>
          <a:prstGeom prst="rect">
            <a:avLst/>
          </a:prstGeom>
          <a:noFill/>
          <a:ln/>
        </p:spPr>
        <p:txBody>
          <a:bodyPr wrap="square" lIns="0" tIns="0" rIns="0" bIns="0" rtlCol="0" anchor="t"/>
          <a:lstStyle/>
          <a:p>
            <a:pPr marL="0" indent="0" algn="l">
              <a:lnSpc>
                <a:spcPct val="105000"/>
              </a:lnSpc>
              <a:buNone/>
            </a:pPr>
            <a:r>
              <a:rPr lang="en-US" sz="1500" dirty="0">
                <a:solidFill>
                  <a:srgbClr val="000000"/>
                </a:solidFill>
                <a:latin typeface="General Sans" pitchFamily="34" charset="0"/>
                <a:ea typeface="General Sans" pitchFamily="34" charset="-122"/>
                <a:cs typeface="General Sans" pitchFamily="34" charset="-120"/>
              </a:rPr>
              <a:t>Een losse vraag. Elke keer anders.</a:t>
            </a:r>
            <a:endParaRPr lang="en-US" sz="1500" dirty="0"/>
          </a:p>
        </p:txBody>
      </p:sp>
      <p:sp>
        <p:nvSpPr>
          <p:cNvPr id="85" name="Text 81"/>
          <p:cNvSpPr/>
          <p:nvPr/>
        </p:nvSpPr>
        <p:spPr>
          <a:xfrm>
            <a:off x="4612538" y="3284220"/>
            <a:ext cx="2966618" cy="274320"/>
          </a:xfrm>
          <a:prstGeom prst="rect">
            <a:avLst/>
          </a:prstGeom>
          <a:noFill/>
          <a:ln/>
        </p:spPr>
        <p:txBody>
          <a:bodyPr wrap="square" lIns="0" tIns="0" rIns="0" bIns="0" rtlCol="0" anchor="t"/>
          <a:lstStyle/>
          <a:p>
            <a:pPr marL="0" indent="0" algn="l">
              <a:lnSpc>
                <a:spcPct val="105000"/>
              </a:lnSpc>
              <a:buNone/>
            </a:pPr>
            <a:r>
              <a:rPr lang="en-US" sz="1100" kern="0" spc="300" dirty="0">
                <a:solidFill>
                  <a:srgbClr val="000000"/>
                </a:solidFill>
                <a:latin typeface="General Sans Semibold" pitchFamily="34" charset="0"/>
                <a:ea typeface="General Sans Semibold" pitchFamily="34" charset="-122"/>
                <a:cs typeface="General Sans Semibold" pitchFamily="34" charset="-120"/>
              </a:rPr>
              <a:t>VOORBEELD</a:t>
            </a:r>
            <a:endParaRPr lang="en-US" sz="1100" dirty="0"/>
          </a:p>
        </p:txBody>
      </p:sp>
      <p:sp>
        <p:nvSpPr>
          <p:cNvPr id="86" name="Text 82"/>
          <p:cNvSpPr/>
          <p:nvPr/>
        </p:nvSpPr>
        <p:spPr>
          <a:xfrm>
            <a:off x="4612538" y="3631692"/>
            <a:ext cx="2966618" cy="316230"/>
          </a:xfrm>
          <a:prstGeom prst="rect">
            <a:avLst/>
          </a:prstGeom>
          <a:noFill/>
          <a:ln/>
        </p:spPr>
        <p:txBody>
          <a:bodyPr wrap="square" lIns="0" tIns="0" rIns="0" bIns="0" rtlCol="0" anchor="t"/>
          <a:lstStyle/>
          <a:p>
            <a:pPr marL="0" indent="0" algn="l">
              <a:lnSpc>
                <a:spcPct val="105000"/>
              </a:lnSpc>
              <a:buNone/>
            </a:pPr>
            <a:r>
              <a:rPr lang="en-US" sz="1500" dirty="0">
                <a:solidFill>
                  <a:srgbClr val="000000"/>
                </a:solidFill>
                <a:latin typeface="General Sans" pitchFamily="34" charset="0"/>
                <a:ea typeface="General Sans" pitchFamily="34" charset="-122"/>
                <a:cs typeface="General Sans" pitchFamily="34" charset="-120"/>
              </a:rPr>
              <a:t>"Laat zien wie er uitvalt"</a:t>
            </a:r>
            <a:endParaRPr lang="en-US" sz="1500" dirty="0"/>
          </a:p>
        </p:txBody>
      </p:sp>
      <p:sp>
        <p:nvSpPr>
          <p:cNvPr id="87" name="Shape 83"/>
          <p:cNvSpPr/>
          <p:nvPr/>
        </p:nvSpPr>
        <p:spPr>
          <a:xfrm>
            <a:off x="8127797" y="1371600"/>
            <a:ext cx="3515258" cy="2713482"/>
          </a:xfrm>
          <a:prstGeom prst="roundRect">
            <a:avLst>
              <a:gd name="adj" fmla="val 3180"/>
            </a:avLst>
          </a:prstGeom>
          <a:solidFill>
            <a:srgbClr val="00AF81"/>
          </a:solidFill>
          <a:ln/>
        </p:spPr>
        <p:txBody>
          <a:bodyPr/>
          <a:lstStyle/>
          <a:p>
            <a:endParaRPr/>
          </a:p>
        </p:txBody>
      </p:sp>
      <p:pic>
        <p:nvPicPr>
          <p:cNvPr id="88" name="Image 2" descr="exports\_hulp3\img\Document.png"/>
          <p:cNvPicPr>
            <a:picLocks noChangeAspect="1"/>
          </p:cNvPicPr>
          <p:nvPr/>
        </p:nvPicPr>
        <p:blipFill>
          <a:blip r:embed="rId5"/>
          <a:stretch>
            <a:fillRect/>
          </a:stretch>
        </p:blipFill>
        <p:spPr>
          <a:xfrm>
            <a:off x="10454335" y="1554480"/>
            <a:ext cx="1005840" cy="1005840"/>
          </a:xfrm>
          <a:prstGeom prst="rect">
            <a:avLst/>
          </a:prstGeom>
        </p:spPr>
      </p:pic>
      <p:sp>
        <p:nvSpPr>
          <p:cNvPr id="89" name="Text 84"/>
          <p:cNvSpPr/>
          <p:nvPr/>
        </p:nvSpPr>
        <p:spPr>
          <a:xfrm>
            <a:off x="8402117" y="1645920"/>
            <a:ext cx="2966618" cy="338328"/>
          </a:xfrm>
          <a:prstGeom prst="rect">
            <a:avLst/>
          </a:prstGeom>
          <a:noFill/>
          <a:ln/>
        </p:spPr>
        <p:txBody>
          <a:bodyPr wrap="square" lIns="0" tIns="0" rIns="0" bIns="0" rtlCol="0" anchor="t"/>
          <a:lstStyle/>
          <a:p>
            <a:pPr marL="0" indent="0" algn="l">
              <a:lnSpc>
                <a:spcPct val="105000"/>
              </a:lnSpc>
              <a:buNone/>
            </a:pPr>
            <a:r>
              <a:rPr lang="en-US" sz="2200" dirty="0">
                <a:solidFill>
                  <a:srgbClr val="000000"/>
                </a:solidFill>
                <a:latin typeface="General Sans Semibold" pitchFamily="34" charset="0"/>
                <a:ea typeface="General Sans Semibold" pitchFamily="34" charset="-122"/>
                <a:cs typeface="General Sans Semibold" pitchFamily="34" charset="-120"/>
              </a:rPr>
              <a:t>Skill</a:t>
            </a:r>
            <a:endParaRPr lang="en-US" sz="2200" dirty="0"/>
          </a:p>
        </p:txBody>
      </p:sp>
      <p:sp>
        <p:nvSpPr>
          <p:cNvPr id="90" name="Text 85"/>
          <p:cNvSpPr/>
          <p:nvPr/>
        </p:nvSpPr>
        <p:spPr>
          <a:xfrm>
            <a:off x="8402117" y="2258568"/>
            <a:ext cx="2966618" cy="274320"/>
          </a:xfrm>
          <a:prstGeom prst="rect">
            <a:avLst/>
          </a:prstGeom>
          <a:noFill/>
          <a:ln/>
        </p:spPr>
        <p:txBody>
          <a:bodyPr wrap="square" lIns="0" tIns="0" rIns="0" bIns="0" rtlCol="0" anchor="t"/>
          <a:lstStyle/>
          <a:p>
            <a:pPr marL="0" indent="0" algn="l">
              <a:lnSpc>
                <a:spcPct val="105000"/>
              </a:lnSpc>
              <a:buNone/>
            </a:pPr>
            <a:r>
              <a:rPr lang="en-US" sz="1100" kern="0" spc="300" dirty="0">
                <a:solidFill>
                  <a:srgbClr val="000000"/>
                </a:solidFill>
                <a:latin typeface="General Sans Semibold" pitchFamily="34" charset="0"/>
                <a:ea typeface="General Sans Semibold" pitchFamily="34" charset="-122"/>
                <a:cs typeface="General Sans Semibold" pitchFamily="34" charset="-120"/>
              </a:rPr>
              <a:t>WAT</a:t>
            </a:r>
            <a:endParaRPr lang="en-US" sz="1100" dirty="0"/>
          </a:p>
        </p:txBody>
      </p:sp>
      <p:sp>
        <p:nvSpPr>
          <p:cNvPr id="91" name="Text 86"/>
          <p:cNvSpPr/>
          <p:nvPr/>
        </p:nvSpPr>
        <p:spPr>
          <a:xfrm>
            <a:off x="8402117" y="2606040"/>
            <a:ext cx="2966618" cy="541020"/>
          </a:xfrm>
          <a:prstGeom prst="rect">
            <a:avLst/>
          </a:prstGeom>
          <a:noFill/>
          <a:ln/>
        </p:spPr>
        <p:txBody>
          <a:bodyPr wrap="square" lIns="0" tIns="0" rIns="0" bIns="0" rtlCol="0" anchor="t"/>
          <a:lstStyle/>
          <a:p>
            <a:pPr marL="0" indent="0" algn="l">
              <a:lnSpc>
                <a:spcPct val="105000"/>
              </a:lnSpc>
              <a:buNone/>
            </a:pPr>
            <a:r>
              <a:rPr lang="en-US" sz="1500" dirty="0">
                <a:solidFill>
                  <a:srgbClr val="000000"/>
                </a:solidFill>
                <a:latin typeface="General Sans" pitchFamily="34" charset="0"/>
                <a:ea typeface="General Sans" pitchFamily="34" charset="-122"/>
                <a:cs typeface="General Sans" pitchFamily="34" charset="-120"/>
              </a:rPr>
              <a:t>Vaste stappen en definities: consistentere uitkomst.</a:t>
            </a:r>
            <a:endParaRPr lang="en-US" sz="1500" dirty="0"/>
          </a:p>
        </p:txBody>
      </p:sp>
      <p:sp>
        <p:nvSpPr>
          <p:cNvPr id="92" name="Text 87"/>
          <p:cNvSpPr/>
          <p:nvPr/>
        </p:nvSpPr>
        <p:spPr>
          <a:xfrm>
            <a:off x="8402117" y="3284220"/>
            <a:ext cx="2966618" cy="274320"/>
          </a:xfrm>
          <a:prstGeom prst="rect">
            <a:avLst/>
          </a:prstGeom>
          <a:noFill/>
          <a:ln/>
        </p:spPr>
        <p:txBody>
          <a:bodyPr wrap="square" lIns="0" tIns="0" rIns="0" bIns="0" rtlCol="0" anchor="t"/>
          <a:lstStyle/>
          <a:p>
            <a:pPr marL="0" indent="0" algn="l">
              <a:lnSpc>
                <a:spcPct val="105000"/>
              </a:lnSpc>
              <a:buNone/>
            </a:pPr>
            <a:r>
              <a:rPr lang="en-US" sz="1100" kern="0" spc="300" dirty="0">
                <a:solidFill>
                  <a:srgbClr val="000000"/>
                </a:solidFill>
                <a:latin typeface="General Sans Semibold" pitchFamily="34" charset="0"/>
                <a:ea typeface="General Sans Semibold" pitchFamily="34" charset="-122"/>
                <a:cs typeface="General Sans Semibold" pitchFamily="34" charset="-120"/>
              </a:rPr>
              <a:t>VOORBEELD</a:t>
            </a:r>
            <a:endParaRPr lang="en-US" sz="1100" dirty="0"/>
          </a:p>
        </p:txBody>
      </p:sp>
      <p:sp>
        <p:nvSpPr>
          <p:cNvPr id="93" name="Text 88"/>
          <p:cNvSpPr/>
          <p:nvPr/>
        </p:nvSpPr>
        <p:spPr>
          <a:xfrm>
            <a:off x="8402117" y="3631692"/>
            <a:ext cx="2966618" cy="316230"/>
          </a:xfrm>
          <a:prstGeom prst="rect">
            <a:avLst/>
          </a:prstGeom>
          <a:noFill/>
          <a:ln/>
        </p:spPr>
        <p:txBody>
          <a:bodyPr wrap="square" lIns="0" tIns="0" rIns="0" bIns="0" rtlCol="0" anchor="t"/>
          <a:lstStyle/>
          <a:p>
            <a:pPr marL="0" indent="0" algn="l">
              <a:lnSpc>
                <a:spcPct val="105000"/>
              </a:lnSpc>
              <a:buNone/>
            </a:pPr>
            <a:r>
              <a:rPr lang="en-US" sz="1500" dirty="0">
                <a:solidFill>
                  <a:srgbClr val="000000"/>
                </a:solidFill>
                <a:latin typeface="General Sans" pitchFamily="34" charset="0"/>
                <a:ea typeface="General Sans" pitchFamily="34" charset="-122"/>
                <a:cs typeface="General Sans" pitchFamily="34" charset="-120"/>
              </a:rPr>
              <a:t>/1-verkennen</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CF5D4"/>
        </a:solidFill>
        <a:effectLst/>
      </p:bgPr>
    </p:bg>
    <p:spTree>
      <p:nvGrpSpPr>
        <p:cNvPr id="1" name=""/>
        <p:cNvGrpSpPr/>
        <p:nvPr/>
      </p:nvGrpSpPr>
      <p:grpSpPr>
        <a:xfrm>
          <a:off x="0" y="0"/>
          <a:ext cx="0" cy="0"/>
          <a:chOff x="0" y="0"/>
          <a:chExt cx="0" cy="0"/>
        </a:xfrm>
      </p:grpSpPr>
      <p:sp>
        <p:nvSpPr>
          <p:cNvPr id="2" name="Shape 0"/>
          <p:cNvSpPr/>
          <p:nvPr/>
        </p:nvSpPr>
        <p:spPr>
          <a:xfrm>
            <a:off x="11304952" y="384048"/>
            <a:ext cx="35960" cy="35960"/>
          </a:xfrm>
          <a:prstGeom prst="ellipse">
            <a:avLst/>
          </a:prstGeom>
          <a:solidFill>
            <a:srgbClr val="000000"/>
          </a:solidFill>
          <a:ln/>
        </p:spPr>
        <p:txBody>
          <a:bodyPr/>
          <a:lstStyle/>
          <a:p>
            <a:endParaRPr lang="en-NL"/>
          </a:p>
        </p:txBody>
      </p:sp>
      <p:sp>
        <p:nvSpPr>
          <p:cNvPr id="3" name="Shape 1"/>
          <p:cNvSpPr/>
          <p:nvPr/>
        </p:nvSpPr>
        <p:spPr>
          <a:xfrm>
            <a:off x="11212173" y="399224"/>
            <a:ext cx="34616" cy="34616"/>
          </a:xfrm>
          <a:prstGeom prst="ellipse">
            <a:avLst/>
          </a:prstGeom>
          <a:solidFill>
            <a:srgbClr val="000000"/>
          </a:solidFill>
          <a:ln/>
        </p:spPr>
        <p:txBody>
          <a:bodyPr/>
          <a:lstStyle/>
          <a:p>
            <a:endParaRPr lang="en-NL"/>
          </a:p>
        </p:txBody>
      </p:sp>
      <p:sp>
        <p:nvSpPr>
          <p:cNvPr id="4" name="Shape 2"/>
          <p:cNvSpPr/>
          <p:nvPr/>
        </p:nvSpPr>
        <p:spPr>
          <a:xfrm>
            <a:off x="11398641" y="399224"/>
            <a:ext cx="34616" cy="34616"/>
          </a:xfrm>
          <a:prstGeom prst="ellipse">
            <a:avLst/>
          </a:prstGeom>
          <a:solidFill>
            <a:srgbClr val="000000"/>
          </a:solidFill>
          <a:ln/>
        </p:spPr>
        <p:txBody>
          <a:bodyPr/>
          <a:lstStyle/>
          <a:p>
            <a:endParaRPr lang="en-NL"/>
          </a:p>
        </p:txBody>
      </p:sp>
      <p:sp>
        <p:nvSpPr>
          <p:cNvPr id="5" name="Shape 3"/>
          <p:cNvSpPr/>
          <p:nvPr/>
        </p:nvSpPr>
        <p:spPr>
          <a:xfrm>
            <a:off x="11258374" y="435357"/>
            <a:ext cx="51936" cy="51936"/>
          </a:xfrm>
          <a:prstGeom prst="ellipse">
            <a:avLst/>
          </a:prstGeom>
          <a:solidFill>
            <a:srgbClr val="000000"/>
          </a:solidFill>
          <a:ln/>
        </p:spPr>
        <p:txBody>
          <a:bodyPr/>
          <a:lstStyle/>
          <a:p>
            <a:endParaRPr lang="en-NL"/>
          </a:p>
        </p:txBody>
      </p:sp>
      <p:sp>
        <p:nvSpPr>
          <p:cNvPr id="6" name="Shape 4"/>
          <p:cNvSpPr/>
          <p:nvPr/>
        </p:nvSpPr>
        <p:spPr>
          <a:xfrm>
            <a:off x="11335407" y="435306"/>
            <a:ext cx="51718" cy="51718"/>
          </a:xfrm>
          <a:prstGeom prst="ellipse">
            <a:avLst/>
          </a:prstGeom>
          <a:solidFill>
            <a:srgbClr val="000000"/>
          </a:solidFill>
          <a:ln/>
        </p:spPr>
        <p:txBody>
          <a:bodyPr/>
          <a:lstStyle/>
          <a:p>
            <a:endParaRPr lang="en-NL"/>
          </a:p>
        </p:txBody>
      </p:sp>
      <p:sp>
        <p:nvSpPr>
          <p:cNvPr id="7" name="Shape 5"/>
          <p:cNvSpPr/>
          <p:nvPr/>
        </p:nvSpPr>
        <p:spPr>
          <a:xfrm>
            <a:off x="11127388" y="442398"/>
            <a:ext cx="35294" cy="35294"/>
          </a:xfrm>
          <a:prstGeom prst="ellipse">
            <a:avLst/>
          </a:prstGeom>
          <a:solidFill>
            <a:srgbClr val="000000"/>
          </a:solidFill>
          <a:ln/>
        </p:spPr>
        <p:txBody>
          <a:bodyPr/>
          <a:lstStyle/>
          <a:p>
            <a:endParaRPr lang="en-NL"/>
          </a:p>
        </p:txBody>
      </p:sp>
      <p:sp>
        <p:nvSpPr>
          <p:cNvPr id="8" name="Shape 6"/>
          <p:cNvSpPr/>
          <p:nvPr/>
        </p:nvSpPr>
        <p:spPr>
          <a:xfrm>
            <a:off x="11482145" y="441649"/>
            <a:ext cx="35960" cy="35960"/>
          </a:xfrm>
          <a:prstGeom prst="ellipse">
            <a:avLst/>
          </a:prstGeom>
          <a:solidFill>
            <a:srgbClr val="000000"/>
          </a:solidFill>
          <a:ln/>
        </p:spPr>
        <p:txBody>
          <a:bodyPr/>
          <a:lstStyle/>
          <a:p>
            <a:endParaRPr lang="en-NL"/>
          </a:p>
        </p:txBody>
      </p:sp>
      <p:sp>
        <p:nvSpPr>
          <p:cNvPr id="9" name="Shape 7"/>
          <p:cNvSpPr/>
          <p:nvPr/>
        </p:nvSpPr>
        <p:spPr>
          <a:xfrm>
            <a:off x="11185603" y="459328"/>
            <a:ext cx="52167" cy="52167"/>
          </a:xfrm>
          <a:prstGeom prst="ellipse">
            <a:avLst/>
          </a:prstGeom>
          <a:solidFill>
            <a:srgbClr val="000000"/>
          </a:solidFill>
          <a:ln/>
        </p:spPr>
        <p:txBody>
          <a:bodyPr/>
          <a:lstStyle/>
          <a:p>
            <a:endParaRPr lang="en-NL"/>
          </a:p>
        </p:txBody>
      </p:sp>
      <p:sp>
        <p:nvSpPr>
          <p:cNvPr id="10" name="Shape 8"/>
          <p:cNvSpPr/>
          <p:nvPr/>
        </p:nvSpPr>
        <p:spPr>
          <a:xfrm>
            <a:off x="11408043" y="458713"/>
            <a:ext cx="52384" cy="52384"/>
          </a:xfrm>
          <a:prstGeom prst="ellipse">
            <a:avLst/>
          </a:prstGeom>
          <a:solidFill>
            <a:srgbClr val="000000"/>
          </a:solidFill>
          <a:ln/>
        </p:spPr>
        <p:txBody>
          <a:bodyPr/>
          <a:lstStyle/>
          <a:p>
            <a:endParaRPr lang="en-NL"/>
          </a:p>
        </p:txBody>
      </p:sp>
      <p:sp>
        <p:nvSpPr>
          <p:cNvPr id="11" name="Shape 9"/>
          <p:cNvSpPr/>
          <p:nvPr/>
        </p:nvSpPr>
        <p:spPr>
          <a:xfrm>
            <a:off x="11241891" y="499749"/>
            <a:ext cx="36613" cy="36613"/>
          </a:xfrm>
          <a:prstGeom prst="ellipse">
            <a:avLst/>
          </a:prstGeom>
          <a:solidFill>
            <a:srgbClr val="000000"/>
          </a:solidFill>
          <a:ln/>
        </p:spPr>
        <p:txBody>
          <a:bodyPr/>
          <a:lstStyle/>
          <a:p>
            <a:endParaRPr lang="en-NL"/>
          </a:p>
        </p:txBody>
      </p:sp>
      <p:sp>
        <p:nvSpPr>
          <p:cNvPr id="12" name="Shape 10"/>
          <p:cNvSpPr/>
          <p:nvPr/>
        </p:nvSpPr>
        <p:spPr>
          <a:xfrm>
            <a:off x="11294557" y="500146"/>
            <a:ext cx="57223" cy="57223"/>
          </a:xfrm>
          <a:prstGeom prst="ellipse">
            <a:avLst/>
          </a:prstGeom>
          <a:solidFill>
            <a:srgbClr val="000000"/>
          </a:solidFill>
          <a:ln/>
        </p:spPr>
        <p:txBody>
          <a:bodyPr/>
          <a:lstStyle/>
          <a:p>
            <a:endParaRPr lang="en-NL"/>
          </a:p>
        </p:txBody>
      </p:sp>
      <p:sp>
        <p:nvSpPr>
          <p:cNvPr id="13" name="Shape 11"/>
          <p:cNvSpPr/>
          <p:nvPr/>
        </p:nvSpPr>
        <p:spPr>
          <a:xfrm>
            <a:off x="11364102" y="498770"/>
            <a:ext cx="35294" cy="35294"/>
          </a:xfrm>
          <a:prstGeom prst="ellipse">
            <a:avLst/>
          </a:prstGeom>
          <a:solidFill>
            <a:srgbClr val="000000"/>
          </a:solidFill>
          <a:ln/>
        </p:spPr>
        <p:txBody>
          <a:bodyPr/>
          <a:lstStyle/>
          <a:p>
            <a:endParaRPr lang="en-NL"/>
          </a:p>
        </p:txBody>
      </p:sp>
      <p:sp>
        <p:nvSpPr>
          <p:cNvPr id="14" name="Shape 12"/>
          <p:cNvSpPr/>
          <p:nvPr/>
        </p:nvSpPr>
        <p:spPr>
          <a:xfrm>
            <a:off x="11123515" y="504524"/>
            <a:ext cx="51936" cy="51936"/>
          </a:xfrm>
          <a:prstGeom prst="ellipse">
            <a:avLst/>
          </a:prstGeom>
          <a:solidFill>
            <a:srgbClr val="000000"/>
          </a:solidFill>
          <a:ln/>
        </p:spPr>
        <p:txBody>
          <a:bodyPr/>
          <a:lstStyle/>
          <a:p>
            <a:endParaRPr lang="en-NL"/>
          </a:p>
        </p:txBody>
      </p:sp>
      <p:sp>
        <p:nvSpPr>
          <p:cNvPr id="15" name="Shape 13"/>
          <p:cNvSpPr/>
          <p:nvPr/>
        </p:nvSpPr>
        <p:spPr>
          <a:xfrm>
            <a:off x="11470202" y="504300"/>
            <a:ext cx="52384" cy="52384"/>
          </a:xfrm>
          <a:prstGeom prst="ellipse">
            <a:avLst/>
          </a:prstGeom>
          <a:solidFill>
            <a:srgbClr val="000000"/>
          </a:solidFill>
          <a:ln/>
        </p:spPr>
        <p:txBody>
          <a:bodyPr/>
          <a:lstStyle/>
          <a:p>
            <a:endParaRPr lang="en-NL"/>
          </a:p>
        </p:txBody>
      </p:sp>
      <p:sp>
        <p:nvSpPr>
          <p:cNvPr id="16" name="Shape 14"/>
          <p:cNvSpPr/>
          <p:nvPr/>
        </p:nvSpPr>
        <p:spPr>
          <a:xfrm>
            <a:off x="11060774" y="508825"/>
            <a:ext cx="35627" cy="35627"/>
          </a:xfrm>
          <a:prstGeom prst="ellipse">
            <a:avLst/>
          </a:prstGeom>
          <a:solidFill>
            <a:srgbClr val="000000"/>
          </a:solidFill>
          <a:ln/>
        </p:spPr>
        <p:txBody>
          <a:bodyPr/>
          <a:lstStyle/>
          <a:p>
            <a:endParaRPr lang="en-NL"/>
          </a:p>
        </p:txBody>
      </p:sp>
      <p:sp>
        <p:nvSpPr>
          <p:cNvPr id="17" name="Shape 15"/>
          <p:cNvSpPr/>
          <p:nvPr/>
        </p:nvSpPr>
        <p:spPr>
          <a:xfrm>
            <a:off x="11548535" y="508038"/>
            <a:ext cx="36613" cy="36613"/>
          </a:xfrm>
          <a:prstGeom prst="ellipse">
            <a:avLst/>
          </a:prstGeom>
          <a:solidFill>
            <a:srgbClr val="000000"/>
          </a:solidFill>
          <a:ln/>
        </p:spPr>
        <p:txBody>
          <a:bodyPr/>
          <a:lstStyle/>
          <a:p>
            <a:endParaRPr lang="en-NL"/>
          </a:p>
        </p:txBody>
      </p:sp>
      <p:sp>
        <p:nvSpPr>
          <p:cNvPr id="18" name="Shape 16"/>
          <p:cNvSpPr/>
          <p:nvPr/>
        </p:nvSpPr>
        <p:spPr>
          <a:xfrm>
            <a:off x="11191466" y="533379"/>
            <a:ext cx="57825" cy="57825"/>
          </a:xfrm>
          <a:prstGeom prst="ellipse">
            <a:avLst/>
          </a:prstGeom>
          <a:solidFill>
            <a:srgbClr val="000000"/>
          </a:solidFill>
          <a:ln/>
        </p:spPr>
        <p:txBody>
          <a:bodyPr/>
          <a:lstStyle/>
          <a:p>
            <a:endParaRPr lang="en-NL"/>
          </a:p>
        </p:txBody>
      </p:sp>
      <p:sp>
        <p:nvSpPr>
          <p:cNvPr id="19" name="Shape 17"/>
          <p:cNvSpPr/>
          <p:nvPr/>
        </p:nvSpPr>
        <p:spPr>
          <a:xfrm>
            <a:off x="11396535" y="533494"/>
            <a:ext cx="57428" cy="57428"/>
          </a:xfrm>
          <a:prstGeom prst="ellipse">
            <a:avLst/>
          </a:prstGeom>
          <a:solidFill>
            <a:srgbClr val="000000"/>
          </a:solidFill>
          <a:ln/>
        </p:spPr>
        <p:txBody>
          <a:bodyPr/>
          <a:lstStyle/>
          <a:p>
            <a:endParaRPr lang="en-NL"/>
          </a:p>
        </p:txBody>
      </p:sp>
      <p:sp>
        <p:nvSpPr>
          <p:cNvPr id="20" name="Shape 18"/>
          <p:cNvSpPr/>
          <p:nvPr/>
        </p:nvSpPr>
        <p:spPr>
          <a:xfrm>
            <a:off x="11079087" y="567226"/>
            <a:ext cx="51270" cy="51270"/>
          </a:xfrm>
          <a:prstGeom prst="ellipse">
            <a:avLst/>
          </a:prstGeom>
          <a:solidFill>
            <a:srgbClr val="000000"/>
          </a:solidFill>
          <a:ln/>
        </p:spPr>
        <p:txBody>
          <a:bodyPr/>
          <a:lstStyle/>
          <a:p>
            <a:endParaRPr lang="en-NL"/>
          </a:p>
        </p:txBody>
      </p:sp>
      <p:sp>
        <p:nvSpPr>
          <p:cNvPr id="21" name="Shape 19"/>
          <p:cNvSpPr/>
          <p:nvPr/>
        </p:nvSpPr>
        <p:spPr>
          <a:xfrm>
            <a:off x="11339728" y="567053"/>
            <a:ext cx="34616" cy="34616"/>
          </a:xfrm>
          <a:prstGeom prst="ellipse">
            <a:avLst/>
          </a:prstGeom>
          <a:solidFill>
            <a:srgbClr val="000000"/>
          </a:solidFill>
          <a:ln/>
        </p:spPr>
        <p:txBody>
          <a:bodyPr/>
          <a:lstStyle/>
          <a:p>
            <a:endParaRPr lang="en-NL"/>
          </a:p>
        </p:txBody>
      </p:sp>
      <p:sp>
        <p:nvSpPr>
          <p:cNvPr id="22" name="Shape 20"/>
          <p:cNvSpPr/>
          <p:nvPr/>
        </p:nvSpPr>
        <p:spPr>
          <a:xfrm>
            <a:off x="11515167" y="566234"/>
            <a:ext cx="52819" cy="52819"/>
          </a:xfrm>
          <a:prstGeom prst="ellipse">
            <a:avLst/>
          </a:prstGeom>
          <a:solidFill>
            <a:srgbClr val="000000"/>
          </a:solidFill>
          <a:ln/>
        </p:spPr>
        <p:txBody>
          <a:bodyPr/>
          <a:lstStyle/>
          <a:p>
            <a:endParaRPr lang="en-NL"/>
          </a:p>
        </p:txBody>
      </p:sp>
      <p:sp>
        <p:nvSpPr>
          <p:cNvPr id="23" name="Shape 21"/>
          <p:cNvSpPr/>
          <p:nvPr/>
        </p:nvSpPr>
        <p:spPr>
          <a:xfrm>
            <a:off x="11262860" y="569742"/>
            <a:ext cx="34961" cy="34961"/>
          </a:xfrm>
          <a:prstGeom prst="ellipse">
            <a:avLst/>
          </a:prstGeom>
          <a:solidFill>
            <a:srgbClr val="000000"/>
          </a:solidFill>
          <a:ln/>
        </p:spPr>
        <p:txBody>
          <a:bodyPr/>
          <a:lstStyle/>
          <a:p>
            <a:endParaRPr lang="en-NL"/>
          </a:p>
        </p:txBody>
      </p:sp>
      <p:sp>
        <p:nvSpPr>
          <p:cNvPr id="24" name="Shape 22"/>
          <p:cNvSpPr/>
          <p:nvPr/>
        </p:nvSpPr>
        <p:spPr>
          <a:xfrm>
            <a:off x="11462521" y="569818"/>
            <a:ext cx="35294" cy="35294"/>
          </a:xfrm>
          <a:prstGeom prst="ellipse">
            <a:avLst/>
          </a:prstGeom>
          <a:solidFill>
            <a:srgbClr val="000000"/>
          </a:solidFill>
          <a:ln/>
        </p:spPr>
        <p:txBody>
          <a:bodyPr/>
          <a:lstStyle/>
          <a:p>
            <a:endParaRPr lang="en-NL"/>
          </a:p>
        </p:txBody>
      </p:sp>
      <p:sp>
        <p:nvSpPr>
          <p:cNvPr id="25" name="Shape 23"/>
          <p:cNvSpPr/>
          <p:nvPr/>
        </p:nvSpPr>
        <p:spPr>
          <a:xfrm>
            <a:off x="11145681" y="573441"/>
            <a:ext cx="34270" cy="34270"/>
          </a:xfrm>
          <a:prstGeom prst="ellipse">
            <a:avLst/>
          </a:prstGeom>
          <a:solidFill>
            <a:srgbClr val="000000"/>
          </a:solidFill>
          <a:ln/>
        </p:spPr>
        <p:txBody>
          <a:bodyPr/>
          <a:lstStyle/>
          <a:p>
            <a:endParaRPr lang="en-NL"/>
          </a:p>
        </p:txBody>
      </p:sp>
      <p:sp>
        <p:nvSpPr>
          <p:cNvPr id="26" name="Shape 24"/>
          <p:cNvSpPr/>
          <p:nvPr/>
        </p:nvSpPr>
        <p:spPr>
          <a:xfrm>
            <a:off x="11592015" y="593213"/>
            <a:ext cx="35294" cy="35294"/>
          </a:xfrm>
          <a:prstGeom prst="ellipse">
            <a:avLst/>
          </a:prstGeom>
          <a:solidFill>
            <a:srgbClr val="000000"/>
          </a:solidFill>
          <a:ln/>
        </p:spPr>
        <p:txBody>
          <a:bodyPr/>
          <a:lstStyle/>
          <a:p>
            <a:endParaRPr lang="en-NL"/>
          </a:p>
        </p:txBody>
      </p:sp>
      <p:sp>
        <p:nvSpPr>
          <p:cNvPr id="27" name="Shape 25"/>
          <p:cNvSpPr/>
          <p:nvPr/>
        </p:nvSpPr>
        <p:spPr>
          <a:xfrm>
            <a:off x="11019124" y="593444"/>
            <a:ext cx="34616" cy="34616"/>
          </a:xfrm>
          <a:prstGeom prst="ellipse">
            <a:avLst/>
          </a:prstGeom>
          <a:solidFill>
            <a:srgbClr val="000000"/>
          </a:solidFill>
          <a:ln/>
        </p:spPr>
        <p:txBody>
          <a:bodyPr/>
          <a:lstStyle/>
          <a:p>
            <a:endParaRPr lang="en-NL"/>
          </a:p>
        </p:txBody>
      </p:sp>
      <p:sp>
        <p:nvSpPr>
          <p:cNvPr id="28" name="Shape 26"/>
          <p:cNvSpPr/>
          <p:nvPr/>
        </p:nvSpPr>
        <p:spPr>
          <a:xfrm>
            <a:off x="11403576" y="610214"/>
            <a:ext cx="34961" cy="34961"/>
          </a:xfrm>
          <a:prstGeom prst="ellipse">
            <a:avLst/>
          </a:prstGeom>
          <a:solidFill>
            <a:srgbClr val="000000"/>
          </a:solidFill>
          <a:ln/>
        </p:spPr>
        <p:txBody>
          <a:bodyPr/>
          <a:lstStyle/>
          <a:p>
            <a:endParaRPr lang="en-NL"/>
          </a:p>
        </p:txBody>
      </p:sp>
      <p:sp>
        <p:nvSpPr>
          <p:cNvPr id="29" name="Shape 27"/>
          <p:cNvSpPr/>
          <p:nvPr/>
        </p:nvSpPr>
        <p:spPr>
          <a:xfrm>
            <a:off x="11201662" y="616570"/>
            <a:ext cx="35627" cy="35627"/>
          </a:xfrm>
          <a:prstGeom prst="ellipse">
            <a:avLst/>
          </a:prstGeom>
          <a:solidFill>
            <a:srgbClr val="000000"/>
          </a:solidFill>
          <a:ln/>
        </p:spPr>
        <p:txBody>
          <a:bodyPr/>
          <a:lstStyle/>
          <a:p>
            <a:endParaRPr lang="en-NL"/>
          </a:p>
        </p:txBody>
      </p:sp>
      <p:sp>
        <p:nvSpPr>
          <p:cNvPr id="30" name="Shape 28"/>
          <p:cNvSpPr/>
          <p:nvPr/>
        </p:nvSpPr>
        <p:spPr>
          <a:xfrm>
            <a:off x="11127484" y="620705"/>
            <a:ext cx="58030" cy="58030"/>
          </a:xfrm>
          <a:prstGeom prst="ellipse">
            <a:avLst/>
          </a:prstGeom>
          <a:solidFill>
            <a:srgbClr val="000000"/>
          </a:solidFill>
          <a:ln/>
        </p:spPr>
        <p:txBody>
          <a:bodyPr/>
          <a:lstStyle/>
          <a:p>
            <a:endParaRPr lang="en-NL"/>
          </a:p>
        </p:txBody>
      </p:sp>
      <p:sp>
        <p:nvSpPr>
          <p:cNvPr id="31" name="Shape 29"/>
          <p:cNvSpPr/>
          <p:nvPr/>
        </p:nvSpPr>
        <p:spPr>
          <a:xfrm>
            <a:off x="11460767" y="620852"/>
            <a:ext cx="57428" cy="57428"/>
          </a:xfrm>
          <a:prstGeom prst="ellipse">
            <a:avLst/>
          </a:prstGeom>
          <a:solidFill>
            <a:srgbClr val="000000"/>
          </a:solidFill>
          <a:ln/>
        </p:spPr>
        <p:txBody>
          <a:bodyPr/>
          <a:lstStyle/>
          <a:p>
            <a:endParaRPr lang="en-NL"/>
          </a:p>
        </p:txBody>
      </p:sp>
      <p:sp>
        <p:nvSpPr>
          <p:cNvPr id="32" name="Shape 30"/>
          <p:cNvSpPr/>
          <p:nvPr/>
        </p:nvSpPr>
        <p:spPr>
          <a:xfrm>
            <a:off x="11055219" y="640144"/>
            <a:ext cx="51718" cy="51718"/>
          </a:xfrm>
          <a:prstGeom prst="ellipse">
            <a:avLst/>
          </a:prstGeom>
          <a:solidFill>
            <a:srgbClr val="000000"/>
          </a:solidFill>
          <a:ln/>
        </p:spPr>
        <p:txBody>
          <a:bodyPr/>
          <a:lstStyle/>
          <a:p>
            <a:endParaRPr lang="en-NL"/>
          </a:p>
        </p:txBody>
      </p:sp>
      <p:sp>
        <p:nvSpPr>
          <p:cNvPr id="33" name="Shape 31"/>
          <p:cNvSpPr/>
          <p:nvPr/>
        </p:nvSpPr>
        <p:spPr>
          <a:xfrm>
            <a:off x="11539330" y="640266"/>
            <a:ext cx="51270" cy="51270"/>
          </a:xfrm>
          <a:prstGeom prst="ellipse">
            <a:avLst/>
          </a:prstGeom>
          <a:solidFill>
            <a:srgbClr val="000000"/>
          </a:solidFill>
          <a:ln/>
        </p:spPr>
        <p:txBody>
          <a:bodyPr/>
          <a:lstStyle/>
          <a:p>
            <a:endParaRPr lang="en-NL"/>
          </a:p>
        </p:txBody>
      </p:sp>
      <p:sp>
        <p:nvSpPr>
          <p:cNvPr id="34" name="Shape 32"/>
          <p:cNvSpPr/>
          <p:nvPr/>
        </p:nvSpPr>
        <p:spPr>
          <a:xfrm>
            <a:off x="11429576" y="682274"/>
            <a:ext cx="35627" cy="35627"/>
          </a:xfrm>
          <a:prstGeom prst="ellipse">
            <a:avLst/>
          </a:prstGeom>
          <a:solidFill>
            <a:srgbClr val="000000"/>
          </a:solidFill>
          <a:ln/>
        </p:spPr>
        <p:txBody>
          <a:bodyPr/>
          <a:lstStyle/>
          <a:p>
            <a:endParaRPr lang="en-NL"/>
          </a:p>
        </p:txBody>
      </p:sp>
      <p:sp>
        <p:nvSpPr>
          <p:cNvPr id="35" name="Shape 33"/>
          <p:cNvSpPr/>
          <p:nvPr/>
        </p:nvSpPr>
        <p:spPr>
          <a:xfrm>
            <a:off x="11004076" y="687222"/>
            <a:ext cx="34616" cy="34616"/>
          </a:xfrm>
          <a:prstGeom prst="ellipse">
            <a:avLst/>
          </a:prstGeom>
          <a:solidFill>
            <a:srgbClr val="000000"/>
          </a:solidFill>
          <a:ln/>
        </p:spPr>
        <p:txBody>
          <a:bodyPr/>
          <a:lstStyle/>
          <a:p>
            <a:endParaRPr lang="en-NL"/>
          </a:p>
        </p:txBody>
      </p:sp>
      <p:sp>
        <p:nvSpPr>
          <p:cNvPr id="36" name="Shape 34"/>
          <p:cNvSpPr/>
          <p:nvPr/>
        </p:nvSpPr>
        <p:spPr>
          <a:xfrm>
            <a:off x="11502052" y="685321"/>
            <a:ext cx="34270" cy="34270"/>
          </a:xfrm>
          <a:prstGeom prst="ellipse">
            <a:avLst/>
          </a:prstGeom>
          <a:solidFill>
            <a:srgbClr val="000000"/>
          </a:solidFill>
          <a:ln/>
        </p:spPr>
        <p:txBody>
          <a:bodyPr/>
          <a:lstStyle/>
          <a:p>
            <a:endParaRPr lang="en-NL"/>
          </a:p>
        </p:txBody>
      </p:sp>
      <p:sp>
        <p:nvSpPr>
          <p:cNvPr id="37" name="Shape 35"/>
          <p:cNvSpPr/>
          <p:nvPr/>
        </p:nvSpPr>
        <p:spPr>
          <a:xfrm>
            <a:off x="11606321" y="686422"/>
            <a:ext cx="35627" cy="35627"/>
          </a:xfrm>
          <a:prstGeom prst="ellipse">
            <a:avLst/>
          </a:prstGeom>
          <a:solidFill>
            <a:srgbClr val="000000"/>
          </a:solidFill>
          <a:ln/>
        </p:spPr>
        <p:txBody>
          <a:bodyPr/>
          <a:lstStyle/>
          <a:p>
            <a:endParaRPr lang="en-NL"/>
          </a:p>
        </p:txBody>
      </p:sp>
      <p:sp>
        <p:nvSpPr>
          <p:cNvPr id="38" name="Shape 36"/>
          <p:cNvSpPr/>
          <p:nvPr/>
        </p:nvSpPr>
        <p:spPr>
          <a:xfrm>
            <a:off x="11108908" y="688957"/>
            <a:ext cx="35294" cy="35294"/>
          </a:xfrm>
          <a:prstGeom prst="ellipse">
            <a:avLst/>
          </a:prstGeom>
          <a:solidFill>
            <a:srgbClr val="000000"/>
          </a:solidFill>
          <a:ln/>
        </p:spPr>
        <p:txBody>
          <a:bodyPr/>
          <a:lstStyle/>
          <a:p>
            <a:endParaRPr lang="en-NL"/>
          </a:p>
        </p:txBody>
      </p:sp>
      <p:sp>
        <p:nvSpPr>
          <p:cNvPr id="39" name="Shape 37"/>
          <p:cNvSpPr/>
          <p:nvPr/>
        </p:nvSpPr>
        <p:spPr>
          <a:xfrm>
            <a:off x="11179733" y="690371"/>
            <a:ext cx="36613" cy="36613"/>
          </a:xfrm>
          <a:prstGeom prst="ellipse">
            <a:avLst/>
          </a:prstGeom>
          <a:solidFill>
            <a:srgbClr val="000000"/>
          </a:solidFill>
          <a:ln/>
        </p:spPr>
        <p:txBody>
          <a:bodyPr/>
          <a:lstStyle/>
          <a:p>
            <a:endParaRPr lang="en-NL"/>
          </a:p>
        </p:txBody>
      </p:sp>
      <p:sp>
        <p:nvSpPr>
          <p:cNvPr id="40" name="Shape 38"/>
          <p:cNvSpPr/>
          <p:nvPr/>
        </p:nvSpPr>
        <p:spPr>
          <a:xfrm>
            <a:off x="11054764" y="716576"/>
            <a:ext cx="51936" cy="51936"/>
          </a:xfrm>
          <a:prstGeom prst="ellipse">
            <a:avLst/>
          </a:prstGeom>
          <a:solidFill>
            <a:srgbClr val="000000"/>
          </a:solidFill>
          <a:ln/>
        </p:spPr>
        <p:txBody>
          <a:bodyPr/>
          <a:lstStyle/>
          <a:p>
            <a:endParaRPr lang="en-NL"/>
          </a:p>
        </p:txBody>
      </p:sp>
      <p:sp>
        <p:nvSpPr>
          <p:cNvPr id="41" name="Shape 39"/>
          <p:cNvSpPr/>
          <p:nvPr/>
        </p:nvSpPr>
        <p:spPr>
          <a:xfrm>
            <a:off x="11539023" y="716851"/>
            <a:ext cx="51488" cy="51488"/>
          </a:xfrm>
          <a:prstGeom prst="ellipse">
            <a:avLst/>
          </a:prstGeom>
          <a:solidFill>
            <a:srgbClr val="000000"/>
          </a:solidFill>
          <a:ln/>
        </p:spPr>
        <p:txBody>
          <a:bodyPr/>
          <a:lstStyle/>
          <a:p>
            <a:endParaRPr lang="en-NL"/>
          </a:p>
        </p:txBody>
      </p:sp>
      <p:sp>
        <p:nvSpPr>
          <p:cNvPr id="42" name="Shape 40"/>
          <p:cNvSpPr/>
          <p:nvPr/>
        </p:nvSpPr>
        <p:spPr>
          <a:xfrm>
            <a:off x="11127490" y="729288"/>
            <a:ext cx="58222" cy="58222"/>
          </a:xfrm>
          <a:prstGeom prst="ellipse">
            <a:avLst/>
          </a:prstGeom>
          <a:solidFill>
            <a:srgbClr val="000000"/>
          </a:solidFill>
          <a:ln/>
        </p:spPr>
        <p:txBody>
          <a:bodyPr/>
          <a:lstStyle/>
          <a:p>
            <a:endParaRPr lang="en-NL"/>
          </a:p>
        </p:txBody>
      </p:sp>
      <p:sp>
        <p:nvSpPr>
          <p:cNvPr id="43" name="Shape 41"/>
          <p:cNvSpPr/>
          <p:nvPr/>
        </p:nvSpPr>
        <p:spPr>
          <a:xfrm>
            <a:off x="11460671" y="729781"/>
            <a:ext cx="57633" cy="57633"/>
          </a:xfrm>
          <a:prstGeom prst="ellipse">
            <a:avLst/>
          </a:prstGeom>
          <a:solidFill>
            <a:srgbClr val="000000"/>
          </a:solidFill>
          <a:ln/>
        </p:spPr>
        <p:txBody>
          <a:bodyPr/>
          <a:lstStyle/>
          <a:p>
            <a:endParaRPr lang="en-NL"/>
          </a:p>
        </p:txBody>
      </p:sp>
      <p:sp>
        <p:nvSpPr>
          <p:cNvPr id="44" name="Shape 42"/>
          <p:cNvSpPr/>
          <p:nvPr/>
        </p:nvSpPr>
        <p:spPr>
          <a:xfrm>
            <a:off x="11407973" y="756415"/>
            <a:ext cx="35960" cy="35960"/>
          </a:xfrm>
          <a:prstGeom prst="ellipse">
            <a:avLst/>
          </a:prstGeom>
          <a:solidFill>
            <a:srgbClr val="000000"/>
          </a:solidFill>
          <a:ln/>
        </p:spPr>
        <p:txBody>
          <a:bodyPr/>
          <a:lstStyle/>
          <a:p>
            <a:endParaRPr lang="en-NL"/>
          </a:p>
        </p:txBody>
      </p:sp>
      <p:sp>
        <p:nvSpPr>
          <p:cNvPr id="45" name="Shape 43"/>
          <p:cNvSpPr/>
          <p:nvPr/>
        </p:nvSpPr>
        <p:spPr>
          <a:xfrm>
            <a:off x="11207308" y="763884"/>
            <a:ext cx="34616" cy="34616"/>
          </a:xfrm>
          <a:prstGeom prst="ellipse">
            <a:avLst/>
          </a:prstGeom>
          <a:solidFill>
            <a:srgbClr val="000000"/>
          </a:solidFill>
          <a:ln/>
        </p:spPr>
        <p:txBody>
          <a:bodyPr/>
          <a:lstStyle/>
          <a:p>
            <a:endParaRPr lang="en-NL"/>
          </a:p>
        </p:txBody>
      </p:sp>
      <p:sp>
        <p:nvSpPr>
          <p:cNvPr id="46" name="Shape 44"/>
          <p:cNvSpPr/>
          <p:nvPr/>
        </p:nvSpPr>
        <p:spPr>
          <a:xfrm>
            <a:off x="11018670" y="780462"/>
            <a:ext cx="34616" cy="34616"/>
          </a:xfrm>
          <a:prstGeom prst="ellipse">
            <a:avLst/>
          </a:prstGeom>
          <a:solidFill>
            <a:srgbClr val="000000"/>
          </a:solidFill>
          <a:ln/>
        </p:spPr>
        <p:txBody>
          <a:bodyPr/>
          <a:lstStyle/>
          <a:p>
            <a:endParaRPr lang="en-NL"/>
          </a:p>
        </p:txBody>
      </p:sp>
      <p:sp>
        <p:nvSpPr>
          <p:cNvPr id="47" name="Shape 45"/>
          <p:cNvSpPr/>
          <p:nvPr/>
        </p:nvSpPr>
        <p:spPr>
          <a:xfrm>
            <a:off x="11591670" y="780123"/>
            <a:ext cx="35294" cy="35294"/>
          </a:xfrm>
          <a:prstGeom prst="ellipse">
            <a:avLst/>
          </a:prstGeom>
          <a:solidFill>
            <a:srgbClr val="000000"/>
          </a:solidFill>
          <a:ln/>
        </p:spPr>
        <p:txBody>
          <a:bodyPr/>
          <a:lstStyle/>
          <a:p>
            <a:endParaRPr lang="en-NL"/>
          </a:p>
        </p:txBody>
      </p:sp>
      <p:sp>
        <p:nvSpPr>
          <p:cNvPr id="48" name="Shape 46"/>
          <p:cNvSpPr/>
          <p:nvPr/>
        </p:nvSpPr>
        <p:spPr>
          <a:xfrm>
            <a:off x="11079010" y="790179"/>
            <a:ext cx="51270" cy="51270"/>
          </a:xfrm>
          <a:prstGeom prst="ellipse">
            <a:avLst/>
          </a:prstGeom>
          <a:solidFill>
            <a:srgbClr val="000000"/>
          </a:solidFill>
          <a:ln/>
        </p:spPr>
        <p:txBody>
          <a:bodyPr/>
          <a:lstStyle/>
          <a:p>
            <a:endParaRPr lang="en-NL"/>
          </a:p>
        </p:txBody>
      </p:sp>
      <p:sp>
        <p:nvSpPr>
          <p:cNvPr id="49" name="Shape 47"/>
          <p:cNvSpPr/>
          <p:nvPr/>
        </p:nvSpPr>
        <p:spPr>
          <a:xfrm>
            <a:off x="11515218" y="789692"/>
            <a:ext cx="52602" cy="52602"/>
          </a:xfrm>
          <a:prstGeom prst="ellipse">
            <a:avLst/>
          </a:prstGeom>
          <a:solidFill>
            <a:srgbClr val="000000"/>
          </a:solidFill>
          <a:ln/>
        </p:spPr>
        <p:txBody>
          <a:bodyPr/>
          <a:lstStyle/>
          <a:p>
            <a:endParaRPr lang="en-NL"/>
          </a:p>
        </p:txBody>
      </p:sp>
      <p:sp>
        <p:nvSpPr>
          <p:cNvPr id="50" name="Shape 48"/>
          <p:cNvSpPr/>
          <p:nvPr/>
        </p:nvSpPr>
        <p:spPr>
          <a:xfrm>
            <a:off x="11147371" y="803460"/>
            <a:ext cx="35627" cy="35627"/>
          </a:xfrm>
          <a:prstGeom prst="ellipse">
            <a:avLst/>
          </a:prstGeom>
          <a:solidFill>
            <a:srgbClr val="000000"/>
          </a:solidFill>
          <a:ln/>
        </p:spPr>
        <p:txBody>
          <a:bodyPr/>
          <a:lstStyle/>
          <a:p>
            <a:endParaRPr lang="en-NL"/>
          </a:p>
        </p:txBody>
      </p:sp>
      <p:sp>
        <p:nvSpPr>
          <p:cNvPr id="51" name="Shape 49"/>
          <p:cNvSpPr/>
          <p:nvPr/>
        </p:nvSpPr>
        <p:spPr>
          <a:xfrm>
            <a:off x="11347786" y="804293"/>
            <a:ext cx="35294" cy="35294"/>
          </a:xfrm>
          <a:prstGeom prst="ellipse">
            <a:avLst/>
          </a:prstGeom>
          <a:solidFill>
            <a:srgbClr val="000000"/>
          </a:solidFill>
          <a:ln/>
        </p:spPr>
        <p:txBody>
          <a:bodyPr/>
          <a:lstStyle/>
          <a:p>
            <a:endParaRPr lang="en-NL"/>
          </a:p>
        </p:txBody>
      </p:sp>
      <p:sp>
        <p:nvSpPr>
          <p:cNvPr id="52" name="Shape 50"/>
          <p:cNvSpPr/>
          <p:nvPr/>
        </p:nvSpPr>
        <p:spPr>
          <a:xfrm>
            <a:off x="11465119" y="800919"/>
            <a:ext cx="34961" cy="34961"/>
          </a:xfrm>
          <a:prstGeom prst="ellipse">
            <a:avLst/>
          </a:prstGeom>
          <a:solidFill>
            <a:srgbClr val="000000"/>
          </a:solidFill>
          <a:ln/>
        </p:spPr>
        <p:txBody>
          <a:bodyPr/>
          <a:lstStyle/>
          <a:p>
            <a:endParaRPr lang="en-NL"/>
          </a:p>
        </p:txBody>
      </p:sp>
      <p:sp>
        <p:nvSpPr>
          <p:cNvPr id="53" name="Shape 51"/>
          <p:cNvSpPr/>
          <p:nvPr/>
        </p:nvSpPr>
        <p:spPr>
          <a:xfrm>
            <a:off x="11270669" y="806590"/>
            <a:ext cx="35627" cy="35627"/>
          </a:xfrm>
          <a:prstGeom prst="ellipse">
            <a:avLst/>
          </a:prstGeom>
          <a:solidFill>
            <a:srgbClr val="000000"/>
          </a:solidFill>
          <a:ln/>
        </p:spPr>
        <p:txBody>
          <a:bodyPr/>
          <a:lstStyle/>
          <a:p>
            <a:endParaRPr lang="en-NL"/>
          </a:p>
        </p:txBody>
      </p:sp>
      <p:sp>
        <p:nvSpPr>
          <p:cNvPr id="54" name="Shape 52"/>
          <p:cNvSpPr/>
          <p:nvPr/>
        </p:nvSpPr>
        <p:spPr>
          <a:xfrm>
            <a:off x="11191498" y="817766"/>
            <a:ext cx="57633" cy="57633"/>
          </a:xfrm>
          <a:prstGeom prst="ellipse">
            <a:avLst/>
          </a:prstGeom>
          <a:solidFill>
            <a:srgbClr val="000000"/>
          </a:solidFill>
          <a:ln/>
        </p:spPr>
        <p:txBody>
          <a:bodyPr/>
          <a:lstStyle/>
          <a:p>
            <a:endParaRPr lang="en-NL"/>
          </a:p>
        </p:txBody>
      </p:sp>
      <p:sp>
        <p:nvSpPr>
          <p:cNvPr id="55" name="Shape 53"/>
          <p:cNvSpPr/>
          <p:nvPr/>
        </p:nvSpPr>
        <p:spPr>
          <a:xfrm>
            <a:off x="11396573" y="817888"/>
            <a:ext cx="57633" cy="57633"/>
          </a:xfrm>
          <a:prstGeom prst="ellipse">
            <a:avLst/>
          </a:prstGeom>
          <a:solidFill>
            <a:srgbClr val="000000"/>
          </a:solidFill>
          <a:ln/>
        </p:spPr>
        <p:txBody>
          <a:bodyPr/>
          <a:lstStyle/>
          <a:p>
            <a:endParaRPr lang="en-NL"/>
          </a:p>
        </p:txBody>
      </p:sp>
      <p:sp>
        <p:nvSpPr>
          <p:cNvPr id="56" name="Shape 54"/>
          <p:cNvSpPr/>
          <p:nvPr/>
        </p:nvSpPr>
        <p:spPr>
          <a:xfrm>
            <a:off x="11123445" y="851985"/>
            <a:ext cx="52167" cy="52167"/>
          </a:xfrm>
          <a:prstGeom prst="ellipse">
            <a:avLst/>
          </a:prstGeom>
          <a:solidFill>
            <a:srgbClr val="000000"/>
          </a:solidFill>
          <a:ln/>
        </p:spPr>
        <p:txBody>
          <a:bodyPr/>
          <a:lstStyle/>
          <a:p>
            <a:endParaRPr lang="en-NL"/>
          </a:p>
        </p:txBody>
      </p:sp>
      <p:sp>
        <p:nvSpPr>
          <p:cNvPr id="57" name="Shape 55"/>
          <p:cNvSpPr/>
          <p:nvPr/>
        </p:nvSpPr>
        <p:spPr>
          <a:xfrm>
            <a:off x="11294647" y="851390"/>
            <a:ext cx="57223" cy="57223"/>
          </a:xfrm>
          <a:prstGeom prst="ellipse">
            <a:avLst/>
          </a:prstGeom>
          <a:solidFill>
            <a:srgbClr val="000000"/>
          </a:solidFill>
          <a:ln/>
        </p:spPr>
        <p:txBody>
          <a:bodyPr/>
          <a:lstStyle/>
          <a:p>
            <a:endParaRPr lang="en-NL"/>
          </a:p>
        </p:txBody>
      </p:sp>
      <p:sp>
        <p:nvSpPr>
          <p:cNvPr id="58" name="Shape 56"/>
          <p:cNvSpPr/>
          <p:nvPr/>
        </p:nvSpPr>
        <p:spPr>
          <a:xfrm>
            <a:off x="11470202" y="852382"/>
            <a:ext cx="52384" cy="52384"/>
          </a:xfrm>
          <a:prstGeom prst="ellipse">
            <a:avLst/>
          </a:prstGeom>
          <a:solidFill>
            <a:srgbClr val="000000"/>
          </a:solidFill>
          <a:ln/>
        </p:spPr>
        <p:txBody>
          <a:bodyPr/>
          <a:lstStyle/>
          <a:p>
            <a:endParaRPr lang="en-NL"/>
          </a:p>
        </p:txBody>
      </p:sp>
      <p:sp>
        <p:nvSpPr>
          <p:cNvPr id="59" name="Shape 57"/>
          <p:cNvSpPr/>
          <p:nvPr/>
        </p:nvSpPr>
        <p:spPr>
          <a:xfrm>
            <a:off x="11060774" y="864607"/>
            <a:ext cx="35627" cy="35627"/>
          </a:xfrm>
          <a:prstGeom prst="ellipse">
            <a:avLst/>
          </a:prstGeom>
          <a:solidFill>
            <a:srgbClr val="000000"/>
          </a:solidFill>
          <a:ln/>
        </p:spPr>
        <p:txBody>
          <a:bodyPr/>
          <a:lstStyle/>
          <a:p>
            <a:endParaRPr lang="en-NL"/>
          </a:p>
        </p:txBody>
      </p:sp>
      <p:sp>
        <p:nvSpPr>
          <p:cNvPr id="60" name="Shape 58"/>
          <p:cNvSpPr/>
          <p:nvPr/>
        </p:nvSpPr>
        <p:spPr>
          <a:xfrm>
            <a:off x="11548733" y="864185"/>
            <a:ext cx="35627" cy="35627"/>
          </a:xfrm>
          <a:prstGeom prst="ellipse">
            <a:avLst/>
          </a:prstGeom>
          <a:solidFill>
            <a:srgbClr val="000000"/>
          </a:solidFill>
          <a:ln/>
        </p:spPr>
        <p:txBody>
          <a:bodyPr/>
          <a:lstStyle/>
          <a:p>
            <a:endParaRPr lang="en-NL"/>
          </a:p>
        </p:txBody>
      </p:sp>
      <p:sp>
        <p:nvSpPr>
          <p:cNvPr id="61" name="Shape 59"/>
          <p:cNvSpPr/>
          <p:nvPr/>
        </p:nvSpPr>
        <p:spPr>
          <a:xfrm>
            <a:off x="11246231" y="873908"/>
            <a:ext cx="35627" cy="35627"/>
          </a:xfrm>
          <a:prstGeom prst="ellipse">
            <a:avLst/>
          </a:prstGeom>
          <a:solidFill>
            <a:srgbClr val="000000"/>
          </a:solidFill>
          <a:ln/>
        </p:spPr>
        <p:txBody>
          <a:bodyPr/>
          <a:lstStyle/>
          <a:p>
            <a:endParaRPr lang="en-NL"/>
          </a:p>
        </p:txBody>
      </p:sp>
      <p:sp>
        <p:nvSpPr>
          <p:cNvPr id="62" name="Shape 60"/>
          <p:cNvSpPr/>
          <p:nvPr/>
        </p:nvSpPr>
        <p:spPr>
          <a:xfrm>
            <a:off x="11367418" y="872896"/>
            <a:ext cx="35627" cy="35627"/>
          </a:xfrm>
          <a:prstGeom prst="ellipse">
            <a:avLst/>
          </a:prstGeom>
          <a:solidFill>
            <a:srgbClr val="000000"/>
          </a:solidFill>
          <a:ln/>
        </p:spPr>
        <p:txBody>
          <a:bodyPr/>
          <a:lstStyle/>
          <a:p>
            <a:endParaRPr lang="en-NL"/>
          </a:p>
        </p:txBody>
      </p:sp>
      <p:sp>
        <p:nvSpPr>
          <p:cNvPr id="63" name="Shape 61"/>
          <p:cNvSpPr/>
          <p:nvPr/>
        </p:nvSpPr>
        <p:spPr>
          <a:xfrm>
            <a:off x="11185366" y="897322"/>
            <a:ext cx="51936" cy="51936"/>
          </a:xfrm>
          <a:prstGeom prst="ellipse">
            <a:avLst/>
          </a:prstGeom>
          <a:solidFill>
            <a:srgbClr val="000000"/>
          </a:solidFill>
          <a:ln/>
        </p:spPr>
        <p:txBody>
          <a:bodyPr/>
          <a:lstStyle/>
          <a:p>
            <a:endParaRPr lang="en-NL"/>
          </a:p>
        </p:txBody>
      </p:sp>
      <p:sp>
        <p:nvSpPr>
          <p:cNvPr id="64" name="Shape 62"/>
          <p:cNvSpPr/>
          <p:nvPr/>
        </p:nvSpPr>
        <p:spPr>
          <a:xfrm>
            <a:off x="11407845" y="897655"/>
            <a:ext cx="52602" cy="52602"/>
          </a:xfrm>
          <a:prstGeom prst="ellipse">
            <a:avLst/>
          </a:prstGeom>
          <a:solidFill>
            <a:srgbClr val="000000"/>
          </a:solidFill>
          <a:ln/>
        </p:spPr>
        <p:txBody>
          <a:bodyPr/>
          <a:lstStyle/>
          <a:p>
            <a:endParaRPr lang="en-NL"/>
          </a:p>
        </p:txBody>
      </p:sp>
      <p:sp>
        <p:nvSpPr>
          <p:cNvPr id="65" name="Shape 63"/>
          <p:cNvSpPr/>
          <p:nvPr/>
        </p:nvSpPr>
        <p:spPr>
          <a:xfrm>
            <a:off x="11258822" y="921466"/>
            <a:ext cx="51270" cy="51270"/>
          </a:xfrm>
          <a:prstGeom prst="ellipse">
            <a:avLst/>
          </a:prstGeom>
          <a:solidFill>
            <a:srgbClr val="000000"/>
          </a:solidFill>
          <a:ln/>
        </p:spPr>
        <p:txBody>
          <a:bodyPr/>
          <a:lstStyle/>
          <a:p>
            <a:endParaRPr lang="en-NL"/>
          </a:p>
        </p:txBody>
      </p:sp>
      <p:sp>
        <p:nvSpPr>
          <p:cNvPr id="66" name="Shape 64"/>
          <p:cNvSpPr/>
          <p:nvPr/>
        </p:nvSpPr>
        <p:spPr>
          <a:xfrm>
            <a:off x="11335350" y="921504"/>
            <a:ext cx="51270" cy="51270"/>
          </a:xfrm>
          <a:prstGeom prst="ellipse">
            <a:avLst/>
          </a:prstGeom>
          <a:solidFill>
            <a:srgbClr val="000000"/>
          </a:solidFill>
          <a:ln/>
        </p:spPr>
        <p:txBody>
          <a:bodyPr/>
          <a:lstStyle/>
          <a:p>
            <a:endParaRPr lang="en-NL"/>
          </a:p>
        </p:txBody>
      </p:sp>
      <p:sp>
        <p:nvSpPr>
          <p:cNvPr id="67" name="Shape 65"/>
          <p:cNvSpPr/>
          <p:nvPr/>
        </p:nvSpPr>
        <p:spPr>
          <a:xfrm>
            <a:off x="11127388" y="931368"/>
            <a:ext cx="35294" cy="35294"/>
          </a:xfrm>
          <a:prstGeom prst="ellipse">
            <a:avLst/>
          </a:prstGeom>
          <a:solidFill>
            <a:srgbClr val="000000"/>
          </a:solidFill>
          <a:ln/>
        </p:spPr>
        <p:txBody>
          <a:bodyPr/>
          <a:lstStyle/>
          <a:p>
            <a:endParaRPr lang="en-NL"/>
          </a:p>
        </p:txBody>
      </p:sp>
      <p:sp>
        <p:nvSpPr>
          <p:cNvPr id="68" name="Shape 66"/>
          <p:cNvSpPr/>
          <p:nvPr/>
        </p:nvSpPr>
        <p:spPr>
          <a:xfrm>
            <a:off x="11481979" y="931035"/>
            <a:ext cx="35960" cy="35960"/>
          </a:xfrm>
          <a:prstGeom prst="ellipse">
            <a:avLst/>
          </a:prstGeom>
          <a:solidFill>
            <a:srgbClr val="000000"/>
          </a:solidFill>
          <a:ln/>
        </p:spPr>
        <p:txBody>
          <a:bodyPr/>
          <a:lstStyle/>
          <a:p>
            <a:endParaRPr lang="en-NL"/>
          </a:p>
        </p:txBody>
      </p:sp>
      <p:sp>
        <p:nvSpPr>
          <p:cNvPr id="69" name="Shape 67"/>
          <p:cNvSpPr/>
          <p:nvPr/>
        </p:nvSpPr>
        <p:spPr>
          <a:xfrm>
            <a:off x="11211987" y="974695"/>
            <a:ext cx="34961" cy="34961"/>
          </a:xfrm>
          <a:prstGeom prst="ellipse">
            <a:avLst/>
          </a:prstGeom>
          <a:solidFill>
            <a:srgbClr val="000000"/>
          </a:solidFill>
          <a:ln/>
        </p:spPr>
        <p:txBody>
          <a:bodyPr/>
          <a:lstStyle/>
          <a:p>
            <a:endParaRPr lang="en-NL"/>
          </a:p>
        </p:txBody>
      </p:sp>
      <p:sp>
        <p:nvSpPr>
          <p:cNvPr id="70" name="Shape 68"/>
          <p:cNvSpPr/>
          <p:nvPr/>
        </p:nvSpPr>
        <p:spPr>
          <a:xfrm>
            <a:off x="11398461" y="974695"/>
            <a:ext cx="34961" cy="34961"/>
          </a:xfrm>
          <a:prstGeom prst="ellipse">
            <a:avLst/>
          </a:prstGeom>
          <a:solidFill>
            <a:srgbClr val="000000"/>
          </a:solidFill>
          <a:ln/>
        </p:spPr>
        <p:txBody>
          <a:bodyPr/>
          <a:lstStyle/>
          <a:p>
            <a:endParaRPr lang="en-NL"/>
          </a:p>
        </p:txBody>
      </p:sp>
      <p:sp>
        <p:nvSpPr>
          <p:cNvPr id="71" name="Shape 69"/>
          <p:cNvSpPr/>
          <p:nvPr/>
        </p:nvSpPr>
        <p:spPr>
          <a:xfrm>
            <a:off x="11304837" y="988501"/>
            <a:ext cx="35627" cy="35627"/>
          </a:xfrm>
          <a:prstGeom prst="ellipse">
            <a:avLst/>
          </a:prstGeom>
          <a:solidFill>
            <a:srgbClr val="000000"/>
          </a:solidFill>
          <a:ln/>
        </p:spPr>
        <p:txBody>
          <a:bodyPr/>
          <a:lstStyle/>
          <a:p>
            <a:endParaRPr lang="en-NL"/>
          </a:p>
        </p:txBody>
      </p:sp>
      <p:sp>
        <p:nvSpPr>
          <p:cNvPr id="72" name="Text 70"/>
          <p:cNvSpPr/>
          <p:nvPr/>
        </p:nvSpPr>
        <p:spPr>
          <a:xfrm>
            <a:off x="548640" y="411480"/>
            <a:ext cx="10088575" cy="777240"/>
          </a:xfrm>
          <a:prstGeom prst="rect">
            <a:avLst/>
          </a:prstGeom>
          <a:noFill/>
          <a:ln/>
        </p:spPr>
        <p:txBody>
          <a:bodyPr wrap="square" lIns="0" tIns="0" rIns="0" bIns="0" rtlCol="0" anchor="ctr"/>
          <a:lstStyle/>
          <a:p>
            <a:pPr marL="0" indent="0" algn="l">
              <a:lnSpc>
                <a:spcPct val="105000"/>
              </a:lnSpc>
              <a:buNone/>
            </a:pPr>
            <a:r>
              <a:rPr lang="en-US" sz="3400" dirty="0">
                <a:solidFill>
                  <a:srgbClr val="3D68EC"/>
                </a:solidFill>
                <a:latin typeface="General Sans Semibold" pitchFamily="34" charset="0"/>
                <a:ea typeface="General Sans Semibold" pitchFamily="34" charset="-122"/>
                <a:cs typeface="General Sans Semibold" pitchFamily="34" charset="-120"/>
              </a:rPr>
              <a:t>Vandaag: bouwen op synthetische data</a:t>
            </a:r>
            <a:endParaRPr lang="en-US" sz="3400" dirty="0"/>
          </a:p>
        </p:txBody>
      </p:sp>
      <p:sp>
        <p:nvSpPr>
          <p:cNvPr id="73" name="Shape 71"/>
          <p:cNvSpPr/>
          <p:nvPr/>
        </p:nvSpPr>
        <p:spPr>
          <a:xfrm>
            <a:off x="548640" y="1371600"/>
            <a:ext cx="3515258" cy="2695956"/>
          </a:xfrm>
          <a:prstGeom prst="roundRect">
            <a:avLst>
              <a:gd name="adj" fmla="val 3221"/>
            </a:avLst>
          </a:prstGeom>
          <a:solidFill>
            <a:srgbClr val="00AF81"/>
          </a:solidFill>
          <a:ln/>
        </p:spPr>
        <p:txBody>
          <a:bodyPr/>
          <a:lstStyle/>
          <a:p>
            <a:endParaRPr lang="en-NL"/>
          </a:p>
        </p:txBody>
      </p:sp>
      <p:sp>
        <p:nvSpPr>
          <p:cNvPr id="74" name="Shape 72"/>
          <p:cNvSpPr/>
          <p:nvPr/>
        </p:nvSpPr>
        <p:spPr>
          <a:xfrm>
            <a:off x="822960" y="1719072"/>
            <a:ext cx="2966618" cy="402336"/>
          </a:xfrm>
          <a:prstGeom prst="roundRect">
            <a:avLst>
              <a:gd name="adj" fmla="val 113636"/>
            </a:avLst>
          </a:prstGeom>
          <a:solidFill>
            <a:srgbClr val="F4D9DC"/>
          </a:solidFill>
          <a:ln/>
        </p:spPr>
        <p:txBody>
          <a:bodyPr/>
          <a:lstStyle/>
          <a:p>
            <a:endParaRPr lang="en-NL"/>
          </a:p>
        </p:txBody>
      </p:sp>
      <p:sp>
        <p:nvSpPr>
          <p:cNvPr id="75" name="Text 73"/>
          <p:cNvSpPr/>
          <p:nvPr/>
        </p:nvSpPr>
        <p:spPr>
          <a:xfrm>
            <a:off x="914400" y="1719072"/>
            <a:ext cx="2783738" cy="402336"/>
          </a:xfrm>
          <a:prstGeom prst="rect">
            <a:avLst/>
          </a:prstGeom>
          <a:noFill/>
          <a:ln/>
        </p:spPr>
        <p:txBody>
          <a:bodyPr wrap="square" lIns="0" tIns="0" rIns="0" bIns="0" rtlCol="0" anchor="ctr"/>
          <a:lstStyle/>
          <a:p>
            <a:pPr marL="0" indent="0" algn="ctr">
              <a:lnSpc>
                <a:spcPct val="105000"/>
              </a:lnSpc>
              <a:buNone/>
            </a:pPr>
            <a:r>
              <a:rPr lang="en-US" sz="1200" dirty="0">
                <a:solidFill>
                  <a:srgbClr val="000000"/>
                </a:solidFill>
                <a:latin typeface="General Sans Semibold" pitchFamily="34" charset="0"/>
                <a:ea typeface="General Sans Semibold" pitchFamily="34" charset="-122"/>
                <a:cs typeface="General Sans Semibold" pitchFamily="34" charset="-120"/>
              </a:rPr>
              <a:t>Vooraf</a:t>
            </a:r>
            <a:endParaRPr lang="en-US" sz="1200" dirty="0"/>
          </a:p>
        </p:txBody>
      </p:sp>
      <p:sp>
        <p:nvSpPr>
          <p:cNvPr id="76" name="Text 74"/>
          <p:cNvSpPr/>
          <p:nvPr/>
        </p:nvSpPr>
        <p:spPr>
          <a:xfrm>
            <a:off x="822960" y="2423160"/>
            <a:ext cx="2966618" cy="691896"/>
          </a:xfrm>
          <a:prstGeom prst="rect">
            <a:avLst/>
          </a:prstGeom>
          <a:noFill/>
          <a:ln/>
        </p:spPr>
        <p:txBody>
          <a:bodyPr wrap="square" lIns="0" tIns="0" rIns="0" bIns="0" rtlCol="0" anchor="t"/>
          <a:lstStyle/>
          <a:p>
            <a:pPr marL="0" indent="0" algn="l">
              <a:lnSpc>
                <a:spcPct val="105000"/>
              </a:lnSpc>
              <a:buNone/>
            </a:pPr>
            <a:r>
              <a:rPr lang="en-US" sz="2300" dirty="0">
                <a:solidFill>
                  <a:srgbClr val="000000"/>
                </a:solidFill>
                <a:latin typeface="General Sans Semibold" pitchFamily="34" charset="0"/>
                <a:ea typeface="General Sans Semibold" pitchFamily="34" charset="-122"/>
                <a:cs typeface="General Sans Semibold" pitchFamily="34" charset="-120"/>
              </a:rPr>
              <a:t>Synthetische data</a:t>
            </a:r>
            <a:endParaRPr lang="en-US" sz="2300" dirty="0"/>
          </a:p>
        </p:txBody>
      </p:sp>
      <p:sp>
        <p:nvSpPr>
          <p:cNvPr id="77" name="Text 75"/>
          <p:cNvSpPr/>
          <p:nvPr/>
        </p:nvSpPr>
        <p:spPr>
          <a:xfrm>
            <a:off x="822960" y="3389376"/>
            <a:ext cx="2966618" cy="541020"/>
          </a:xfrm>
          <a:prstGeom prst="rect">
            <a:avLst/>
          </a:prstGeom>
          <a:noFill/>
          <a:ln/>
        </p:spPr>
        <p:txBody>
          <a:bodyPr wrap="square" lIns="0" tIns="0" rIns="0" bIns="0" rtlCol="0" anchor="t"/>
          <a:lstStyle/>
          <a:p>
            <a:pPr marL="0" indent="0" algn="l">
              <a:lnSpc>
                <a:spcPct val="105000"/>
              </a:lnSpc>
              <a:buNone/>
            </a:pPr>
            <a:r>
              <a:rPr lang="en-US" sz="1500" dirty="0">
                <a:solidFill>
                  <a:srgbClr val="000000"/>
                </a:solidFill>
                <a:latin typeface="General Sans" pitchFamily="34" charset="0"/>
                <a:ea typeface="General Sans" pitchFamily="34" charset="-122"/>
                <a:cs typeface="General Sans" pitchFamily="34" charset="-120"/>
              </a:rPr>
              <a:t>Nepdata met dezelfde kolommen en codes.</a:t>
            </a:r>
            <a:endParaRPr lang="en-US" sz="1500" dirty="0"/>
          </a:p>
        </p:txBody>
      </p:sp>
      <p:sp>
        <p:nvSpPr>
          <p:cNvPr id="78" name="Shape 76"/>
          <p:cNvSpPr/>
          <p:nvPr/>
        </p:nvSpPr>
        <p:spPr>
          <a:xfrm>
            <a:off x="4338218" y="1371600"/>
            <a:ext cx="3515258" cy="2695956"/>
          </a:xfrm>
          <a:prstGeom prst="roundRect">
            <a:avLst>
              <a:gd name="adj" fmla="val 3221"/>
            </a:avLst>
          </a:prstGeom>
          <a:solidFill>
            <a:srgbClr val="3D68EC"/>
          </a:solidFill>
          <a:ln/>
        </p:spPr>
        <p:txBody>
          <a:bodyPr/>
          <a:lstStyle/>
          <a:p>
            <a:endParaRPr lang="en-NL"/>
          </a:p>
        </p:txBody>
      </p:sp>
      <p:sp>
        <p:nvSpPr>
          <p:cNvPr id="79" name="Shape 77"/>
          <p:cNvSpPr/>
          <p:nvPr/>
        </p:nvSpPr>
        <p:spPr>
          <a:xfrm>
            <a:off x="4612538" y="1719072"/>
            <a:ext cx="2966618" cy="402336"/>
          </a:xfrm>
          <a:prstGeom prst="roundRect">
            <a:avLst>
              <a:gd name="adj" fmla="val 113636"/>
            </a:avLst>
          </a:prstGeom>
          <a:solidFill>
            <a:srgbClr val="F4D74B"/>
          </a:solidFill>
          <a:ln/>
        </p:spPr>
        <p:txBody>
          <a:bodyPr/>
          <a:lstStyle/>
          <a:p>
            <a:endParaRPr lang="en-NL"/>
          </a:p>
        </p:txBody>
      </p:sp>
      <p:sp>
        <p:nvSpPr>
          <p:cNvPr id="80" name="Text 78"/>
          <p:cNvSpPr/>
          <p:nvPr/>
        </p:nvSpPr>
        <p:spPr>
          <a:xfrm>
            <a:off x="4703978" y="1719072"/>
            <a:ext cx="2783738" cy="402336"/>
          </a:xfrm>
          <a:prstGeom prst="rect">
            <a:avLst/>
          </a:prstGeom>
          <a:noFill/>
          <a:ln/>
        </p:spPr>
        <p:txBody>
          <a:bodyPr wrap="square" lIns="0" tIns="0" rIns="0" bIns="0" rtlCol="0" anchor="ctr"/>
          <a:lstStyle/>
          <a:p>
            <a:pPr marL="0" indent="0" algn="ctr">
              <a:lnSpc>
                <a:spcPct val="105000"/>
              </a:lnSpc>
              <a:buNone/>
            </a:pPr>
            <a:r>
              <a:rPr lang="en-US" sz="1200" dirty="0">
                <a:solidFill>
                  <a:srgbClr val="3D68EC"/>
                </a:solidFill>
                <a:latin typeface="General Sans Semibold" pitchFamily="34" charset="0"/>
                <a:ea typeface="General Sans Semibold" pitchFamily="34" charset="-122"/>
                <a:cs typeface="General Sans Semibold" pitchFamily="34" charset="-120"/>
              </a:rPr>
              <a:t>Deze workshop</a:t>
            </a:r>
            <a:endParaRPr lang="en-US" sz="1200" dirty="0"/>
          </a:p>
        </p:txBody>
      </p:sp>
      <p:sp>
        <p:nvSpPr>
          <p:cNvPr id="81" name="Text 79"/>
          <p:cNvSpPr/>
          <p:nvPr/>
        </p:nvSpPr>
        <p:spPr>
          <a:xfrm>
            <a:off x="4612538" y="2423160"/>
            <a:ext cx="2966618" cy="691896"/>
          </a:xfrm>
          <a:prstGeom prst="rect">
            <a:avLst/>
          </a:prstGeom>
          <a:noFill/>
          <a:ln/>
        </p:spPr>
        <p:txBody>
          <a:bodyPr wrap="square" lIns="0" tIns="0" rIns="0" bIns="0" rtlCol="0" anchor="t"/>
          <a:lstStyle/>
          <a:p>
            <a:pPr marL="0" indent="0" algn="l">
              <a:lnSpc>
                <a:spcPct val="105000"/>
              </a:lnSpc>
              <a:buNone/>
            </a:pPr>
            <a:r>
              <a:rPr lang="en-US" sz="2300" dirty="0">
                <a:solidFill>
                  <a:srgbClr val="F4D9DC"/>
                </a:solidFill>
                <a:latin typeface="General Sans Semibold" pitchFamily="34" charset="0"/>
                <a:ea typeface="General Sans Semibold" pitchFamily="34" charset="-122"/>
                <a:cs typeface="General Sans Semibold" pitchFamily="34" charset="-120"/>
              </a:rPr>
              <a:t>Bouwen met de agent</a:t>
            </a:r>
            <a:endParaRPr lang="en-US" sz="2300" dirty="0"/>
          </a:p>
        </p:txBody>
      </p:sp>
      <p:sp>
        <p:nvSpPr>
          <p:cNvPr id="82" name="Text 80"/>
          <p:cNvSpPr/>
          <p:nvPr/>
        </p:nvSpPr>
        <p:spPr>
          <a:xfrm>
            <a:off x="4612538" y="3389376"/>
            <a:ext cx="2966618" cy="541020"/>
          </a:xfrm>
          <a:prstGeom prst="rect">
            <a:avLst/>
          </a:prstGeom>
          <a:noFill/>
          <a:ln/>
        </p:spPr>
        <p:txBody>
          <a:bodyPr wrap="square" lIns="0" tIns="0" rIns="0" bIns="0" rtlCol="0" anchor="t"/>
          <a:lstStyle/>
          <a:p>
            <a:pPr marL="0" indent="0" algn="l">
              <a:lnSpc>
                <a:spcPct val="105000"/>
              </a:lnSpc>
              <a:buNone/>
            </a:pPr>
            <a:r>
              <a:rPr lang="en-US" sz="1500" dirty="0">
                <a:solidFill>
                  <a:srgbClr val="F4D9DC"/>
                </a:solidFill>
                <a:latin typeface="General Sans" pitchFamily="34" charset="0"/>
                <a:ea typeface="General Sans" pitchFamily="34" charset="-122"/>
                <a:cs typeface="General Sans" pitchFamily="34" charset="-120"/>
              </a:rPr>
              <a:t>De agent schrijft en test de code.</a:t>
            </a:r>
            <a:endParaRPr lang="en-US" sz="1500" dirty="0"/>
          </a:p>
        </p:txBody>
      </p:sp>
      <p:sp>
        <p:nvSpPr>
          <p:cNvPr id="83" name="Shape 81"/>
          <p:cNvSpPr/>
          <p:nvPr/>
        </p:nvSpPr>
        <p:spPr>
          <a:xfrm>
            <a:off x="8127797" y="1371600"/>
            <a:ext cx="3515258" cy="2695956"/>
          </a:xfrm>
          <a:prstGeom prst="roundRect">
            <a:avLst>
              <a:gd name="adj" fmla="val 3221"/>
            </a:avLst>
          </a:prstGeom>
          <a:solidFill>
            <a:srgbClr val="00AF81"/>
          </a:solidFill>
          <a:ln/>
        </p:spPr>
        <p:txBody>
          <a:bodyPr/>
          <a:lstStyle/>
          <a:p>
            <a:endParaRPr lang="en-NL"/>
          </a:p>
        </p:txBody>
      </p:sp>
      <p:sp>
        <p:nvSpPr>
          <p:cNvPr id="84" name="Shape 82"/>
          <p:cNvSpPr/>
          <p:nvPr/>
        </p:nvSpPr>
        <p:spPr>
          <a:xfrm>
            <a:off x="8402117" y="1719072"/>
            <a:ext cx="2966618" cy="402336"/>
          </a:xfrm>
          <a:prstGeom prst="roundRect">
            <a:avLst>
              <a:gd name="adj" fmla="val 113636"/>
            </a:avLst>
          </a:prstGeom>
          <a:solidFill>
            <a:srgbClr val="F4D9DC"/>
          </a:solidFill>
          <a:ln/>
        </p:spPr>
        <p:txBody>
          <a:bodyPr/>
          <a:lstStyle/>
          <a:p>
            <a:endParaRPr lang="en-NL"/>
          </a:p>
        </p:txBody>
      </p:sp>
      <p:sp>
        <p:nvSpPr>
          <p:cNvPr id="85" name="Text 83"/>
          <p:cNvSpPr/>
          <p:nvPr/>
        </p:nvSpPr>
        <p:spPr>
          <a:xfrm>
            <a:off x="8493557" y="1719072"/>
            <a:ext cx="2783738" cy="402336"/>
          </a:xfrm>
          <a:prstGeom prst="rect">
            <a:avLst/>
          </a:prstGeom>
          <a:noFill/>
          <a:ln/>
        </p:spPr>
        <p:txBody>
          <a:bodyPr wrap="square" lIns="0" tIns="0" rIns="0" bIns="0" rtlCol="0" anchor="ctr"/>
          <a:lstStyle/>
          <a:p>
            <a:pPr marL="0" indent="0" algn="ctr">
              <a:lnSpc>
                <a:spcPct val="105000"/>
              </a:lnSpc>
              <a:buNone/>
            </a:pPr>
            <a:r>
              <a:rPr lang="en-US" sz="1200" dirty="0">
                <a:solidFill>
                  <a:srgbClr val="000000"/>
                </a:solidFill>
                <a:latin typeface="General Sans Semibold" pitchFamily="34" charset="0"/>
                <a:ea typeface="General Sans Semibold" pitchFamily="34" charset="-122"/>
                <a:cs typeface="General Sans Semibold" pitchFamily="34" charset="-120"/>
              </a:rPr>
              <a:t>Daarna</a:t>
            </a:r>
            <a:endParaRPr lang="en-US" sz="1200" dirty="0"/>
          </a:p>
        </p:txBody>
      </p:sp>
      <p:sp>
        <p:nvSpPr>
          <p:cNvPr id="86" name="Text 84"/>
          <p:cNvSpPr/>
          <p:nvPr/>
        </p:nvSpPr>
        <p:spPr>
          <a:xfrm>
            <a:off x="8402117" y="2423160"/>
            <a:ext cx="2966618" cy="691896"/>
          </a:xfrm>
          <a:prstGeom prst="rect">
            <a:avLst/>
          </a:prstGeom>
          <a:noFill/>
          <a:ln/>
        </p:spPr>
        <p:txBody>
          <a:bodyPr wrap="square" lIns="0" tIns="0" rIns="0" bIns="0" rtlCol="0" anchor="t"/>
          <a:lstStyle/>
          <a:p>
            <a:pPr marL="0" indent="0" algn="l">
              <a:lnSpc>
                <a:spcPct val="105000"/>
              </a:lnSpc>
              <a:buNone/>
            </a:pPr>
            <a:r>
              <a:rPr lang="en-US" sz="2400" dirty="0">
                <a:solidFill>
                  <a:srgbClr val="000000"/>
                </a:solidFill>
                <a:latin typeface="General Sans Semibold" pitchFamily="34" charset="0"/>
                <a:ea typeface="General Sans Semibold" pitchFamily="34" charset="-122"/>
                <a:cs typeface="General Sans Semibold" pitchFamily="34" charset="-120"/>
              </a:rPr>
              <a:t>Echte data</a:t>
            </a:r>
            <a:endParaRPr lang="en-US" sz="2400" dirty="0"/>
          </a:p>
        </p:txBody>
      </p:sp>
      <p:sp>
        <p:nvSpPr>
          <p:cNvPr id="87" name="Text 85"/>
          <p:cNvSpPr/>
          <p:nvPr/>
        </p:nvSpPr>
        <p:spPr>
          <a:xfrm>
            <a:off x="8402117" y="3389376"/>
            <a:ext cx="2966618" cy="541020"/>
          </a:xfrm>
          <a:prstGeom prst="rect">
            <a:avLst/>
          </a:prstGeom>
          <a:noFill/>
          <a:ln/>
        </p:spPr>
        <p:txBody>
          <a:bodyPr wrap="square" lIns="0" tIns="0" rIns="0" bIns="0" rtlCol="0" anchor="t"/>
          <a:lstStyle/>
          <a:p>
            <a:pPr marL="0" indent="0" algn="l">
              <a:lnSpc>
                <a:spcPct val="105000"/>
              </a:lnSpc>
              <a:buNone/>
            </a:pPr>
            <a:r>
              <a:rPr lang="en-US" sz="1500" dirty="0">
                <a:solidFill>
                  <a:srgbClr val="000000"/>
                </a:solidFill>
                <a:latin typeface="General Sans" pitchFamily="34" charset="0"/>
                <a:ea typeface="General Sans" pitchFamily="34" charset="-122"/>
                <a:cs typeface="General Sans" pitchFamily="34" charset="-120"/>
              </a:rPr>
              <a:t>Dezelfde code draait bij je instelling, zonder agent.</a:t>
            </a:r>
            <a:endParaRPr lang="en-US" sz="1500" dirty="0"/>
          </a:p>
        </p:txBody>
      </p:sp>
      <p:sp>
        <p:nvSpPr>
          <p:cNvPr id="88" name="Shape 86"/>
          <p:cNvSpPr/>
          <p:nvPr/>
        </p:nvSpPr>
        <p:spPr>
          <a:xfrm>
            <a:off x="548640" y="4341876"/>
            <a:ext cx="11094415" cy="1005840"/>
          </a:xfrm>
          <a:prstGeom prst="roundRect">
            <a:avLst>
              <a:gd name="adj" fmla="val 16529"/>
            </a:avLst>
          </a:prstGeom>
          <a:solidFill>
            <a:srgbClr val="FFFFFF"/>
          </a:solidFill>
          <a:ln/>
        </p:spPr>
        <p:txBody>
          <a:bodyPr/>
          <a:lstStyle/>
          <a:p>
            <a:endParaRPr lang="en-NL"/>
          </a:p>
        </p:txBody>
      </p:sp>
      <p:sp>
        <p:nvSpPr>
          <p:cNvPr id="89" name="Text 87"/>
          <p:cNvSpPr/>
          <p:nvPr/>
        </p:nvSpPr>
        <p:spPr>
          <a:xfrm>
            <a:off x="914400" y="4341876"/>
            <a:ext cx="10362895" cy="1005840"/>
          </a:xfrm>
          <a:prstGeom prst="rect">
            <a:avLst/>
          </a:prstGeom>
          <a:noFill/>
          <a:ln/>
        </p:spPr>
        <p:txBody>
          <a:bodyPr wrap="square" lIns="0" tIns="0" rIns="0" bIns="0" rtlCol="0" anchor="ctr"/>
          <a:lstStyle/>
          <a:p>
            <a:pPr marL="0" indent="0" algn="l">
              <a:lnSpc>
                <a:spcPct val="105000"/>
              </a:lnSpc>
              <a:buNone/>
            </a:pPr>
            <a:r>
              <a:rPr lang="en-US" sz="2200" dirty="0">
                <a:solidFill>
                  <a:srgbClr val="3D68EC"/>
                </a:solidFill>
                <a:latin typeface="General Sans Semibold" pitchFamily="34" charset="0"/>
                <a:ea typeface="General Sans Semibold" pitchFamily="34" charset="-122"/>
                <a:cs typeface="General Sans Semibold" pitchFamily="34" charset="-120"/>
              </a:rPr>
              <a:t>CEDA helpt:</a:t>
            </a:r>
            <a:r>
              <a:rPr lang="en-US" sz="2200" dirty="0">
                <a:solidFill>
                  <a:srgbClr val="000000"/>
                </a:solidFill>
                <a:latin typeface="General Sans" pitchFamily="34" charset="0"/>
                <a:ea typeface="General Sans" pitchFamily="34" charset="-122"/>
                <a:cs typeface="General Sans" pitchFamily="34" charset="-120"/>
              </a:rPr>
              <a:t> wil je bouwen op je eigen data? Wij helpen je een synthetische versie te maken: zelfde structuur, geen echte studenten.</a:t>
            </a:r>
            <a:endParaRPr lang="en-US" sz="2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5">
    <p:bg>
      <p:bgPr>
        <a:solidFill>
          <a:srgbClr val="FAEAEA"/>
        </a:solidFill>
        <a:effectLst/>
      </p:bgPr>
    </p:bg>
    <p:spTree>
      <p:nvGrpSpPr>
        <p:cNvPr id="1" name=""/>
        <p:cNvGrpSpPr/>
        <p:nvPr/>
      </p:nvGrpSpPr>
      <p:grpSpPr>
        <a:xfrm>
          <a:off x="0" y="0"/>
          <a:ext cx="0" cy="0"/>
          <a:chOff x="0" y="0"/>
          <a:chExt cx="0" cy="0"/>
        </a:xfrm>
      </p:grpSpPr>
      <p:sp>
        <p:nvSpPr>
          <p:cNvPr id="2" name="Shape 0"/>
          <p:cNvSpPr/>
          <p:nvPr/>
        </p:nvSpPr>
        <p:spPr>
          <a:xfrm>
            <a:off x="11304952" y="384048"/>
            <a:ext cx="35960" cy="35960"/>
          </a:xfrm>
          <a:prstGeom prst="ellipse">
            <a:avLst/>
          </a:prstGeom>
          <a:solidFill>
            <a:srgbClr val="000000"/>
          </a:solidFill>
          <a:ln/>
        </p:spPr>
        <p:txBody>
          <a:bodyPr/>
          <a:lstStyle/>
          <a:p>
            <a:endParaRPr/>
          </a:p>
        </p:txBody>
      </p:sp>
      <p:sp>
        <p:nvSpPr>
          <p:cNvPr id="3" name="Shape 1"/>
          <p:cNvSpPr/>
          <p:nvPr/>
        </p:nvSpPr>
        <p:spPr>
          <a:xfrm>
            <a:off x="11212173" y="399224"/>
            <a:ext cx="34616" cy="34616"/>
          </a:xfrm>
          <a:prstGeom prst="ellipse">
            <a:avLst/>
          </a:prstGeom>
          <a:solidFill>
            <a:srgbClr val="000000"/>
          </a:solidFill>
          <a:ln/>
        </p:spPr>
        <p:txBody>
          <a:bodyPr/>
          <a:lstStyle/>
          <a:p>
            <a:endParaRPr/>
          </a:p>
        </p:txBody>
      </p:sp>
      <p:sp>
        <p:nvSpPr>
          <p:cNvPr id="4" name="Shape 2"/>
          <p:cNvSpPr/>
          <p:nvPr/>
        </p:nvSpPr>
        <p:spPr>
          <a:xfrm>
            <a:off x="11398641" y="399224"/>
            <a:ext cx="34616" cy="34616"/>
          </a:xfrm>
          <a:prstGeom prst="ellipse">
            <a:avLst/>
          </a:prstGeom>
          <a:solidFill>
            <a:srgbClr val="000000"/>
          </a:solidFill>
          <a:ln/>
        </p:spPr>
        <p:txBody>
          <a:bodyPr/>
          <a:lstStyle/>
          <a:p>
            <a:endParaRPr/>
          </a:p>
        </p:txBody>
      </p:sp>
      <p:sp>
        <p:nvSpPr>
          <p:cNvPr id="5" name="Shape 3"/>
          <p:cNvSpPr/>
          <p:nvPr/>
        </p:nvSpPr>
        <p:spPr>
          <a:xfrm>
            <a:off x="11258374" y="435357"/>
            <a:ext cx="51936" cy="51936"/>
          </a:xfrm>
          <a:prstGeom prst="ellipse">
            <a:avLst/>
          </a:prstGeom>
          <a:solidFill>
            <a:srgbClr val="000000"/>
          </a:solidFill>
          <a:ln/>
        </p:spPr>
        <p:txBody>
          <a:bodyPr/>
          <a:lstStyle/>
          <a:p>
            <a:endParaRPr/>
          </a:p>
        </p:txBody>
      </p:sp>
      <p:sp>
        <p:nvSpPr>
          <p:cNvPr id="6" name="Shape 4"/>
          <p:cNvSpPr/>
          <p:nvPr/>
        </p:nvSpPr>
        <p:spPr>
          <a:xfrm>
            <a:off x="11335407" y="435306"/>
            <a:ext cx="51718" cy="51718"/>
          </a:xfrm>
          <a:prstGeom prst="ellipse">
            <a:avLst/>
          </a:prstGeom>
          <a:solidFill>
            <a:srgbClr val="000000"/>
          </a:solidFill>
          <a:ln/>
        </p:spPr>
        <p:txBody>
          <a:bodyPr/>
          <a:lstStyle/>
          <a:p>
            <a:endParaRPr/>
          </a:p>
        </p:txBody>
      </p:sp>
      <p:sp>
        <p:nvSpPr>
          <p:cNvPr id="7" name="Shape 5"/>
          <p:cNvSpPr/>
          <p:nvPr/>
        </p:nvSpPr>
        <p:spPr>
          <a:xfrm>
            <a:off x="11127388" y="442398"/>
            <a:ext cx="35294" cy="35294"/>
          </a:xfrm>
          <a:prstGeom prst="ellipse">
            <a:avLst/>
          </a:prstGeom>
          <a:solidFill>
            <a:srgbClr val="000000"/>
          </a:solidFill>
          <a:ln/>
        </p:spPr>
        <p:txBody>
          <a:bodyPr/>
          <a:lstStyle/>
          <a:p>
            <a:endParaRPr/>
          </a:p>
        </p:txBody>
      </p:sp>
      <p:sp>
        <p:nvSpPr>
          <p:cNvPr id="8" name="Shape 6"/>
          <p:cNvSpPr/>
          <p:nvPr/>
        </p:nvSpPr>
        <p:spPr>
          <a:xfrm>
            <a:off x="11482145" y="441649"/>
            <a:ext cx="35960" cy="35960"/>
          </a:xfrm>
          <a:prstGeom prst="ellipse">
            <a:avLst/>
          </a:prstGeom>
          <a:solidFill>
            <a:srgbClr val="000000"/>
          </a:solidFill>
          <a:ln/>
        </p:spPr>
        <p:txBody>
          <a:bodyPr/>
          <a:lstStyle/>
          <a:p>
            <a:endParaRPr/>
          </a:p>
        </p:txBody>
      </p:sp>
      <p:sp>
        <p:nvSpPr>
          <p:cNvPr id="9" name="Shape 7"/>
          <p:cNvSpPr/>
          <p:nvPr/>
        </p:nvSpPr>
        <p:spPr>
          <a:xfrm>
            <a:off x="11185603" y="459328"/>
            <a:ext cx="52167" cy="52167"/>
          </a:xfrm>
          <a:prstGeom prst="ellipse">
            <a:avLst/>
          </a:prstGeom>
          <a:solidFill>
            <a:srgbClr val="000000"/>
          </a:solidFill>
          <a:ln/>
        </p:spPr>
        <p:txBody>
          <a:bodyPr/>
          <a:lstStyle/>
          <a:p>
            <a:endParaRPr/>
          </a:p>
        </p:txBody>
      </p:sp>
      <p:sp>
        <p:nvSpPr>
          <p:cNvPr id="10" name="Shape 8"/>
          <p:cNvSpPr/>
          <p:nvPr/>
        </p:nvSpPr>
        <p:spPr>
          <a:xfrm>
            <a:off x="11408043" y="458713"/>
            <a:ext cx="52384" cy="52384"/>
          </a:xfrm>
          <a:prstGeom prst="ellipse">
            <a:avLst/>
          </a:prstGeom>
          <a:solidFill>
            <a:srgbClr val="000000"/>
          </a:solidFill>
          <a:ln/>
        </p:spPr>
        <p:txBody>
          <a:bodyPr/>
          <a:lstStyle/>
          <a:p>
            <a:endParaRPr/>
          </a:p>
        </p:txBody>
      </p:sp>
      <p:sp>
        <p:nvSpPr>
          <p:cNvPr id="11" name="Shape 9"/>
          <p:cNvSpPr/>
          <p:nvPr/>
        </p:nvSpPr>
        <p:spPr>
          <a:xfrm>
            <a:off x="11241891" y="499749"/>
            <a:ext cx="36613" cy="36613"/>
          </a:xfrm>
          <a:prstGeom prst="ellipse">
            <a:avLst/>
          </a:prstGeom>
          <a:solidFill>
            <a:srgbClr val="000000"/>
          </a:solidFill>
          <a:ln/>
        </p:spPr>
        <p:txBody>
          <a:bodyPr/>
          <a:lstStyle/>
          <a:p>
            <a:endParaRPr/>
          </a:p>
        </p:txBody>
      </p:sp>
      <p:sp>
        <p:nvSpPr>
          <p:cNvPr id="12" name="Shape 10"/>
          <p:cNvSpPr/>
          <p:nvPr/>
        </p:nvSpPr>
        <p:spPr>
          <a:xfrm>
            <a:off x="11294557" y="500146"/>
            <a:ext cx="57223" cy="57223"/>
          </a:xfrm>
          <a:prstGeom prst="ellipse">
            <a:avLst/>
          </a:prstGeom>
          <a:solidFill>
            <a:srgbClr val="000000"/>
          </a:solidFill>
          <a:ln/>
        </p:spPr>
        <p:txBody>
          <a:bodyPr/>
          <a:lstStyle/>
          <a:p>
            <a:endParaRPr/>
          </a:p>
        </p:txBody>
      </p:sp>
      <p:sp>
        <p:nvSpPr>
          <p:cNvPr id="13" name="Shape 11"/>
          <p:cNvSpPr/>
          <p:nvPr/>
        </p:nvSpPr>
        <p:spPr>
          <a:xfrm>
            <a:off x="11364102" y="498770"/>
            <a:ext cx="35294" cy="35294"/>
          </a:xfrm>
          <a:prstGeom prst="ellipse">
            <a:avLst/>
          </a:prstGeom>
          <a:solidFill>
            <a:srgbClr val="000000"/>
          </a:solidFill>
          <a:ln/>
        </p:spPr>
        <p:txBody>
          <a:bodyPr/>
          <a:lstStyle/>
          <a:p>
            <a:endParaRPr/>
          </a:p>
        </p:txBody>
      </p:sp>
      <p:sp>
        <p:nvSpPr>
          <p:cNvPr id="14" name="Shape 12"/>
          <p:cNvSpPr/>
          <p:nvPr/>
        </p:nvSpPr>
        <p:spPr>
          <a:xfrm>
            <a:off x="11123515" y="504524"/>
            <a:ext cx="51936" cy="51936"/>
          </a:xfrm>
          <a:prstGeom prst="ellipse">
            <a:avLst/>
          </a:prstGeom>
          <a:solidFill>
            <a:srgbClr val="000000"/>
          </a:solidFill>
          <a:ln/>
        </p:spPr>
        <p:txBody>
          <a:bodyPr/>
          <a:lstStyle/>
          <a:p>
            <a:endParaRPr/>
          </a:p>
        </p:txBody>
      </p:sp>
      <p:sp>
        <p:nvSpPr>
          <p:cNvPr id="15" name="Shape 13"/>
          <p:cNvSpPr/>
          <p:nvPr/>
        </p:nvSpPr>
        <p:spPr>
          <a:xfrm>
            <a:off x="11470202" y="504300"/>
            <a:ext cx="52384" cy="52384"/>
          </a:xfrm>
          <a:prstGeom prst="ellipse">
            <a:avLst/>
          </a:prstGeom>
          <a:solidFill>
            <a:srgbClr val="000000"/>
          </a:solidFill>
          <a:ln/>
        </p:spPr>
        <p:txBody>
          <a:bodyPr/>
          <a:lstStyle/>
          <a:p>
            <a:endParaRPr/>
          </a:p>
        </p:txBody>
      </p:sp>
      <p:sp>
        <p:nvSpPr>
          <p:cNvPr id="16" name="Shape 14"/>
          <p:cNvSpPr/>
          <p:nvPr/>
        </p:nvSpPr>
        <p:spPr>
          <a:xfrm>
            <a:off x="11060774" y="508825"/>
            <a:ext cx="35627" cy="35627"/>
          </a:xfrm>
          <a:prstGeom prst="ellipse">
            <a:avLst/>
          </a:prstGeom>
          <a:solidFill>
            <a:srgbClr val="000000"/>
          </a:solidFill>
          <a:ln/>
        </p:spPr>
        <p:txBody>
          <a:bodyPr/>
          <a:lstStyle/>
          <a:p>
            <a:endParaRPr/>
          </a:p>
        </p:txBody>
      </p:sp>
      <p:sp>
        <p:nvSpPr>
          <p:cNvPr id="17" name="Shape 15"/>
          <p:cNvSpPr/>
          <p:nvPr/>
        </p:nvSpPr>
        <p:spPr>
          <a:xfrm>
            <a:off x="11548535" y="508038"/>
            <a:ext cx="36613" cy="36613"/>
          </a:xfrm>
          <a:prstGeom prst="ellipse">
            <a:avLst/>
          </a:prstGeom>
          <a:solidFill>
            <a:srgbClr val="000000"/>
          </a:solidFill>
          <a:ln/>
        </p:spPr>
        <p:txBody>
          <a:bodyPr/>
          <a:lstStyle/>
          <a:p>
            <a:endParaRPr/>
          </a:p>
        </p:txBody>
      </p:sp>
      <p:sp>
        <p:nvSpPr>
          <p:cNvPr id="18" name="Shape 16"/>
          <p:cNvSpPr/>
          <p:nvPr/>
        </p:nvSpPr>
        <p:spPr>
          <a:xfrm>
            <a:off x="11191466" y="533379"/>
            <a:ext cx="57825" cy="57825"/>
          </a:xfrm>
          <a:prstGeom prst="ellipse">
            <a:avLst/>
          </a:prstGeom>
          <a:solidFill>
            <a:srgbClr val="000000"/>
          </a:solidFill>
          <a:ln/>
        </p:spPr>
        <p:txBody>
          <a:bodyPr/>
          <a:lstStyle/>
          <a:p>
            <a:endParaRPr/>
          </a:p>
        </p:txBody>
      </p:sp>
      <p:sp>
        <p:nvSpPr>
          <p:cNvPr id="19" name="Shape 17"/>
          <p:cNvSpPr/>
          <p:nvPr/>
        </p:nvSpPr>
        <p:spPr>
          <a:xfrm>
            <a:off x="11396535" y="533494"/>
            <a:ext cx="57428" cy="57428"/>
          </a:xfrm>
          <a:prstGeom prst="ellipse">
            <a:avLst/>
          </a:prstGeom>
          <a:solidFill>
            <a:srgbClr val="000000"/>
          </a:solidFill>
          <a:ln/>
        </p:spPr>
        <p:txBody>
          <a:bodyPr/>
          <a:lstStyle/>
          <a:p>
            <a:endParaRPr/>
          </a:p>
        </p:txBody>
      </p:sp>
      <p:sp>
        <p:nvSpPr>
          <p:cNvPr id="20" name="Shape 18"/>
          <p:cNvSpPr/>
          <p:nvPr/>
        </p:nvSpPr>
        <p:spPr>
          <a:xfrm>
            <a:off x="11079087" y="567226"/>
            <a:ext cx="51270" cy="51270"/>
          </a:xfrm>
          <a:prstGeom prst="ellipse">
            <a:avLst/>
          </a:prstGeom>
          <a:solidFill>
            <a:srgbClr val="000000"/>
          </a:solidFill>
          <a:ln/>
        </p:spPr>
        <p:txBody>
          <a:bodyPr/>
          <a:lstStyle/>
          <a:p>
            <a:endParaRPr/>
          </a:p>
        </p:txBody>
      </p:sp>
      <p:sp>
        <p:nvSpPr>
          <p:cNvPr id="21" name="Shape 19"/>
          <p:cNvSpPr/>
          <p:nvPr/>
        </p:nvSpPr>
        <p:spPr>
          <a:xfrm>
            <a:off x="11339728" y="567053"/>
            <a:ext cx="34616" cy="34616"/>
          </a:xfrm>
          <a:prstGeom prst="ellipse">
            <a:avLst/>
          </a:prstGeom>
          <a:solidFill>
            <a:srgbClr val="000000"/>
          </a:solidFill>
          <a:ln/>
        </p:spPr>
        <p:txBody>
          <a:bodyPr/>
          <a:lstStyle/>
          <a:p>
            <a:endParaRPr/>
          </a:p>
        </p:txBody>
      </p:sp>
      <p:sp>
        <p:nvSpPr>
          <p:cNvPr id="22" name="Shape 20"/>
          <p:cNvSpPr/>
          <p:nvPr/>
        </p:nvSpPr>
        <p:spPr>
          <a:xfrm>
            <a:off x="11515167" y="566234"/>
            <a:ext cx="52819" cy="52819"/>
          </a:xfrm>
          <a:prstGeom prst="ellipse">
            <a:avLst/>
          </a:prstGeom>
          <a:solidFill>
            <a:srgbClr val="000000"/>
          </a:solidFill>
          <a:ln/>
        </p:spPr>
        <p:txBody>
          <a:bodyPr/>
          <a:lstStyle/>
          <a:p>
            <a:endParaRPr/>
          </a:p>
        </p:txBody>
      </p:sp>
      <p:sp>
        <p:nvSpPr>
          <p:cNvPr id="23" name="Shape 21"/>
          <p:cNvSpPr/>
          <p:nvPr/>
        </p:nvSpPr>
        <p:spPr>
          <a:xfrm>
            <a:off x="11262860" y="569742"/>
            <a:ext cx="34961" cy="34961"/>
          </a:xfrm>
          <a:prstGeom prst="ellipse">
            <a:avLst/>
          </a:prstGeom>
          <a:solidFill>
            <a:srgbClr val="000000"/>
          </a:solidFill>
          <a:ln/>
        </p:spPr>
        <p:txBody>
          <a:bodyPr/>
          <a:lstStyle/>
          <a:p>
            <a:endParaRPr/>
          </a:p>
        </p:txBody>
      </p:sp>
      <p:sp>
        <p:nvSpPr>
          <p:cNvPr id="24" name="Shape 22"/>
          <p:cNvSpPr/>
          <p:nvPr/>
        </p:nvSpPr>
        <p:spPr>
          <a:xfrm>
            <a:off x="11462521" y="569818"/>
            <a:ext cx="35294" cy="35294"/>
          </a:xfrm>
          <a:prstGeom prst="ellipse">
            <a:avLst/>
          </a:prstGeom>
          <a:solidFill>
            <a:srgbClr val="000000"/>
          </a:solidFill>
          <a:ln/>
        </p:spPr>
        <p:txBody>
          <a:bodyPr/>
          <a:lstStyle/>
          <a:p>
            <a:endParaRPr/>
          </a:p>
        </p:txBody>
      </p:sp>
      <p:sp>
        <p:nvSpPr>
          <p:cNvPr id="25" name="Shape 23"/>
          <p:cNvSpPr/>
          <p:nvPr/>
        </p:nvSpPr>
        <p:spPr>
          <a:xfrm>
            <a:off x="11145681" y="573441"/>
            <a:ext cx="34270" cy="34270"/>
          </a:xfrm>
          <a:prstGeom prst="ellipse">
            <a:avLst/>
          </a:prstGeom>
          <a:solidFill>
            <a:srgbClr val="000000"/>
          </a:solidFill>
          <a:ln/>
        </p:spPr>
        <p:txBody>
          <a:bodyPr/>
          <a:lstStyle/>
          <a:p>
            <a:endParaRPr/>
          </a:p>
        </p:txBody>
      </p:sp>
      <p:sp>
        <p:nvSpPr>
          <p:cNvPr id="26" name="Shape 24"/>
          <p:cNvSpPr/>
          <p:nvPr/>
        </p:nvSpPr>
        <p:spPr>
          <a:xfrm>
            <a:off x="11592015" y="593213"/>
            <a:ext cx="35294" cy="35294"/>
          </a:xfrm>
          <a:prstGeom prst="ellipse">
            <a:avLst/>
          </a:prstGeom>
          <a:solidFill>
            <a:srgbClr val="000000"/>
          </a:solidFill>
          <a:ln/>
        </p:spPr>
        <p:txBody>
          <a:bodyPr/>
          <a:lstStyle/>
          <a:p>
            <a:endParaRPr/>
          </a:p>
        </p:txBody>
      </p:sp>
      <p:sp>
        <p:nvSpPr>
          <p:cNvPr id="27" name="Shape 25"/>
          <p:cNvSpPr/>
          <p:nvPr/>
        </p:nvSpPr>
        <p:spPr>
          <a:xfrm>
            <a:off x="11019124" y="593444"/>
            <a:ext cx="34616" cy="34616"/>
          </a:xfrm>
          <a:prstGeom prst="ellipse">
            <a:avLst/>
          </a:prstGeom>
          <a:solidFill>
            <a:srgbClr val="000000"/>
          </a:solidFill>
          <a:ln/>
        </p:spPr>
        <p:txBody>
          <a:bodyPr/>
          <a:lstStyle/>
          <a:p>
            <a:endParaRPr/>
          </a:p>
        </p:txBody>
      </p:sp>
      <p:sp>
        <p:nvSpPr>
          <p:cNvPr id="28" name="Shape 26"/>
          <p:cNvSpPr/>
          <p:nvPr/>
        </p:nvSpPr>
        <p:spPr>
          <a:xfrm>
            <a:off x="11403576" y="610214"/>
            <a:ext cx="34961" cy="34961"/>
          </a:xfrm>
          <a:prstGeom prst="ellipse">
            <a:avLst/>
          </a:prstGeom>
          <a:solidFill>
            <a:srgbClr val="000000"/>
          </a:solidFill>
          <a:ln/>
        </p:spPr>
        <p:txBody>
          <a:bodyPr/>
          <a:lstStyle/>
          <a:p>
            <a:endParaRPr/>
          </a:p>
        </p:txBody>
      </p:sp>
      <p:sp>
        <p:nvSpPr>
          <p:cNvPr id="29" name="Shape 27"/>
          <p:cNvSpPr/>
          <p:nvPr/>
        </p:nvSpPr>
        <p:spPr>
          <a:xfrm>
            <a:off x="11201662" y="616570"/>
            <a:ext cx="35627" cy="35627"/>
          </a:xfrm>
          <a:prstGeom prst="ellipse">
            <a:avLst/>
          </a:prstGeom>
          <a:solidFill>
            <a:srgbClr val="000000"/>
          </a:solidFill>
          <a:ln/>
        </p:spPr>
        <p:txBody>
          <a:bodyPr/>
          <a:lstStyle/>
          <a:p>
            <a:endParaRPr/>
          </a:p>
        </p:txBody>
      </p:sp>
      <p:sp>
        <p:nvSpPr>
          <p:cNvPr id="30" name="Shape 28"/>
          <p:cNvSpPr/>
          <p:nvPr/>
        </p:nvSpPr>
        <p:spPr>
          <a:xfrm>
            <a:off x="11127484" y="620705"/>
            <a:ext cx="58030" cy="58030"/>
          </a:xfrm>
          <a:prstGeom prst="ellipse">
            <a:avLst/>
          </a:prstGeom>
          <a:solidFill>
            <a:srgbClr val="000000"/>
          </a:solidFill>
          <a:ln/>
        </p:spPr>
        <p:txBody>
          <a:bodyPr/>
          <a:lstStyle/>
          <a:p>
            <a:endParaRPr/>
          </a:p>
        </p:txBody>
      </p:sp>
      <p:sp>
        <p:nvSpPr>
          <p:cNvPr id="31" name="Shape 29"/>
          <p:cNvSpPr/>
          <p:nvPr/>
        </p:nvSpPr>
        <p:spPr>
          <a:xfrm>
            <a:off x="11460767" y="620852"/>
            <a:ext cx="57428" cy="57428"/>
          </a:xfrm>
          <a:prstGeom prst="ellipse">
            <a:avLst/>
          </a:prstGeom>
          <a:solidFill>
            <a:srgbClr val="000000"/>
          </a:solidFill>
          <a:ln/>
        </p:spPr>
        <p:txBody>
          <a:bodyPr/>
          <a:lstStyle/>
          <a:p>
            <a:endParaRPr/>
          </a:p>
        </p:txBody>
      </p:sp>
      <p:sp>
        <p:nvSpPr>
          <p:cNvPr id="32" name="Shape 30"/>
          <p:cNvSpPr/>
          <p:nvPr/>
        </p:nvSpPr>
        <p:spPr>
          <a:xfrm>
            <a:off x="11055219" y="640144"/>
            <a:ext cx="51718" cy="51718"/>
          </a:xfrm>
          <a:prstGeom prst="ellipse">
            <a:avLst/>
          </a:prstGeom>
          <a:solidFill>
            <a:srgbClr val="000000"/>
          </a:solidFill>
          <a:ln/>
        </p:spPr>
        <p:txBody>
          <a:bodyPr/>
          <a:lstStyle/>
          <a:p>
            <a:endParaRPr/>
          </a:p>
        </p:txBody>
      </p:sp>
      <p:sp>
        <p:nvSpPr>
          <p:cNvPr id="33" name="Shape 31"/>
          <p:cNvSpPr/>
          <p:nvPr/>
        </p:nvSpPr>
        <p:spPr>
          <a:xfrm>
            <a:off x="11539330" y="640266"/>
            <a:ext cx="51270" cy="51270"/>
          </a:xfrm>
          <a:prstGeom prst="ellipse">
            <a:avLst/>
          </a:prstGeom>
          <a:solidFill>
            <a:srgbClr val="000000"/>
          </a:solidFill>
          <a:ln/>
        </p:spPr>
        <p:txBody>
          <a:bodyPr/>
          <a:lstStyle/>
          <a:p>
            <a:endParaRPr/>
          </a:p>
        </p:txBody>
      </p:sp>
      <p:sp>
        <p:nvSpPr>
          <p:cNvPr id="34" name="Shape 32"/>
          <p:cNvSpPr/>
          <p:nvPr/>
        </p:nvSpPr>
        <p:spPr>
          <a:xfrm>
            <a:off x="11429576" y="682274"/>
            <a:ext cx="35627" cy="35627"/>
          </a:xfrm>
          <a:prstGeom prst="ellipse">
            <a:avLst/>
          </a:prstGeom>
          <a:solidFill>
            <a:srgbClr val="000000"/>
          </a:solidFill>
          <a:ln/>
        </p:spPr>
        <p:txBody>
          <a:bodyPr/>
          <a:lstStyle/>
          <a:p>
            <a:endParaRPr/>
          </a:p>
        </p:txBody>
      </p:sp>
      <p:sp>
        <p:nvSpPr>
          <p:cNvPr id="35" name="Shape 33"/>
          <p:cNvSpPr/>
          <p:nvPr/>
        </p:nvSpPr>
        <p:spPr>
          <a:xfrm>
            <a:off x="11004076" y="687222"/>
            <a:ext cx="34616" cy="34616"/>
          </a:xfrm>
          <a:prstGeom prst="ellipse">
            <a:avLst/>
          </a:prstGeom>
          <a:solidFill>
            <a:srgbClr val="000000"/>
          </a:solidFill>
          <a:ln/>
        </p:spPr>
        <p:txBody>
          <a:bodyPr/>
          <a:lstStyle/>
          <a:p>
            <a:endParaRPr/>
          </a:p>
        </p:txBody>
      </p:sp>
      <p:sp>
        <p:nvSpPr>
          <p:cNvPr id="36" name="Shape 34"/>
          <p:cNvSpPr/>
          <p:nvPr/>
        </p:nvSpPr>
        <p:spPr>
          <a:xfrm>
            <a:off x="11502052" y="685321"/>
            <a:ext cx="34270" cy="34270"/>
          </a:xfrm>
          <a:prstGeom prst="ellipse">
            <a:avLst/>
          </a:prstGeom>
          <a:solidFill>
            <a:srgbClr val="000000"/>
          </a:solidFill>
          <a:ln/>
        </p:spPr>
        <p:txBody>
          <a:bodyPr/>
          <a:lstStyle/>
          <a:p>
            <a:endParaRPr/>
          </a:p>
        </p:txBody>
      </p:sp>
      <p:sp>
        <p:nvSpPr>
          <p:cNvPr id="37" name="Shape 35"/>
          <p:cNvSpPr/>
          <p:nvPr/>
        </p:nvSpPr>
        <p:spPr>
          <a:xfrm>
            <a:off x="11606321" y="686422"/>
            <a:ext cx="35627" cy="35627"/>
          </a:xfrm>
          <a:prstGeom prst="ellipse">
            <a:avLst/>
          </a:prstGeom>
          <a:solidFill>
            <a:srgbClr val="000000"/>
          </a:solidFill>
          <a:ln/>
        </p:spPr>
        <p:txBody>
          <a:bodyPr/>
          <a:lstStyle/>
          <a:p>
            <a:endParaRPr/>
          </a:p>
        </p:txBody>
      </p:sp>
      <p:sp>
        <p:nvSpPr>
          <p:cNvPr id="38" name="Shape 36"/>
          <p:cNvSpPr/>
          <p:nvPr/>
        </p:nvSpPr>
        <p:spPr>
          <a:xfrm>
            <a:off x="11108908" y="688957"/>
            <a:ext cx="35294" cy="35294"/>
          </a:xfrm>
          <a:prstGeom prst="ellipse">
            <a:avLst/>
          </a:prstGeom>
          <a:solidFill>
            <a:srgbClr val="000000"/>
          </a:solidFill>
          <a:ln/>
        </p:spPr>
        <p:txBody>
          <a:bodyPr/>
          <a:lstStyle/>
          <a:p>
            <a:endParaRPr/>
          </a:p>
        </p:txBody>
      </p:sp>
      <p:sp>
        <p:nvSpPr>
          <p:cNvPr id="39" name="Shape 37"/>
          <p:cNvSpPr/>
          <p:nvPr/>
        </p:nvSpPr>
        <p:spPr>
          <a:xfrm>
            <a:off x="11179733" y="690371"/>
            <a:ext cx="36613" cy="36613"/>
          </a:xfrm>
          <a:prstGeom prst="ellipse">
            <a:avLst/>
          </a:prstGeom>
          <a:solidFill>
            <a:srgbClr val="000000"/>
          </a:solidFill>
          <a:ln/>
        </p:spPr>
        <p:txBody>
          <a:bodyPr/>
          <a:lstStyle/>
          <a:p>
            <a:endParaRPr/>
          </a:p>
        </p:txBody>
      </p:sp>
      <p:sp>
        <p:nvSpPr>
          <p:cNvPr id="40" name="Shape 38"/>
          <p:cNvSpPr/>
          <p:nvPr/>
        </p:nvSpPr>
        <p:spPr>
          <a:xfrm>
            <a:off x="11054764" y="716576"/>
            <a:ext cx="51936" cy="51936"/>
          </a:xfrm>
          <a:prstGeom prst="ellipse">
            <a:avLst/>
          </a:prstGeom>
          <a:solidFill>
            <a:srgbClr val="000000"/>
          </a:solidFill>
          <a:ln/>
        </p:spPr>
        <p:txBody>
          <a:bodyPr/>
          <a:lstStyle/>
          <a:p>
            <a:endParaRPr/>
          </a:p>
        </p:txBody>
      </p:sp>
      <p:sp>
        <p:nvSpPr>
          <p:cNvPr id="41" name="Shape 39"/>
          <p:cNvSpPr/>
          <p:nvPr/>
        </p:nvSpPr>
        <p:spPr>
          <a:xfrm>
            <a:off x="11539023" y="716851"/>
            <a:ext cx="51488" cy="51488"/>
          </a:xfrm>
          <a:prstGeom prst="ellipse">
            <a:avLst/>
          </a:prstGeom>
          <a:solidFill>
            <a:srgbClr val="000000"/>
          </a:solidFill>
          <a:ln/>
        </p:spPr>
        <p:txBody>
          <a:bodyPr/>
          <a:lstStyle/>
          <a:p>
            <a:endParaRPr/>
          </a:p>
        </p:txBody>
      </p:sp>
      <p:sp>
        <p:nvSpPr>
          <p:cNvPr id="42" name="Shape 40"/>
          <p:cNvSpPr/>
          <p:nvPr/>
        </p:nvSpPr>
        <p:spPr>
          <a:xfrm>
            <a:off x="11127490" y="729288"/>
            <a:ext cx="58222" cy="58222"/>
          </a:xfrm>
          <a:prstGeom prst="ellipse">
            <a:avLst/>
          </a:prstGeom>
          <a:solidFill>
            <a:srgbClr val="000000"/>
          </a:solidFill>
          <a:ln/>
        </p:spPr>
        <p:txBody>
          <a:bodyPr/>
          <a:lstStyle/>
          <a:p>
            <a:endParaRPr/>
          </a:p>
        </p:txBody>
      </p:sp>
      <p:sp>
        <p:nvSpPr>
          <p:cNvPr id="43" name="Shape 41"/>
          <p:cNvSpPr/>
          <p:nvPr/>
        </p:nvSpPr>
        <p:spPr>
          <a:xfrm>
            <a:off x="11460671" y="729781"/>
            <a:ext cx="57633" cy="57633"/>
          </a:xfrm>
          <a:prstGeom prst="ellipse">
            <a:avLst/>
          </a:prstGeom>
          <a:solidFill>
            <a:srgbClr val="000000"/>
          </a:solidFill>
          <a:ln/>
        </p:spPr>
        <p:txBody>
          <a:bodyPr/>
          <a:lstStyle/>
          <a:p>
            <a:endParaRPr/>
          </a:p>
        </p:txBody>
      </p:sp>
      <p:sp>
        <p:nvSpPr>
          <p:cNvPr id="44" name="Shape 42"/>
          <p:cNvSpPr/>
          <p:nvPr/>
        </p:nvSpPr>
        <p:spPr>
          <a:xfrm>
            <a:off x="11407973" y="756415"/>
            <a:ext cx="35960" cy="35960"/>
          </a:xfrm>
          <a:prstGeom prst="ellipse">
            <a:avLst/>
          </a:prstGeom>
          <a:solidFill>
            <a:srgbClr val="000000"/>
          </a:solidFill>
          <a:ln/>
        </p:spPr>
        <p:txBody>
          <a:bodyPr/>
          <a:lstStyle/>
          <a:p>
            <a:endParaRPr/>
          </a:p>
        </p:txBody>
      </p:sp>
      <p:sp>
        <p:nvSpPr>
          <p:cNvPr id="45" name="Shape 43"/>
          <p:cNvSpPr/>
          <p:nvPr/>
        </p:nvSpPr>
        <p:spPr>
          <a:xfrm>
            <a:off x="11207308" y="763884"/>
            <a:ext cx="34616" cy="34616"/>
          </a:xfrm>
          <a:prstGeom prst="ellipse">
            <a:avLst/>
          </a:prstGeom>
          <a:solidFill>
            <a:srgbClr val="000000"/>
          </a:solidFill>
          <a:ln/>
        </p:spPr>
        <p:txBody>
          <a:bodyPr/>
          <a:lstStyle/>
          <a:p>
            <a:endParaRPr/>
          </a:p>
        </p:txBody>
      </p:sp>
      <p:sp>
        <p:nvSpPr>
          <p:cNvPr id="46" name="Shape 44"/>
          <p:cNvSpPr/>
          <p:nvPr/>
        </p:nvSpPr>
        <p:spPr>
          <a:xfrm>
            <a:off x="11018670" y="780462"/>
            <a:ext cx="34616" cy="34616"/>
          </a:xfrm>
          <a:prstGeom prst="ellipse">
            <a:avLst/>
          </a:prstGeom>
          <a:solidFill>
            <a:srgbClr val="000000"/>
          </a:solidFill>
          <a:ln/>
        </p:spPr>
        <p:txBody>
          <a:bodyPr/>
          <a:lstStyle/>
          <a:p>
            <a:endParaRPr/>
          </a:p>
        </p:txBody>
      </p:sp>
      <p:sp>
        <p:nvSpPr>
          <p:cNvPr id="47" name="Shape 45"/>
          <p:cNvSpPr/>
          <p:nvPr/>
        </p:nvSpPr>
        <p:spPr>
          <a:xfrm>
            <a:off x="11591670" y="780123"/>
            <a:ext cx="35294" cy="35294"/>
          </a:xfrm>
          <a:prstGeom prst="ellipse">
            <a:avLst/>
          </a:prstGeom>
          <a:solidFill>
            <a:srgbClr val="000000"/>
          </a:solidFill>
          <a:ln/>
        </p:spPr>
        <p:txBody>
          <a:bodyPr/>
          <a:lstStyle/>
          <a:p>
            <a:endParaRPr/>
          </a:p>
        </p:txBody>
      </p:sp>
      <p:sp>
        <p:nvSpPr>
          <p:cNvPr id="48" name="Shape 46"/>
          <p:cNvSpPr/>
          <p:nvPr/>
        </p:nvSpPr>
        <p:spPr>
          <a:xfrm>
            <a:off x="11079010" y="790179"/>
            <a:ext cx="51270" cy="51270"/>
          </a:xfrm>
          <a:prstGeom prst="ellipse">
            <a:avLst/>
          </a:prstGeom>
          <a:solidFill>
            <a:srgbClr val="000000"/>
          </a:solidFill>
          <a:ln/>
        </p:spPr>
        <p:txBody>
          <a:bodyPr/>
          <a:lstStyle/>
          <a:p>
            <a:endParaRPr/>
          </a:p>
        </p:txBody>
      </p:sp>
      <p:sp>
        <p:nvSpPr>
          <p:cNvPr id="49" name="Shape 47"/>
          <p:cNvSpPr/>
          <p:nvPr/>
        </p:nvSpPr>
        <p:spPr>
          <a:xfrm>
            <a:off x="11515218" y="789692"/>
            <a:ext cx="52602" cy="52602"/>
          </a:xfrm>
          <a:prstGeom prst="ellipse">
            <a:avLst/>
          </a:prstGeom>
          <a:solidFill>
            <a:srgbClr val="000000"/>
          </a:solidFill>
          <a:ln/>
        </p:spPr>
        <p:txBody>
          <a:bodyPr/>
          <a:lstStyle/>
          <a:p>
            <a:endParaRPr/>
          </a:p>
        </p:txBody>
      </p:sp>
      <p:sp>
        <p:nvSpPr>
          <p:cNvPr id="50" name="Shape 48"/>
          <p:cNvSpPr/>
          <p:nvPr/>
        </p:nvSpPr>
        <p:spPr>
          <a:xfrm>
            <a:off x="11147371" y="803460"/>
            <a:ext cx="35627" cy="35627"/>
          </a:xfrm>
          <a:prstGeom prst="ellipse">
            <a:avLst/>
          </a:prstGeom>
          <a:solidFill>
            <a:srgbClr val="000000"/>
          </a:solidFill>
          <a:ln/>
        </p:spPr>
        <p:txBody>
          <a:bodyPr/>
          <a:lstStyle/>
          <a:p>
            <a:endParaRPr/>
          </a:p>
        </p:txBody>
      </p:sp>
      <p:sp>
        <p:nvSpPr>
          <p:cNvPr id="51" name="Shape 49"/>
          <p:cNvSpPr/>
          <p:nvPr/>
        </p:nvSpPr>
        <p:spPr>
          <a:xfrm>
            <a:off x="11347786" y="804293"/>
            <a:ext cx="35294" cy="35294"/>
          </a:xfrm>
          <a:prstGeom prst="ellipse">
            <a:avLst/>
          </a:prstGeom>
          <a:solidFill>
            <a:srgbClr val="000000"/>
          </a:solidFill>
          <a:ln/>
        </p:spPr>
        <p:txBody>
          <a:bodyPr/>
          <a:lstStyle/>
          <a:p>
            <a:endParaRPr/>
          </a:p>
        </p:txBody>
      </p:sp>
      <p:sp>
        <p:nvSpPr>
          <p:cNvPr id="52" name="Shape 50"/>
          <p:cNvSpPr/>
          <p:nvPr/>
        </p:nvSpPr>
        <p:spPr>
          <a:xfrm>
            <a:off x="11465119" y="800919"/>
            <a:ext cx="34961" cy="34961"/>
          </a:xfrm>
          <a:prstGeom prst="ellipse">
            <a:avLst/>
          </a:prstGeom>
          <a:solidFill>
            <a:srgbClr val="000000"/>
          </a:solidFill>
          <a:ln/>
        </p:spPr>
        <p:txBody>
          <a:bodyPr/>
          <a:lstStyle/>
          <a:p>
            <a:endParaRPr/>
          </a:p>
        </p:txBody>
      </p:sp>
      <p:sp>
        <p:nvSpPr>
          <p:cNvPr id="53" name="Shape 51"/>
          <p:cNvSpPr/>
          <p:nvPr/>
        </p:nvSpPr>
        <p:spPr>
          <a:xfrm>
            <a:off x="11270669" y="806590"/>
            <a:ext cx="35627" cy="35627"/>
          </a:xfrm>
          <a:prstGeom prst="ellipse">
            <a:avLst/>
          </a:prstGeom>
          <a:solidFill>
            <a:srgbClr val="000000"/>
          </a:solidFill>
          <a:ln/>
        </p:spPr>
        <p:txBody>
          <a:bodyPr/>
          <a:lstStyle/>
          <a:p>
            <a:endParaRPr/>
          </a:p>
        </p:txBody>
      </p:sp>
      <p:sp>
        <p:nvSpPr>
          <p:cNvPr id="54" name="Shape 52"/>
          <p:cNvSpPr/>
          <p:nvPr/>
        </p:nvSpPr>
        <p:spPr>
          <a:xfrm>
            <a:off x="11191498" y="817766"/>
            <a:ext cx="57633" cy="57633"/>
          </a:xfrm>
          <a:prstGeom prst="ellipse">
            <a:avLst/>
          </a:prstGeom>
          <a:solidFill>
            <a:srgbClr val="000000"/>
          </a:solidFill>
          <a:ln/>
        </p:spPr>
        <p:txBody>
          <a:bodyPr/>
          <a:lstStyle/>
          <a:p>
            <a:endParaRPr/>
          </a:p>
        </p:txBody>
      </p:sp>
      <p:sp>
        <p:nvSpPr>
          <p:cNvPr id="55" name="Shape 53"/>
          <p:cNvSpPr/>
          <p:nvPr/>
        </p:nvSpPr>
        <p:spPr>
          <a:xfrm>
            <a:off x="11396573" y="817888"/>
            <a:ext cx="57633" cy="57633"/>
          </a:xfrm>
          <a:prstGeom prst="ellipse">
            <a:avLst/>
          </a:prstGeom>
          <a:solidFill>
            <a:srgbClr val="000000"/>
          </a:solidFill>
          <a:ln/>
        </p:spPr>
        <p:txBody>
          <a:bodyPr/>
          <a:lstStyle/>
          <a:p>
            <a:endParaRPr/>
          </a:p>
        </p:txBody>
      </p:sp>
      <p:sp>
        <p:nvSpPr>
          <p:cNvPr id="56" name="Shape 54"/>
          <p:cNvSpPr/>
          <p:nvPr/>
        </p:nvSpPr>
        <p:spPr>
          <a:xfrm>
            <a:off x="11123445" y="851985"/>
            <a:ext cx="52167" cy="52167"/>
          </a:xfrm>
          <a:prstGeom prst="ellipse">
            <a:avLst/>
          </a:prstGeom>
          <a:solidFill>
            <a:srgbClr val="000000"/>
          </a:solidFill>
          <a:ln/>
        </p:spPr>
        <p:txBody>
          <a:bodyPr/>
          <a:lstStyle/>
          <a:p>
            <a:endParaRPr/>
          </a:p>
        </p:txBody>
      </p:sp>
      <p:sp>
        <p:nvSpPr>
          <p:cNvPr id="57" name="Shape 55"/>
          <p:cNvSpPr/>
          <p:nvPr/>
        </p:nvSpPr>
        <p:spPr>
          <a:xfrm>
            <a:off x="11294647" y="851390"/>
            <a:ext cx="57223" cy="57223"/>
          </a:xfrm>
          <a:prstGeom prst="ellipse">
            <a:avLst/>
          </a:prstGeom>
          <a:solidFill>
            <a:srgbClr val="000000"/>
          </a:solidFill>
          <a:ln/>
        </p:spPr>
        <p:txBody>
          <a:bodyPr/>
          <a:lstStyle/>
          <a:p>
            <a:endParaRPr/>
          </a:p>
        </p:txBody>
      </p:sp>
      <p:sp>
        <p:nvSpPr>
          <p:cNvPr id="58" name="Shape 56"/>
          <p:cNvSpPr/>
          <p:nvPr/>
        </p:nvSpPr>
        <p:spPr>
          <a:xfrm>
            <a:off x="11470202" y="852382"/>
            <a:ext cx="52384" cy="52384"/>
          </a:xfrm>
          <a:prstGeom prst="ellipse">
            <a:avLst/>
          </a:prstGeom>
          <a:solidFill>
            <a:srgbClr val="000000"/>
          </a:solidFill>
          <a:ln/>
        </p:spPr>
        <p:txBody>
          <a:bodyPr/>
          <a:lstStyle/>
          <a:p>
            <a:endParaRPr/>
          </a:p>
        </p:txBody>
      </p:sp>
      <p:sp>
        <p:nvSpPr>
          <p:cNvPr id="59" name="Shape 57"/>
          <p:cNvSpPr/>
          <p:nvPr/>
        </p:nvSpPr>
        <p:spPr>
          <a:xfrm>
            <a:off x="11060774" y="864607"/>
            <a:ext cx="35627" cy="35627"/>
          </a:xfrm>
          <a:prstGeom prst="ellipse">
            <a:avLst/>
          </a:prstGeom>
          <a:solidFill>
            <a:srgbClr val="000000"/>
          </a:solidFill>
          <a:ln/>
        </p:spPr>
        <p:txBody>
          <a:bodyPr/>
          <a:lstStyle/>
          <a:p>
            <a:endParaRPr/>
          </a:p>
        </p:txBody>
      </p:sp>
      <p:sp>
        <p:nvSpPr>
          <p:cNvPr id="60" name="Shape 58"/>
          <p:cNvSpPr/>
          <p:nvPr/>
        </p:nvSpPr>
        <p:spPr>
          <a:xfrm>
            <a:off x="11548733" y="864185"/>
            <a:ext cx="35627" cy="35627"/>
          </a:xfrm>
          <a:prstGeom prst="ellipse">
            <a:avLst/>
          </a:prstGeom>
          <a:solidFill>
            <a:srgbClr val="000000"/>
          </a:solidFill>
          <a:ln/>
        </p:spPr>
        <p:txBody>
          <a:bodyPr/>
          <a:lstStyle/>
          <a:p>
            <a:endParaRPr/>
          </a:p>
        </p:txBody>
      </p:sp>
      <p:sp>
        <p:nvSpPr>
          <p:cNvPr id="61" name="Shape 59"/>
          <p:cNvSpPr/>
          <p:nvPr/>
        </p:nvSpPr>
        <p:spPr>
          <a:xfrm>
            <a:off x="11246231" y="873908"/>
            <a:ext cx="35627" cy="35627"/>
          </a:xfrm>
          <a:prstGeom prst="ellipse">
            <a:avLst/>
          </a:prstGeom>
          <a:solidFill>
            <a:srgbClr val="000000"/>
          </a:solidFill>
          <a:ln/>
        </p:spPr>
        <p:txBody>
          <a:bodyPr/>
          <a:lstStyle/>
          <a:p>
            <a:endParaRPr/>
          </a:p>
        </p:txBody>
      </p:sp>
      <p:sp>
        <p:nvSpPr>
          <p:cNvPr id="62" name="Shape 60"/>
          <p:cNvSpPr/>
          <p:nvPr/>
        </p:nvSpPr>
        <p:spPr>
          <a:xfrm>
            <a:off x="11367418" y="872896"/>
            <a:ext cx="35627" cy="35627"/>
          </a:xfrm>
          <a:prstGeom prst="ellipse">
            <a:avLst/>
          </a:prstGeom>
          <a:solidFill>
            <a:srgbClr val="000000"/>
          </a:solidFill>
          <a:ln/>
        </p:spPr>
        <p:txBody>
          <a:bodyPr/>
          <a:lstStyle/>
          <a:p>
            <a:endParaRPr/>
          </a:p>
        </p:txBody>
      </p:sp>
      <p:sp>
        <p:nvSpPr>
          <p:cNvPr id="63" name="Shape 61"/>
          <p:cNvSpPr/>
          <p:nvPr/>
        </p:nvSpPr>
        <p:spPr>
          <a:xfrm>
            <a:off x="11185366" y="897322"/>
            <a:ext cx="51936" cy="51936"/>
          </a:xfrm>
          <a:prstGeom prst="ellipse">
            <a:avLst/>
          </a:prstGeom>
          <a:solidFill>
            <a:srgbClr val="000000"/>
          </a:solidFill>
          <a:ln/>
        </p:spPr>
        <p:txBody>
          <a:bodyPr/>
          <a:lstStyle/>
          <a:p>
            <a:endParaRPr/>
          </a:p>
        </p:txBody>
      </p:sp>
      <p:sp>
        <p:nvSpPr>
          <p:cNvPr id="64" name="Shape 62"/>
          <p:cNvSpPr/>
          <p:nvPr/>
        </p:nvSpPr>
        <p:spPr>
          <a:xfrm>
            <a:off x="11407845" y="897655"/>
            <a:ext cx="52602" cy="52602"/>
          </a:xfrm>
          <a:prstGeom prst="ellipse">
            <a:avLst/>
          </a:prstGeom>
          <a:solidFill>
            <a:srgbClr val="000000"/>
          </a:solidFill>
          <a:ln/>
        </p:spPr>
        <p:txBody>
          <a:bodyPr/>
          <a:lstStyle/>
          <a:p>
            <a:endParaRPr/>
          </a:p>
        </p:txBody>
      </p:sp>
      <p:sp>
        <p:nvSpPr>
          <p:cNvPr id="65" name="Shape 63"/>
          <p:cNvSpPr/>
          <p:nvPr/>
        </p:nvSpPr>
        <p:spPr>
          <a:xfrm>
            <a:off x="11258822" y="921466"/>
            <a:ext cx="51270" cy="51270"/>
          </a:xfrm>
          <a:prstGeom prst="ellipse">
            <a:avLst/>
          </a:prstGeom>
          <a:solidFill>
            <a:srgbClr val="000000"/>
          </a:solidFill>
          <a:ln/>
        </p:spPr>
        <p:txBody>
          <a:bodyPr/>
          <a:lstStyle/>
          <a:p>
            <a:endParaRPr/>
          </a:p>
        </p:txBody>
      </p:sp>
      <p:sp>
        <p:nvSpPr>
          <p:cNvPr id="66" name="Shape 64"/>
          <p:cNvSpPr/>
          <p:nvPr/>
        </p:nvSpPr>
        <p:spPr>
          <a:xfrm>
            <a:off x="11335350" y="921504"/>
            <a:ext cx="51270" cy="51270"/>
          </a:xfrm>
          <a:prstGeom prst="ellipse">
            <a:avLst/>
          </a:prstGeom>
          <a:solidFill>
            <a:srgbClr val="000000"/>
          </a:solidFill>
          <a:ln/>
        </p:spPr>
        <p:txBody>
          <a:bodyPr/>
          <a:lstStyle/>
          <a:p>
            <a:endParaRPr/>
          </a:p>
        </p:txBody>
      </p:sp>
      <p:sp>
        <p:nvSpPr>
          <p:cNvPr id="67" name="Shape 65"/>
          <p:cNvSpPr/>
          <p:nvPr/>
        </p:nvSpPr>
        <p:spPr>
          <a:xfrm>
            <a:off x="11127388" y="931368"/>
            <a:ext cx="35294" cy="35294"/>
          </a:xfrm>
          <a:prstGeom prst="ellipse">
            <a:avLst/>
          </a:prstGeom>
          <a:solidFill>
            <a:srgbClr val="000000"/>
          </a:solidFill>
          <a:ln/>
        </p:spPr>
        <p:txBody>
          <a:bodyPr/>
          <a:lstStyle/>
          <a:p>
            <a:endParaRPr/>
          </a:p>
        </p:txBody>
      </p:sp>
      <p:sp>
        <p:nvSpPr>
          <p:cNvPr id="68" name="Shape 66"/>
          <p:cNvSpPr/>
          <p:nvPr/>
        </p:nvSpPr>
        <p:spPr>
          <a:xfrm>
            <a:off x="11481979" y="931035"/>
            <a:ext cx="35960" cy="35960"/>
          </a:xfrm>
          <a:prstGeom prst="ellipse">
            <a:avLst/>
          </a:prstGeom>
          <a:solidFill>
            <a:srgbClr val="000000"/>
          </a:solidFill>
          <a:ln/>
        </p:spPr>
        <p:txBody>
          <a:bodyPr/>
          <a:lstStyle/>
          <a:p>
            <a:endParaRPr/>
          </a:p>
        </p:txBody>
      </p:sp>
      <p:sp>
        <p:nvSpPr>
          <p:cNvPr id="69" name="Shape 67"/>
          <p:cNvSpPr/>
          <p:nvPr/>
        </p:nvSpPr>
        <p:spPr>
          <a:xfrm>
            <a:off x="11211987" y="974695"/>
            <a:ext cx="34961" cy="34961"/>
          </a:xfrm>
          <a:prstGeom prst="ellipse">
            <a:avLst/>
          </a:prstGeom>
          <a:solidFill>
            <a:srgbClr val="000000"/>
          </a:solidFill>
          <a:ln/>
        </p:spPr>
        <p:txBody>
          <a:bodyPr/>
          <a:lstStyle/>
          <a:p>
            <a:endParaRPr/>
          </a:p>
        </p:txBody>
      </p:sp>
      <p:sp>
        <p:nvSpPr>
          <p:cNvPr id="70" name="Shape 68"/>
          <p:cNvSpPr/>
          <p:nvPr/>
        </p:nvSpPr>
        <p:spPr>
          <a:xfrm>
            <a:off x="11398461" y="974695"/>
            <a:ext cx="34961" cy="34961"/>
          </a:xfrm>
          <a:prstGeom prst="ellipse">
            <a:avLst/>
          </a:prstGeom>
          <a:solidFill>
            <a:srgbClr val="000000"/>
          </a:solidFill>
          <a:ln/>
        </p:spPr>
        <p:txBody>
          <a:bodyPr/>
          <a:lstStyle/>
          <a:p>
            <a:endParaRPr/>
          </a:p>
        </p:txBody>
      </p:sp>
      <p:sp>
        <p:nvSpPr>
          <p:cNvPr id="71" name="Shape 69"/>
          <p:cNvSpPr/>
          <p:nvPr/>
        </p:nvSpPr>
        <p:spPr>
          <a:xfrm>
            <a:off x="11304837" y="988501"/>
            <a:ext cx="35627" cy="35627"/>
          </a:xfrm>
          <a:prstGeom prst="ellipse">
            <a:avLst/>
          </a:prstGeom>
          <a:solidFill>
            <a:srgbClr val="000000"/>
          </a:solidFill>
          <a:ln/>
        </p:spPr>
        <p:txBody>
          <a:bodyPr/>
          <a:lstStyle/>
          <a:p>
            <a:endParaRPr/>
          </a:p>
        </p:txBody>
      </p:sp>
      <p:sp>
        <p:nvSpPr>
          <p:cNvPr id="72" name="Text 70"/>
          <p:cNvSpPr/>
          <p:nvPr/>
        </p:nvSpPr>
        <p:spPr>
          <a:xfrm>
            <a:off x="548640" y="411480"/>
            <a:ext cx="10088575" cy="777240"/>
          </a:xfrm>
          <a:prstGeom prst="rect">
            <a:avLst/>
          </a:prstGeom>
          <a:noFill/>
          <a:ln/>
        </p:spPr>
        <p:txBody>
          <a:bodyPr wrap="square" lIns="0" tIns="0" rIns="0" bIns="0" rtlCol="0" anchor="ctr"/>
          <a:lstStyle/>
          <a:p>
            <a:pPr marL="0" indent="0" algn="l">
              <a:lnSpc>
                <a:spcPct val="105000"/>
              </a:lnSpc>
              <a:buNone/>
            </a:pPr>
            <a:r>
              <a:rPr lang="en-US" sz="3200" dirty="0">
                <a:solidFill>
                  <a:srgbClr val="3D68EC"/>
                </a:solidFill>
                <a:latin typeface="General Sans Semibold" pitchFamily="34" charset="0"/>
                <a:ea typeface="General Sans Semibold" pitchFamily="34" charset="-122"/>
                <a:cs typeface="General Sans Semibold" pitchFamily="34" charset="-120"/>
              </a:rPr>
              <a:t>Het is demodata: veilig om mee te oefenen</a:t>
            </a:r>
            <a:endParaRPr lang="en-US" sz="3200" dirty="0"/>
          </a:p>
        </p:txBody>
      </p:sp>
      <p:sp>
        <p:nvSpPr>
          <p:cNvPr id="73" name="Shape 71"/>
          <p:cNvSpPr/>
          <p:nvPr/>
        </p:nvSpPr>
        <p:spPr>
          <a:xfrm>
            <a:off x="548640" y="1572768"/>
            <a:ext cx="201168" cy="201168"/>
          </a:xfrm>
          <a:prstGeom prst="ellipse">
            <a:avLst/>
          </a:prstGeom>
          <a:solidFill>
            <a:srgbClr val="3D68EC"/>
          </a:solidFill>
          <a:ln/>
        </p:spPr>
        <p:txBody>
          <a:bodyPr/>
          <a:lstStyle/>
          <a:p>
            <a:endParaRPr/>
          </a:p>
        </p:txBody>
      </p:sp>
      <p:sp>
        <p:nvSpPr>
          <p:cNvPr id="74" name="Text 72"/>
          <p:cNvSpPr/>
          <p:nvPr/>
        </p:nvSpPr>
        <p:spPr>
          <a:xfrm>
            <a:off x="960120" y="1463040"/>
            <a:ext cx="5897880" cy="804672"/>
          </a:xfrm>
          <a:prstGeom prst="rect">
            <a:avLst/>
          </a:prstGeom>
          <a:noFill/>
          <a:ln/>
        </p:spPr>
        <p:txBody>
          <a:bodyPr wrap="square" lIns="0" tIns="0" rIns="0" bIns="0" rtlCol="0" anchor="t"/>
          <a:lstStyle/>
          <a:p>
            <a:pPr marL="0" indent="0" algn="l">
              <a:lnSpc>
                <a:spcPct val="105000"/>
              </a:lnSpc>
              <a:buNone/>
            </a:pPr>
            <a:r>
              <a:rPr lang="en-US" sz="1900" dirty="0">
                <a:solidFill>
                  <a:srgbClr val="DD784B"/>
                </a:solidFill>
                <a:latin typeface="General Sans Semibold" pitchFamily="34" charset="0"/>
                <a:ea typeface="General Sans Semibold" pitchFamily="34" charset="-122"/>
                <a:cs typeface="General Sans Semibold" pitchFamily="34" charset="-120"/>
              </a:rPr>
              <a:t>Fictief:</a:t>
            </a:r>
            <a:r>
              <a:rPr lang="en-US" sz="1900" dirty="0">
                <a:solidFill>
                  <a:srgbClr val="000000"/>
                </a:solidFill>
                <a:latin typeface="General Sans" pitchFamily="34" charset="0"/>
                <a:ea typeface="General Sans" pitchFamily="34" charset="-122"/>
                <a:cs typeface="General Sans" pitchFamily="34" charset="-120"/>
              </a:rPr>
              <a:t> zelfde kolommen en codes als 1CijferHO, maar geen echte personen</a:t>
            </a:r>
            <a:endParaRPr lang="en-US" sz="1900" dirty="0"/>
          </a:p>
        </p:txBody>
      </p:sp>
      <p:sp>
        <p:nvSpPr>
          <p:cNvPr id="75" name="Shape 73"/>
          <p:cNvSpPr/>
          <p:nvPr/>
        </p:nvSpPr>
        <p:spPr>
          <a:xfrm>
            <a:off x="548640" y="2487168"/>
            <a:ext cx="201168" cy="201168"/>
          </a:xfrm>
          <a:prstGeom prst="ellipse">
            <a:avLst/>
          </a:prstGeom>
          <a:solidFill>
            <a:srgbClr val="DD784B"/>
          </a:solidFill>
          <a:ln/>
        </p:spPr>
        <p:txBody>
          <a:bodyPr/>
          <a:lstStyle/>
          <a:p>
            <a:endParaRPr/>
          </a:p>
        </p:txBody>
      </p:sp>
      <p:sp>
        <p:nvSpPr>
          <p:cNvPr id="76" name="Text 74"/>
          <p:cNvSpPr/>
          <p:nvPr/>
        </p:nvSpPr>
        <p:spPr>
          <a:xfrm>
            <a:off x="960120" y="2377440"/>
            <a:ext cx="5897880" cy="804672"/>
          </a:xfrm>
          <a:prstGeom prst="rect">
            <a:avLst/>
          </a:prstGeom>
          <a:noFill/>
          <a:ln/>
        </p:spPr>
        <p:txBody>
          <a:bodyPr wrap="square" lIns="0" tIns="0" rIns="0" bIns="0" rtlCol="0" anchor="t"/>
          <a:lstStyle/>
          <a:p>
            <a:pPr marL="0" indent="0" algn="l">
              <a:lnSpc>
                <a:spcPct val="105000"/>
              </a:lnSpc>
              <a:buNone/>
            </a:pPr>
            <a:r>
              <a:rPr lang="en-US" sz="1900" dirty="0">
                <a:solidFill>
                  <a:srgbClr val="DD784B"/>
                </a:solidFill>
                <a:latin typeface="General Sans Semibold" pitchFamily="34" charset="0"/>
                <a:ea typeface="General Sans Semibold" pitchFamily="34" charset="-122"/>
                <a:cs typeface="General Sans Semibold" pitchFamily="34" charset="-120"/>
              </a:rPr>
              <a:t>Mag de agent in:</a:t>
            </a:r>
            <a:r>
              <a:rPr lang="en-US" sz="1900" dirty="0">
                <a:solidFill>
                  <a:srgbClr val="000000"/>
                </a:solidFill>
                <a:latin typeface="General Sans" pitchFamily="34" charset="0"/>
                <a:ea typeface="General Sans" pitchFamily="34" charset="-122"/>
                <a:cs typeface="General Sans" pitchFamily="34" charset="-120"/>
              </a:rPr>
              <a:t> geen AVG-toets of verwerkersovereenkomst nodig</a:t>
            </a:r>
            <a:endParaRPr lang="en-US" sz="1900" dirty="0"/>
          </a:p>
        </p:txBody>
      </p:sp>
      <p:sp>
        <p:nvSpPr>
          <p:cNvPr id="77" name="Shape 75"/>
          <p:cNvSpPr/>
          <p:nvPr/>
        </p:nvSpPr>
        <p:spPr>
          <a:xfrm>
            <a:off x="548640" y="3401568"/>
            <a:ext cx="201168" cy="201168"/>
          </a:xfrm>
          <a:prstGeom prst="ellipse">
            <a:avLst/>
          </a:prstGeom>
          <a:solidFill>
            <a:srgbClr val="00AF81"/>
          </a:solidFill>
          <a:ln/>
        </p:spPr>
        <p:txBody>
          <a:bodyPr/>
          <a:lstStyle/>
          <a:p>
            <a:endParaRPr/>
          </a:p>
        </p:txBody>
      </p:sp>
      <p:sp>
        <p:nvSpPr>
          <p:cNvPr id="78" name="Text 76"/>
          <p:cNvSpPr/>
          <p:nvPr/>
        </p:nvSpPr>
        <p:spPr>
          <a:xfrm>
            <a:off x="960120" y="3291840"/>
            <a:ext cx="5897880" cy="804672"/>
          </a:xfrm>
          <a:prstGeom prst="rect">
            <a:avLst/>
          </a:prstGeom>
          <a:noFill/>
          <a:ln/>
        </p:spPr>
        <p:txBody>
          <a:bodyPr wrap="square" lIns="0" tIns="0" rIns="0" bIns="0" rtlCol="0" anchor="t"/>
          <a:lstStyle/>
          <a:p>
            <a:pPr marL="0" indent="0" algn="l">
              <a:lnSpc>
                <a:spcPct val="105000"/>
              </a:lnSpc>
              <a:buNone/>
            </a:pPr>
            <a:r>
              <a:rPr lang="en-US" sz="1900" dirty="0">
                <a:solidFill>
                  <a:srgbClr val="DD784B"/>
                </a:solidFill>
                <a:latin typeface="General Sans Semibold" pitchFamily="34" charset="0"/>
                <a:ea typeface="General Sans Semibold" pitchFamily="34" charset="-122"/>
                <a:cs typeface="General Sans Semibold" pitchFamily="34" charset="-120"/>
              </a:rPr>
              <a:t>Realistisch:</a:t>
            </a:r>
            <a:r>
              <a:rPr lang="en-US" sz="1900" dirty="0">
                <a:solidFill>
                  <a:srgbClr val="000000"/>
                </a:solidFill>
                <a:latin typeface="General Sans" pitchFamily="34" charset="0"/>
                <a:ea typeface="General Sans" pitchFamily="34" charset="-122"/>
                <a:cs typeface="General Sans" pitchFamily="34" charset="-120"/>
              </a:rPr>
              <a:t> gecontroleerd tegen de 1CijferHO-metadata en de CROHO-codes</a:t>
            </a:r>
            <a:endParaRPr lang="en-US" sz="1900" dirty="0"/>
          </a:p>
        </p:txBody>
      </p:sp>
      <p:sp>
        <p:nvSpPr>
          <p:cNvPr id="79" name="Shape 77"/>
          <p:cNvSpPr/>
          <p:nvPr/>
        </p:nvSpPr>
        <p:spPr>
          <a:xfrm>
            <a:off x="548640" y="4315968"/>
            <a:ext cx="201168" cy="201168"/>
          </a:xfrm>
          <a:prstGeom prst="ellipse">
            <a:avLst/>
          </a:prstGeom>
          <a:solidFill>
            <a:srgbClr val="F4D74B"/>
          </a:solidFill>
          <a:ln/>
        </p:spPr>
        <p:txBody>
          <a:bodyPr/>
          <a:lstStyle/>
          <a:p>
            <a:endParaRPr/>
          </a:p>
        </p:txBody>
      </p:sp>
      <p:sp>
        <p:nvSpPr>
          <p:cNvPr id="80" name="Text 78"/>
          <p:cNvSpPr/>
          <p:nvPr/>
        </p:nvSpPr>
        <p:spPr>
          <a:xfrm>
            <a:off x="960120" y="4206240"/>
            <a:ext cx="5897880" cy="804672"/>
          </a:xfrm>
          <a:prstGeom prst="rect">
            <a:avLst/>
          </a:prstGeom>
          <a:noFill/>
          <a:ln/>
        </p:spPr>
        <p:txBody>
          <a:bodyPr wrap="square" lIns="0" tIns="0" rIns="0" bIns="0" rtlCol="0" anchor="t"/>
          <a:lstStyle/>
          <a:p>
            <a:pPr marL="0" indent="0" algn="l">
              <a:lnSpc>
                <a:spcPct val="105000"/>
              </a:lnSpc>
              <a:buNone/>
            </a:pPr>
            <a:r>
              <a:rPr lang="en-US" sz="1900" dirty="0">
                <a:solidFill>
                  <a:srgbClr val="DD784B"/>
                </a:solidFill>
                <a:latin typeface="General Sans Semibold" pitchFamily="34" charset="0"/>
                <a:ea typeface="General Sans Semibold" pitchFamily="34" charset="-122"/>
                <a:cs typeface="General Sans Semibold" pitchFamily="34" charset="-120"/>
              </a:rPr>
              <a:t>Bruikbaar, niet betrouwbaar:</a:t>
            </a:r>
            <a:r>
              <a:rPr lang="en-US" sz="1900" dirty="0">
                <a:solidFill>
                  <a:srgbClr val="000000"/>
                </a:solidFill>
                <a:latin typeface="General Sans" pitchFamily="34" charset="0"/>
                <a:ea typeface="General Sans" pitchFamily="34" charset="-122"/>
                <a:cs typeface="General Sans" pitchFamily="34" charset="-120"/>
              </a:rPr>
              <a:t> je bouwt er code mee, maar de uitkomsten zeggen niets over de werkelijkheid</a:t>
            </a:r>
            <a:endParaRPr lang="en-US" sz="1900" dirty="0"/>
          </a:p>
        </p:txBody>
      </p:sp>
      <p:pic>
        <p:nvPicPr>
          <p:cNvPr id="81" name="Image 0" descr="exports\261005_workshop_rad_uitvoering\img\Slot.png"/>
          <p:cNvPicPr>
            <a:picLocks noChangeAspect="1"/>
          </p:cNvPicPr>
          <p:nvPr/>
        </p:nvPicPr>
        <p:blipFill>
          <a:blip r:embed="rId3"/>
          <a:stretch>
            <a:fillRect/>
          </a:stretch>
        </p:blipFill>
        <p:spPr>
          <a:xfrm>
            <a:off x="7498080" y="1417320"/>
            <a:ext cx="4206240" cy="420624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3D68EC"/>
        </a:solidFill>
        <a:effectLst/>
      </p:bgPr>
    </p:bg>
    <p:spTree>
      <p:nvGrpSpPr>
        <p:cNvPr id="1" name=""/>
        <p:cNvGrpSpPr/>
        <p:nvPr/>
      </p:nvGrpSpPr>
      <p:grpSpPr>
        <a:xfrm>
          <a:off x="0" y="0"/>
          <a:ext cx="0" cy="0"/>
          <a:chOff x="0" y="0"/>
          <a:chExt cx="0" cy="0"/>
        </a:xfrm>
      </p:grpSpPr>
      <p:sp>
        <p:nvSpPr>
          <p:cNvPr id="2" name="Shape 0"/>
          <p:cNvSpPr/>
          <p:nvPr/>
        </p:nvSpPr>
        <p:spPr>
          <a:xfrm>
            <a:off x="11304952" y="384048"/>
            <a:ext cx="35960" cy="35960"/>
          </a:xfrm>
          <a:prstGeom prst="ellipse">
            <a:avLst/>
          </a:prstGeom>
          <a:solidFill>
            <a:srgbClr val="F4D9DC"/>
          </a:solidFill>
          <a:ln/>
        </p:spPr>
        <p:txBody>
          <a:bodyPr/>
          <a:lstStyle/>
          <a:p>
            <a:endParaRPr/>
          </a:p>
        </p:txBody>
      </p:sp>
      <p:sp>
        <p:nvSpPr>
          <p:cNvPr id="3" name="Shape 1"/>
          <p:cNvSpPr/>
          <p:nvPr/>
        </p:nvSpPr>
        <p:spPr>
          <a:xfrm>
            <a:off x="11212173" y="399224"/>
            <a:ext cx="34616" cy="34616"/>
          </a:xfrm>
          <a:prstGeom prst="ellipse">
            <a:avLst/>
          </a:prstGeom>
          <a:solidFill>
            <a:srgbClr val="F4D9DC"/>
          </a:solidFill>
          <a:ln/>
        </p:spPr>
        <p:txBody>
          <a:bodyPr/>
          <a:lstStyle/>
          <a:p>
            <a:endParaRPr/>
          </a:p>
        </p:txBody>
      </p:sp>
      <p:sp>
        <p:nvSpPr>
          <p:cNvPr id="4" name="Shape 2"/>
          <p:cNvSpPr/>
          <p:nvPr/>
        </p:nvSpPr>
        <p:spPr>
          <a:xfrm>
            <a:off x="11398641" y="399224"/>
            <a:ext cx="34616" cy="34616"/>
          </a:xfrm>
          <a:prstGeom prst="ellipse">
            <a:avLst/>
          </a:prstGeom>
          <a:solidFill>
            <a:srgbClr val="F4D9DC"/>
          </a:solidFill>
          <a:ln/>
        </p:spPr>
        <p:txBody>
          <a:bodyPr/>
          <a:lstStyle/>
          <a:p>
            <a:endParaRPr/>
          </a:p>
        </p:txBody>
      </p:sp>
      <p:sp>
        <p:nvSpPr>
          <p:cNvPr id="5" name="Shape 3"/>
          <p:cNvSpPr/>
          <p:nvPr/>
        </p:nvSpPr>
        <p:spPr>
          <a:xfrm>
            <a:off x="11258374" y="435357"/>
            <a:ext cx="51936" cy="51936"/>
          </a:xfrm>
          <a:prstGeom prst="ellipse">
            <a:avLst/>
          </a:prstGeom>
          <a:solidFill>
            <a:srgbClr val="F4D9DC"/>
          </a:solidFill>
          <a:ln/>
        </p:spPr>
        <p:txBody>
          <a:bodyPr/>
          <a:lstStyle/>
          <a:p>
            <a:endParaRPr/>
          </a:p>
        </p:txBody>
      </p:sp>
      <p:sp>
        <p:nvSpPr>
          <p:cNvPr id="6" name="Shape 4"/>
          <p:cNvSpPr/>
          <p:nvPr/>
        </p:nvSpPr>
        <p:spPr>
          <a:xfrm>
            <a:off x="11335407" y="435306"/>
            <a:ext cx="51718" cy="51718"/>
          </a:xfrm>
          <a:prstGeom prst="ellipse">
            <a:avLst/>
          </a:prstGeom>
          <a:solidFill>
            <a:srgbClr val="F4D9DC"/>
          </a:solidFill>
          <a:ln/>
        </p:spPr>
        <p:txBody>
          <a:bodyPr/>
          <a:lstStyle/>
          <a:p>
            <a:endParaRPr/>
          </a:p>
        </p:txBody>
      </p:sp>
      <p:sp>
        <p:nvSpPr>
          <p:cNvPr id="7" name="Shape 5"/>
          <p:cNvSpPr/>
          <p:nvPr/>
        </p:nvSpPr>
        <p:spPr>
          <a:xfrm>
            <a:off x="11127388" y="442398"/>
            <a:ext cx="35294" cy="35294"/>
          </a:xfrm>
          <a:prstGeom prst="ellipse">
            <a:avLst/>
          </a:prstGeom>
          <a:solidFill>
            <a:srgbClr val="F4D9DC"/>
          </a:solidFill>
          <a:ln/>
        </p:spPr>
        <p:txBody>
          <a:bodyPr/>
          <a:lstStyle/>
          <a:p>
            <a:endParaRPr/>
          </a:p>
        </p:txBody>
      </p:sp>
      <p:sp>
        <p:nvSpPr>
          <p:cNvPr id="8" name="Shape 6"/>
          <p:cNvSpPr/>
          <p:nvPr/>
        </p:nvSpPr>
        <p:spPr>
          <a:xfrm>
            <a:off x="11482145" y="441649"/>
            <a:ext cx="35960" cy="35960"/>
          </a:xfrm>
          <a:prstGeom prst="ellipse">
            <a:avLst/>
          </a:prstGeom>
          <a:solidFill>
            <a:srgbClr val="F4D9DC"/>
          </a:solidFill>
          <a:ln/>
        </p:spPr>
        <p:txBody>
          <a:bodyPr/>
          <a:lstStyle/>
          <a:p>
            <a:endParaRPr/>
          </a:p>
        </p:txBody>
      </p:sp>
      <p:sp>
        <p:nvSpPr>
          <p:cNvPr id="9" name="Shape 7"/>
          <p:cNvSpPr/>
          <p:nvPr/>
        </p:nvSpPr>
        <p:spPr>
          <a:xfrm>
            <a:off x="11185603" y="459328"/>
            <a:ext cx="52167" cy="52167"/>
          </a:xfrm>
          <a:prstGeom prst="ellipse">
            <a:avLst/>
          </a:prstGeom>
          <a:solidFill>
            <a:srgbClr val="F4D9DC"/>
          </a:solidFill>
          <a:ln/>
        </p:spPr>
        <p:txBody>
          <a:bodyPr/>
          <a:lstStyle/>
          <a:p>
            <a:endParaRPr/>
          </a:p>
        </p:txBody>
      </p:sp>
      <p:sp>
        <p:nvSpPr>
          <p:cNvPr id="10" name="Shape 8"/>
          <p:cNvSpPr/>
          <p:nvPr/>
        </p:nvSpPr>
        <p:spPr>
          <a:xfrm>
            <a:off x="11408043" y="458713"/>
            <a:ext cx="52384" cy="52384"/>
          </a:xfrm>
          <a:prstGeom prst="ellipse">
            <a:avLst/>
          </a:prstGeom>
          <a:solidFill>
            <a:srgbClr val="F4D9DC"/>
          </a:solidFill>
          <a:ln/>
        </p:spPr>
        <p:txBody>
          <a:bodyPr/>
          <a:lstStyle/>
          <a:p>
            <a:endParaRPr/>
          </a:p>
        </p:txBody>
      </p:sp>
      <p:sp>
        <p:nvSpPr>
          <p:cNvPr id="11" name="Shape 9"/>
          <p:cNvSpPr/>
          <p:nvPr/>
        </p:nvSpPr>
        <p:spPr>
          <a:xfrm>
            <a:off x="11241891" y="499749"/>
            <a:ext cx="36613" cy="36613"/>
          </a:xfrm>
          <a:prstGeom prst="ellipse">
            <a:avLst/>
          </a:prstGeom>
          <a:solidFill>
            <a:srgbClr val="F4D9DC"/>
          </a:solidFill>
          <a:ln/>
        </p:spPr>
        <p:txBody>
          <a:bodyPr/>
          <a:lstStyle/>
          <a:p>
            <a:endParaRPr/>
          </a:p>
        </p:txBody>
      </p:sp>
      <p:sp>
        <p:nvSpPr>
          <p:cNvPr id="12" name="Shape 10"/>
          <p:cNvSpPr/>
          <p:nvPr/>
        </p:nvSpPr>
        <p:spPr>
          <a:xfrm>
            <a:off x="11294557" y="500146"/>
            <a:ext cx="57223" cy="57223"/>
          </a:xfrm>
          <a:prstGeom prst="ellipse">
            <a:avLst/>
          </a:prstGeom>
          <a:solidFill>
            <a:srgbClr val="F4D9DC"/>
          </a:solidFill>
          <a:ln/>
        </p:spPr>
        <p:txBody>
          <a:bodyPr/>
          <a:lstStyle/>
          <a:p>
            <a:endParaRPr/>
          </a:p>
        </p:txBody>
      </p:sp>
      <p:sp>
        <p:nvSpPr>
          <p:cNvPr id="13" name="Shape 11"/>
          <p:cNvSpPr/>
          <p:nvPr/>
        </p:nvSpPr>
        <p:spPr>
          <a:xfrm>
            <a:off x="11364102" y="498770"/>
            <a:ext cx="35294" cy="35294"/>
          </a:xfrm>
          <a:prstGeom prst="ellipse">
            <a:avLst/>
          </a:prstGeom>
          <a:solidFill>
            <a:srgbClr val="F4D9DC"/>
          </a:solidFill>
          <a:ln/>
        </p:spPr>
        <p:txBody>
          <a:bodyPr/>
          <a:lstStyle/>
          <a:p>
            <a:endParaRPr/>
          </a:p>
        </p:txBody>
      </p:sp>
      <p:sp>
        <p:nvSpPr>
          <p:cNvPr id="14" name="Shape 12"/>
          <p:cNvSpPr/>
          <p:nvPr/>
        </p:nvSpPr>
        <p:spPr>
          <a:xfrm>
            <a:off x="11123515" y="504524"/>
            <a:ext cx="51936" cy="51936"/>
          </a:xfrm>
          <a:prstGeom prst="ellipse">
            <a:avLst/>
          </a:prstGeom>
          <a:solidFill>
            <a:srgbClr val="F4D9DC"/>
          </a:solidFill>
          <a:ln/>
        </p:spPr>
        <p:txBody>
          <a:bodyPr/>
          <a:lstStyle/>
          <a:p>
            <a:endParaRPr/>
          </a:p>
        </p:txBody>
      </p:sp>
      <p:sp>
        <p:nvSpPr>
          <p:cNvPr id="15" name="Shape 13"/>
          <p:cNvSpPr/>
          <p:nvPr/>
        </p:nvSpPr>
        <p:spPr>
          <a:xfrm>
            <a:off x="11470202" y="504300"/>
            <a:ext cx="52384" cy="52384"/>
          </a:xfrm>
          <a:prstGeom prst="ellipse">
            <a:avLst/>
          </a:prstGeom>
          <a:solidFill>
            <a:srgbClr val="F4D9DC"/>
          </a:solidFill>
          <a:ln/>
        </p:spPr>
        <p:txBody>
          <a:bodyPr/>
          <a:lstStyle/>
          <a:p>
            <a:endParaRPr/>
          </a:p>
        </p:txBody>
      </p:sp>
      <p:sp>
        <p:nvSpPr>
          <p:cNvPr id="16" name="Shape 14"/>
          <p:cNvSpPr/>
          <p:nvPr/>
        </p:nvSpPr>
        <p:spPr>
          <a:xfrm>
            <a:off x="11060774" y="508825"/>
            <a:ext cx="35627" cy="35627"/>
          </a:xfrm>
          <a:prstGeom prst="ellipse">
            <a:avLst/>
          </a:prstGeom>
          <a:solidFill>
            <a:srgbClr val="F4D9DC"/>
          </a:solidFill>
          <a:ln/>
        </p:spPr>
        <p:txBody>
          <a:bodyPr/>
          <a:lstStyle/>
          <a:p>
            <a:endParaRPr/>
          </a:p>
        </p:txBody>
      </p:sp>
      <p:sp>
        <p:nvSpPr>
          <p:cNvPr id="17" name="Shape 15"/>
          <p:cNvSpPr/>
          <p:nvPr/>
        </p:nvSpPr>
        <p:spPr>
          <a:xfrm>
            <a:off x="11548535" y="508038"/>
            <a:ext cx="36613" cy="36613"/>
          </a:xfrm>
          <a:prstGeom prst="ellipse">
            <a:avLst/>
          </a:prstGeom>
          <a:solidFill>
            <a:srgbClr val="F4D9DC"/>
          </a:solidFill>
          <a:ln/>
        </p:spPr>
        <p:txBody>
          <a:bodyPr/>
          <a:lstStyle/>
          <a:p>
            <a:endParaRPr/>
          </a:p>
        </p:txBody>
      </p:sp>
      <p:sp>
        <p:nvSpPr>
          <p:cNvPr id="18" name="Shape 16"/>
          <p:cNvSpPr/>
          <p:nvPr/>
        </p:nvSpPr>
        <p:spPr>
          <a:xfrm>
            <a:off x="11191466" y="533379"/>
            <a:ext cx="57825" cy="57825"/>
          </a:xfrm>
          <a:prstGeom prst="ellipse">
            <a:avLst/>
          </a:prstGeom>
          <a:solidFill>
            <a:srgbClr val="F4D9DC"/>
          </a:solidFill>
          <a:ln/>
        </p:spPr>
        <p:txBody>
          <a:bodyPr/>
          <a:lstStyle/>
          <a:p>
            <a:endParaRPr/>
          </a:p>
        </p:txBody>
      </p:sp>
      <p:sp>
        <p:nvSpPr>
          <p:cNvPr id="19" name="Shape 17"/>
          <p:cNvSpPr/>
          <p:nvPr/>
        </p:nvSpPr>
        <p:spPr>
          <a:xfrm>
            <a:off x="11396535" y="533494"/>
            <a:ext cx="57428" cy="57428"/>
          </a:xfrm>
          <a:prstGeom prst="ellipse">
            <a:avLst/>
          </a:prstGeom>
          <a:solidFill>
            <a:srgbClr val="F4D9DC"/>
          </a:solidFill>
          <a:ln/>
        </p:spPr>
        <p:txBody>
          <a:bodyPr/>
          <a:lstStyle/>
          <a:p>
            <a:endParaRPr/>
          </a:p>
        </p:txBody>
      </p:sp>
      <p:sp>
        <p:nvSpPr>
          <p:cNvPr id="20" name="Shape 18"/>
          <p:cNvSpPr/>
          <p:nvPr/>
        </p:nvSpPr>
        <p:spPr>
          <a:xfrm>
            <a:off x="11079087" y="567226"/>
            <a:ext cx="51270" cy="51270"/>
          </a:xfrm>
          <a:prstGeom prst="ellipse">
            <a:avLst/>
          </a:prstGeom>
          <a:solidFill>
            <a:srgbClr val="F4D9DC"/>
          </a:solidFill>
          <a:ln/>
        </p:spPr>
        <p:txBody>
          <a:bodyPr/>
          <a:lstStyle/>
          <a:p>
            <a:endParaRPr/>
          </a:p>
        </p:txBody>
      </p:sp>
      <p:sp>
        <p:nvSpPr>
          <p:cNvPr id="21" name="Shape 19"/>
          <p:cNvSpPr/>
          <p:nvPr/>
        </p:nvSpPr>
        <p:spPr>
          <a:xfrm>
            <a:off x="11339728" y="567053"/>
            <a:ext cx="34616" cy="34616"/>
          </a:xfrm>
          <a:prstGeom prst="ellipse">
            <a:avLst/>
          </a:prstGeom>
          <a:solidFill>
            <a:srgbClr val="F4D9DC"/>
          </a:solidFill>
          <a:ln/>
        </p:spPr>
        <p:txBody>
          <a:bodyPr/>
          <a:lstStyle/>
          <a:p>
            <a:endParaRPr/>
          </a:p>
        </p:txBody>
      </p:sp>
      <p:sp>
        <p:nvSpPr>
          <p:cNvPr id="22" name="Shape 20"/>
          <p:cNvSpPr/>
          <p:nvPr/>
        </p:nvSpPr>
        <p:spPr>
          <a:xfrm>
            <a:off x="11515167" y="566234"/>
            <a:ext cx="52819" cy="52819"/>
          </a:xfrm>
          <a:prstGeom prst="ellipse">
            <a:avLst/>
          </a:prstGeom>
          <a:solidFill>
            <a:srgbClr val="F4D9DC"/>
          </a:solidFill>
          <a:ln/>
        </p:spPr>
        <p:txBody>
          <a:bodyPr/>
          <a:lstStyle/>
          <a:p>
            <a:endParaRPr/>
          </a:p>
        </p:txBody>
      </p:sp>
      <p:sp>
        <p:nvSpPr>
          <p:cNvPr id="23" name="Shape 21"/>
          <p:cNvSpPr/>
          <p:nvPr/>
        </p:nvSpPr>
        <p:spPr>
          <a:xfrm>
            <a:off x="11262860" y="569742"/>
            <a:ext cx="34961" cy="34961"/>
          </a:xfrm>
          <a:prstGeom prst="ellipse">
            <a:avLst/>
          </a:prstGeom>
          <a:solidFill>
            <a:srgbClr val="F4D9DC"/>
          </a:solidFill>
          <a:ln/>
        </p:spPr>
        <p:txBody>
          <a:bodyPr/>
          <a:lstStyle/>
          <a:p>
            <a:endParaRPr/>
          </a:p>
        </p:txBody>
      </p:sp>
      <p:sp>
        <p:nvSpPr>
          <p:cNvPr id="24" name="Shape 22"/>
          <p:cNvSpPr/>
          <p:nvPr/>
        </p:nvSpPr>
        <p:spPr>
          <a:xfrm>
            <a:off x="11462521" y="569818"/>
            <a:ext cx="35294" cy="35294"/>
          </a:xfrm>
          <a:prstGeom prst="ellipse">
            <a:avLst/>
          </a:prstGeom>
          <a:solidFill>
            <a:srgbClr val="F4D9DC"/>
          </a:solidFill>
          <a:ln/>
        </p:spPr>
        <p:txBody>
          <a:bodyPr/>
          <a:lstStyle/>
          <a:p>
            <a:endParaRPr/>
          </a:p>
        </p:txBody>
      </p:sp>
      <p:sp>
        <p:nvSpPr>
          <p:cNvPr id="25" name="Shape 23"/>
          <p:cNvSpPr/>
          <p:nvPr/>
        </p:nvSpPr>
        <p:spPr>
          <a:xfrm>
            <a:off x="11145681" y="573441"/>
            <a:ext cx="34270" cy="34270"/>
          </a:xfrm>
          <a:prstGeom prst="ellipse">
            <a:avLst/>
          </a:prstGeom>
          <a:solidFill>
            <a:srgbClr val="F4D9DC"/>
          </a:solidFill>
          <a:ln/>
        </p:spPr>
        <p:txBody>
          <a:bodyPr/>
          <a:lstStyle/>
          <a:p>
            <a:endParaRPr/>
          </a:p>
        </p:txBody>
      </p:sp>
      <p:sp>
        <p:nvSpPr>
          <p:cNvPr id="26" name="Shape 24"/>
          <p:cNvSpPr/>
          <p:nvPr/>
        </p:nvSpPr>
        <p:spPr>
          <a:xfrm>
            <a:off x="11592015" y="593213"/>
            <a:ext cx="35294" cy="35294"/>
          </a:xfrm>
          <a:prstGeom prst="ellipse">
            <a:avLst/>
          </a:prstGeom>
          <a:solidFill>
            <a:srgbClr val="F4D9DC"/>
          </a:solidFill>
          <a:ln/>
        </p:spPr>
        <p:txBody>
          <a:bodyPr/>
          <a:lstStyle/>
          <a:p>
            <a:endParaRPr/>
          </a:p>
        </p:txBody>
      </p:sp>
      <p:sp>
        <p:nvSpPr>
          <p:cNvPr id="27" name="Shape 25"/>
          <p:cNvSpPr/>
          <p:nvPr/>
        </p:nvSpPr>
        <p:spPr>
          <a:xfrm>
            <a:off x="11019124" y="593444"/>
            <a:ext cx="34616" cy="34616"/>
          </a:xfrm>
          <a:prstGeom prst="ellipse">
            <a:avLst/>
          </a:prstGeom>
          <a:solidFill>
            <a:srgbClr val="F4D9DC"/>
          </a:solidFill>
          <a:ln/>
        </p:spPr>
        <p:txBody>
          <a:bodyPr/>
          <a:lstStyle/>
          <a:p>
            <a:endParaRPr/>
          </a:p>
        </p:txBody>
      </p:sp>
      <p:sp>
        <p:nvSpPr>
          <p:cNvPr id="28" name="Shape 26"/>
          <p:cNvSpPr/>
          <p:nvPr/>
        </p:nvSpPr>
        <p:spPr>
          <a:xfrm>
            <a:off x="11403576" y="610214"/>
            <a:ext cx="34961" cy="34961"/>
          </a:xfrm>
          <a:prstGeom prst="ellipse">
            <a:avLst/>
          </a:prstGeom>
          <a:solidFill>
            <a:srgbClr val="F4D9DC"/>
          </a:solidFill>
          <a:ln/>
        </p:spPr>
        <p:txBody>
          <a:bodyPr/>
          <a:lstStyle/>
          <a:p>
            <a:endParaRPr/>
          </a:p>
        </p:txBody>
      </p:sp>
      <p:sp>
        <p:nvSpPr>
          <p:cNvPr id="29" name="Shape 27"/>
          <p:cNvSpPr/>
          <p:nvPr/>
        </p:nvSpPr>
        <p:spPr>
          <a:xfrm>
            <a:off x="11201662" y="616570"/>
            <a:ext cx="35627" cy="35627"/>
          </a:xfrm>
          <a:prstGeom prst="ellipse">
            <a:avLst/>
          </a:prstGeom>
          <a:solidFill>
            <a:srgbClr val="F4D9DC"/>
          </a:solidFill>
          <a:ln/>
        </p:spPr>
        <p:txBody>
          <a:bodyPr/>
          <a:lstStyle/>
          <a:p>
            <a:endParaRPr/>
          </a:p>
        </p:txBody>
      </p:sp>
      <p:sp>
        <p:nvSpPr>
          <p:cNvPr id="30" name="Shape 28"/>
          <p:cNvSpPr/>
          <p:nvPr/>
        </p:nvSpPr>
        <p:spPr>
          <a:xfrm>
            <a:off x="11127484" y="620705"/>
            <a:ext cx="58030" cy="58030"/>
          </a:xfrm>
          <a:prstGeom prst="ellipse">
            <a:avLst/>
          </a:prstGeom>
          <a:solidFill>
            <a:srgbClr val="F4D9DC"/>
          </a:solidFill>
          <a:ln/>
        </p:spPr>
        <p:txBody>
          <a:bodyPr/>
          <a:lstStyle/>
          <a:p>
            <a:endParaRPr/>
          </a:p>
        </p:txBody>
      </p:sp>
      <p:sp>
        <p:nvSpPr>
          <p:cNvPr id="31" name="Shape 29"/>
          <p:cNvSpPr/>
          <p:nvPr/>
        </p:nvSpPr>
        <p:spPr>
          <a:xfrm>
            <a:off x="11460767" y="620852"/>
            <a:ext cx="57428" cy="57428"/>
          </a:xfrm>
          <a:prstGeom prst="ellipse">
            <a:avLst/>
          </a:prstGeom>
          <a:solidFill>
            <a:srgbClr val="F4D9DC"/>
          </a:solidFill>
          <a:ln/>
        </p:spPr>
        <p:txBody>
          <a:bodyPr/>
          <a:lstStyle/>
          <a:p>
            <a:endParaRPr/>
          </a:p>
        </p:txBody>
      </p:sp>
      <p:sp>
        <p:nvSpPr>
          <p:cNvPr id="32" name="Shape 30"/>
          <p:cNvSpPr/>
          <p:nvPr/>
        </p:nvSpPr>
        <p:spPr>
          <a:xfrm>
            <a:off x="11055219" y="640144"/>
            <a:ext cx="51718" cy="51718"/>
          </a:xfrm>
          <a:prstGeom prst="ellipse">
            <a:avLst/>
          </a:prstGeom>
          <a:solidFill>
            <a:srgbClr val="F4D9DC"/>
          </a:solidFill>
          <a:ln/>
        </p:spPr>
        <p:txBody>
          <a:bodyPr/>
          <a:lstStyle/>
          <a:p>
            <a:endParaRPr/>
          </a:p>
        </p:txBody>
      </p:sp>
      <p:sp>
        <p:nvSpPr>
          <p:cNvPr id="33" name="Shape 31"/>
          <p:cNvSpPr/>
          <p:nvPr/>
        </p:nvSpPr>
        <p:spPr>
          <a:xfrm>
            <a:off x="11539330" y="640266"/>
            <a:ext cx="51270" cy="51270"/>
          </a:xfrm>
          <a:prstGeom prst="ellipse">
            <a:avLst/>
          </a:prstGeom>
          <a:solidFill>
            <a:srgbClr val="F4D9DC"/>
          </a:solidFill>
          <a:ln/>
        </p:spPr>
        <p:txBody>
          <a:bodyPr/>
          <a:lstStyle/>
          <a:p>
            <a:endParaRPr/>
          </a:p>
        </p:txBody>
      </p:sp>
      <p:sp>
        <p:nvSpPr>
          <p:cNvPr id="34" name="Shape 32"/>
          <p:cNvSpPr/>
          <p:nvPr/>
        </p:nvSpPr>
        <p:spPr>
          <a:xfrm>
            <a:off x="11429576" y="682274"/>
            <a:ext cx="35627" cy="35627"/>
          </a:xfrm>
          <a:prstGeom prst="ellipse">
            <a:avLst/>
          </a:prstGeom>
          <a:solidFill>
            <a:srgbClr val="F4D9DC"/>
          </a:solidFill>
          <a:ln/>
        </p:spPr>
        <p:txBody>
          <a:bodyPr/>
          <a:lstStyle/>
          <a:p>
            <a:endParaRPr/>
          </a:p>
        </p:txBody>
      </p:sp>
      <p:sp>
        <p:nvSpPr>
          <p:cNvPr id="35" name="Shape 33"/>
          <p:cNvSpPr/>
          <p:nvPr/>
        </p:nvSpPr>
        <p:spPr>
          <a:xfrm>
            <a:off x="11004076" y="687222"/>
            <a:ext cx="34616" cy="34616"/>
          </a:xfrm>
          <a:prstGeom prst="ellipse">
            <a:avLst/>
          </a:prstGeom>
          <a:solidFill>
            <a:srgbClr val="F4D9DC"/>
          </a:solidFill>
          <a:ln/>
        </p:spPr>
        <p:txBody>
          <a:bodyPr/>
          <a:lstStyle/>
          <a:p>
            <a:endParaRPr/>
          </a:p>
        </p:txBody>
      </p:sp>
      <p:sp>
        <p:nvSpPr>
          <p:cNvPr id="36" name="Shape 34"/>
          <p:cNvSpPr/>
          <p:nvPr/>
        </p:nvSpPr>
        <p:spPr>
          <a:xfrm>
            <a:off x="11502052" y="685321"/>
            <a:ext cx="34270" cy="34270"/>
          </a:xfrm>
          <a:prstGeom prst="ellipse">
            <a:avLst/>
          </a:prstGeom>
          <a:solidFill>
            <a:srgbClr val="F4D9DC"/>
          </a:solidFill>
          <a:ln/>
        </p:spPr>
        <p:txBody>
          <a:bodyPr/>
          <a:lstStyle/>
          <a:p>
            <a:endParaRPr/>
          </a:p>
        </p:txBody>
      </p:sp>
      <p:sp>
        <p:nvSpPr>
          <p:cNvPr id="37" name="Shape 35"/>
          <p:cNvSpPr/>
          <p:nvPr/>
        </p:nvSpPr>
        <p:spPr>
          <a:xfrm>
            <a:off x="11606321" y="686422"/>
            <a:ext cx="35627" cy="35627"/>
          </a:xfrm>
          <a:prstGeom prst="ellipse">
            <a:avLst/>
          </a:prstGeom>
          <a:solidFill>
            <a:srgbClr val="F4D9DC"/>
          </a:solidFill>
          <a:ln/>
        </p:spPr>
        <p:txBody>
          <a:bodyPr/>
          <a:lstStyle/>
          <a:p>
            <a:endParaRPr/>
          </a:p>
        </p:txBody>
      </p:sp>
      <p:sp>
        <p:nvSpPr>
          <p:cNvPr id="38" name="Shape 36"/>
          <p:cNvSpPr/>
          <p:nvPr/>
        </p:nvSpPr>
        <p:spPr>
          <a:xfrm>
            <a:off x="11108908" y="688957"/>
            <a:ext cx="35294" cy="35294"/>
          </a:xfrm>
          <a:prstGeom prst="ellipse">
            <a:avLst/>
          </a:prstGeom>
          <a:solidFill>
            <a:srgbClr val="F4D9DC"/>
          </a:solidFill>
          <a:ln/>
        </p:spPr>
        <p:txBody>
          <a:bodyPr/>
          <a:lstStyle/>
          <a:p>
            <a:endParaRPr/>
          </a:p>
        </p:txBody>
      </p:sp>
      <p:sp>
        <p:nvSpPr>
          <p:cNvPr id="39" name="Shape 37"/>
          <p:cNvSpPr/>
          <p:nvPr/>
        </p:nvSpPr>
        <p:spPr>
          <a:xfrm>
            <a:off x="11179733" y="690371"/>
            <a:ext cx="36613" cy="36613"/>
          </a:xfrm>
          <a:prstGeom prst="ellipse">
            <a:avLst/>
          </a:prstGeom>
          <a:solidFill>
            <a:srgbClr val="F4D9DC"/>
          </a:solidFill>
          <a:ln/>
        </p:spPr>
        <p:txBody>
          <a:bodyPr/>
          <a:lstStyle/>
          <a:p>
            <a:endParaRPr/>
          </a:p>
        </p:txBody>
      </p:sp>
      <p:sp>
        <p:nvSpPr>
          <p:cNvPr id="40" name="Shape 38"/>
          <p:cNvSpPr/>
          <p:nvPr/>
        </p:nvSpPr>
        <p:spPr>
          <a:xfrm>
            <a:off x="11054764" y="716576"/>
            <a:ext cx="51936" cy="51936"/>
          </a:xfrm>
          <a:prstGeom prst="ellipse">
            <a:avLst/>
          </a:prstGeom>
          <a:solidFill>
            <a:srgbClr val="F4D9DC"/>
          </a:solidFill>
          <a:ln/>
        </p:spPr>
        <p:txBody>
          <a:bodyPr/>
          <a:lstStyle/>
          <a:p>
            <a:endParaRPr/>
          </a:p>
        </p:txBody>
      </p:sp>
      <p:sp>
        <p:nvSpPr>
          <p:cNvPr id="41" name="Shape 39"/>
          <p:cNvSpPr/>
          <p:nvPr/>
        </p:nvSpPr>
        <p:spPr>
          <a:xfrm>
            <a:off x="11539023" y="716851"/>
            <a:ext cx="51488" cy="51488"/>
          </a:xfrm>
          <a:prstGeom prst="ellipse">
            <a:avLst/>
          </a:prstGeom>
          <a:solidFill>
            <a:srgbClr val="F4D9DC"/>
          </a:solidFill>
          <a:ln/>
        </p:spPr>
        <p:txBody>
          <a:bodyPr/>
          <a:lstStyle/>
          <a:p>
            <a:endParaRPr/>
          </a:p>
        </p:txBody>
      </p:sp>
      <p:sp>
        <p:nvSpPr>
          <p:cNvPr id="42" name="Shape 40"/>
          <p:cNvSpPr/>
          <p:nvPr/>
        </p:nvSpPr>
        <p:spPr>
          <a:xfrm>
            <a:off x="11127490" y="729288"/>
            <a:ext cx="58222" cy="58222"/>
          </a:xfrm>
          <a:prstGeom prst="ellipse">
            <a:avLst/>
          </a:prstGeom>
          <a:solidFill>
            <a:srgbClr val="F4D9DC"/>
          </a:solidFill>
          <a:ln/>
        </p:spPr>
        <p:txBody>
          <a:bodyPr/>
          <a:lstStyle/>
          <a:p>
            <a:endParaRPr/>
          </a:p>
        </p:txBody>
      </p:sp>
      <p:sp>
        <p:nvSpPr>
          <p:cNvPr id="43" name="Shape 41"/>
          <p:cNvSpPr/>
          <p:nvPr/>
        </p:nvSpPr>
        <p:spPr>
          <a:xfrm>
            <a:off x="11460671" y="729781"/>
            <a:ext cx="57633" cy="57633"/>
          </a:xfrm>
          <a:prstGeom prst="ellipse">
            <a:avLst/>
          </a:prstGeom>
          <a:solidFill>
            <a:srgbClr val="F4D9DC"/>
          </a:solidFill>
          <a:ln/>
        </p:spPr>
        <p:txBody>
          <a:bodyPr/>
          <a:lstStyle/>
          <a:p>
            <a:endParaRPr/>
          </a:p>
        </p:txBody>
      </p:sp>
      <p:sp>
        <p:nvSpPr>
          <p:cNvPr id="44" name="Shape 42"/>
          <p:cNvSpPr/>
          <p:nvPr/>
        </p:nvSpPr>
        <p:spPr>
          <a:xfrm>
            <a:off x="11407973" y="756415"/>
            <a:ext cx="35960" cy="35960"/>
          </a:xfrm>
          <a:prstGeom prst="ellipse">
            <a:avLst/>
          </a:prstGeom>
          <a:solidFill>
            <a:srgbClr val="F4D9DC"/>
          </a:solidFill>
          <a:ln/>
        </p:spPr>
        <p:txBody>
          <a:bodyPr/>
          <a:lstStyle/>
          <a:p>
            <a:endParaRPr/>
          </a:p>
        </p:txBody>
      </p:sp>
      <p:sp>
        <p:nvSpPr>
          <p:cNvPr id="45" name="Shape 43"/>
          <p:cNvSpPr/>
          <p:nvPr/>
        </p:nvSpPr>
        <p:spPr>
          <a:xfrm>
            <a:off x="11207308" y="763884"/>
            <a:ext cx="34616" cy="34616"/>
          </a:xfrm>
          <a:prstGeom prst="ellipse">
            <a:avLst/>
          </a:prstGeom>
          <a:solidFill>
            <a:srgbClr val="F4D9DC"/>
          </a:solidFill>
          <a:ln/>
        </p:spPr>
        <p:txBody>
          <a:bodyPr/>
          <a:lstStyle/>
          <a:p>
            <a:endParaRPr/>
          </a:p>
        </p:txBody>
      </p:sp>
      <p:sp>
        <p:nvSpPr>
          <p:cNvPr id="46" name="Shape 44"/>
          <p:cNvSpPr/>
          <p:nvPr/>
        </p:nvSpPr>
        <p:spPr>
          <a:xfrm>
            <a:off x="11018670" y="780462"/>
            <a:ext cx="34616" cy="34616"/>
          </a:xfrm>
          <a:prstGeom prst="ellipse">
            <a:avLst/>
          </a:prstGeom>
          <a:solidFill>
            <a:srgbClr val="F4D9DC"/>
          </a:solidFill>
          <a:ln/>
        </p:spPr>
        <p:txBody>
          <a:bodyPr/>
          <a:lstStyle/>
          <a:p>
            <a:endParaRPr/>
          </a:p>
        </p:txBody>
      </p:sp>
      <p:sp>
        <p:nvSpPr>
          <p:cNvPr id="47" name="Shape 45"/>
          <p:cNvSpPr/>
          <p:nvPr/>
        </p:nvSpPr>
        <p:spPr>
          <a:xfrm>
            <a:off x="11591670" y="780123"/>
            <a:ext cx="35294" cy="35294"/>
          </a:xfrm>
          <a:prstGeom prst="ellipse">
            <a:avLst/>
          </a:prstGeom>
          <a:solidFill>
            <a:srgbClr val="F4D9DC"/>
          </a:solidFill>
          <a:ln/>
        </p:spPr>
        <p:txBody>
          <a:bodyPr/>
          <a:lstStyle/>
          <a:p>
            <a:endParaRPr/>
          </a:p>
        </p:txBody>
      </p:sp>
      <p:sp>
        <p:nvSpPr>
          <p:cNvPr id="48" name="Shape 46"/>
          <p:cNvSpPr/>
          <p:nvPr/>
        </p:nvSpPr>
        <p:spPr>
          <a:xfrm>
            <a:off x="11079010" y="790179"/>
            <a:ext cx="51270" cy="51270"/>
          </a:xfrm>
          <a:prstGeom prst="ellipse">
            <a:avLst/>
          </a:prstGeom>
          <a:solidFill>
            <a:srgbClr val="F4D9DC"/>
          </a:solidFill>
          <a:ln/>
        </p:spPr>
        <p:txBody>
          <a:bodyPr/>
          <a:lstStyle/>
          <a:p>
            <a:endParaRPr/>
          </a:p>
        </p:txBody>
      </p:sp>
      <p:sp>
        <p:nvSpPr>
          <p:cNvPr id="49" name="Shape 47"/>
          <p:cNvSpPr/>
          <p:nvPr/>
        </p:nvSpPr>
        <p:spPr>
          <a:xfrm>
            <a:off x="11515218" y="789692"/>
            <a:ext cx="52602" cy="52602"/>
          </a:xfrm>
          <a:prstGeom prst="ellipse">
            <a:avLst/>
          </a:prstGeom>
          <a:solidFill>
            <a:srgbClr val="F4D9DC"/>
          </a:solidFill>
          <a:ln/>
        </p:spPr>
        <p:txBody>
          <a:bodyPr/>
          <a:lstStyle/>
          <a:p>
            <a:endParaRPr/>
          </a:p>
        </p:txBody>
      </p:sp>
      <p:sp>
        <p:nvSpPr>
          <p:cNvPr id="50" name="Shape 48"/>
          <p:cNvSpPr/>
          <p:nvPr/>
        </p:nvSpPr>
        <p:spPr>
          <a:xfrm>
            <a:off x="11147371" y="803460"/>
            <a:ext cx="35627" cy="35627"/>
          </a:xfrm>
          <a:prstGeom prst="ellipse">
            <a:avLst/>
          </a:prstGeom>
          <a:solidFill>
            <a:srgbClr val="F4D9DC"/>
          </a:solidFill>
          <a:ln/>
        </p:spPr>
        <p:txBody>
          <a:bodyPr/>
          <a:lstStyle/>
          <a:p>
            <a:endParaRPr/>
          </a:p>
        </p:txBody>
      </p:sp>
      <p:sp>
        <p:nvSpPr>
          <p:cNvPr id="51" name="Shape 49"/>
          <p:cNvSpPr/>
          <p:nvPr/>
        </p:nvSpPr>
        <p:spPr>
          <a:xfrm>
            <a:off x="11347786" y="804293"/>
            <a:ext cx="35294" cy="35294"/>
          </a:xfrm>
          <a:prstGeom prst="ellipse">
            <a:avLst/>
          </a:prstGeom>
          <a:solidFill>
            <a:srgbClr val="F4D9DC"/>
          </a:solidFill>
          <a:ln/>
        </p:spPr>
        <p:txBody>
          <a:bodyPr/>
          <a:lstStyle/>
          <a:p>
            <a:endParaRPr/>
          </a:p>
        </p:txBody>
      </p:sp>
      <p:sp>
        <p:nvSpPr>
          <p:cNvPr id="52" name="Shape 50"/>
          <p:cNvSpPr/>
          <p:nvPr/>
        </p:nvSpPr>
        <p:spPr>
          <a:xfrm>
            <a:off x="11465119" y="800919"/>
            <a:ext cx="34961" cy="34961"/>
          </a:xfrm>
          <a:prstGeom prst="ellipse">
            <a:avLst/>
          </a:prstGeom>
          <a:solidFill>
            <a:srgbClr val="F4D9DC"/>
          </a:solidFill>
          <a:ln/>
        </p:spPr>
        <p:txBody>
          <a:bodyPr/>
          <a:lstStyle/>
          <a:p>
            <a:endParaRPr/>
          </a:p>
        </p:txBody>
      </p:sp>
      <p:sp>
        <p:nvSpPr>
          <p:cNvPr id="53" name="Shape 51"/>
          <p:cNvSpPr/>
          <p:nvPr/>
        </p:nvSpPr>
        <p:spPr>
          <a:xfrm>
            <a:off x="11270669" y="806590"/>
            <a:ext cx="35627" cy="35627"/>
          </a:xfrm>
          <a:prstGeom prst="ellipse">
            <a:avLst/>
          </a:prstGeom>
          <a:solidFill>
            <a:srgbClr val="F4D9DC"/>
          </a:solidFill>
          <a:ln/>
        </p:spPr>
        <p:txBody>
          <a:bodyPr/>
          <a:lstStyle/>
          <a:p>
            <a:endParaRPr/>
          </a:p>
        </p:txBody>
      </p:sp>
      <p:sp>
        <p:nvSpPr>
          <p:cNvPr id="54" name="Shape 52"/>
          <p:cNvSpPr/>
          <p:nvPr/>
        </p:nvSpPr>
        <p:spPr>
          <a:xfrm>
            <a:off x="11191498" y="817766"/>
            <a:ext cx="57633" cy="57633"/>
          </a:xfrm>
          <a:prstGeom prst="ellipse">
            <a:avLst/>
          </a:prstGeom>
          <a:solidFill>
            <a:srgbClr val="F4D9DC"/>
          </a:solidFill>
          <a:ln/>
        </p:spPr>
        <p:txBody>
          <a:bodyPr/>
          <a:lstStyle/>
          <a:p>
            <a:endParaRPr/>
          </a:p>
        </p:txBody>
      </p:sp>
      <p:sp>
        <p:nvSpPr>
          <p:cNvPr id="55" name="Shape 53"/>
          <p:cNvSpPr/>
          <p:nvPr/>
        </p:nvSpPr>
        <p:spPr>
          <a:xfrm>
            <a:off x="11396573" y="817888"/>
            <a:ext cx="57633" cy="57633"/>
          </a:xfrm>
          <a:prstGeom prst="ellipse">
            <a:avLst/>
          </a:prstGeom>
          <a:solidFill>
            <a:srgbClr val="F4D9DC"/>
          </a:solidFill>
          <a:ln/>
        </p:spPr>
        <p:txBody>
          <a:bodyPr/>
          <a:lstStyle/>
          <a:p>
            <a:endParaRPr/>
          </a:p>
        </p:txBody>
      </p:sp>
      <p:sp>
        <p:nvSpPr>
          <p:cNvPr id="56" name="Shape 54"/>
          <p:cNvSpPr/>
          <p:nvPr/>
        </p:nvSpPr>
        <p:spPr>
          <a:xfrm>
            <a:off x="11123445" y="851985"/>
            <a:ext cx="52167" cy="52167"/>
          </a:xfrm>
          <a:prstGeom prst="ellipse">
            <a:avLst/>
          </a:prstGeom>
          <a:solidFill>
            <a:srgbClr val="F4D9DC"/>
          </a:solidFill>
          <a:ln/>
        </p:spPr>
        <p:txBody>
          <a:bodyPr/>
          <a:lstStyle/>
          <a:p>
            <a:endParaRPr/>
          </a:p>
        </p:txBody>
      </p:sp>
      <p:sp>
        <p:nvSpPr>
          <p:cNvPr id="57" name="Shape 55"/>
          <p:cNvSpPr/>
          <p:nvPr/>
        </p:nvSpPr>
        <p:spPr>
          <a:xfrm>
            <a:off x="11294647" y="851390"/>
            <a:ext cx="57223" cy="57223"/>
          </a:xfrm>
          <a:prstGeom prst="ellipse">
            <a:avLst/>
          </a:prstGeom>
          <a:solidFill>
            <a:srgbClr val="F4D9DC"/>
          </a:solidFill>
          <a:ln/>
        </p:spPr>
        <p:txBody>
          <a:bodyPr/>
          <a:lstStyle/>
          <a:p>
            <a:endParaRPr/>
          </a:p>
        </p:txBody>
      </p:sp>
      <p:sp>
        <p:nvSpPr>
          <p:cNvPr id="58" name="Shape 56"/>
          <p:cNvSpPr/>
          <p:nvPr/>
        </p:nvSpPr>
        <p:spPr>
          <a:xfrm>
            <a:off x="11470202" y="852382"/>
            <a:ext cx="52384" cy="52384"/>
          </a:xfrm>
          <a:prstGeom prst="ellipse">
            <a:avLst/>
          </a:prstGeom>
          <a:solidFill>
            <a:srgbClr val="F4D9DC"/>
          </a:solidFill>
          <a:ln/>
        </p:spPr>
        <p:txBody>
          <a:bodyPr/>
          <a:lstStyle/>
          <a:p>
            <a:endParaRPr/>
          </a:p>
        </p:txBody>
      </p:sp>
      <p:sp>
        <p:nvSpPr>
          <p:cNvPr id="59" name="Shape 57"/>
          <p:cNvSpPr/>
          <p:nvPr/>
        </p:nvSpPr>
        <p:spPr>
          <a:xfrm>
            <a:off x="11060774" y="864607"/>
            <a:ext cx="35627" cy="35627"/>
          </a:xfrm>
          <a:prstGeom prst="ellipse">
            <a:avLst/>
          </a:prstGeom>
          <a:solidFill>
            <a:srgbClr val="F4D9DC"/>
          </a:solidFill>
          <a:ln/>
        </p:spPr>
        <p:txBody>
          <a:bodyPr/>
          <a:lstStyle/>
          <a:p>
            <a:endParaRPr/>
          </a:p>
        </p:txBody>
      </p:sp>
      <p:sp>
        <p:nvSpPr>
          <p:cNvPr id="60" name="Shape 58"/>
          <p:cNvSpPr/>
          <p:nvPr/>
        </p:nvSpPr>
        <p:spPr>
          <a:xfrm>
            <a:off x="11548733" y="864185"/>
            <a:ext cx="35627" cy="35627"/>
          </a:xfrm>
          <a:prstGeom prst="ellipse">
            <a:avLst/>
          </a:prstGeom>
          <a:solidFill>
            <a:srgbClr val="F4D9DC"/>
          </a:solidFill>
          <a:ln/>
        </p:spPr>
        <p:txBody>
          <a:bodyPr/>
          <a:lstStyle/>
          <a:p>
            <a:endParaRPr/>
          </a:p>
        </p:txBody>
      </p:sp>
      <p:sp>
        <p:nvSpPr>
          <p:cNvPr id="61" name="Shape 59"/>
          <p:cNvSpPr/>
          <p:nvPr/>
        </p:nvSpPr>
        <p:spPr>
          <a:xfrm>
            <a:off x="11246231" y="873908"/>
            <a:ext cx="35627" cy="35627"/>
          </a:xfrm>
          <a:prstGeom prst="ellipse">
            <a:avLst/>
          </a:prstGeom>
          <a:solidFill>
            <a:srgbClr val="F4D9DC"/>
          </a:solidFill>
          <a:ln/>
        </p:spPr>
        <p:txBody>
          <a:bodyPr/>
          <a:lstStyle/>
          <a:p>
            <a:endParaRPr/>
          </a:p>
        </p:txBody>
      </p:sp>
      <p:sp>
        <p:nvSpPr>
          <p:cNvPr id="62" name="Shape 60"/>
          <p:cNvSpPr/>
          <p:nvPr/>
        </p:nvSpPr>
        <p:spPr>
          <a:xfrm>
            <a:off x="11367418" y="872896"/>
            <a:ext cx="35627" cy="35627"/>
          </a:xfrm>
          <a:prstGeom prst="ellipse">
            <a:avLst/>
          </a:prstGeom>
          <a:solidFill>
            <a:srgbClr val="F4D9DC"/>
          </a:solidFill>
          <a:ln/>
        </p:spPr>
        <p:txBody>
          <a:bodyPr/>
          <a:lstStyle/>
          <a:p>
            <a:endParaRPr/>
          </a:p>
        </p:txBody>
      </p:sp>
      <p:sp>
        <p:nvSpPr>
          <p:cNvPr id="63" name="Shape 61"/>
          <p:cNvSpPr/>
          <p:nvPr/>
        </p:nvSpPr>
        <p:spPr>
          <a:xfrm>
            <a:off x="11185366" y="897322"/>
            <a:ext cx="51936" cy="51936"/>
          </a:xfrm>
          <a:prstGeom prst="ellipse">
            <a:avLst/>
          </a:prstGeom>
          <a:solidFill>
            <a:srgbClr val="F4D9DC"/>
          </a:solidFill>
          <a:ln/>
        </p:spPr>
        <p:txBody>
          <a:bodyPr/>
          <a:lstStyle/>
          <a:p>
            <a:endParaRPr/>
          </a:p>
        </p:txBody>
      </p:sp>
      <p:sp>
        <p:nvSpPr>
          <p:cNvPr id="64" name="Shape 62"/>
          <p:cNvSpPr/>
          <p:nvPr/>
        </p:nvSpPr>
        <p:spPr>
          <a:xfrm>
            <a:off x="11407845" y="897655"/>
            <a:ext cx="52602" cy="52602"/>
          </a:xfrm>
          <a:prstGeom prst="ellipse">
            <a:avLst/>
          </a:prstGeom>
          <a:solidFill>
            <a:srgbClr val="F4D9DC"/>
          </a:solidFill>
          <a:ln/>
        </p:spPr>
        <p:txBody>
          <a:bodyPr/>
          <a:lstStyle/>
          <a:p>
            <a:endParaRPr/>
          </a:p>
        </p:txBody>
      </p:sp>
      <p:sp>
        <p:nvSpPr>
          <p:cNvPr id="65" name="Shape 63"/>
          <p:cNvSpPr/>
          <p:nvPr/>
        </p:nvSpPr>
        <p:spPr>
          <a:xfrm>
            <a:off x="11258822" y="921466"/>
            <a:ext cx="51270" cy="51270"/>
          </a:xfrm>
          <a:prstGeom prst="ellipse">
            <a:avLst/>
          </a:prstGeom>
          <a:solidFill>
            <a:srgbClr val="F4D9DC"/>
          </a:solidFill>
          <a:ln/>
        </p:spPr>
        <p:txBody>
          <a:bodyPr/>
          <a:lstStyle/>
          <a:p>
            <a:endParaRPr/>
          </a:p>
        </p:txBody>
      </p:sp>
      <p:sp>
        <p:nvSpPr>
          <p:cNvPr id="66" name="Shape 64"/>
          <p:cNvSpPr/>
          <p:nvPr/>
        </p:nvSpPr>
        <p:spPr>
          <a:xfrm>
            <a:off x="11335350" y="921504"/>
            <a:ext cx="51270" cy="51270"/>
          </a:xfrm>
          <a:prstGeom prst="ellipse">
            <a:avLst/>
          </a:prstGeom>
          <a:solidFill>
            <a:srgbClr val="F4D9DC"/>
          </a:solidFill>
          <a:ln/>
        </p:spPr>
        <p:txBody>
          <a:bodyPr/>
          <a:lstStyle/>
          <a:p>
            <a:endParaRPr/>
          </a:p>
        </p:txBody>
      </p:sp>
      <p:sp>
        <p:nvSpPr>
          <p:cNvPr id="67" name="Shape 65"/>
          <p:cNvSpPr/>
          <p:nvPr/>
        </p:nvSpPr>
        <p:spPr>
          <a:xfrm>
            <a:off x="11127388" y="931368"/>
            <a:ext cx="35294" cy="35294"/>
          </a:xfrm>
          <a:prstGeom prst="ellipse">
            <a:avLst/>
          </a:prstGeom>
          <a:solidFill>
            <a:srgbClr val="F4D9DC"/>
          </a:solidFill>
          <a:ln/>
        </p:spPr>
        <p:txBody>
          <a:bodyPr/>
          <a:lstStyle/>
          <a:p>
            <a:endParaRPr/>
          </a:p>
        </p:txBody>
      </p:sp>
      <p:sp>
        <p:nvSpPr>
          <p:cNvPr id="68" name="Shape 66"/>
          <p:cNvSpPr/>
          <p:nvPr/>
        </p:nvSpPr>
        <p:spPr>
          <a:xfrm>
            <a:off x="11481979" y="931035"/>
            <a:ext cx="35960" cy="35960"/>
          </a:xfrm>
          <a:prstGeom prst="ellipse">
            <a:avLst/>
          </a:prstGeom>
          <a:solidFill>
            <a:srgbClr val="F4D9DC"/>
          </a:solidFill>
          <a:ln/>
        </p:spPr>
        <p:txBody>
          <a:bodyPr/>
          <a:lstStyle/>
          <a:p>
            <a:endParaRPr/>
          </a:p>
        </p:txBody>
      </p:sp>
      <p:sp>
        <p:nvSpPr>
          <p:cNvPr id="69" name="Shape 67"/>
          <p:cNvSpPr/>
          <p:nvPr/>
        </p:nvSpPr>
        <p:spPr>
          <a:xfrm>
            <a:off x="11211987" y="974695"/>
            <a:ext cx="34961" cy="34961"/>
          </a:xfrm>
          <a:prstGeom prst="ellipse">
            <a:avLst/>
          </a:prstGeom>
          <a:solidFill>
            <a:srgbClr val="F4D9DC"/>
          </a:solidFill>
          <a:ln/>
        </p:spPr>
        <p:txBody>
          <a:bodyPr/>
          <a:lstStyle/>
          <a:p>
            <a:endParaRPr/>
          </a:p>
        </p:txBody>
      </p:sp>
      <p:sp>
        <p:nvSpPr>
          <p:cNvPr id="70" name="Shape 68"/>
          <p:cNvSpPr/>
          <p:nvPr/>
        </p:nvSpPr>
        <p:spPr>
          <a:xfrm>
            <a:off x="11398461" y="974695"/>
            <a:ext cx="34961" cy="34961"/>
          </a:xfrm>
          <a:prstGeom prst="ellipse">
            <a:avLst/>
          </a:prstGeom>
          <a:solidFill>
            <a:srgbClr val="F4D9DC"/>
          </a:solidFill>
          <a:ln/>
        </p:spPr>
        <p:txBody>
          <a:bodyPr/>
          <a:lstStyle/>
          <a:p>
            <a:endParaRPr/>
          </a:p>
        </p:txBody>
      </p:sp>
      <p:sp>
        <p:nvSpPr>
          <p:cNvPr id="71" name="Shape 69"/>
          <p:cNvSpPr/>
          <p:nvPr/>
        </p:nvSpPr>
        <p:spPr>
          <a:xfrm>
            <a:off x="11304837" y="988501"/>
            <a:ext cx="35627" cy="35627"/>
          </a:xfrm>
          <a:prstGeom prst="ellipse">
            <a:avLst/>
          </a:prstGeom>
          <a:solidFill>
            <a:srgbClr val="F4D9DC"/>
          </a:solidFill>
          <a:ln/>
        </p:spPr>
        <p:txBody>
          <a:bodyPr/>
          <a:lstStyle/>
          <a:p>
            <a:endParaRPr/>
          </a:p>
        </p:txBody>
      </p:sp>
      <p:sp>
        <p:nvSpPr>
          <p:cNvPr id="72" name="Text 70"/>
          <p:cNvSpPr/>
          <p:nvPr/>
        </p:nvSpPr>
        <p:spPr>
          <a:xfrm>
            <a:off x="548640" y="2468880"/>
            <a:ext cx="7863840" cy="1828800"/>
          </a:xfrm>
          <a:prstGeom prst="rect">
            <a:avLst/>
          </a:prstGeom>
          <a:noFill/>
          <a:ln/>
        </p:spPr>
        <p:txBody>
          <a:bodyPr wrap="square" lIns="0" tIns="0" rIns="0" bIns="0" rtlCol="0" anchor="b"/>
          <a:lstStyle/>
          <a:p>
            <a:pPr marL="0" indent="0" algn="l">
              <a:lnSpc>
                <a:spcPct val="105000"/>
              </a:lnSpc>
              <a:buNone/>
            </a:pPr>
            <a:r>
              <a:rPr lang="en-US" sz="4800" dirty="0">
                <a:solidFill>
                  <a:srgbClr val="F4D9DC"/>
                </a:solidFill>
                <a:latin typeface="General Sans Semibold" pitchFamily="34" charset="0"/>
                <a:ea typeface="General Sans Semibold" pitchFamily="34" charset="-122"/>
                <a:cs typeface="General Sans Semibold" pitchFamily="34" charset="-120"/>
              </a:rPr>
              <a:t>Nu gaan we beginnen</a:t>
            </a:r>
            <a:endParaRPr lang="en-US" sz="4800" dirty="0"/>
          </a:p>
        </p:txBody>
      </p:sp>
      <p:sp>
        <p:nvSpPr>
          <p:cNvPr id="73" name="Text 71"/>
          <p:cNvSpPr/>
          <p:nvPr/>
        </p:nvSpPr>
        <p:spPr>
          <a:xfrm>
            <a:off x="548640" y="4526280"/>
            <a:ext cx="7498080" cy="1280160"/>
          </a:xfrm>
          <a:prstGeom prst="rect">
            <a:avLst/>
          </a:prstGeom>
          <a:noFill/>
          <a:ln/>
        </p:spPr>
        <p:txBody>
          <a:bodyPr wrap="square" lIns="0" tIns="0" rIns="0" bIns="0" rtlCol="0" anchor="t"/>
          <a:lstStyle/>
          <a:p>
            <a:pPr marL="0" indent="0" algn="l">
              <a:lnSpc>
                <a:spcPct val="105000"/>
              </a:lnSpc>
              <a:buNone/>
            </a:pPr>
            <a:r>
              <a:rPr lang="en-US" sz="2200" dirty="0">
                <a:solidFill>
                  <a:srgbClr val="F4D74B"/>
                </a:solidFill>
                <a:latin typeface="Cooper Lt BT" pitchFamily="34" charset="0"/>
                <a:ea typeface="Cooper Lt BT" pitchFamily="34" charset="-122"/>
                <a:cs typeface="Cooper Lt BT" pitchFamily="34" charset="-120"/>
              </a:rPr>
              <a:t>Eerst de data en je casus, dan werk jij met de agent.</a:t>
            </a:r>
            <a:endParaRPr lang="en-US" sz="2200" dirty="0"/>
          </a:p>
        </p:txBody>
      </p:sp>
      <p:pic>
        <p:nvPicPr>
          <p:cNvPr id="74" name="Image 0" descr="exports\261027_workshop_rad_hulp4\img\Pijlen roze rechts.png"/>
          <p:cNvPicPr>
            <a:picLocks noChangeAspect="1"/>
          </p:cNvPicPr>
          <p:nvPr/>
        </p:nvPicPr>
        <p:blipFill>
          <a:blip r:embed="rId3"/>
          <a:stretch>
            <a:fillRect/>
          </a:stretch>
        </p:blipFill>
        <p:spPr>
          <a:xfrm>
            <a:off x="8503920" y="1828800"/>
            <a:ext cx="3291840" cy="329184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AEAEA"/>
        </a:solidFill>
        <a:effectLst/>
      </p:bgPr>
    </p:bg>
    <p:spTree>
      <p:nvGrpSpPr>
        <p:cNvPr id="1" name=""/>
        <p:cNvGrpSpPr/>
        <p:nvPr/>
      </p:nvGrpSpPr>
      <p:grpSpPr>
        <a:xfrm>
          <a:off x="0" y="0"/>
          <a:ext cx="0" cy="0"/>
          <a:chOff x="0" y="0"/>
          <a:chExt cx="0" cy="0"/>
        </a:xfrm>
      </p:grpSpPr>
      <p:sp>
        <p:nvSpPr>
          <p:cNvPr id="2" name="Shape 0"/>
          <p:cNvSpPr/>
          <p:nvPr/>
        </p:nvSpPr>
        <p:spPr>
          <a:xfrm>
            <a:off x="11304952" y="384048"/>
            <a:ext cx="35960" cy="35960"/>
          </a:xfrm>
          <a:prstGeom prst="ellipse">
            <a:avLst/>
          </a:prstGeom>
          <a:solidFill>
            <a:srgbClr val="000000"/>
          </a:solidFill>
          <a:ln/>
        </p:spPr>
        <p:txBody>
          <a:bodyPr/>
          <a:lstStyle/>
          <a:p>
            <a:endParaRPr/>
          </a:p>
        </p:txBody>
      </p:sp>
      <p:sp>
        <p:nvSpPr>
          <p:cNvPr id="3" name="Shape 1"/>
          <p:cNvSpPr/>
          <p:nvPr/>
        </p:nvSpPr>
        <p:spPr>
          <a:xfrm>
            <a:off x="11212173" y="399224"/>
            <a:ext cx="34616" cy="34616"/>
          </a:xfrm>
          <a:prstGeom prst="ellipse">
            <a:avLst/>
          </a:prstGeom>
          <a:solidFill>
            <a:srgbClr val="000000"/>
          </a:solidFill>
          <a:ln/>
        </p:spPr>
        <p:txBody>
          <a:bodyPr/>
          <a:lstStyle/>
          <a:p>
            <a:endParaRPr/>
          </a:p>
        </p:txBody>
      </p:sp>
      <p:sp>
        <p:nvSpPr>
          <p:cNvPr id="4" name="Shape 2"/>
          <p:cNvSpPr/>
          <p:nvPr/>
        </p:nvSpPr>
        <p:spPr>
          <a:xfrm>
            <a:off x="11398641" y="399224"/>
            <a:ext cx="34616" cy="34616"/>
          </a:xfrm>
          <a:prstGeom prst="ellipse">
            <a:avLst/>
          </a:prstGeom>
          <a:solidFill>
            <a:srgbClr val="000000"/>
          </a:solidFill>
          <a:ln/>
        </p:spPr>
        <p:txBody>
          <a:bodyPr/>
          <a:lstStyle/>
          <a:p>
            <a:endParaRPr/>
          </a:p>
        </p:txBody>
      </p:sp>
      <p:sp>
        <p:nvSpPr>
          <p:cNvPr id="5" name="Shape 3"/>
          <p:cNvSpPr/>
          <p:nvPr/>
        </p:nvSpPr>
        <p:spPr>
          <a:xfrm>
            <a:off x="11258374" y="435357"/>
            <a:ext cx="51936" cy="51936"/>
          </a:xfrm>
          <a:prstGeom prst="ellipse">
            <a:avLst/>
          </a:prstGeom>
          <a:solidFill>
            <a:srgbClr val="000000"/>
          </a:solidFill>
          <a:ln/>
        </p:spPr>
        <p:txBody>
          <a:bodyPr/>
          <a:lstStyle/>
          <a:p>
            <a:endParaRPr/>
          </a:p>
        </p:txBody>
      </p:sp>
      <p:sp>
        <p:nvSpPr>
          <p:cNvPr id="6" name="Shape 4"/>
          <p:cNvSpPr/>
          <p:nvPr/>
        </p:nvSpPr>
        <p:spPr>
          <a:xfrm>
            <a:off x="11335407" y="435306"/>
            <a:ext cx="51718" cy="51718"/>
          </a:xfrm>
          <a:prstGeom prst="ellipse">
            <a:avLst/>
          </a:prstGeom>
          <a:solidFill>
            <a:srgbClr val="000000"/>
          </a:solidFill>
          <a:ln/>
        </p:spPr>
        <p:txBody>
          <a:bodyPr/>
          <a:lstStyle/>
          <a:p>
            <a:endParaRPr/>
          </a:p>
        </p:txBody>
      </p:sp>
      <p:sp>
        <p:nvSpPr>
          <p:cNvPr id="7" name="Shape 5"/>
          <p:cNvSpPr/>
          <p:nvPr/>
        </p:nvSpPr>
        <p:spPr>
          <a:xfrm>
            <a:off x="11127388" y="442398"/>
            <a:ext cx="35294" cy="35294"/>
          </a:xfrm>
          <a:prstGeom prst="ellipse">
            <a:avLst/>
          </a:prstGeom>
          <a:solidFill>
            <a:srgbClr val="000000"/>
          </a:solidFill>
          <a:ln/>
        </p:spPr>
        <p:txBody>
          <a:bodyPr/>
          <a:lstStyle/>
          <a:p>
            <a:endParaRPr/>
          </a:p>
        </p:txBody>
      </p:sp>
      <p:sp>
        <p:nvSpPr>
          <p:cNvPr id="8" name="Shape 6"/>
          <p:cNvSpPr/>
          <p:nvPr/>
        </p:nvSpPr>
        <p:spPr>
          <a:xfrm>
            <a:off x="11482145" y="441649"/>
            <a:ext cx="35960" cy="35960"/>
          </a:xfrm>
          <a:prstGeom prst="ellipse">
            <a:avLst/>
          </a:prstGeom>
          <a:solidFill>
            <a:srgbClr val="000000"/>
          </a:solidFill>
          <a:ln/>
        </p:spPr>
        <p:txBody>
          <a:bodyPr/>
          <a:lstStyle/>
          <a:p>
            <a:endParaRPr/>
          </a:p>
        </p:txBody>
      </p:sp>
      <p:sp>
        <p:nvSpPr>
          <p:cNvPr id="9" name="Shape 7"/>
          <p:cNvSpPr/>
          <p:nvPr/>
        </p:nvSpPr>
        <p:spPr>
          <a:xfrm>
            <a:off x="11185603" y="459328"/>
            <a:ext cx="52167" cy="52167"/>
          </a:xfrm>
          <a:prstGeom prst="ellipse">
            <a:avLst/>
          </a:prstGeom>
          <a:solidFill>
            <a:srgbClr val="000000"/>
          </a:solidFill>
          <a:ln/>
        </p:spPr>
        <p:txBody>
          <a:bodyPr/>
          <a:lstStyle/>
          <a:p>
            <a:endParaRPr/>
          </a:p>
        </p:txBody>
      </p:sp>
      <p:sp>
        <p:nvSpPr>
          <p:cNvPr id="10" name="Shape 8"/>
          <p:cNvSpPr/>
          <p:nvPr/>
        </p:nvSpPr>
        <p:spPr>
          <a:xfrm>
            <a:off x="11408043" y="458713"/>
            <a:ext cx="52384" cy="52384"/>
          </a:xfrm>
          <a:prstGeom prst="ellipse">
            <a:avLst/>
          </a:prstGeom>
          <a:solidFill>
            <a:srgbClr val="000000"/>
          </a:solidFill>
          <a:ln/>
        </p:spPr>
        <p:txBody>
          <a:bodyPr/>
          <a:lstStyle/>
          <a:p>
            <a:endParaRPr/>
          </a:p>
        </p:txBody>
      </p:sp>
      <p:sp>
        <p:nvSpPr>
          <p:cNvPr id="11" name="Shape 9"/>
          <p:cNvSpPr/>
          <p:nvPr/>
        </p:nvSpPr>
        <p:spPr>
          <a:xfrm>
            <a:off x="11241891" y="499749"/>
            <a:ext cx="36613" cy="36613"/>
          </a:xfrm>
          <a:prstGeom prst="ellipse">
            <a:avLst/>
          </a:prstGeom>
          <a:solidFill>
            <a:srgbClr val="000000"/>
          </a:solidFill>
          <a:ln/>
        </p:spPr>
        <p:txBody>
          <a:bodyPr/>
          <a:lstStyle/>
          <a:p>
            <a:endParaRPr/>
          </a:p>
        </p:txBody>
      </p:sp>
      <p:sp>
        <p:nvSpPr>
          <p:cNvPr id="12" name="Shape 10"/>
          <p:cNvSpPr/>
          <p:nvPr/>
        </p:nvSpPr>
        <p:spPr>
          <a:xfrm>
            <a:off x="11294557" y="500146"/>
            <a:ext cx="57223" cy="57223"/>
          </a:xfrm>
          <a:prstGeom prst="ellipse">
            <a:avLst/>
          </a:prstGeom>
          <a:solidFill>
            <a:srgbClr val="000000"/>
          </a:solidFill>
          <a:ln/>
        </p:spPr>
        <p:txBody>
          <a:bodyPr/>
          <a:lstStyle/>
          <a:p>
            <a:endParaRPr/>
          </a:p>
        </p:txBody>
      </p:sp>
      <p:sp>
        <p:nvSpPr>
          <p:cNvPr id="13" name="Shape 11"/>
          <p:cNvSpPr/>
          <p:nvPr/>
        </p:nvSpPr>
        <p:spPr>
          <a:xfrm>
            <a:off x="11364102" y="498770"/>
            <a:ext cx="35294" cy="35294"/>
          </a:xfrm>
          <a:prstGeom prst="ellipse">
            <a:avLst/>
          </a:prstGeom>
          <a:solidFill>
            <a:srgbClr val="000000"/>
          </a:solidFill>
          <a:ln/>
        </p:spPr>
        <p:txBody>
          <a:bodyPr/>
          <a:lstStyle/>
          <a:p>
            <a:endParaRPr/>
          </a:p>
        </p:txBody>
      </p:sp>
      <p:sp>
        <p:nvSpPr>
          <p:cNvPr id="14" name="Shape 12"/>
          <p:cNvSpPr/>
          <p:nvPr/>
        </p:nvSpPr>
        <p:spPr>
          <a:xfrm>
            <a:off x="11123515" y="504524"/>
            <a:ext cx="51936" cy="51936"/>
          </a:xfrm>
          <a:prstGeom prst="ellipse">
            <a:avLst/>
          </a:prstGeom>
          <a:solidFill>
            <a:srgbClr val="000000"/>
          </a:solidFill>
          <a:ln/>
        </p:spPr>
        <p:txBody>
          <a:bodyPr/>
          <a:lstStyle/>
          <a:p>
            <a:endParaRPr/>
          </a:p>
        </p:txBody>
      </p:sp>
      <p:sp>
        <p:nvSpPr>
          <p:cNvPr id="15" name="Shape 13"/>
          <p:cNvSpPr/>
          <p:nvPr/>
        </p:nvSpPr>
        <p:spPr>
          <a:xfrm>
            <a:off x="11470202" y="504300"/>
            <a:ext cx="52384" cy="52384"/>
          </a:xfrm>
          <a:prstGeom prst="ellipse">
            <a:avLst/>
          </a:prstGeom>
          <a:solidFill>
            <a:srgbClr val="000000"/>
          </a:solidFill>
          <a:ln/>
        </p:spPr>
        <p:txBody>
          <a:bodyPr/>
          <a:lstStyle/>
          <a:p>
            <a:endParaRPr/>
          </a:p>
        </p:txBody>
      </p:sp>
      <p:sp>
        <p:nvSpPr>
          <p:cNvPr id="16" name="Shape 14"/>
          <p:cNvSpPr/>
          <p:nvPr/>
        </p:nvSpPr>
        <p:spPr>
          <a:xfrm>
            <a:off x="11060774" y="508825"/>
            <a:ext cx="35627" cy="35627"/>
          </a:xfrm>
          <a:prstGeom prst="ellipse">
            <a:avLst/>
          </a:prstGeom>
          <a:solidFill>
            <a:srgbClr val="000000"/>
          </a:solidFill>
          <a:ln/>
        </p:spPr>
        <p:txBody>
          <a:bodyPr/>
          <a:lstStyle/>
          <a:p>
            <a:endParaRPr/>
          </a:p>
        </p:txBody>
      </p:sp>
      <p:sp>
        <p:nvSpPr>
          <p:cNvPr id="17" name="Shape 15"/>
          <p:cNvSpPr/>
          <p:nvPr/>
        </p:nvSpPr>
        <p:spPr>
          <a:xfrm>
            <a:off x="11548535" y="508038"/>
            <a:ext cx="36613" cy="36613"/>
          </a:xfrm>
          <a:prstGeom prst="ellipse">
            <a:avLst/>
          </a:prstGeom>
          <a:solidFill>
            <a:srgbClr val="000000"/>
          </a:solidFill>
          <a:ln/>
        </p:spPr>
        <p:txBody>
          <a:bodyPr/>
          <a:lstStyle/>
          <a:p>
            <a:endParaRPr/>
          </a:p>
        </p:txBody>
      </p:sp>
      <p:sp>
        <p:nvSpPr>
          <p:cNvPr id="18" name="Shape 16"/>
          <p:cNvSpPr/>
          <p:nvPr/>
        </p:nvSpPr>
        <p:spPr>
          <a:xfrm>
            <a:off x="11191466" y="533379"/>
            <a:ext cx="57825" cy="57825"/>
          </a:xfrm>
          <a:prstGeom prst="ellipse">
            <a:avLst/>
          </a:prstGeom>
          <a:solidFill>
            <a:srgbClr val="000000"/>
          </a:solidFill>
          <a:ln/>
        </p:spPr>
        <p:txBody>
          <a:bodyPr/>
          <a:lstStyle/>
          <a:p>
            <a:endParaRPr/>
          </a:p>
        </p:txBody>
      </p:sp>
      <p:sp>
        <p:nvSpPr>
          <p:cNvPr id="19" name="Shape 17"/>
          <p:cNvSpPr/>
          <p:nvPr/>
        </p:nvSpPr>
        <p:spPr>
          <a:xfrm>
            <a:off x="11396535" y="533494"/>
            <a:ext cx="57428" cy="57428"/>
          </a:xfrm>
          <a:prstGeom prst="ellipse">
            <a:avLst/>
          </a:prstGeom>
          <a:solidFill>
            <a:srgbClr val="000000"/>
          </a:solidFill>
          <a:ln/>
        </p:spPr>
        <p:txBody>
          <a:bodyPr/>
          <a:lstStyle/>
          <a:p>
            <a:endParaRPr/>
          </a:p>
        </p:txBody>
      </p:sp>
      <p:sp>
        <p:nvSpPr>
          <p:cNvPr id="20" name="Shape 18"/>
          <p:cNvSpPr/>
          <p:nvPr/>
        </p:nvSpPr>
        <p:spPr>
          <a:xfrm>
            <a:off x="11079087" y="567226"/>
            <a:ext cx="51270" cy="51270"/>
          </a:xfrm>
          <a:prstGeom prst="ellipse">
            <a:avLst/>
          </a:prstGeom>
          <a:solidFill>
            <a:srgbClr val="000000"/>
          </a:solidFill>
          <a:ln/>
        </p:spPr>
        <p:txBody>
          <a:bodyPr/>
          <a:lstStyle/>
          <a:p>
            <a:endParaRPr/>
          </a:p>
        </p:txBody>
      </p:sp>
      <p:sp>
        <p:nvSpPr>
          <p:cNvPr id="21" name="Shape 19"/>
          <p:cNvSpPr/>
          <p:nvPr/>
        </p:nvSpPr>
        <p:spPr>
          <a:xfrm>
            <a:off x="11339728" y="567053"/>
            <a:ext cx="34616" cy="34616"/>
          </a:xfrm>
          <a:prstGeom prst="ellipse">
            <a:avLst/>
          </a:prstGeom>
          <a:solidFill>
            <a:srgbClr val="000000"/>
          </a:solidFill>
          <a:ln/>
        </p:spPr>
        <p:txBody>
          <a:bodyPr/>
          <a:lstStyle/>
          <a:p>
            <a:endParaRPr/>
          </a:p>
        </p:txBody>
      </p:sp>
      <p:sp>
        <p:nvSpPr>
          <p:cNvPr id="22" name="Shape 20"/>
          <p:cNvSpPr/>
          <p:nvPr/>
        </p:nvSpPr>
        <p:spPr>
          <a:xfrm>
            <a:off x="11515167" y="566234"/>
            <a:ext cx="52819" cy="52819"/>
          </a:xfrm>
          <a:prstGeom prst="ellipse">
            <a:avLst/>
          </a:prstGeom>
          <a:solidFill>
            <a:srgbClr val="000000"/>
          </a:solidFill>
          <a:ln/>
        </p:spPr>
        <p:txBody>
          <a:bodyPr/>
          <a:lstStyle/>
          <a:p>
            <a:endParaRPr/>
          </a:p>
        </p:txBody>
      </p:sp>
      <p:sp>
        <p:nvSpPr>
          <p:cNvPr id="23" name="Shape 21"/>
          <p:cNvSpPr/>
          <p:nvPr/>
        </p:nvSpPr>
        <p:spPr>
          <a:xfrm>
            <a:off x="11262860" y="569742"/>
            <a:ext cx="34961" cy="34961"/>
          </a:xfrm>
          <a:prstGeom prst="ellipse">
            <a:avLst/>
          </a:prstGeom>
          <a:solidFill>
            <a:srgbClr val="000000"/>
          </a:solidFill>
          <a:ln/>
        </p:spPr>
        <p:txBody>
          <a:bodyPr/>
          <a:lstStyle/>
          <a:p>
            <a:endParaRPr/>
          </a:p>
        </p:txBody>
      </p:sp>
      <p:sp>
        <p:nvSpPr>
          <p:cNvPr id="24" name="Shape 22"/>
          <p:cNvSpPr/>
          <p:nvPr/>
        </p:nvSpPr>
        <p:spPr>
          <a:xfrm>
            <a:off x="11462521" y="569818"/>
            <a:ext cx="35294" cy="35294"/>
          </a:xfrm>
          <a:prstGeom prst="ellipse">
            <a:avLst/>
          </a:prstGeom>
          <a:solidFill>
            <a:srgbClr val="000000"/>
          </a:solidFill>
          <a:ln/>
        </p:spPr>
        <p:txBody>
          <a:bodyPr/>
          <a:lstStyle/>
          <a:p>
            <a:endParaRPr/>
          </a:p>
        </p:txBody>
      </p:sp>
      <p:sp>
        <p:nvSpPr>
          <p:cNvPr id="25" name="Shape 23"/>
          <p:cNvSpPr/>
          <p:nvPr/>
        </p:nvSpPr>
        <p:spPr>
          <a:xfrm>
            <a:off x="11145681" y="573441"/>
            <a:ext cx="34270" cy="34270"/>
          </a:xfrm>
          <a:prstGeom prst="ellipse">
            <a:avLst/>
          </a:prstGeom>
          <a:solidFill>
            <a:srgbClr val="000000"/>
          </a:solidFill>
          <a:ln/>
        </p:spPr>
        <p:txBody>
          <a:bodyPr/>
          <a:lstStyle/>
          <a:p>
            <a:endParaRPr/>
          </a:p>
        </p:txBody>
      </p:sp>
      <p:sp>
        <p:nvSpPr>
          <p:cNvPr id="26" name="Shape 24"/>
          <p:cNvSpPr/>
          <p:nvPr/>
        </p:nvSpPr>
        <p:spPr>
          <a:xfrm>
            <a:off x="11592015" y="593213"/>
            <a:ext cx="35294" cy="35294"/>
          </a:xfrm>
          <a:prstGeom prst="ellipse">
            <a:avLst/>
          </a:prstGeom>
          <a:solidFill>
            <a:srgbClr val="000000"/>
          </a:solidFill>
          <a:ln/>
        </p:spPr>
        <p:txBody>
          <a:bodyPr/>
          <a:lstStyle/>
          <a:p>
            <a:endParaRPr/>
          </a:p>
        </p:txBody>
      </p:sp>
      <p:sp>
        <p:nvSpPr>
          <p:cNvPr id="27" name="Shape 25"/>
          <p:cNvSpPr/>
          <p:nvPr/>
        </p:nvSpPr>
        <p:spPr>
          <a:xfrm>
            <a:off x="11019124" y="593444"/>
            <a:ext cx="34616" cy="34616"/>
          </a:xfrm>
          <a:prstGeom prst="ellipse">
            <a:avLst/>
          </a:prstGeom>
          <a:solidFill>
            <a:srgbClr val="000000"/>
          </a:solidFill>
          <a:ln/>
        </p:spPr>
        <p:txBody>
          <a:bodyPr/>
          <a:lstStyle/>
          <a:p>
            <a:endParaRPr/>
          </a:p>
        </p:txBody>
      </p:sp>
      <p:sp>
        <p:nvSpPr>
          <p:cNvPr id="28" name="Shape 26"/>
          <p:cNvSpPr/>
          <p:nvPr/>
        </p:nvSpPr>
        <p:spPr>
          <a:xfrm>
            <a:off x="11403576" y="610214"/>
            <a:ext cx="34961" cy="34961"/>
          </a:xfrm>
          <a:prstGeom prst="ellipse">
            <a:avLst/>
          </a:prstGeom>
          <a:solidFill>
            <a:srgbClr val="000000"/>
          </a:solidFill>
          <a:ln/>
        </p:spPr>
        <p:txBody>
          <a:bodyPr/>
          <a:lstStyle/>
          <a:p>
            <a:endParaRPr/>
          </a:p>
        </p:txBody>
      </p:sp>
      <p:sp>
        <p:nvSpPr>
          <p:cNvPr id="29" name="Shape 27"/>
          <p:cNvSpPr/>
          <p:nvPr/>
        </p:nvSpPr>
        <p:spPr>
          <a:xfrm>
            <a:off x="11201662" y="616570"/>
            <a:ext cx="35627" cy="35627"/>
          </a:xfrm>
          <a:prstGeom prst="ellipse">
            <a:avLst/>
          </a:prstGeom>
          <a:solidFill>
            <a:srgbClr val="000000"/>
          </a:solidFill>
          <a:ln/>
        </p:spPr>
        <p:txBody>
          <a:bodyPr/>
          <a:lstStyle/>
          <a:p>
            <a:endParaRPr/>
          </a:p>
        </p:txBody>
      </p:sp>
      <p:sp>
        <p:nvSpPr>
          <p:cNvPr id="30" name="Shape 28"/>
          <p:cNvSpPr/>
          <p:nvPr/>
        </p:nvSpPr>
        <p:spPr>
          <a:xfrm>
            <a:off x="11127484" y="620705"/>
            <a:ext cx="58030" cy="58030"/>
          </a:xfrm>
          <a:prstGeom prst="ellipse">
            <a:avLst/>
          </a:prstGeom>
          <a:solidFill>
            <a:srgbClr val="000000"/>
          </a:solidFill>
          <a:ln/>
        </p:spPr>
        <p:txBody>
          <a:bodyPr/>
          <a:lstStyle/>
          <a:p>
            <a:endParaRPr/>
          </a:p>
        </p:txBody>
      </p:sp>
      <p:sp>
        <p:nvSpPr>
          <p:cNvPr id="31" name="Shape 29"/>
          <p:cNvSpPr/>
          <p:nvPr/>
        </p:nvSpPr>
        <p:spPr>
          <a:xfrm>
            <a:off x="11460767" y="620852"/>
            <a:ext cx="57428" cy="57428"/>
          </a:xfrm>
          <a:prstGeom prst="ellipse">
            <a:avLst/>
          </a:prstGeom>
          <a:solidFill>
            <a:srgbClr val="000000"/>
          </a:solidFill>
          <a:ln/>
        </p:spPr>
        <p:txBody>
          <a:bodyPr/>
          <a:lstStyle/>
          <a:p>
            <a:endParaRPr/>
          </a:p>
        </p:txBody>
      </p:sp>
      <p:sp>
        <p:nvSpPr>
          <p:cNvPr id="32" name="Shape 30"/>
          <p:cNvSpPr/>
          <p:nvPr/>
        </p:nvSpPr>
        <p:spPr>
          <a:xfrm>
            <a:off x="11055219" y="640144"/>
            <a:ext cx="51718" cy="51718"/>
          </a:xfrm>
          <a:prstGeom prst="ellipse">
            <a:avLst/>
          </a:prstGeom>
          <a:solidFill>
            <a:srgbClr val="000000"/>
          </a:solidFill>
          <a:ln/>
        </p:spPr>
        <p:txBody>
          <a:bodyPr/>
          <a:lstStyle/>
          <a:p>
            <a:endParaRPr/>
          </a:p>
        </p:txBody>
      </p:sp>
      <p:sp>
        <p:nvSpPr>
          <p:cNvPr id="33" name="Shape 31"/>
          <p:cNvSpPr/>
          <p:nvPr/>
        </p:nvSpPr>
        <p:spPr>
          <a:xfrm>
            <a:off x="11539330" y="640266"/>
            <a:ext cx="51270" cy="51270"/>
          </a:xfrm>
          <a:prstGeom prst="ellipse">
            <a:avLst/>
          </a:prstGeom>
          <a:solidFill>
            <a:srgbClr val="000000"/>
          </a:solidFill>
          <a:ln/>
        </p:spPr>
        <p:txBody>
          <a:bodyPr/>
          <a:lstStyle/>
          <a:p>
            <a:endParaRPr/>
          </a:p>
        </p:txBody>
      </p:sp>
      <p:sp>
        <p:nvSpPr>
          <p:cNvPr id="34" name="Shape 32"/>
          <p:cNvSpPr/>
          <p:nvPr/>
        </p:nvSpPr>
        <p:spPr>
          <a:xfrm>
            <a:off x="11429576" y="682274"/>
            <a:ext cx="35627" cy="35627"/>
          </a:xfrm>
          <a:prstGeom prst="ellipse">
            <a:avLst/>
          </a:prstGeom>
          <a:solidFill>
            <a:srgbClr val="000000"/>
          </a:solidFill>
          <a:ln/>
        </p:spPr>
        <p:txBody>
          <a:bodyPr/>
          <a:lstStyle/>
          <a:p>
            <a:endParaRPr/>
          </a:p>
        </p:txBody>
      </p:sp>
      <p:sp>
        <p:nvSpPr>
          <p:cNvPr id="35" name="Shape 33"/>
          <p:cNvSpPr/>
          <p:nvPr/>
        </p:nvSpPr>
        <p:spPr>
          <a:xfrm>
            <a:off x="11004076" y="687222"/>
            <a:ext cx="34616" cy="34616"/>
          </a:xfrm>
          <a:prstGeom prst="ellipse">
            <a:avLst/>
          </a:prstGeom>
          <a:solidFill>
            <a:srgbClr val="000000"/>
          </a:solidFill>
          <a:ln/>
        </p:spPr>
        <p:txBody>
          <a:bodyPr/>
          <a:lstStyle/>
          <a:p>
            <a:endParaRPr/>
          </a:p>
        </p:txBody>
      </p:sp>
      <p:sp>
        <p:nvSpPr>
          <p:cNvPr id="36" name="Shape 34"/>
          <p:cNvSpPr/>
          <p:nvPr/>
        </p:nvSpPr>
        <p:spPr>
          <a:xfrm>
            <a:off x="11502052" y="685321"/>
            <a:ext cx="34270" cy="34270"/>
          </a:xfrm>
          <a:prstGeom prst="ellipse">
            <a:avLst/>
          </a:prstGeom>
          <a:solidFill>
            <a:srgbClr val="000000"/>
          </a:solidFill>
          <a:ln/>
        </p:spPr>
        <p:txBody>
          <a:bodyPr/>
          <a:lstStyle/>
          <a:p>
            <a:endParaRPr/>
          </a:p>
        </p:txBody>
      </p:sp>
      <p:sp>
        <p:nvSpPr>
          <p:cNvPr id="37" name="Shape 35"/>
          <p:cNvSpPr/>
          <p:nvPr/>
        </p:nvSpPr>
        <p:spPr>
          <a:xfrm>
            <a:off x="11606321" y="686422"/>
            <a:ext cx="35627" cy="35627"/>
          </a:xfrm>
          <a:prstGeom prst="ellipse">
            <a:avLst/>
          </a:prstGeom>
          <a:solidFill>
            <a:srgbClr val="000000"/>
          </a:solidFill>
          <a:ln/>
        </p:spPr>
        <p:txBody>
          <a:bodyPr/>
          <a:lstStyle/>
          <a:p>
            <a:endParaRPr/>
          </a:p>
        </p:txBody>
      </p:sp>
      <p:sp>
        <p:nvSpPr>
          <p:cNvPr id="38" name="Shape 36"/>
          <p:cNvSpPr/>
          <p:nvPr/>
        </p:nvSpPr>
        <p:spPr>
          <a:xfrm>
            <a:off x="11108908" y="688957"/>
            <a:ext cx="35294" cy="35294"/>
          </a:xfrm>
          <a:prstGeom prst="ellipse">
            <a:avLst/>
          </a:prstGeom>
          <a:solidFill>
            <a:srgbClr val="000000"/>
          </a:solidFill>
          <a:ln/>
        </p:spPr>
        <p:txBody>
          <a:bodyPr/>
          <a:lstStyle/>
          <a:p>
            <a:endParaRPr/>
          </a:p>
        </p:txBody>
      </p:sp>
      <p:sp>
        <p:nvSpPr>
          <p:cNvPr id="39" name="Shape 37"/>
          <p:cNvSpPr/>
          <p:nvPr/>
        </p:nvSpPr>
        <p:spPr>
          <a:xfrm>
            <a:off x="11179733" y="690371"/>
            <a:ext cx="36613" cy="36613"/>
          </a:xfrm>
          <a:prstGeom prst="ellipse">
            <a:avLst/>
          </a:prstGeom>
          <a:solidFill>
            <a:srgbClr val="000000"/>
          </a:solidFill>
          <a:ln/>
        </p:spPr>
        <p:txBody>
          <a:bodyPr/>
          <a:lstStyle/>
          <a:p>
            <a:endParaRPr/>
          </a:p>
        </p:txBody>
      </p:sp>
      <p:sp>
        <p:nvSpPr>
          <p:cNvPr id="40" name="Shape 38"/>
          <p:cNvSpPr/>
          <p:nvPr/>
        </p:nvSpPr>
        <p:spPr>
          <a:xfrm>
            <a:off x="11054764" y="716576"/>
            <a:ext cx="51936" cy="51936"/>
          </a:xfrm>
          <a:prstGeom prst="ellipse">
            <a:avLst/>
          </a:prstGeom>
          <a:solidFill>
            <a:srgbClr val="000000"/>
          </a:solidFill>
          <a:ln/>
        </p:spPr>
        <p:txBody>
          <a:bodyPr/>
          <a:lstStyle/>
          <a:p>
            <a:endParaRPr/>
          </a:p>
        </p:txBody>
      </p:sp>
      <p:sp>
        <p:nvSpPr>
          <p:cNvPr id="41" name="Shape 39"/>
          <p:cNvSpPr/>
          <p:nvPr/>
        </p:nvSpPr>
        <p:spPr>
          <a:xfrm>
            <a:off x="11539023" y="716851"/>
            <a:ext cx="51488" cy="51488"/>
          </a:xfrm>
          <a:prstGeom prst="ellipse">
            <a:avLst/>
          </a:prstGeom>
          <a:solidFill>
            <a:srgbClr val="000000"/>
          </a:solidFill>
          <a:ln/>
        </p:spPr>
        <p:txBody>
          <a:bodyPr/>
          <a:lstStyle/>
          <a:p>
            <a:endParaRPr/>
          </a:p>
        </p:txBody>
      </p:sp>
      <p:sp>
        <p:nvSpPr>
          <p:cNvPr id="42" name="Shape 40"/>
          <p:cNvSpPr/>
          <p:nvPr/>
        </p:nvSpPr>
        <p:spPr>
          <a:xfrm>
            <a:off x="11127490" y="729288"/>
            <a:ext cx="58222" cy="58222"/>
          </a:xfrm>
          <a:prstGeom prst="ellipse">
            <a:avLst/>
          </a:prstGeom>
          <a:solidFill>
            <a:srgbClr val="000000"/>
          </a:solidFill>
          <a:ln/>
        </p:spPr>
        <p:txBody>
          <a:bodyPr/>
          <a:lstStyle/>
          <a:p>
            <a:endParaRPr/>
          </a:p>
        </p:txBody>
      </p:sp>
      <p:sp>
        <p:nvSpPr>
          <p:cNvPr id="43" name="Shape 41"/>
          <p:cNvSpPr/>
          <p:nvPr/>
        </p:nvSpPr>
        <p:spPr>
          <a:xfrm>
            <a:off x="11460671" y="729781"/>
            <a:ext cx="57633" cy="57633"/>
          </a:xfrm>
          <a:prstGeom prst="ellipse">
            <a:avLst/>
          </a:prstGeom>
          <a:solidFill>
            <a:srgbClr val="000000"/>
          </a:solidFill>
          <a:ln/>
        </p:spPr>
        <p:txBody>
          <a:bodyPr/>
          <a:lstStyle/>
          <a:p>
            <a:endParaRPr/>
          </a:p>
        </p:txBody>
      </p:sp>
      <p:sp>
        <p:nvSpPr>
          <p:cNvPr id="44" name="Shape 42"/>
          <p:cNvSpPr/>
          <p:nvPr/>
        </p:nvSpPr>
        <p:spPr>
          <a:xfrm>
            <a:off x="11407973" y="756415"/>
            <a:ext cx="35960" cy="35960"/>
          </a:xfrm>
          <a:prstGeom prst="ellipse">
            <a:avLst/>
          </a:prstGeom>
          <a:solidFill>
            <a:srgbClr val="000000"/>
          </a:solidFill>
          <a:ln/>
        </p:spPr>
        <p:txBody>
          <a:bodyPr/>
          <a:lstStyle/>
          <a:p>
            <a:endParaRPr/>
          </a:p>
        </p:txBody>
      </p:sp>
      <p:sp>
        <p:nvSpPr>
          <p:cNvPr id="45" name="Shape 43"/>
          <p:cNvSpPr/>
          <p:nvPr/>
        </p:nvSpPr>
        <p:spPr>
          <a:xfrm>
            <a:off x="11207308" y="763884"/>
            <a:ext cx="34616" cy="34616"/>
          </a:xfrm>
          <a:prstGeom prst="ellipse">
            <a:avLst/>
          </a:prstGeom>
          <a:solidFill>
            <a:srgbClr val="000000"/>
          </a:solidFill>
          <a:ln/>
        </p:spPr>
        <p:txBody>
          <a:bodyPr/>
          <a:lstStyle/>
          <a:p>
            <a:endParaRPr/>
          </a:p>
        </p:txBody>
      </p:sp>
      <p:sp>
        <p:nvSpPr>
          <p:cNvPr id="46" name="Shape 44"/>
          <p:cNvSpPr/>
          <p:nvPr/>
        </p:nvSpPr>
        <p:spPr>
          <a:xfrm>
            <a:off x="11018670" y="780462"/>
            <a:ext cx="34616" cy="34616"/>
          </a:xfrm>
          <a:prstGeom prst="ellipse">
            <a:avLst/>
          </a:prstGeom>
          <a:solidFill>
            <a:srgbClr val="000000"/>
          </a:solidFill>
          <a:ln/>
        </p:spPr>
        <p:txBody>
          <a:bodyPr/>
          <a:lstStyle/>
          <a:p>
            <a:endParaRPr/>
          </a:p>
        </p:txBody>
      </p:sp>
      <p:sp>
        <p:nvSpPr>
          <p:cNvPr id="47" name="Shape 45"/>
          <p:cNvSpPr/>
          <p:nvPr/>
        </p:nvSpPr>
        <p:spPr>
          <a:xfrm>
            <a:off x="11591670" y="780123"/>
            <a:ext cx="35294" cy="35294"/>
          </a:xfrm>
          <a:prstGeom prst="ellipse">
            <a:avLst/>
          </a:prstGeom>
          <a:solidFill>
            <a:srgbClr val="000000"/>
          </a:solidFill>
          <a:ln/>
        </p:spPr>
        <p:txBody>
          <a:bodyPr/>
          <a:lstStyle/>
          <a:p>
            <a:endParaRPr/>
          </a:p>
        </p:txBody>
      </p:sp>
      <p:sp>
        <p:nvSpPr>
          <p:cNvPr id="48" name="Shape 46"/>
          <p:cNvSpPr/>
          <p:nvPr/>
        </p:nvSpPr>
        <p:spPr>
          <a:xfrm>
            <a:off x="11079010" y="790179"/>
            <a:ext cx="51270" cy="51270"/>
          </a:xfrm>
          <a:prstGeom prst="ellipse">
            <a:avLst/>
          </a:prstGeom>
          <a:solidFill>
            <a:srgbClr val="000000"/>
          </a:solidFill>
          <a:ln/>
        </p:spPr>
        <p:txBody>
          <a:bodyPr/>
          <a:lstStyle/>
          <a:p>
            <a:endParaRPr/>
          </a:p>
        </p:txBody>
      </p:sp>
      <p:sp>
        <p:nvSpPr>
          <p:cNvPr id="49" name="Shape 47"/>
          <p:cNvSpPr/>
          <p:nvPr/>
        </p:nvSpPr>
        <p:spPr>
          <a:xfrm>
            <a:off x="11515218" y="789692"/>
            <a:ext cx="52602" cy="52602"/>
          </a:xfrm>
          <a:prstGeom prst="ellipse">
            <a:avLst/>
          </a:prstGeom>
          <a:solidFill>
            <a:srgbClr val="000000"/>
          </a:solidFill>
          <a:ln/>
        </p:spPr>
        <p:txBody>
          <a:bodyPr/>
          <a:lstStyle/>
          <a:p>
            <a:endParaRPr/>
          </a:p>
        </p:txBody>
      </p:sp>
      <p:sp>
        <p:nvSpPr>
          <p:cNvPr id="50" name="Shape 48"/>
          <p:cNvSpPr/>
          <p:nvPr/>
        </p:nvSpPr>
        <p:spPr>
          <a:xfrm>
            <a:off x="11147371" y="803460"/>
            <a:ext cx="35627" cy="35627"/>
          </a:xfrm>
          <a:prstGeom prst="ellipse">
            <a:avLst/>
          </a:prstGeom>
          <a:solidFill>
            <a:srgbClr val="000000"/>
          </a:solidFill>
          <a:ln/>
        </p:spPr>
        <p:txBody>
          <a:bodyPr/>
          <a:lstStyle/>
          <a:p>
            <a:endParaRPr/>
          </a:p>
        </p:txBody>
      </p:sp>
      <p:sp>
        <p:nvSpPr>
          <p:cNvPr id="51" name="Shape 49"/>
          <p:cNvSpPr/>
          <p:nvPr/>
        </p:nvSpPr>
        <p:spPr>
          <a:xfrm>
            <a:off x="11347786" y="804293"/>
            <a:ext cx="35294" cy="35294"/>
          </a:xfrm>
          <a:prstGeom prst="ellipse">
            <a:avLst/>
          </a:prstGeom>
          <a:solidFill>
            <a:srgbClr val="000000"/>
          </a:solidFill>
          <a:ln/>
        </p:spPr>
        <p:txBody>
          <a:bodyPr/>
          <a:lstStyle/>
          <a:p>
            <a:endParaRPr/>
          </a:p>
        </p:txBody>
      </p:sp>
      <p:sp>
        <p:nvSpPr>
          <p:cNvPr id="52" name="Shape 50"/>
          <p:cNvSpPr/>
          <p:nvPr/>
        </p:nvSpPr>
        <p:spPr>
          <a:xfrm>
            <a:off x="11465119" y="800919"/>
            <a:ext cx="34961" cy="34961"/>
          </a:xfrm>
          <a:prstGeom prst="ellipse">
            <a:avLst/>
          </a:prstGeom>
          <a:solidFill>
            <a:srgbClr val="000000"/>
          </a:solidFill>
          <a:ln/>
        </p:spPr>
        <p:txBody>
          <a:bodyPr/>
          <a:lstStyle/>
          <a:p>
            <a:endParaRPr/>
          </a:p>
        </p:txBody>
      </p:sp>
      <p:sp>
        <p:nvSpPr>
          <p:cNvPr id="53" name="Shape 51"/>
          <p:cNvSpPr/>
          <p:nvPr/>
        </p:nvSpPr>
        <p:spPr>
          <a:xfrm>
            <a:off x="11270669" y="806590"/>
            <a:ext cx="35627" cy="35627"/>
          </a:xfrm>
          <a:prstGeom prst="ellipse">
            <a:avLst/>
          </a:prstGeom>
          <a:solidFill>
            <a:srgbClr val="000000"/>
          </a:solidFill>
          <a:ln/>
        </p:spPr>
        <p:txBody>
          <a:bodyPr/>
          <a:lstStyle/>
          <a:p>
            <a:endParaRPr/>
          </a:p>
        </p:txBody>
      </p:sp>
      <p:sp>
        <p:nvSpPr>
          <p:cNvPr id="54" name="Shape 52"/>
          <p:cNvSpPr/>
          <p:nvPr/>
        </p:nvSpPr>
        <p:spPr>
          <a:xfrm>
            <a:off x="11191498" y="817766"/>
            <a:ext cx="57633" cy="57633"/>
          </a:xfrm>
          <a:prstGeom prst="ellipse">
            <a:avLst/>
          </a:prstGeom>
          <a:solidFill>
            <a:srgbClr val="000000"/>
          </a:solidFill>
          <a:ln/>
        </p:spPr>
        <p:txBody>
          <a:bodyPr/>
          <a:lstStyle/>
          <a:p>
            <a:endParaRPr/>
          </a:p>
        </p:txBody>
      </p:sp>
      <p:sp>
        <p:nvSpPr>
          <p:cNvPr id="55" name="Shape 53"/>
          <p:cNvSpPr/>
          <p:nvPr/>
        </p:nvSpPr>
        <p:spPr>
          <a:xfrm>
            <a:off x="11396573" y="817888"/>
            <a:ext cx="57633" cy="57633"/>
          </a:xfrm>
          <a:prstGeom prst="ellipse">
            <a:avLst/>
          </a:prstGeom>
          <a:solidFill>
            <a:srgbClr val="000000"/>
          </a:solidFill>
          <a:ln/>
        </p:spPr>
        <p:txBody>
          <a:bodyPr/>
          <a:lstStyle/>
          <a:p>
            <a:endParaRPr/>
          </a:p>
        </p:txBody>
      </p:sp>
      <p:sp>
        <p:nvSpPr>
          <p:cNvPr id="56" name="Shape 54"/>
          <p:cNvSpPr/>
          <p:nvPr/>
        </p:nvSpPr>
        <p:spPr>
          <a:xfrm>
            <a:off x="11123445" y="851985"/>
            <a:ext cx="52167" cy="52167"/>
          </a:xfrm>
          <a:prstGeom prst="ellipse">
            <a:avLst/>
          </a:prstGeom>
          <a:solidFill>
            <a:srgbClr val="000000"/>
          </a:solidFill>
          <a:ln/>
        </p:spPr>
        <p:txBody>
          <a:bodyPr/>
          <a:lstStyle/>
          <a:p>
            <a:endParaRPr/>
          </a:p>
        </p:txBody>
      </p:sp>
      <p:sp>
        <p:nvSpPr>
          <p:cNvPr id="57" name="Shape 55"/>
          <p:cNvSpPr/>
          <p:nvPr/>
        </p:nvSpPr>
        <p:spPr>
          <a:xfrm>
            <a:off x="11294647" y="851390"/>
            <a:ext cx="57223" cy="57223"/>
          </a:xfrm>
          <a:prstGeom prst="ellipse">
            <a:avLst/>
          </a:prstGeom>
          <a:solidFill>
            <a:srgbClr val="000000"/>
          </a:solidFill>
          <a:ln/>
        </p:spPr>
        <p:txBody>
          <a:bodyPr/>
          <a:lstStyle/>
          <a:p>
            <a:endParaRPr/>
          </a:p>
        </p:txBody>
      </p:sp>
      <p:sp>
        <p:nvSpPr>
          <p:cNvPr id="58" name="Shape 56"/>
          <p:cNvSpPr/>
          <p:nvPr/>
        </p:nvSpPr>
        <p:spPr>
          <a:xfrm>
            <a:off x="11470202" y="852382"/>
            <a:ext cx="52384" cy="52384"/>
          </a:xfrm>
          <a:prstGeom prst="ellipse">
            <a:avLst/>
          </a:prstGeom>
          <a:solidFill>
            <a:srgbClr val="000000"/>
          </a:solidFill>
          <a:ln/>
        </p:spPr>
        <p:txBody>
          <a:bodyPr/>
          <a:lstStyle/>
          <a:p>
            <a:endParaRPr/>
          </a:p>
        </p:txBody>
      </p:sp>
      <p:sp>
        <p:nvSpPr>
          <p:cNvPr id="59" name="Shape 57"/>
          <p:cNvSpPr/>
          <p:nvPr/>
        </p:nvSpPr>
        <p:spPr>
          <a:xfrm>
            <a:off x="11060774" y="864607"/>
            <a:ext cx="35627" cy="35627"/>
          </a:xfrm>
          <a:prstGeom prst="ellipse">
            <a:avLst/>
          </a:prstGeom>
          <a:solidFill>
            <a:srgbClr val="000000"/>
          </a:solidFill>
          <a:ln/>
        </p:spPr>
        <p:txBody>
          <a:bodyPr/>
          <a:lstStyle/>
          <a:p>
            <a:endParaRPr/>
          </a:p>
        </p:txBody>
      </p:sp>
      <p:sp>
        <p:nvSpPr>
          <p:cNvPr id="60" name="Shape 58"/>
          <p:cNvSpPr/>
          <p:nvPr/>
        </p:nvSpPr>
        <p:spPr>
          <a:xfrm>
            <a:off x="11548733" y="864185"/>
            <a:ext cx="35627" cy="35627"/>
          </a:xfrm>
          <a:prstGeom prst="ellipse">
            <a:avLst/>
          </a:prstGeom>
          <a:solidFill>
            <a:srgbClr val="000000"/>
          </a:solidFill>
          <a:ln/>
        </p:spPr>
        <p:txBody>
          <a:bodyPr/>
          <a:lstStyle/>
          <a:p>
            <a:endParaRPr/>
          </a:p>
        </p:txBody>
      </p:sp>
      <p:sp>
        <p:nvSpPr>
          <p:cNvPr id="61" name="Shape 59"/>
          <p:cNvSpPr/>
          <p:nvPr/>
        </p:nvSpPr>
        <p:spPr>
          <a:xfrm>
            <a:off x="11246231" y="873908"/>
            <a:ext cx="35627" cy="35627"/>
          </a:xfrm>
          <a:prstGeom prst="ellipse">
            <a:avLst/>
          </a:prstGeom>
          <a:solidFill>
            <a:srgbClr val="000000"/>
          </a:solidFill>
          <a:ln/>
        </p:spPr>
        <p:txBody>
          <a:bodyPr/>
          <a:lstStyle/>
          <a:p>
            <a:endParaRPr/>
          </a:p>
        </p:txBody>
      </p:sp>
      <p:sp>
        <p:nvSpPr>
          <p:cNvPr id="62" name="Shape 60"/>
          <p:cNvSpPr/>
          <p:nvPr/>
        </p:nvSpPr>
        <p:spPr>
          <a:xfrm>
            <a:off x="11367418" y="872896"/>
            <a:ext cx="35627" cy="35627"/>
          </a:xfrm>
          <a:prstGeom prst="ellipse">
            <a:avLst/>
          </a:prstGeom>
          <a:solidFill>
            <a:srgbClr val="000000"/>
          </a:solidFill>
          <a:ln/>
        </p:spPr>
        <p:txBody>
          <a:bodyPr/>
          <a:lstStyle/>
          <a:p>
            <a:endParaRPr/>
          </a:p>
        </p:txBody>
      </p:sp>
      <p:sp>
        <p:nvSpPr>
          <p:cNvPr id="63" name="Shape 61"/>
          <p:cNvSpPr/>
          <p:nvPr/>
        </p:nvSpPr>
        <p:spPr>
          <a:xfrm>
            <a:off x="11185366" y="897322"/>
            <a:ext cx="51936" cy="51936"/>
          </a:xfrm>
          <a:prstGeom prst="ellipse">
            <a:avLst/>
          </a:prstGeom>
          <a:solidFill>
            <a:srgbClr val="000000"/>
          </a:solidFill>
          <a:ln/>
        </p:spPr>
        <p:txBody>
          <a:bodyPr/>
          <a:lstStyle/>
          <a:p>
            <a:endParaRPr/>
          </a:p>
        </p:txBody>
      </p:sp>
      <p:sp>
        <p:nvSpPr>
          <p:cNvPr id="64" name="Shape 62"/>
          <p:cNvSpPr/>
          <p:nvPr/>
        </p:nvSpPr>
        <p:spPr>
          <a:xfrm>
            <a:off x="11407845" y="897655"/>
            <a:ext cx="52602" cy="52602"/>
          </a:xfrm>
          <a:prstGeom prst="ellipse">
            <a:avLst/>
          </a:prstGeom>
          <a:solidFill>
            <a:srgbClr val="000000"/>
          </a:solidFill>
          <a:ln/>
        </p:spPr>
        <p:txBody>
          <a:bodyPr/>
          <a:lstStyle/>
          <a:p>
            <a:endParaRPr/>
          </a:p>
        </p:txBody>
      </p:sp>
      <p:sp>
        <p:nvSpPr>
          <p:cNvPr id="65" name="Shape 63"/>
          <p:cNvSpPr/>
          <p:nvPr/>
        </p:nvSpPr>
        <p:spPr>
          <a:xfrm>
            <a:off x="11258822" y="921466"/>
            <a:ext cx="51270" cy="51270"/>
          </a:xfrm>
          <a:prstGeom prst="ellipse">
            <a:avLst/>
          </a:prstGeom>
          <a:solidFill>
            <a:srgbClr val="000000"/>
          </a:solidFill>
          <a:ln/>
        </p:spPr>
        <p:txBody>
          <a:bodyPr/>
          <a:lstStyle/>
          <a:p>
            <a:endParaRPr/>
          </a:p>
        </p:txBody>
      </p:sp>
      <p:sp>
        <p:nvSpPr>
          <p:cNvPr id="66" name="Shape 64"/>
          <p:cNvSpPr/>
          <p:nvPr/>
        </p:nvSpPr>
        <p:spPr>
          <a:xfrm>
            <a:off x="11335350" y="921504"/>
            <a:ext cx="51270" cy="51270"/>
          </a:xfrm>
          <a:prstGeom prst="ellipse">
            <a:avLst/>
          </a:prstGeom>
          <a:solidFill>
            <a:srgbClr val="000000"/>
          </a:solidFill>
          <a:ln/>
        </p:spPr>
        <p:txBody>
          <a:bodyPr/>
          <a:lstStyle/>
          <a:p>
            <a:endParaRPr/>
          </a:p>
        </p:txBody>
      </p:sp>
      <p:sp>
        <p:nvSpPr>
          <p:cNvPr id="67" name="Shape 65"/>
          <p:cNvSpPr/>
          <p:nvPr/>
        </p:nvSpPr>
        <p:spPr>
          <a:xfrm>
            <a:off x="11127388" y="931368"/>
            <a:ext cx="35294" cy="35294"/>
          </a:xfrm>
          <a:prstGeom prst="ellipse">
            <a:avLst/>
          </a:prstGeom>
          <a:solidFill>
            <a:srgbClr val="000000"/>
          </a:solidFill>
          <a:ln/>
        </p:spPr>
        <p:txBody>
          <a:bodyPr/>
          <a:lstStyle/>
          <a:p>
            <a:endParaRPr/>
          </a:p>
        </p:txBody>
      </p:sp>
      <p:sp>
        <p:nvSpPr>
          <p:cNvPr id="68" name="Shape 66"/>
          <p:cNvSpPr/>
          <p:nvPr/>
        </p:nvSpPr>
        <p:spPr>
          <a:xfrm>
            <a:off x="11481979" y="931035"/>
            <a:ext cx="35960" cy="35960"/>
          </a:xfrm>
          <a:prstGeom prst="ellipse">
            <a:avLst/>
          </a:prstGeom>
          <a:solidFill>
            <a:srgbClr val="000000"/>
          </a:solidFill>
          <a:ln/>
        </p:spPr>
        <p:txBody>
          <a:bodyPr/>
          <a:lstStyle/>
          <a:p>
            <a:endParaRPr/>
          </a:p>
        </p:txBody>
      </p:sp>
      <p:sp>
        <p:nvSpPr>
          <p:cNvPr id="69" name="Shape 67"/>
          <p:cNvSpPr/>
          <p:nvPr/>
        </p:nvSpPr>
        <p:spPr>
          <a:xfrm>
            <a:off x="11211987" y="974695"/>
            <a:ext cx="34961" cy="34961"/>
          </a:xfrm>
          <a:prstGeom prst="ellipse">
            <a:avLst/>
          </a:prstGeom>
          <a:solidFill>
            <a:srgbClr val="000000"/>
          </a:solidFill>
          <a:ln/>
        </p:spPr>
        <p:txBody>
          <a:bodyPr/>
          <a:lstStyle/>
          <a:p>
            <a:endParaRPr/>
          </a:p>
        </p:txBody>
      </p:sp>
      <p:sp>
        <p:nvSpPr>
          <p:cNvPr id="70" name="Shape 68"/>
          <p:cNvSpPr/>
          <p:nvPr/>
        </p:nvSpPr>
        <p:spPr>
          <a:xfrm>
            <a:off x="11398461" y="974695"/>
            <a:ext cx="34961" cy="34961"/>
          </a:xfrm>
          <a:prstGeom prst="ellipse">
            <a:avLst/>
          </a:prstGeom>
          <a:solidFill>
            <a:srgbClr val="000000"/>
          </a:solidFill>
          <a:ln/>
        </p:spPr>
        <p:txBody>
          <a:bodyPr/>
          <a:lstStyle/>
          <a:p>
            <a:endParaRPr/>
          </a:p>
        </p:txBody>
      </p:sp>
      <p:sp>
        <p:nvSpPr>
          <p:cNvPr id="71" name="Shape 69"/>
          <p:cNvSpPr/>
          <p:nvPr/>
        </p:nvSpPr>
        <p:spPr>
          <a:xfrm>
            <a:off x="11304837" y="988501"/>
            <a:ext cx="35627" cy="35627"/>
          </a:xfrm>
          <a:prstGeom prst="ellipse">
            <a:avLst/>
          </a:prstGeom>
          <a:solidFill>
            <a:srgbClr val="000000"/>
          </a:solidFill>
          <a:ln/>
        </p:spPr>
        <p:txBody>
          <a:bodyPr/>
          <a:lstStyle/>
          <a:p>
            <a:endParaRPr/>
          </a:p>
        </p:txBody>
      </p:sp>
      <p:sp>
        <p:nvSpPr>
          <p:cNvPr id="72" name="Text 70"/>
          <p:cNvSpPr/>
          <p:nvPr/>
        </p:nvSpPr>
        <p:spPr>
          <a:xfrm>
            <a:off x="548640" y="411480"/>
            <a:ext cx="10088575" cy="777240"/>
          </a:xfrm>
          <a:prstGeom prst="rect">
            <a:avLst/>
          </a:prstGeom>
          <a:noFill/>
          <a:ln/>
        </p:spPr>
        <p:txBody>
          <a:bodyPr wrap="square" lIns="0" tIns="0" rIns="0" bIns="0" rtlCol="0" anchor="ctr"/>
          <a:lstStyle/>
          <a:p>
            <a:pPr marL="0" indent="0" algn="l">
              <a:lnSpc>
                <a:spcPct val="105000"/>
              </a:lnSpc>
              <a:buNone/>
            </a:pPr>
            <a:r>
              <a:rPr lang="en-US" sz="3100" dirty="0">
                <a:solidFill>
                  <a:srgbClr val="3D68EC"/>
                </a:solidFill>
                <a:latin typeface="General Sans Semibold" pitchFamily="34" charset="0"/>
                <a:ea typeface="General Sans Semibold" pitchFamily="34" charset="-122"/>
                <a:cs typeface="General Sans Semibold" pitchFamily="34" charset="-120"/>
              </a:rPr>
              <a:t>1CijferHO: de data van je eigen instelling</a:t>
            </a:r>
            <a:endParaRPr lang="en-US" sz="3100" dirty="0"/>
          </a:p>
        </p:txBody>
      </p:sp>
      <p:sp>
        <p:nvSpPr>
          <p:cNvPr id="73" name="Text 71"/>
          <p:cNvSpPr/>
          <p:nvPr/>
        </p:nvSpPr>
        <p:spPr>
          <a:xfrm>
            <a:off x="548640" y="1463040"/>
            <a:ext cx="6309360" cy="705104"/>
          </a:xfrm>
          <a:prstGeom prst="rect">
            <a:avLst/>
          </a:prstGeom>
          <a:noFill/>
          <a:ln/>
        </p:spPr>
        <p:txBody>
          <a:bodyPr wrap="square" lIns="0" tIns="0" rIns="0" bIns="0" rtlCol="0" anchor="t"/>
          <a:lstStyle/>
          <a:p>
            <a:pPr marL="0" indent="0" algn="l">
              <a:lnSpc>
                <a:spcPct val="105000"/>
              </a:lnSpc>
              <a:buNone/>
            </a:pPr>
            <a:r>
              <a:rPr lang="en-US" sz="2200" dirty="0">
                <a:solidFill>
                  <a:srgbClr val="000000"/>
                </a:solidFill>
                <a:latin typeface="Cooper Lt BT" pitchFamily="34" charset="0"/>
                <a:ea typeface="Cooper Lt BT" pitchFamily="34" charset="-122"/>
                <a:cs typeface="Cooper Lt BT" pitchFamily="34" charset="-120"/>
              </a:rPr>
              <a:t>DUO levert het ieder jaar aan je instelling.</a:t>
            </a:r>
            <a:endParaRPr lang="en-US" sz="2200" dirty="0"/>
          </a:p>
        </p:txBody>
      </p:sp>
      <p:sp>
        <p:nvSpPr>
          <p:cNvPr id="74" name="Shape 72"/>
          <p:cNvSpPr/>
          <p:nvPr/>
        </p:nvSpPr>
        <p:spPr>
          <a:xfrm>
            <a:off x="548640" y="2643632"/>
            <a:ext cx="201168" cy="201168"/>
          </a:xfrm>
          <a:prstGeom prst="ellipse">
            <a:avLst/>
          </a:prstGeom>
          <a:solidFill>
            <a:srgbClr val="3D68EC"/>
          </a:solidFill>
          <a:ln/>
        </p:spPr>
        <p:txBody>
          <a:bodyPr/>
          <a:lstStyle/>
          <a:p>
            <a:endParaRPr/>
          </a:p>
        </p:txBody>
      </p:sp>
      <p:sp>
        <p:nvSpPr>
          <p:cNvPr id="75" name="Text 73"/>
          <p:cNvSpPr/>
          <p:nvPr/>
        </p:nvSpPr>
        <p:spPr>
          <a:xfrm>
            <a:off x="960120" y="2533904"/>
            <a:ext cx="5897880" cy="804672"/>
          </a:xfrm>
          <a:prstGeom prst="rect">
            <a:avLst/>
          </a:prstGeom>
          <a:noFill/>
          <a:ln/>
        </p:spPr>
        <p:txBody>
          <a:bodyPr wrap="square" lIns="0" tIns="0" rIns="0" bIns="0" rtlCol="0" anchor="t"/>
          <a:lstStyle/>
          <a:p>
            <a:pPr marL="0" indent="0" algn="l">
              <a:lnSpc>
                <a:spcPct val="105000"/>
              </a:lnSpc>
              <a:buNone/>
            </a:pPr>
            <a:r>
              <a:rPr lang="en-US" sz="1900" dirty="0">
                <a:solidFill>
                  <a:srgbClr val="DD784B"/>
                </a:solidFill>
                <a:latin typeface="General Sans Semibold" pitchFamily="34" charset="0"/>
                <a:ea typeface="General Sans Semibold" pitchFamily="34" charset="-122"/>
                <a:cs typeface="General Sans Semibold" pitchFamily="34" charset="-120"/>
              </a:rPr>
              <a:t>Inschrijvingen:</a:t>
            </a:r>
            <a:r>
              <a:rPr lang="en-US" sz="1900" dirty="0">
                <a:solidFill>
                  <a:srgbClr val="000000"/>
                </a:solidFill>
                <a:latin typeface="General Sans" pitchFamily="34" charset="0"/>
                <a:ea typeface="General Sans" pitchFamily="34" charset="-122"/>
                <a:cs typeface="General Sans" pitchFamily="34" charset="-120"/>
              </a:rPr>
              <a:t> van de studenten van jouw instelling</a:t>
            </a:r>
            <a:endParaRPr lang="en-US" sz="1900" dirty="0"/>
          </a:p>
        </p:txBody>
      </p:sp>
      <p:sp>
        <p:nvSpPr>
          <p:cNvPr id="76" name="Shape 74"/>
          <p:cNvSpPr/>
          <p:nvPr/>
        </p:nvSpPr>
        <p:spPr>
          <a:xfrm>
            <a:off x="548640" y="3558032"/>
            <a:ext cx="201168" cy="201168"/>
          </a:xfrm>
          <a:prstGeom prst="ellipse">
            <a:avLst/>
          </a:prstGeom>
          <a:solidFill>
            <a:srgbClr val="DD784B"/>
          </a:solidFill>
          <a:ln/>
        </p:spPr>
        <p:txBody>
          <a:bodyPr/>
          <a:lstStyle/>
          <a:p>
            <a:endParaRPr/>
          </a:p>
        </p:txBody>
      </p:sp>
      <p:sp>
        <p:nvSpPr>
          <p:cNvPr id="77" name="Text 75"/>
          <p:cNvSpPr/>
          <p:nvPr/>
        </p:nvSpPr>
        <p:spPr>
          <a:xfrm>
            <a:off x="960120" y="3448304"/>
            <a:ext cx="5897880" cy="804672"/>
          </a:xfrm>
          <a:prstGeom prst="rect">
            <a:avLst/>
          </a:prstGeom>
          <a:noFill/>
          <a:ln/>
        </p:spPr>
        <p:txBody>
          <a:bodyPr wrap="square" lIns="0" tIns="0" rIns="0" bIns="0" rtlCol="0" anchor="t"/>
          <a:lstStyle/>
          <a:p>
            <a:pPr marL="0" indent="0" algn="l">
              <a:lnSpc>
                <a:spcPct val="105000"/>
              </a:lnSpc>
              <a:buNone/>
            </a:pPr>
            <a:r>
              <a:rPr lang="en-US" sz="1900" dirty="0">
                <a:solidFill>
                  <a:srgbClr val="DD784B"/>
                </a:solidFill>
                <a:latin typeface="General Sans Semibold" pitchFamily="34" charset="0"/>
                <a:ea typeface="General Sans Semibold" pitchFamily="34" charset="-122"/>
                <a:cs typeface="General Sans Semibold" pitchFamily="34" charset="-120"/>
              </a:rPr>
              <a:t>Persoonskenmerken:</a:t>
            </a:r>
            <a:r>
              <a:rPr lang="en-US" sz="1900" dirty="0">
                <a:solidFill>
                  <a:srgbClr val="000000"/>
                </a:solidFill>
                <a:latin typeface="General Sans" pitchFamily="34" charset="0"/>
                <a:ea typeface="General Sans" pitchFamily="34" charset="-122"/>
                <a:cs typeface="General Sans" pitchFamily="34" charset="-120"/>
              </a:rPr>
              <a:t> van diezelfde studenten</a:t>
            </a:r>
            <a:endParaRPr lang="en-US" sz="1900" dirty="0"/>
          </a:p>
        </p:txBody>
      </p:sp>
      <p:pic>
        <p:nvPicPr>
          <p:cNvPr id="78" name="Image 0" descr="exports\261027_workshop_rad_hulp5\img\data.png"/>
          <p:cNvPicPr>
            <a:picLocks noChangeAspect="1"/>
          </p:cNvPicPr>
          <p:nvPr/>
        </p:nvPicPr>
        <p:blipFill>
          <a:blip r:embed="rId3"/>
          <a:stretch>
            <a:fillRect/>
          </a:stretch>
        </p:blipFill>
        <p:spPr>
          <a:xfrm>
            <a:off x="7498080" y="1417320"/>
            <a:ext cx="4206240" cy="420624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CF5D4"/>
        </a:solidFill>
        <a:effectLst/>
      </p:bgPr>
    </p:bg>
    <p:spTree>
      <p:nvGrpSpPr>
        <p:cNvPr id="1" name=""/>
        <p:cNvGrpSpPr/>
        <p:nvPr/>
      </p:nvGrpSpPr>
      <p:grpSpPr>
        <a:xfrm>
          <a:off x="0" y="0"/>
          <a:ext cx="0" cy="0"/>
          <a:chOff x="0" y="0"/>
          <a:chExt cx="0" cy="0"/>
        </a:xfrm>
      </p:grpSpPr>
      <p:sp>
        <p:nvSpPr>
          <p:cNvPr id="2" name="Shape 0"/>
          <p:cNvSpPr/>
          <p:nvPr/>
        </p:nvSpPr>
        <p:spPr>
          <a:xfrm>
            <a:off x="11304952" y="384048"/>
            <a:ext cx="35960" cy="35960"/>
          </a:xfrm>
          <a:prstGeom prst="ellipse">
            <a:avLst/>
          </a:prstGeom>
          <a:solidFill>
            <a:srgbClr val="000000"/>
          </a:solidFill>
          <a:ln/>
        </p:spPr>
        <p:txBody>
          <a:bodyPr/>
          <a:lstStyle/>
          <a:p>
            <a:endParaRPr/>
          </a:p>
        </p:txBody>
      </p:sp>
      <p:sp>
        <p:nvSpPr>
          <p:cNvPr id="3" name="Shape 1"/>
          <p:cNvSpPr/>
          <p:nvPr/>
        </p:nvSpPr>
        <p:spPr>
          <a:xfrm>
            <a:off x="11212173" y="399224"/>
            <a:ext cx="34616" cy="34616"/>
          </a:xfrm>
          <a:prstGeom prst="ellipse">
            <a:avLst/>
          </a:prstGeom>
          <a:solidFill>
            <a:srgbClr val="000000"/>
          </a:solidFill>
          <a:ln/>
        </p:spPr>
        <p:txBody>
          <a:bodyPr/>
          <a:lstStyle/>
          <a:p>
            <a:endParaRPr/>
          </a:p>
        </p:txBody>
      </p:sp>
      <p:sp>
        <p:nvSpPr>
          <p:cNvPr id="4" name="Shape 2"/>
          <p:cNvSpPr/>
          <p:nvPr/>
        </p:nvSpPr>
        <p:spPr>
          <a:xfrm>
            <a:off x="11398641" y="399224"/>
            <a:ext cx="34616" cy="34616"/>
          </a:xfrm>
          <a:prstGeom prst="ellipse">
            <a:avLst/>
          </a:prstGeom>
          <a:solidFill>
            <a:srgbClr val="000000"/>
          </a:solidFill>
          <a:ln/>
        </p:spPr>
        <p:txBody>
          <a:bodyPr/>
          <a:lstStyle/>
          <a:p>
            <a:endParaRPr/>
          </a:p>
        </p:txBody>
      </p:sp>
      <p:sp>
        <p:nvSpPr>
          <p:cNvPr id="5" name="Shape 3"/>
          <p:cNvSpPr/>
          <p:nvPr/>
        </p:nvSpPr>
        <p:spPr>
          <a:xfrm>
            <a:off x="11258374" y="435357"/>
            <a:ext cx="51936" cy="51936"/>
          </a:xfrm>
          <a:prstGeom prst="ellipse">
            <a:avLst/>
          </a:prstGeom>
          <a:solidFill>
            <a:srgbClr val="000000"/>
          </a:solidFill>
          <a:ln/>
        </p:spPr>
        <p:txBody>
          <a:bodyPr/>
          <a:lstStyle/>
          <a:p>
            <a:endParaRPr/>
          </a:p>
        </p:txBody>
      </p:sp>
      <p:sp>
        <p:nvSpPr>
          <p:cNvPr id="6" name="Shape 4"/>
          <p:cNvSpPr/>
          <p:nvPr/>
        </p:nvSpPr>
        <p:spPr>
          <a:xfrm>
            <a:off x="11335407" y="435306"/>
            <a:ext cx="51718" cy="51718"/>
          </a:xfrm>
          <a:prstGeom prst="ellipse">
            <a:avLst/>
          </a:prstGeom>
          <a:solidFill>
            <a:srgbClr val="000000"/>
          </a:solidFill>
          <a:ln/>
        </p:spPr>
        <p:txBody>
          <a:bodyPr/>
          <a:lstStyle/>
          <a:p>
            <a:endParaRPr/>
          </a:p>
        </p:txBody>
      </p:sp>
      <p:sp>
        <p:nvSpPr>
          <p:cNvPr id="7" name="Shape 5"/>
          <p:cNvSpPr/>
          <p:nvPr/>
        </p:nvSpPr>
        <p:spPr>
          <a:xfrm>
            <a:off x="11127388" y="442398"/>
            <a:ext cx="35294" cy="35294"/>
          </a:xfrm>
          <a:prstGeom prst="ellipse">
            <a:avLst/>
          </a:prstGeom>
          <a:solidFill>
            <a:srgbClr val="000000"/>
          </a:solidFill>
          <a:ln/>
        </p:spPr>
        <p:txBody>
          <a:bodyPr/>
          <a:lstStyle/>
          <a:p>
            <a:endParaRPr/>
          </a:p>
        </p:txBody>
      </p:sp>
      <p:sp>
        <p:nvSpPr>
          <p:cNvPr id="8" name="Shape 6"/>
          <p:cNvSpPr/>
          <p:nvPr/>
        </p:nvSpPr>
        <p:spPr>
          <a:xfrm>
            <a:off x="11482145" y="441649"/>
            <a:ext cx="35960" cy="35960"/>
          </a:xfrm>
          <a:prstGeom prst="ellipse">
            <a:avLst/>
          </a:prstGeom>
          <a:solidFill>
            <a:srgbClr val="000000"/>
          </a:solidFill>
          <a:ln/>
        </p:spPr>
        <p:txBody>
          <a:bodyPr/>
          <a:lstStyle/>
          <a:p>
            <a:endParaRPr/>
          </a:p>
        </p:txBody>
      </p:sp>
      <p:sp>
        <p:nvSpPr>
          <p:cNvPr id="9" name="Shape 7"/>
          <p:cNvSpPr/>
          <p:nvPr/>
        </p:nvSpPr>
        <p:spPr>
          <a:xfrm>
            <a:off x="11185603" y="459328"/>
            <a:ext cx="52167" cy="52167"/>
          </a:xfrm>
          <a:prstGeom prst="ellipse">
            <a:avLst/>
          </a:prstGeom>
          <a:solidFill>
            <a:srgbClr val="000000"/>
          </a:solidFill>
          <a:ln/>
        </p:spPr>
        <p:txBody>
          <a:bodyPr/>
          <a:lstStyle/>
          <a:p>
            <a:endParaRPr/>
          </a:p>
        </p:txBody>
      </p:sp>
      <p:sp>
        <p:nvSpPr>
          <p:cNvPr id="10" name="Shape 8"/>
          <p:cNvSpPr/>
          <p:nvPr/>
        </p:nvSpPr>
        <p:spPr>
          <a:xfrm>
            <a:off x="11408043" y="458713"/>
            <a:ext cx="52384" cy="52384"/>
          </a:xfrm>
          <a:prstGeom prst="ellipse">
            <a:avLst/>
          </a:prstGeom>
          <a:solidFill>
            <a:srgbClr val="000000"/>
          </a:solidFill>
          <a:ln/>
        </p:spPr>
        <p:txBody>
          <a:bodyPr/>
          <a:lstStyle/>
          <a:p>
            <a:endParaRPr/>
          </a:p>
        </p:txBody>
      </p:sp>
      <p:sp>
        <p:nvSpPr>
          <p:cNvPr id="11" name="Shape 9"/>
          <p:cNvSpPr/>
          <p:nvPr/>
        </p:nvSpPr>
        <p:spPr>
          <a:xfrm>
            <a:off x="11241891" y="499749"/>
            <a:ext cx="36613" cy="36613"/>
          </a:xfrm>
          <a:prstGeom prst="ellipse">
            <a:avLst/>
          </a:prstGeom>
          <a:solidFill>
            <a:srgbClr val="000000"/>
          </a:solidFill>
          <a:ln/>
        </p:spPr>
        <p:txBody>
          <a:bodyPr/>
          <a:lstStyle/>
          <a:p>
            <a:endParaRPr/>
          </a:p>
        </p:txBody>
      </p:sp>
      <p:sp>
        <p:nvSpPr>
          <p:cNvPr id="12" name="Shape 10"/>
          <p:cNvSpPr/>
          <p:nvPr/>
        </p:nvSpPr>
        <p:spPr>
          <a:xfrm>
            <a:off x="11294557" y="500146"/>
            <a:ext cx="57223" cy="57223"/>
          </a:xfrm>
          <a:prstGeom prst="ellipse">
            <a:avLst/>
          </a:prstGeom>
          <a:solidFill>
            <a:srgbClr val="000000"/>
          </a:solidFill>
          <a:ln/>
        </p:spPr>
        <p:txBody>
          <a:bodyPr/>
          <a:lstStyle/>
          <a:p>
            <a:endParaRPr/>
          </a:p>
        </p:txBody>
      </p:sp>
      <p:sp>
        <p:nvSpPr>
          <p:cNvPr id="13" name="Shape 11"/>
          <p:cNvSpPr/>
          <p:nvPr/>
        </p:nvSpPr>
        <p:spPr>
          <a:xfrm>
            <a:off x="11364102" y="498770"/>
            <a:ext cx="35294" cy="35294"/>
          </a:xfrm>
          <a:prstGeom prst="ellipse">
            <a:avLst/>
          </a:prstGeom>
          <a:solidFill>
            <a:srgbClr val="000000"/>
          </a:solidFill>
          <a:ln/>
        </p:spPr>
        <p:txBody>
          <a:bodyPr/>
          <a:lstStyle/>
          <a:p>
            <a:endParaRPr/>
          </a:p>
        </p:txBody>
      </p:sp>
      <p:sp>
        <p:nvSpPr>
          <p:cNvPr id="14" name="Shape 12"/>
          <p:cNvSpPr/>
          <p:nvPr/>
        </p:nvSpPr>
        <p:spPr>
          <a:xfrm>
            <a:off x="11123515" y="504524"/>
            <a:ext cx="51936" cy="51936"/>
          </a:xfrm>
          <a:prstGeom prst="ellipse">
            <a:avLst/>
          </a:prstGeom>
          <a:solidFill>
            <a:srgbClr val="000000"/>
          </a:solidFill>
          <a:ln/>
        </p:spPr>
        <p:txBody>
          <a:bodyPr/>
          <a:lstStyle/>
          <a:p>
            <a:endParaRPr/>
          </a:p>
        </p:txBody>
      </p:sp>
      <p:sp>
        <p:nvSpPr>
          <p:cNvPr id="15" name="Shape 13"/>
          <p:cNvSpPr/>
          <p:nvPr/>
        </p:nvSpPr>
        <p:spPr>
          <a:xfrm>
            <a:off x="11470202" y="504300"/>
            <a:ext cx="52384" cy="52384"/>
          </a:xfrm>
          <a:prstGeom prst="ellipse">
            <a:avLst/>
          </a:prstGeom>
          <a:solidFill>
            <a:srgbClr val="000000"/>
          </a:solidFill>
          <a:ln/>
        </p:spPr>
        <p:txBody>
          <a:bodyPr/>
          <a:lstStyle/>
          <a:p>
            <a:endParaRPr/>
          </a:p>
        </p:txBody>
      </p:sp>
      <p:sp>
        <p:nvSpPr>
          <p:cNvPr id="16" name="Shape 14"/>
          <p:cNvSpPr/>
          <p:nvPr/>
        </p:nvSpPr>
        <p:spPr>
          <a:xfrm>
            <a:off x="11060774" y="508825"/>
            <a:ext cx="35627" cy="35627"/>
          </a:xfrm>
          <a:prstGeom prst="ellipse">
            <a:avLst/>
          </a:prstGeom>
          <a:solidFill>
            <a:srgbClr val="000000"/>
          </a:solidFill>
          <a:ln/>
        </p:spPr>
        <p:txBody>
          <a:bodyPr/>
          <a:lstStyle/>
          <a:p>
            <a:endParaRPr/>
          </a:p>
        </p:txBody>
      </p:sp>
      <p:sp>
        <p:nvSpPr>
          <p:cNvPr id="17" name="Shape 15"/>
          <p:cNvSpPr/>
          <p:nvPr/>
        </p:nvSpPr>
        <p:spPr>
          <a:xfrm>
            <a:off x="11548535" y="508038"/>
            <a:ext cx="36613" cy="36613"/>
          </a:xfrm>
          <a:prstGeom prst="ellipse">
            <a:avLst/>
          </a:prstGeom>
          <a:solidFill>
            <a:srgbClr val="000000"/>
          </a:solidFill>
          <a:ln/>
        </p:spPr>
        <p:txBody>
          <a:bodyPr/>
          <a:lstStyle/>
          <a:p>
            <a:endParaRPr/>
          </a:p>
        </p:txBody>
      </p:sp>
      <p:sp>
        <p:nvSpPr>
          <p:cNvPr id="18" name="Shape 16"/>
          <p:cNvSpPr/>
          <p:nvPr/>
        </p:nvSpPr>
        <p:spPr>
          <a:xfrm>
            <a:off x="11191466" y="533379"/>
            <a:ext cx="57825" cy="57825"/>
          </a:xfrm>
          <a:prstGeom prst="ellipse">
            <a:avLst/>
          </a:prstGeom>
          <a:solidFill>
            <a:srgbClr val="000000"/>
          </a:solidFill>
          <a:ln/>
        </p:spPr>
        <p:txBody>
          <a:bodyPr/>
          <a:lstStyle/>
          <a:p>
            <a:endParaRPr/>
          </a:p>
        </p:txBody>
      </p:sp>
      <p:sp>
        <p:nvSpPr>
          <p:cNvPr id="19" name="Shape 17"/>
          <p:cNvSpPr/>
          <p:nvPr/>
        </p:nvSpPr>
        <p:spPr>
          <a:xfrm>
            <a:off x="11396535" y="533494"/>
            <a:ext cx="57428" cy="57428"/>
          </a:xfrm>
          <a:prstGeom prst="ellipse">
            <a:avLst/>
          </a:prstGeom>
          <a:solidFill>
            <a:srgbClr val="000000"/>
          </a:solidFill>
          <a:ln/>
        </p:spPr>
        <p:txBody>
          <a:bodyPr/>
          <a:lstStyle/>
          <a:p>
            <a:endParaRPr/>
          </a:p>
        </p:txBody>
      </p:sp>
      <p:sp>
        <p:nvSpPr>
          <p:cNvPr id="20" name="Shape 18"/>
          <p:cNvSpPr/>
          <p:nvPr/>
        </p:nvSpPr>
        <p:spPr>
          <a:xfrm>
            <a:off x="11079087" y="567226"/>
            <a:ext cx="51270" cy="51270"/>
          </a:xfrm>
          <a:prstGeom prst="ellipse">
            <a:avLst/>
          </a:prstGeom>
          <a:solidFill>
            <a:srgbClr val="000000"/>
          </a:solidFill>
          <a:ln/>
        </p:spPr>
        <p:txBody>
          <a:bodyPr/>
          <a:lstStyle/>
          <a:p>
            <a:endParaRPr/>
          </a:p>
        </p:txBody>
      </p:sp>
      <p:sp>
        <p:nvSpPr>
          <p:cNvPr id="21" name="Shape 19"/>
          <p:cNvSpPr/>
          <p:nvPr/>
        </p:nvSpPr>
        <p:spPr>
          <a:xfrm>
            <a:off x="11339728" y="567053"/>
            <a:ext cx="34616" cy="34616"/>
          </a:xfrm>
          <a:prstGeom prst="ellipse">
            <a:avLst/>
          </a:prstGeom>
          <a:solidFill>
            <a:srgbClr val="000000"/>
          </a:solidFill>
          <a:ln/>
        </p:spPr>
        <p:txBody>
          <a:bodyPr/>
          <a:lstStyle/>
          <a:p>
            <a:endParaRPr/>
          </a:p>
        </p:txBody>
      </p:sp>
      <p:sp>
        <p:nvSpPr>
          <p:cNvPr id="22" name="Shape 20"/>
          <p:cNvSpPr/>
          <p:nvPr/>
        </p:nvSpPr>
        <p:spPr>
          <a:xfrm>
            <a:off x="11515167" y="566234"/>
            <a:ext cx="52819" cy="52819"/>
          </a:xfrm>
          <a:prstGeom prst="ellipse">
            <a:avLst/>
          </a:prstGeom>
          <a:solidFill>
            <a:srgbClr val="000000"/>
          </a:solidFill>
          <a:ln/>
        </p:spPr>
        <p:txBody>
          <a:bodyPr/>
          <a:lstStyle/>
          <a:p>
            <a:endParaRPr/>
          </a:p>
        </p:txBody>
      </p:sp>
      <p:sp>
        <p:nvSpPr>
          <p:cNvPr id="23" name="Shape 21"/>
          <p:cNvSpPr/>
          <p:nvPr/>
        </p:nvSpPr>
        <p:spPr>
          <a:xfrm>
            <a:off x="11262860" y="569742"/>
            <a:ext cx="34961" cy="34961"/>
          </a:xfrm>
          <a:prstGeom prst="ellipse">
            <a:avLst/>
          </a:prstGeom>
          <a:solidFill>
            <a:srgbClr val="000000"/>
          </a:solidFill>
          <a:ln/>
        </p:spPr>
        <p:txBody>
          <a:bodyPr/>
          <a:lstStyle/>
          <a:p>
            <a:endParaRPr/>
          </a:p>
        </p:txBody>
      </p:sp>
      <p:sp>
        <p:nvSpPr>
          <p:cNvPr id="24" name="Shape 22"/>
          <p:cNvSpPr/>
          <p:nvPr/>
        </p:nvSpPr>
        <p:spPr>
          <a:xfrm>
            <a:off x="11462521" y="569818"/>
            <a:ext cx="35294" cy="35294"/>
          </a:xfrm>
          <a:prstGeom prst="ellipse">
            <a:avLst/>
          </a:prstGeom>
          <a:solidFill>
            <a:srgbClr val="000000"/>
          </a:solidFill>
          <a:ln/>
        </p:spPr>
        <p:txBody>
          <a:bodyPr/>
          <a:lstStyle/>
          <a:p>
            <a:endParaRPr/>
          </a:p>
        </p:txBody>
      </p:sp>
      <p:sp>
        <p:nvSpPr>
          <p:cNvPr id="25" name="Shape 23"/>
          <p:cNvSpPr/>
          <p:nvPr/>
        </p:nvSpPr>
        <p:spPr>
          <a:xfrm>
            <a:off x="11145681" y="573441"/>
            <a:ext cx="34270" cy="34270"/>
          </a:xfrm>
          <a:prstGeom prst="ellipse">
            <a:avLst/>
          </a:prstGeom>
          <a:solidFill>
            <a:srgbClr val="000000"/>
          </a:solidFill>
          <a:ln/>
        </p:spPr>
        <p:txBody>
          <a:bodyPr/>
          <a:lstStyle/>
          <a:p>
            <a:endParaRPr/>
          </a:p>
        </p:txBody>
      </p:sp>
      <p:sp>
        <p:nvSpPr>
          <p:cNvPr id="26" name="Shape 24"/>
          <p:cNvSpPr/>
          <p:nvPr/>
        </p:nvSpPr>
        <p:spPr>
          <a:xfrm>
            <a:off x="11592015" y="593213"/>
            <a:ext cx="35294" cy="35294"/>
          </a:xfrm>
          <a:prstGeom prst="ellipse">
            <a:avLst/>
          </a:prstGeom>
          <a:solidFill>
            <a:srgbClr val="000000"/>
          </a:solidFill>
          <a:ln/>
        </p:spPr>
        <p:txBody>
          <a:bodyPr/>
          <a:lstStyle/>
          <a:p>
            <a:endParaRPr/>
          </a:p>
        </p:txBody>
      </p:sp>
      <p:sp>
        <p:nvSpPr>
          <p:cNvPr id="27" name="Shape 25"/>
          <p:cNvSpPr/>
          <p:nvPr/>
        </p:nvSpPr>
        <p:spPr>
          <a:xfrm>
            <a:off x="11019124" y="593444"/>
            <a:ext cx="34616" cy="34616"/>
          </a:xfrm>
          <a:prstGeom prst="ellipse">
            <a:avLst/>
          </a:prstGeom>
          <a:solidFill>
            <a:srgbClr val="000000"/>
          </a:solidFill>
          <a:ln/>
        </p:spPr>
        <p:txBody>
          <a:bodyPr/>
          <a:lstStyle/>
          <a:p>
            <a:endParaRPr/>
          </a:p>
        </p:txBody>
      </p:sp>
      <p:sp>
        <p:nvSpPr>
          <p:cNvPr id="28" name="Shape 26"/>
          <p:cNvSpPr/>
          <p:nvPr/>
        </p:nvSpPr>
        <p:spPr>
          <a:xfrm>
            <a:off x="11403576" y="610214"/>
            <a:ext cx="34961" cy="34961"/>
          </a:xfrm>
          <a:prstGeom prst="ellipse">
            <a:avLst/>
          </a:prstGeom>
          <a:solidFill>
            <a:srgbClr val="000000"/>
          </a:solidFill>
          <a:ln/>
        </p:spPr>
        <p:txBody>
          <a:bodyPr/>
          <a:lstStyle/>
          <a:p>
            <a:endParaRPr/>
          </a:p>
        </p:txBody>
      </p:sp>
      <p:sp>
        <p:nvSpPr>
          <p:cNvPr id="29" name="Shape 27"/>
          <p:cNvSpPr/>
          <p:nvPr/>
        </p:nvSpPr>
        <p:spPr>
          <a:xfrm>
            <a:off x="11201662" y="616570"/>
            <a:ext cx="35627" cy="35627"/>
          </a:xfrm>
          <a:prstGeom prst="ellipse">
            <a:avLst/>
          </a:prstGeom>
          <a:solidFill>
            <a:srgbClr val="000000"/>
          </a:solidFill>
          <a:ln/>
        </p:spPr>
        <p:txBody>
          <a:bodyPr/>
          <a:lstStyle/>
          <a:p>
            <a:endParaRPr/>
          </a:p>
        </p:txBody>
      </p:sp>
      <p:sp>
        <p:nvSpPr>
          <p:cNvPr id="30" name="Shape 28"/>
          <p:cNvSpPr/>
          <p:nvPr/>
        </p:nvSpPr>
        <p:spPr>
          <a:xfrm>
            <a:off x="11127484" y="620705"/>
            <a:ext cx="58030" cy="58030"/>
          </a:xfrm>
          <a:prstGeom prst="ellipse">
            <a:avLst/>
          </a:prstGeom>
          <a:solidFill>
            <a:srgbClr val="000000"/>
          </a:solidFill>
          <a:ln/>
        </p:spPr>
        <p:txBody>
          <a:bodyPr/>
          <a:lstStyle/>
          <a:p>
            <a:endParaRPr/>
          </a:p>
        </p:txBody>
      </p:sp>
      <p:sp>
        <p:nvSpPr>
          <p:cNvPr id="31" name="Shape 29"/>
          <p:cNvSpPr/>
          <p:nvPr/>
        </p:nvSpPr>
        <p:spPr>
          <a:xfrm>
            <a:off x="11460767" y="620852"/>
            <a:ext cx="57428" cy="57428"/>
          </a:xfrm>
          <a:prstGeom prst="ellipse">
            <a:avLst/>
          </a:prstGeom>
          <a:solidFill>
            <a:srgbClr val="000000"/>
          </a:solidFill>
          <a:ln/>
        </p:spPr>
        <p:txBody>
          <a:bodyPr/>
          <a:lstStyle/>
          <a:p>
            <a:endParaRPr/>
          </a:p>
        </p:txBody>
      </p:sp>
      <p:sp>
        <p:nvSpPr>
          <p:cNvPr id="32" name="Shape 30"/>
          <p:cNvSpPr/>
          <p:nvPr/>
        </p:nvSpPr>
        <p:spPr>
          <a:xfrm>
            <a:off x="11055219" y="640144"/>
            <a:ext cx="51718" cy="51718"/>
          </a:xfrm>
          <a:prstGeom prst="ellipse">
            <a:avLst/>
          </a:prstGeom>
          <a:solidFill>
            <a:srgbClr val="000000"/>
          </a:solidFill>
          <a:ln/>
        </p:spPr>
        <p:txBody>
          <a:bodyPr/>
          <a:lstStyle/>
          <a:p>
            <a:endParaRPr/>
          </a:p>
        </p:txBody>
      </p:sp>
      <p:sp>
        <p:nvSpPr>
          <p:cNvPr id="33" name="Shape 31"/>
          <p:cNvSpPr/>
          <p:nvPr/>
        </p:nvSpPr>
        <p:spPr>
          <a:xfrm>
            <a:off x="11539330" y="640266"/>
            <a:ext cx="51270" cy="51270"/>
          </a:xfrm>
          <a:prstGeom prst="ellipse">
            <a:avLst/>
          </a:prstGeom>
          <a:solidFill>
            <a:srgbClr val="000000"/>
          </a:solidFill>
          <a:ln/>
        </p:spPr>
        <p:txBody>
          <a:bodyPr/>
          <a:lstStyle/>
          <a:p>
            <a:endParaRPr/>
          </a:p>
        </p:txBody>
      </p:sp>
      <p:sp>
        <p:nvSpPr>
          <p:cNvPr id="34" name="Shape 32"/>
          <p:cNvSpPr/>
          <p:nvPr/>
        </p:nvSpPr>
        <p:spPr>
          <a:xfrm>
            <a:off x="11429576" y="682274"/>
            <a:ext cx="35627" cy="35627"/>
          </a:xfrm>
          <a:prstGeom prst="ellipse">
            <a:avLst/>
          </a:prstGeom>
          <a:solidFill>
            <a:srgbClr val="000000"/>
          </a:solidFill>
          <a:ln/>
        </p:spPr>
        <p:txBody>
          <a:bodyPr/>
          <a:lstStyle/>
          <a:p>
            <a:endParaRPr/>
          </a:p>
        </p:txBody>
      </p:sp>
      <p:sp>
        <p:nvSpPr>
          <p:cNvPr id="35" name="Shape 33"/>
          <p:cNvSpPr/>
          <p:nvPr/>
        </p:nvSpPr>
        <p:spPr>
          <a:xfrm>
            <a:off x="11004076" y="687222"/>
            <a:ext cx="34616" cy="34616"/>
          </a:xfrm>
          <a:prstGeom prst="ellipse">
            <a:avLst/>
          </a:prstGeom>
          <a:solidFill>
            <a:srgbClr val="000000"/>
          </a:solidFill>
          <a:ln/>
        </p:spPr>
        <p:txBody>
          <a:bodyPr/>
          <a:lstStyle/>
          <a:p>
            <a:endParaRPr/>
          </a:p>
        </p:txBody>
      </p:sp>
      <p:sp>
        <p:nvSpPr>
          <p:cNvPr id="36" name="Shape 34"/>
          <p:cNvSpPr/>
          <p:nvPr/>
        </p:nvSpPr>
        <p:spPr>
          <a:xfrm>
            <a:off x="11502052" y="685321"/>
            <a:ext cx="34270" cy="34270"/>
          </a:xfrm>
          <a:prstGeom prst="ellipse">
            <a:avLst/>
          </a:prstGeom>
          <a:solidFill>
            <a:srgbClr val="000000"/>
          </a:solidFill>
          <a:ln/>
        </p:spPr>
        <p:txBody>
          <a:bodyPr/>
          <a:lstStyle/>
          <a:p>
            <a:endParaRPr/>
          </a:p>
        </p:txBody>
      </p:sp>
      <p:sp>
        <p:nvSpPr>
          <p:cNvPr id="37" name="Shape 35"/>
          <p:cNvSpPr/>
          <p:nvPr/>
        </p:nvSpPr>
        <p:spPr>
          <a:xfrm>
            <a:off x="11606321" y="686422"/>
            <a:ext cx="35627" cy="35627"/>
          </a:xfrm>
          <a:prstGeom prst="ellipse">
            <a:avLst/>
          </a:prstGeom>
          <a:solidFill>
            <a:srgbClr val="000000"/>
          </a:solidFill>
          <a:ln/>
        </p:spPr>
        <p:txBody>
          <a:bodyPr/>
          <a:lstStyle/>
          <a:p>
            <a:endParaRPr/>
          </a:p>
        </p:txBody>
      </p:sp>
      <p:sp>
        <p:nvSpPr>
          <p:cNvPr id="38" name="Shape 36"/>
          <p:cNvSpPr/>
          <p:nvPr/>
        </p:nvSpPr>
        <p:spPr>
          <a:xfrm>
            <a:off x="11108908" y="688957"/>
            <a:ext cx="35294" cy="35294"/>
          </a:xfrm>
          <a:prstGeom prst="ellipse">
            <a:avLst/>
          </a:prstGeom>
          <a:solidFill>
            <a:srgbClr val="000000"/>
          </a:solidFill>
          <a:ln/>
        </p:spPr>
        <p:txBody>
          <a:bodyPr/>
          <a:lstStyle/>
          <a:p>
            <a:endParaRPr/>
          </a:p>
        </p:txBody>
      </p:sp>
      <p:sp>
        <p:nvSpPr>
          <p:cNvPr id="39" name="Shape 37"/>
          <p:cNvSpPr/>
          <p:nvPr/>
        </p:nvSpPr>
        <p:spPr>
          <a:xfrm>
            <a:off x="11179733" y="690371"/>
            <a:ext cx="36613" cy="36613"/>
          </a:xfrm>
          <a:prstGeom prst="ellipse">
            <a:avLst/>
          </a:prstGeom>
          <a:solidFill>
            <a:srgbClr val="000000"/>
          </a:solidFill>
          <a:ln/>
        </p:spPr>
        <p:txBody>
          <a:bodyPr/>
          <a:lstStyle/>
          <a:p>
            <a:endParaRPr/>
          </a:p>
        </p:txBody>
      </p:sp>
      <p:sp>
        <p:nvSpPr>
          <p:cNvPr id="40" name="Shape 38"/>
          <p:cNvSpPr/>
          <p:nvPr/>
        </p:nvSpPr>
        <p:spPr>
          <a:xfrm>
            <a:off x="11054764" y="716576"/>
            <a:ext cx="51936" cy="51936"/>
          </a:xfrm>
          <a:prstGeom prst="ellipse">
            <a:avLst/>
          </a:prstGeom>
          <a:solidFill>
            <a:srgbClr val="000000"/>
          </a:solidFill>
          <a:ln/>
        </p:spPr>
        <p:txBody>
          <a:bodyPr/>
          <a:lstStyle/>
          <a:p>
            <a:endParaRPr/>
          </a:p>
        </p:txBody>
      </p:sp>
      <p:sp>
        <p:nvSpPr>
          <p:cNvPr id="41" name="Shape 39"/>
          <p:cNvSpPr/>
          <p:nvPr/>
        </p:nvSpPr>
        <p:spPr>
          <a:xfrm>
            <a:off x="11539023" y="716851"/>
            <a:ext cx="51488" cy="51488"/>
          </a:xfrm>
          <a:prstGeom prst="ellipse">
            <a:avLst/>
          </a:prstGeom>
          <a:solidFill>
            <a:srgbClr val="000000"/>
          </a:solidFill>
          <a:ln/>
        </p:spPr>
        <p:txBody>
          <a:bodyPr/>
          <a:lstStyle/>
          <a:p>
            <a:endParaRPr/>
          </a:p>
        </p:txBody>
      </p:sp>
      <p:sp>
        <p:nvSpPr>
          <p:cNvPr id="42" name="Shape 40"/>
          <p:cNvSpPr/>
          <p:nvPr/>
        </p:nvSpPr>
        <p:spPr>
          <a:xfrm>
            <a:off x="11127490" y="729288"/>
            <a:ext cx="58222" cy="58222"/>
          </a:xfrm>
          <a:prstGeom prst="ellipse">
            <a:avLst/>
          </a:prstGeom>
          <a:solidFill>
            <a:srgbClr val="000000"/>
          </a:solidFill>
          <a:ln/>
        </p:spPr>
        <p:txBody>
          <a:bodyPr/>
          <a:lstStyle/>
          <a:p>
            <a:endParaRPr/>
          </a:p>
        </p:txBody>
      </p:sp>
      <p:sp>
        <p:nvSpPr>
          <p:cNvPr id="43" name="Shape 41"/>
          <p:cNvSpPr/>
          <p:nvPr/>
        </p:nvSpPr>
        <p:spPr>
          <a:xfrm>
            <a:off x="11460671" y="729781"/>
            <a:ext cx="57633" cy="57633"/>
          </a:xfrm>
          <a:prstGeom prst="ellipse">
            <a:avLst/>
          </a:prstGeom>
          <a:solidFill>
            <a:srgbClr val="000000"/>
          </a:solidFill>
          <a:ln/>
        </p:spPr>
        <p:txBody>
          <a:bodyPr/>
          <a:lstStyle/>
          <a:p>
            <a:endParaRPr/>
          </a:p>
        </p:txBody>
      </p:sp>
      <p:sp>
        <p:nvSpPr>
          <p:cNvPr id="44" name="Shape 42"/>
          <p:cNvSpPr/>
          <p:nvPr/>
        </p:nvSpPr>
        <p:spPr>
          <a:xfrm>
            <a:off x="11407973" y="756415"/>
            <a:ext cx="35960" cy="35960"/>
          </a:xfrm>
          <a:prstGeom prst="ellipse">
            <a:avLst/>
          </a:prstGeom>
          <a:solidFill>
            <a:srgbClr val="000000"/>
          </a:solidFill>
          <a:ln/>
        </p:spPr>
        <p:txBody>
          <a:bodyPr/>
          <a:lstStyle/>
          <a:p>
            <a:endParaRPr/>
          </a:p>
        </p:txBody>
      </p:sp>
      <p:sp>
        <p:nvSpPr>
          <p:cNvPr id="45" name="Shape 43"/>
          <p:cNvSpPr/>
          <p:nvPr/>
        </p:nvSpPr>
        <p:spPr>
          <a:xfrm>
            <a:off x="11207308" y="763884"/>
            <a:ext cx="34616" cy="34616"/>
          </a:xfrm>
          <a:prstGeom prst="ellipse">
            <a:avLst/>
          </a:prstGeom>
          <a:solidFill>
            <a:srgbClr val="000000"/>
          </a:solidFill>
          <a:ln/>
        </p:spPr>
        <p:txBody>
          <a:bodyPr/>
          <a:lstStyle/>
          <a:p>
            <a:endParaRPr/>
          </a:p>
        </p:txBody>
      </p:sp>
      <p:sp>
        <p:nvSpPr>
          <p:cNvPr id="46" name="Shape 44"/>
          <p:cNvSpPr/>
          <p:nvPr/>
        </p:nvSpPr>
        <p:spPr>
          <a:xfrm>
            <a:off x="11018670" y="780462"/>
            <a:ext cx="34616" cy="34616"/>
          </a:xfrm>
          <a:prstGeom prst="ellipse">
            <a:avLst/>
          </a:prstGeom>
          <a:solidFill>
            <a:srgbClr val="000000"/>
          </a:solidFill>
          <a:ln/>
        </p:spPr>
        <p:txBody>
          <a:bodyPr/>
          <a:lstStyle/>
          <a:p>
            <a:endParaRPr/>
          </a:p>
        </p:txBody>
      </p:sp>
      <p:sp>
        <p:nvSpPr>
          <p:cNvPr id="47" name="Shape 45"/>
          <p:cNvSpPr/>
          <p:nvPr/>
        </p:nvSpPr>
        <p:spPr>
          <a:xfrm>
            <a:off x="11591670" y="780123"/>
            <a:ext cx="35294" cy="35294"/>
          </a:xfrm>
          <a:prstGeom prst="ellipse">
            <a:avLst/>
          </a:prstGeom>
          <a:solidFill>
            <a:srgbClr val="000000"/>
          </a:solidFill>
          <a:ln/>
        </p:spPr>
        <p:txBody>
          <a:bodyPr/>
          <a:lstStyle/>
          <a:p>
            <a:endParaRPr/>
          </a:p>
        </p:txBody>
      </p:sp>
      <p:sp>
        <p:nvSpPr>
          <p:cNvPr id="48" name="Shape 46"/>
          <p:cNvSpPr/>
          <p:nvPr/>
        </p:nvSpPr>
        <p:spPr>
          <a:xfrm>
            <a:off x="11079010" y="790179"/>
            <a:ext cx="51270" cy="51270"/>
          </a:xfrm>
          <a:prstGeom prst="ellipse">
            <a:avLst/>
          </a:prstGeom>
          <a:solidFill>
            <a:srgbClr val="000000"/>
          </a:solidFill>
          <a:ln/>
        </p:spPr>
        <p:txBody>
          <a:bodyPr/>
          <a:lstStyle/>
          <a:p>
            <a:endParaRPr/>
          </a:p>
        </p:txBody>
      </p:sp>
      <p:sp>
        <p:nvSpPr>
          <p:cNvPr id="49" name="Shape 47"/>
          <p:cNvSpPr/>
          <p:nvPr/>
        </p:nvSpPr>
        <p:spPr>
          <a:xfrm>
            <a:off x="11515218" y="789692"/>
            <a:ext cx="52602" cy="52602"/>
          </a:xfrm>
          <a:prstGeom prst="ellipse">
            <a:avLst/>
          </a:prstGeom>
          <a:solidFill>
            <a:srgbClr val="000000"/>
          </a:solidFill>
          <a:ln/>
        </p:spPr>
        <p:txBody>
          <a:bodyPr/>
          <a:lstStyle/>
          <a:p>
            <a:endParaRPr/>
          </a:p>
        </p:txBody>
      </p:sp>
      <p:sp>
        <p:nvSpPr>
          <p:cNvPr id="50" name="Shape 48"/>
          <p:cNvSpPr/>
          <p:nvPr/>
        </p:nvSpPr>
        <p:spPr>
          <a:xfrm>
            <a:off x="11147371" y="803460"/>
            <a:ext cx="35627" cy="35627"/>
          </a:xfrm>
          <a:prstGeom prst="ellipse">
            <a:avLst/>
          </a:prstGeom>
          <a:solidFill>
            <a:srgbClr val="000000"/>
          </a:solidFill>
          <a:ln/>
        </p:spPr>
        <p:txBody>
          <a:bodyPr/>
          <a:lstStyle/>
          <a:p>
            <a:endParaRPr/>
          </a:p>
        </p:txBody>
      </p:sp>
      <p:sp>
        <p:nvSpPr>
          <p:cNvPr id="51" name="Shape 49"/>
          <p:cNvSpPr/>
          <p:nvPr/>
        </p:nvSpPr>
        <p:spPr>
          <a:xfrm>
            <a:off x="11347786" y="804293"/>
            <a:ext cx="35294" cy="35294"/>
          </a:xfrm>
          <a:prstGeom prst="ellipse">
            <a:avLst/>
          </a:prstGeom>
          <a:solidFill>
            <a:srgbClr val="000000"/>
          </a:solidFill>
          <a:ln/>
        </p:spPr>
        <p:txBody>
          <a:bodyPr/>
          <a:lstStyle/>
          <a:p>
            <a:endParaRPr/>
          </a:p>
        </p:txBody>
      </p:sp>
      <p:sp>
        <p:nvSpPr>
          <p:cNvPr id="52" name="Shape 50"/>
          <p:cNvSpPr/>
          <p:nvPr/>
        </p:nvSpPr>
        <p:spPr>
          <a:xfrm>
            <a:off x="11465119" y="800919"/>
            <a:ext cx="34961" cy="34961"/>
          </a:xfrm>
          <a:prstGeom prst="ellipse">
            <a:avLst/>
          </a:prstGeom>
          <a:solidFill>
            <a:srgbClr val="000000"/>
          </a:solidFill>
          <a:ln/>
        </p:spPr>
        <p:txBody>
          <a:bodyPr/>
          <a:lstStyle/>
          <a:p>
            <a:endParaRPr/>
          </a:p>
        </p:txBody>
      </p:sp>
      <p:sp>
        <p:nvSpPr>
          <p:cNvPr id="53" name="Shape 51"/>
          <p:cNvSpPr/>
          <p:nvPr/>
        </p:nvSpPr>
        <p:spPr>
          <a:xfrm>
            <a:off x="11270669" y="806590"/>
            <a:ext cx="35627" cy="35627"/>
          </a:xfrm>
          <a:prstGeom prst="ellipse">
            <a:avLst/>
          </a:prstGeom>
          <a:solidFill>
            <a:srgbClr val="000000"/>
          </a:solidFill>
          <a:ln/>
        </p:spPr>
        <p:txBody>
          <a:bodyPr/>
          <a:lstStyle/>
          <a:p>
            <a:endParaRPr/>
          </a:p>
        </p:txBody>
      </p:sp>
      <p:sp>
        <p:nvSpPr>
          <p:cNvPr id="54" name="Shape 52"/>
          <p:cNvSpPr/>
          <p:nvPr/>
        </p:nvSpPr>
        <p:spPr>
          <a:xfrm>
            <a:off x="11191498" y="817766"/>
            <a:ext cx="57633" cy="57633"/>
          </a:xfrm>
          <a:prstGeom prst="ellipse">
            <a:avLst/>
          </a:prstGeom>
          <a:solidFill>
            <a:srgbClr val="000000"/>
          </a:solidFill>
          <a:ln/>
        </p:spPr>
        <p:txBody>
          <a:bodyPr/>
          <a:lstStyle/>
          <a:p>
            <a:endParaRPr/>
          </a:p>
        </p:txBody>
      </p:sp>
      <p:sp>
        <p:nvSpPr>
          <p:cNvPr id="55" name="Shape 53"/>
          <p:cNvSpPr/>
          <p:nvPr/>
        </p:nvSpPr>
        <p:spPr>
          <a:xfrm>
            <a:off x="11396573" y="817888"/>
            <a:ext cx="57633" cy="57633"/>
          </a:xfrm>
          <a:prstGeom prst="ellipse">
            <a:avLst/>
          </a:prstGeom>
          <a:solidFill>
            <a:srgbClr val="000000"/>
          </a:solidFill>
          <a:ln/>
        </p:spPr>
        <p:txBody>
          <a:bodyPr/>
          <a:lstStyle/>
          <a:p>
            <a:endParaRPr/>
          </a:p>
        </p:txBody>
      </p:sp>
      <p:sp>
        <p:nvSpPr>
          <p:cNvPr id="56" name="Shape 54"/>
          <p:cNvSpPr/>
          <p:nvPr/>
        </p:nvSpPr>
        <p:spPr>
          <a:xfrm>
            <a:off x="11123445" y="851985"/>
            <a:ext cx="52167" cy="52167"/>
          </a:xfrm>
          <a:prstGeom prst="ellipse">
            <a:avLst/>
          </a:prstGeom>
          <a:solidFill>
            <a:srgbClr val="000000"/>
          </a:solidFill>
          <a:ln/>
        </p:spPr>
        <p:txBody>
          <a:bodyPr/>
          <a:lstStyle/>
          <a:p>
            <a:endParaRPr/>
          </a:p>
        </p:txBody>
      </p:sp>
      <p:sp>
        <p:nvSpPr>
          <p:cNvPr id="57" name="Shape 55"/>
          <p:cNvSpPr/>
          <p:nvPr/>
        </p:nvSpPr>
        <p:spPr>
          <a:xfrm>
            <a:off x="11294647" y="851390"/>
            <a:ext cx="57223" cy="57223"/>
          </a:xfrm>
          <a:prstGeom prst="ellipse">
            <a:avLst/>
          </a:prstGeom>
          <a:solidFill>
            <a:srgbClr val="000000"/>
          </a:solidFill>
          <a:ln/>
        </p:spPr>
        <p:txBody>
          <a:bodyPr/>
          <a:lstStyle/>
          <a:p>
            <a:endParaRPr/>
          </a:p>
        </p:txBody>
      </p:sp>
      <p:sp>
        <p:nvSpPr>
          <p:cNvPr id="58" name="Shape 56"/>
          <p:cNvSpPr/>
          <p:nvPr/>
        </p:nvSpPr>
        <p:spPr>
          <a:xfrm>
            <a:off x="11470202" y="852382"/>
            <a:ext cx="52384" cy="52384"/>
          </a:xfrm>
          <a:prstGeom prst="ellipse">
            <a:avLst/>
          </a:prstGeom>
          <a:solidFill>
            <a:srgbClr val="000000"/>
          </a:solidFill>
          <a:ln/>
        </p:spPr>
        <p:txBody>
          <a:bodyPr/>
          <a:lstStyle/>
          <a:p>
            <a:endParaRPr/>
          </a:p>
        </p:txBody>
      </p:sp>
      <p:sp>
        <p:nvSpPr>
          <p:cNvPr id="59" name="Shape 57"/>
          <p:cNvSpPr/>
          <p:nvPr/>
        </p:nvSpPr>
        <p:spPr>
          <a:xfrm>
            <a:off x="11060774" y="864607"/>
            <a:ext cx="35627" cy="35627"/>
          </a:xfrm>
          <a:prstGeom prst="ellipse">
            <a:avLst/>
          </a:prstGeom>
          <a:solidFill>
            <a:srgbClr val="000000"/>
          </a:solidFill>
          <a:ln/>
        </p:spPr>
        <p:txBody>
          <a:bodyPr/>
          <a:lstStyle/>
          <a:p>
            <a:endParaRPr/>
          </a:p>
        </p:txBody>
      </p:sp>
      <p:sp>
        <p:nvSpPr>
          <p:cNvPr id="60" name="Shape 58"/>
          <p:cNvSpPr/>
          <p:nvPr/>
        </p:nvSpPr>
        <p:spPr>
          <a:xfrm>
            <a:off x="11548733" y="864185"/>
            <a:ext cx="35627" cy="35627"/>
          </a:xfrm>
          <a:prstGeom prst="ellipse">
            <a:avLst/>
          </a:prstGeom>
          <a:solidFill>
            <a:srgbClr val="000000"/>
          </a:solidFill>
          <a:ln/>
        </p:spPr>
        <p:txBody>
          <a:bodyPr/>
          <a:lstStyle/>
          <a:p>
            <a:endParaRPr/>
          </a:p>
        </p:txBody>
      </p:sp>
      <p:sp>
        <p:nvSpPr>
          <p:cNvPr id="61" name="Shape 59"/>
          <p:cNvSpPr/>
          <p:nvPr/>
        </p:nvSpPr>
        <p:spPr>
          <a:xfrm>
            <a:off x="11246231" y="873908"/>
            <a:ext cx="35627" cy="35627"/>
          </a:xfrm>
          <a:prstGeom prst="ellipse">
            <a:avLst/>
          </a:prstGeom>
          <a:solidFill>
            <a:srgbClr val="000000"/>
          </a:solidFill>
          <a:ln/>
        </p:spPr>
        <p:txBody>
          <a:bodyPr/>
          <a:lstStyle/>
          <a:p>
            <a:endParaRPr/>
          </a:p>
        </p:txBody>
      </p:sp>
      <p:sp>
        <p:nvSpPr>
          <p:cNvPr id="62" name="Shape 60"/>
          <p:cNvSpPr/>
          <p:nvPr/>
        </p:nvSpPr>
        <p:spPr>
          <a:xfrm>
            <a:off x="11367418" y="872896"/>
            <a:ext cx="35627" cy="35627"/>
          </a:xfrm>
          <a:prstGeom prst="ellipse">
            <a:avLst/>
          </a:prstGeom>
          <a:solidFill>
            <a:srgbClr val="000000"/>
          </a:solidFill>
          <a:ln/>
        </p:spPr>
        <p:txBody>
          <a:bodyPr/>
          <a:lstStyle/>
          <a:p>
            <a:endParaRPr/>
          </a:p>
        </p:txBody>
      </p:sp>
      <p:sp>
        <p:nvSpPr>
          <p:cNvPr id="63" name="Shape 61"/>
          <p:cNvSpPr/>
          <p:nvPr/>
        </p:nvSpPr>
        <p:spPr>
          <a:xfrm>
            <a:off x="11185366" y="897322"/>
            <a:ext cx="51936" cy="51936"/>
          </a:xfrm>
          <a:prstGeom prst="ellipse">
            <a:avLst/>
          </a:prstGeom>
          <a:solidFill>
            <a:srgbClr val="000000"/>
          </a:solidFill>
          <a:ln/>
        </p:spPr>
        <p:txBody>
          <a:bodyPr/>
          <a:lstStyle/>
          <a:p>
            <a:endParaRPr/>
          </a:p>
        </p:txBody>
      </p:sp>
      <p:sp>
        <p:nvSpPr>
          <p:cNvPr id="64" name="Shape 62"/>
          <p:cNvSpPr/>
          <p:nvPr/>
        </p:nvSpPr>
        <p:spPr>
          <a:xfrm>
            <a:off x="11407845" y="897655"/>
            <a:ext cx="52602" cy="52602"/>
          </a:xfrm>
          <a:prstGeom prst="ellipse">
            <a:avLst/>
          </a:prstGeom>
          <a:solidFill>
            <a:srgbClr val="000000"/>
          </a:solidFill>
          <a:ln/>
        </p:spPr>
        <p:txBody>
          <a:bodyPr/>
          <a:lstStyle/>
          <a:p>
            <a:endParaRPr/>
          </a:p>
        </p:txBody>
      </p:sp>
      <p:sp>
        <p:nvSpPr>
          <p:cNvPr id="65" name="Shape 63"/>
          <p:cNvSpPr/>
          <p:nvPr/>
        </p:nvSpPr>
        <p:spPr>
          <a:xfrm>
            <a:off x="11258822" y="921466"/>
            <a:ext cx="51270" cy="51270"/>
          </a:xfrm>
          <a:prstGeom prst="ellipse">
            <a:avLst/>
          </a:prstGeom>
          <a:solidFill>
            <a:srgbClr val="000000"/>
          </a:solidFill>
          <a:ln/>
        </p:spPr>
        <p:txBody>
          <a:bodyPr/>
          <a:lstStyle/>
          <a:p>
            <a:endParaRPr/>
          </a:p>
        </p:txBody>
      </p:sp>
      <p:sp>
        <p:nvSpPr>
          <p:cNvPr id="66" name="Shape 64"/>
          <p:cNvSpPr/>
          <p:nvPr/>
        </p:nvSpPr>
        <p:spPr>
          <a:xfrm>
            <a:off x="11335350" y="921504"/>
            <a:ext cx="51270" cy="51270"/>
          </a:xfrm>
          <a:prstGeom prst="ellipse">
            <a:avLst/>
          </a:prstGeom>
          <a:solidFill>
            <a:srgbClr val="000000"/>
          </a:solidFill>
          <a:ln/>
        </p:spPr>
        <p:txBody>
          <a:bodyPr/>
          <a:lstStyle/>
          <a:p>
            <a:endParaRPr/>
          </a:p>
        </p:txBody>
      </p:sp>
      <p:sp>
        <p:nvSpPr>
          <p:cNvPr id="67" name="Shape 65"/>
          <p:cNvSpPr/>
          <p:nvPr/>
        </p:nvSpPr>
        <p:spPr>
          <a:xfrm>
            <a:off x="11127388" y="931368"/>
            <a:ext cx="35294" cy="35294"/>
          </a:xfrm>
          <a:prstGeom prst="ellipse">
            <a:avLst/>
          </a:prstGeom>
          <a:solidFill>
            <a:srgbClr val="000000"/>
          </a:solidFill>
          <a:ln/>
        </p:spPr>
        <p:txBody>
          <a:bodyPr/>
          <a:lstStyle/>
          <a:p>
            <a:endParaRPr/>
          </a:p>
        </p:txBody>
      </p:sp>
      <p:sp>
        <p:nvSpPr>
          <p:cNvPr id="68" name="Shape 66"/>
          <p:cNvSpPr/>
          <p:nvPr/>
        </p:nvSpPr>
        <p:spPr>
          <a:xfrm>
            <a:off x="11481979" y="931035"/>
            <a:ext cx="35960" cy="35960"/>
          </a:xfrm>
          <a:prstGeom prst="ellipse">
            <a:avLst/>
          </a:prstGeom>
          <a:solidFill>
            <a:srgbClr val="000000"/>
          </a:solidFill>
          <a:ln/>
        </p:spPr>
        <p:txBody>
          <a:bodyPr/>
          <a:lstStyle/>
          <a:p>
            <a:endParaRPr/>
          </a:p>
        </p:txBody>
      </p:sp>
      <p:sp>
        <p:nvSpPr>
          <p:cNvPr id="69" name="Shape 67"/>
          <p:cNvSpPr/>
          <p:nvPr/>
        </p:nvSpPr>
        <p:spPr>
          <a:xfrm>
            <a:off x="11211987" y="974695"/>
            <a:ext cx="34961" cy="34961"/>
          </a:xfrm>
          <a:prstGeom prst="ellipse">
            <a:avLst/>
          </a:prstGeom>
          <a:solidFill>
            <a:srgbClr val="000000"/>
          </a:solidFill>
          <a:ln/>
        </p:spPr>
        <p:txBody>
          <a:bodyPr/>
          <a:lstStyle/>
          <a:p>
            <a:endParaRPr/>
          </a:p>
        </p:txBody>
      </p:sp>
      <p:sp>
        <p:nvSpPr>
          <p:cNvPr id="70" name="Shape 68"/>
          <p:cNvSpPr/>
          <p:nvPr/>
        </p:nvSpPr>
        <p:spPr>
          <a:xfrm>
            <a:off x="11398461" y="974695"/>
            <a:ext cx="34961" cy="34961"/>
          </a:xfrm>
          <a:prstGeom prst="ellipse">
            <a:avLst/>
          </a:prstGeom>
          <a:solidFill>
            <a:srgbClr val="000000"/>
          </a:solidFill>
          <a:ln/>
        </p:spPr>
        <p:txBody>
          <a:bodyPr/>
          <a:lstStyle/>
          <a:p>
            <a:endParaRPr/>
          </a:p>
        </p:txBody>
      </p:sp>
      <p:sp>
        <p:nvSpPr>
          <p:cNvPr id="71" name="Shape 69"/>
          <p:cNvSpPr/>
          <p:nvPr/>
        </p:nvSpPr>
        <p:spPr>
          <a:xfrm>
            <a:off x="11304837" y="988501"/>
            <a:ext cx="35627" cy="35627"/>
          </a:xfrm>
          <a:prstGeom prst="ellipse">
            <a:avLst/>
          </a:prstGeom>
          <a:solidFill>
            <a:srgbClr val="000000"/>
          </a:solidFill>
          <a:ln/>
        </p:spPr>
        <p:txBody>
          <a:bodyPr/>
          <a:lstStyle/>
          <a:p>
            <a:endParaRPr/>
          </a:p>
        </p:txBody>
      </p:sp>
      <p:sp>
        <p:nvSpPr>
          <p:cNvPr id="72" name="Text 70"/>
          <p:cNvSpPr/>
          <p:nvPr/>
        </p:nvSpPr>
        <p:spPr>
          <a:xfrm>
            <a:off x="548640" y="411480"/>
            <a:ext cx="10088575" cy="777240"/>
          </a:xfrm>
          <a:prstGeom prst="rect">
            <a:avLst/>
          </a:prstGeom>
          <a:noFill/>
          <a:ln/>
        </p:spPr>
        <p:txBody>
          <a:bodyPr wrap="square" lIns="0" tIns="0" rIns="0" bIns="0" rtlCol="0" anchor="ctr"/>
          <a:lstStyle/>
          <a:p>
            <a:pPr marL="0" indent="0" algn="l">
              <a:lnSpc>
                <a:spcPct val="105000"/>
              </a:lnSpc>
              <a:buNone/>
            </a:pPr>
            <a:r>
              <a:rPr lang="en-US" sz="3300" dirty="0">
                <a:solidFill>
                  <a:srgbClr val="3D68EC"/>
                </a:solidFill>
                <a:latin typeface="General Sans Semibold" pitchFamily="34" charset="0"/>
                <a:ea typeface="General Sans Semibold" pitchFamily="34" charset="-122"/>
                <a:cs typeface="General Sans Semibold" pitchFamily="34" charset="-120"/>
              </a:rPr>
              <a:t>Kies je casus: drie vragen, één dataset</a:t>
            </a:r>
            <a:endParaRPr lang="en-US" sz="3300" dirty="0"/>
          </a:p>
        </p:txBody>
      </p:sp>
      <p:sp>
        <p:nvSpPr>
          <p:cNvPr id="73" name="Shape 71"/>
          <p:cNvSpPr/>
          <p:nvPr/>
        </p:nvSpPr>
        <p:spPr>
          <a:xfrm>
            <a:off x="548640" y="1371600"/>
            <a:ext cx="3515258" cy="3280410"/>
          </a:xfrm>
          <a:prstGeom prst="roundRect">
            <a:avLst>
              <a:gd name="adj" fmla="val 2176"/>
            </a:avLst>
          </a:prstGeom>
          <a:solidFill>
            <a:srgbClr val="3D68EC"/>
          </a:solidFill>
          <a:ln/>
        </p:spPr>
        <p:txBody>
          <a:bodyPr/>
          <a:lstStyle/>
          <a:p>
            <a:endParaRPr/>
          </a:p>
        </p:txBody>
      </p:sp>
      <p:sp>
        <p:nvSpPr>
          <p:cNvPr id="74" name="Shape 72"/>
          <p:cNvSpPr/>
          <p:nvPr/>
        </p:nvSpPr>
        <p:spPr>
          <a:xfrm>
            <a:off x="822960" y="1645920"/>
            <a:ext cx="548640" cy="548640"/>
          </a:xfrm>
          <a:prstGeom prst="ellipse">
            <a:avLst/>
          </a:prstGeom>
          <a:solidFill>
            <a:srgbClr val="F4D74B"/>
          </a:solidFill>
          <a:ln/>
        </p:spPr>
        <p:txBody>
          <a:bodyPr/>
          <a:lstStyle/>
          <a:p>
            <a:endParaRPr/>
          </a:p>
        </p:txBody>
      </p:sp>
      <p:sp>
        <p:nvSpPr>
          <p:cNvPr id="75" name="Text 73"/>
          <p:cNvSpPr/>
          <p:nvPr/>
        </p:nvSpPr>
        <p:spPr>
          <a:xfrm>
            <a:off x="822960" y="1645920"/>
            <a:ext cx="548640" cy="548640"/>
          </a:xfrm>
          <a:prstGeom prst="rect">
            <a:avLst/>
          </a:prstGeom>
          <a:noFill/>
          <a:ln/>
        </p:spPr>
        <p:txBody>
          <a:bodyPr wrap="square" lIns="0" tIns="0" rIns="0" bIns="0" rtlCol="0" anchor="ctr"/>
          <a:lstStyle/>
          <a:p>
            <a:pPr marL="0" indent="0" algn="ctr">
              <a:lnSpc>
                <a:spcPct val="105000"/>
              </a:lnSpc>
              <a:buNone/>
            </a:pPr>
            <a:r>
              <a:rPr lang="en-US" sz="2000" dirty="0">
                <a:solidFill>
                  <a:srgbClr val="3D68EC"/>
                </a:solidFill>
                <a:latin typeface="General Sans Semibold" pitchFamily="34" charset="0"/>
                <a:ea typeface="General Sans Semibold" pitchFamily="34" charset="-122"/>
                <a:cs typeface="General Sans Semibold" pitchFamily="34" charset="-120"/>
              </a:rPr>
              <a:t>A</a:t>
            </a:r>
            <a:endParaRPr lang="en-US" sz="2000" dirty="0"/>
          </a:p>
        </p:txBody>
      </p:sp>
      <p:sp>
        <p:nvSpPr>
          <p:cNvPr id="76" name="Shape 74"/>
          <p:cNvSpPr/>
          <p:nvPr/>
        </p:nvSpPr>
        <p:spPr>
          <a:xfrm>
            <a:off x="1508760" y="1719072"/>
            <a:ext cx="2280818" cy="402336"/>
          </a:xfrm>
          <a:prstGeom prst="roundRect">
            <a:avLst>
              <a:gd name="adj" fmla="val 113636"/>
            </a:avLst>
          </a:prstGeom>
          <a:solidFill>
            <a:srgbClr val="F4D74B"/>
          </a:solidFill>
          <a:ln/>
        </p:spPr>
        <p:txBody>
          <a:bodyPr/>
          <a:lstStyle/>
          <a:p>
            <a:endParaRPr/>
          </a:p>
        </p:txBody>
      </p:sp>
      <p:sp>
        <p:nvSpPr>
          <p:cNvPr id="77" name="Text 75"/>
          <p:cNvSpPr/>
          <p:nvPr/>
        </p:nvSpPr>
        <p:spPr>
          <a:xfrm>
            <a:off x="1600200" y="1719072"/>
            <a:ext cx="2097938" cy="402336"/>
          </a:xfrm>
          <a:prstGeom prst="rect">
            <a:avLst/>
          </a:prstGeom>
          <a:noFill/>
          <a:ln/>
        </p:spPr>
        <p:txBody>
          <a:bodyPr wrap="square" lIns="0" tIns="0" rIns="0" bIns="0" rtlCol="0" anchor="ctr"/>
          <a:lstStyle/>
          <a:p>
            <a:pPr marL="0" indent="0" algn="ctr">
              <a:lnSpc>
                <a:spcPct val="105000"/>
              </a:lnSpc>
              <a:buNone/>
            </a:pPr>
            <a:r>
              <a:rPr lang="en-US" sz="1200" dirty="0">
                <a:solidFill>
                  <a:srgbClr val="3D68EC"/>
                </a:solidFill>
                <a:latin typeface="General Sans Semibold" pitchFamily="34" charset="0"/>
                <a:ea typeface="General Sans Semibold" pitchFamily="34" charset="-122"/>
                <a:cs typeface="General Sans Semibold" pitchFamily="34" charset="-120"/>
              </a:rPr>
              <a:t>Uitval</a:t>
            </a:r>
            <a:endParaRPr lang="en-US" sz="1200" dirty="0"/>
          </a:p>
        </p:txBody>
      </p:sp>
      <p:sp>
        <p:nvSpPr>
          <p:cNvPr id="78" name="Text 76"/>
          <p:cNvSpPr/>
          <p:nvPr/>
        </p:nvSpPr>
        <p:spPr>
          <a:xfrm>
            <a:off x="822960" y="2423160"/>
            <a:ext cx="2966618" cy="1051560"/>
          </a:xfrm>
          <a:prstGeom prst="rect">
            <a:avLst/>
          </a:prstGeom>
          <a:noFill/>
          <a:ln/>
        </p:spPr>
        <p:txBody>
          <a:bodyPr wrap="square" lIns="0" tIns="0" rIns="0" bIns="0" rtlCol="0" anchor="t"/>
          <a:lstStyle/>
          <a:p>
            <a:pPr marL="0" indent="0" algn="l">
              <a:lnSpc>
                <a:spcPct val="105000"/>
              </a:lnSpc>
              <a:buNone/>
            </a:pPr>
            <a:r>
              <a:rPr lang="en-US" sz="2400" dirty="0">
                <a:solidFill>
                  <a:srgbClr val="F4D9DC"/>
                </a:solidFill>
                <a:latin typeface="General Sans Semibold" pitchFamily="34" charset="0"/>
                <a:ea typeface="General Sans Semibold" pitchFamily="34" charset="-122"/>
                <a:cs typeface="General Sans Semibold" pitchFamily="34" charset="-120"/>
              </a:rPr>
              <a:t>Wie stopt na het eerste jaar?</a:t>
            </a:r>
            <a:endParaRPr lang="en-US" sz="2400" dirty="0"/>
          </a:p>
        </p:txBody>
      </p:sp>
      <p:sp>
        <p:nvSpPr>
          <p:cNvPr id="79" name="Text 77"/>
          <p:cNvSpPr/>
          <p:nvPr/>
        </p:nvSpPr>
        <p:spPr>
          <a:xfrm>
            <a:off x="822960" y="3749040"/>
            <a:ext cx="2966618" cy="765810"/>
          </a:xfrm>
          <a:prstGeom prst="rect">
            <a:avLst/>
          </a:prstGeom>
          <a:noFill/>
          <a:ln/>
        </p:spPr>
        <p:txBody>
          <a:bodyPr wrap="square" lIns="0" tIns="0" rIns="0" bIns="0" rtlCol="0" anchor="t"/>
          <a:lstStyle/>
          <a:p>
            <a:pPr marL="0" indent="0" algn="l">
              <a:lnSpc>
                <a:spcPct val="105000"/>
              </a:lnSpc>
              <a:buNone/>
            </a:pPr>
            <a:r>
              <a:rPr lang="en-US" sz="1500" dirty="0">
                <a:solidFill>
                  <a:srgbClr val="F4D9DC"/>
                </a:solidFill>
                <a:latin typeface="General Sans" pitchFamily="34" charset="0"/>
                <a:ea typeface="General Sans" pitchFamily="34" charset="-122"/>
                <a:cs typeface="General Sans" pitchFamily="34" charset="-120"/>
              </a:rPr>
              <a:t>Welk deel van de eerstejaars stopt na het eerste jaar?</a:t>
            </a:r>
            <a:endParaRPr lang="en-US" sz="1500" dirty="0"/>
          </a:p>
        </p:txBody>
      </p:sp>
      <p:sp>
        <p:nvSpPr>
          <p:cNvPr id="80" name="Shape 78"/>
          <p:cNvSpPr/>
          <p:nvPr/>
        </p:nvSpPr>
        <p:spPr>
          <a:xfrm>
            <a:off x="4338218" y="1371600"/>
            <a:ext cx="3515258" cy="3280410"/>
          </a:xfrm>
          <a:prstGeom prst="roundRect">
            <a:avLst>
              <a:gd name="adj" fmla="val 2176"/>
            </a:avLst>
          </a:prstGeom>
          <a:solidFill>
            <a:srgbClr val="DD784B"/>
          </a:solidFill>
          <a:ln/>
        </p:spPr>
        <p:txBody>
          <a:bodyPr/>
          <a:lstStyle/>
          <a:p>
            <a:endParaRPr/>
          </a:p>
        </p:txBody>
      </p:sp>
      <p:sp>
        <p:nvSpPr>
          <p:cNvPr id="81" name="Shape 79"/>
          <p:cNvSpPr/>
          <p:nvPr/>
        </p:nvSpPr>
        <p:spPr>
          <a:xfrm>
            <a:off x="4612538" y="1645920"/>
            <a:ext cx="548640" cy="548640"/>
          </a:xfrm>
          <a:prstGeom prst="ellipse">
            <a:avLst/>
          </a:prstGeom>
          <a:solidFill>
            <a:srgbClr val="F4D9DC"/>
          </a:solidFill>
          <a:ln/>
        </p:spPr>
        <p:txBody>
          <a:bodyPr/>
          <a:lstStyle/>
          <a:p>
            <a:endParaRPr/>
          </a:p>
        </p:txBody>
      </p:sp>
      <p:sp>
        <p:nvSpPr>
          <p:cNvPr id="82" name="Text 80"/>
          <p:cNvSpPr/>
          <p:nvPr/>
        </p:nvSpPr>
        <p:spPr>
          <a:xfrm>
            <a:off x="4612538" y="1645920"/>
            <a:ext cx="548640" cy="548640"/>
          </a:xfrm>
          <a:prstGeom prst="rect">
            <a:avLst/>
          </a:prstGeom>
          <a:noFill/>
          <a:ln/>
        </p:spPr>
        <p:txBody>
          <a:bodyPr wrap="square" lIns="0" tIns="0" rIns="0" bIns="0" rtlCol="0" anchor="ctr"/>
          <a:lstStyle/>
          <a:p>
            <a:pPr marL="0" indent="0" algn="ctr">
              <a:lnSpc>
                <a:spcPct val="105000"/>
              </a:lnSpc>
              <a:buNone/>
            </a:pPr>
            <a:r>
              <a:rPr lang="en-US" sz="2000" dirty="0">
                <a:solidFill>
                  <a:srgbClr val="000000"/>
                </a:solidFill>
                <a:latin typeface="General Sans Semibold" pitchFamily="34" charset="0"/>
                <a:ea typeface="General Sans Semibold" pitchFamily="34" charset="-122"/>
                <a:cs typeface="General Sans Semibold" pitchFamily="34" charset="-120"/>
              </a:rPr>
              <a:t>B</a:t>
            </a:r>
            <a:endParaRPr lang="en-US" sz="2000" dirty="0"/>
          </a:p>
        </p:txBody>
      </p:sp>
      <p:sp>
        <p:nvSpPr>
          <p:cNvPr id="83" name="Shape 81"/>
          <p:cNvSpPr/>
          <p:nvPr/>
        </p:nvSpPr>
        <p:spPr>
          <a:xfrm>
            <a:off x="5298338" y="1719072"/>
            <a:ext cx="2280818" cy="402336"/>
          </a:xfrm>
          <a:prstGeom prst="roundRect">
            <a:avLst>
              <a:gd name="adj" fmla="val 113636"/>
            </a:avLst>
          </a:prstGeom>
          <a:solidFill>
            <a:srgbClr val="F4D9DC"/>
          </a:solidFill>
          <a:ln/>
        </p:spPr>
        <p:txBody>
          <a:bodyPr/>
          <a:lstStyle/>
          <a:p>
            <a:endParaRPr/>
          </a:p>
        </p:txBody>
      </p:sp>
      <p:sp>
        <p:nvSpPr>
          <p:cNvPr id="84" name="Text 82"/>
          <p:cNvSpPr/>
          <p:nvPr/>
        </p:nvSpPr>
        <p:spPr>
          <a:xfrm>
            <a:off x="5389778" y="1719072"/>
            <a:ext cx="2097938" cy="402336"/>
          </a:xfrm>
          <a:prstGeom prst="rect">
            <a:avLst/>
          </a:prstGeom>
          <a:noFill/>
          <a:ln/>
        </p:spPr>
        <p:txBody>
          <a:bodyPr wrap="square" lIns="0" tIns="0" rIns="0" bIns="0" rtlCol="0" anchor="ctr"/>
          <a:lstStyle/>
          <a:p>
            <a:pPr marL="0" indent="0" algn="ctr">
              <a:lnSpc>
                <a:spcPct val="105000"/>
              </a:lnSpc>
              <a:buNone/>
            </a:pPr>
            <a:r>
              <a:rPr lang="en-US" sz="1200" dirty="0">
                <a:solidFill>
                  <a:srgbClr val="000000"/>
                </a:solidFill>
                <a:latin typeface="General Sans Semibold" pitchFamily="34" charset="0"/>
                <a:ea typeface="General Sans Semibold" pitchFamily="34" charset="-122"/>
                <a:cs typeface="General Sans Semibold" pitchFamily="34" charset="-120"/>
              </a:rPr>
              <a:t>Diploma</a:t>
            </a:r>
            <a:endParaRPr lang="en-US" sz="1200" dirty="0"/>
          </a:p>
        </p:txBody>
      </p:sp>
      <p:sp>
        <p:nvSpPr>
          <p:cNvPr id="85" name="Text 83"/>
          <p:cNvSpPr/>
          <p:nvPr/>
        </p:nvSpPr>
        <p:spPr>
          <a:xfrm>
            <a:off x="4612538" y="2423160"/>
            <a:ext cx="2966618" cy="1051560"/>
          </a:xfrm>
          <a:prstGeom prst="rect">
            <a:avLst/>
          </a:prstGeom>
          <a:noFill/>
          <a:ln/>
        </p:spPr>
        <p:txBody>
          <a:bodyPr wrap="square" lIns="0" tIns="0" rIns="0" bIns="0" rtlCol="0" anchor="t"/>
          <a:lstStyle/>
          <a:p>
            <a:pPr marL="0" indent="0" algn="l">
              <a:lnSpc>
                <a:spcPct val="105000"/>
              </a:lnSpc>
              <a:buNone/>
            </a:pPr>
            <a:r>
              <a:rPr lang="en-US" sz="2300" dirty="0">
                <a:solidFill>
                  <a:srgbClr val="000000"/>
                </a:solidFill>
                <a:latin typeface="General Sans Semibold" pitchFamily="34" charset="0"/>
                <a:ea typeface="General Sans Semibold" pitchFamily="34" charset="-122"/>
                <a:cs typeface="General Sans Semibold" pitchFamily="34" charset="-120"/>
              </a:rPr>
              <a:t>Wie haalt binnen vijf jaar een diploma?</a:t>
            </a:r>
            <a:endParaRPr lang="en-US" sz="2300" dirty="0"/>
          </a:p>
        </p:txBody>
      </p:sp>
      <p:sp>
        <p:nvSpPr>
          <p:cNvPr id="86" name="Text 84"/>
          <p:cNvSpPr/>
          <p:nvPr/>
        </p:nvSpPr>
        <p:spPr>
          <a:xfrm>
            <a:off x="4612538" y="3749040"/>
            <a:ext cx="2966618" cy="765810"/>
          </a:xfrm>
          <a:prstGeom prst="rect">
            <a:avLst/>
          </a:prstGeom>
          <a:noFill/>
          <a:ln/>
        </p:spPr>
        <p:txBody>
          <a:bodyPr wrap="square" lIns="0" tIns="0" rIns="0" bIns="0" rtlCol="0" anchor="t"/>
          <a:lstStyle/>
          <a:p>
            <a:pPr marL="0" indent="0" algn="l">
              <a:lnSpc>
                <a:spcPct val="105000"/>
              </a:lnSpc>
              <a:buNone/>
            </a:pPr>
            <a:r>
              <a:rPr lang="en-US" sz="1500" dirty="0">
                <a:solidFill>
                  <a:srgbClr val="000000"/>
                </a:solidFill>
                <a:latin typeface="General Sans" pitchFamily="34" charset="0"/>
                <a:ea typeface="General Sans" pitchFamily="34" charset="-122"/>
                <a:cs typeface="General Sans" pitchFamily="34" charset="-120"/>
              </a:rPr>
              <a:t>Welk deel van de eerstejaars haalt binnen vijf jaar een diploma?</a:t>
            </a:r>
            <a:endParaRPr lang="en-US" sz="1500" dirty="0"/>
          </a:p>
        </p:txBody>
      </p:sp>
      <p:sp>
        <p:nvSpPr>
          <p:cNvPr id="87" name="Shape 85"/>
          <p:cNvSpPr/>
          <p:nvPr/>
        </p:nvSpPr>
        <p:spPr>
          <a:xfrm>
            <a:off x="8127797" y="1371600"/>
            <a:ext cx="3515258" cy="3280410"/>
          </a:xfrm>
          <a:prstGeom prst="roundRect">
            <a:avLst>
              <a:gd name="adj" fmla="val 2176"/>
            </a:avLst>
          </a:prstGeom>
          <a:solidFill>
            <a:srgbClr val="00AF81"/>
          </a:solidFill>
          <a:ln/>
        </p:spPr>
        <p:txBody>
          <a:bodyPr/>
          <a:lstStyle/>
          <a:p>
            <a:endParaRPr/>
          </a:p>
        </p:txBody>
      </p:sp>
      <p:sp>
        <p:nvSpPr>
          <p:cNvPr id="88" name="Shape 86"/>
          <p:cNvSpPr/>
          <p:nvPr/>
        </p:nvSpPr>
        <p:spPr>
          <a:xfrm>
            <a:off x="8402117" y="1645920"/>
            <a:ext cx="548640" cy="548640"/>
          </a:xfrm>
          <a:prstGeom prst="ellipse">
            <a:avLst/>
          </a:prstGeom>
          <a:solidFill>
            <a:srgbClr val="F4D9DC"/>
          </a:solidFill>
          <a:ln/>
        </p:spPr>
        <p:txBody>
          <a:bodyPr/>
          <a:lstStyle/>
          <a:p>
            <a:endParaRPr/>
          </a:p>
        </p:txBody>
      </p:sp>
      <p:sp>
        <p:nvSpPr>
          <p:cNvPr id="89" name="Text 87"/>
          <p:cNvSpPr/>
          <p:nvPr/>
        </p:nvSpPr>
        <p:spPr>
          <a:xfrm>
            <a:off x="8402117" y="1645920"/>
            <a:ext cx="548640" cy="548640"/>
          </a:xfrm>
          <a:prstGeom prst="rect">
            <a:avLst/>
          </a:prstGeom>
          <a:noFill/>
          <a:ln/>
        </p:spPr>
        <p:txBody>
          <a:bodyPr wrap="square" lIns="0" tIns="0" rIns="0" bIns="0" rtlCol="0" anchor="ctr"/>
          <a:lstStyle/>
          <a:p>
            <a:pPr marL="0" indent="0" algn="ctr">
              <a:lnSpc>
                <a:spcPct val="105000"/>
              </a:lnSpc>
              <a:buNone/>
            </a:pPr>
            <a:r>
              <a:rPr lang="en-US" sz="2000" dirty="0">
                <a:solidFill>
                  <a:srgbClr val="000000"/>
                </a:solidFill>
                <a:latin typeface="General Sans Semibold" pitchFamily="34" charset="0"/>
                <a:ea typeface="General Sans Semibold" pitchFamily="34" charset="-122"/>
                <a:cs typeface="General Sans Semibold" pitchFamily="34" charset="-120"/>
              </a:rPr>
              <a:t>C</a:t>
            </a:r>
            <a:endParaRPr lang="en-US" sz="2000" dirty="0"/>
          </a:p>
        </p:txBody>
      </p:sp>
      <p:sp>
        <p:nvSpPr>
          <p:cNvPr id="90" name="Shape 88"/>
          <p:cNvSpPr/>
          <p:nvPr/>
        </p:nvSpPr>
        <p:spPr>
          <a:xfrm>
            <a:off x="9087917" y="1719072"/>
            <a:ext cx="2280818" cy="402336"/>
          </a:xfrm>
          <a:prstGeom prst="roundRect">
            <a:avLst>
              <a:gd name="adj" fmla="val 113636"/>
            </a:avLst>
          </a:prstGeom>
          <a:solidFill>
            <a:srgbClr val="F4D9DC"/>
          </a:solidFill>
          <a:ln/>
        </p:spPr>
        <p:txBody>
          <a:bodyPr/>
          <a:lstStyle/>
          <a:p>
            <a:endParaRPr/>
          </a:p>
        </p:txBody>
      </p:sp>
      <p:sp>
        <p:nvSpPr>
          <p:cNvPr id="91" name="Text 89"/>
          <p:cNvSpPr/>
          <p:nvPr/>
        </p:nvSpPr>
        <p:spPr>
          <a:xfrm>
            <a:off x="9179357" y="1719072"/>
            <a:ext cx="2097938" cy="402336"/>
          </a:xfrm>
          <a:prstGeom prst="rect">
            <a:avLst/>
          </a:prstGeom>
          <a:noFill/>
          <a:ln/>
        </p:spPr>
        <p:txBody>
          <a:bodyPr wrap="square" lIns="0" tIns="0" rIns="0" bIns="0" rtlCol="0" anchor="ctr"/>
          <a:lstStyle/>
          <a:p>
            <a:pPr marL="0" indent="0" algn="ctr">
              <a:lnSpc>
                <a:spcPct val="105000"/>
              </a:lnSpc>
              <a:buNone/>
            </a:pPr>
            <a:r>
              <a:rPr lang="en-US" sz="1200" dirty="0">
                <a:solidFill>
                  <a:srgbClr val="000000"/>
                </a:solidFill>
                <a:latin typeface="General Sans Semibold" pitchFamily="34" charset="0"/>
                <a:ea typeface="General Sans Semibold" pitchFamily="34" charset="-122"/>
                <a:cs typeface="General Sans Semibold" pitchFamily="34" charset="-120"/>
              </a:rPr>
              <a:t>Vooropleiding</a:t>
            </a:r>
            <a:endParaRPr lang="en-US" sz="1200" dirty="0"/>
          </a:p>
        </p:txBody>
      </p:sp>
      <p:sp>
        <p:nvSpPr>
          <p:cNvPr id="92" name="Text 90"/>
          <p:cNvSpPr/>
          <p:nvPr/>
        </p:nvSpPr>
        <p:spPr>
          <a:xfrm>
            <a:off x="8402117" y="2423160"/>
            <a:ext cx="2966618" cy="1051560"/>
          </a:xfrm>
          <a:prstGeom prst="rect">
            <a:avLst/>
          </a:prstGeom>
          <a:noFill/>
          <a:ln/>
        </p:spPr>
        <p:txBody>
          <a:bodyPr wrap="square" lIns="0" tIns="0" rIns="0" bIns="0" rtlCol="0" anchor="t"/>
          <a:lstStyle/>
          <a:p>
            <a:pPr marL="0" indent="0" algn="l">
              <a:lnSpc>
                <a:spcPct val="105000"/>
              </a:lnSpc>
              <a:buNone/>
            </a:pPr>
            <a:r>
              <a:rPr lang="en-US" sz="2300" dirty="0">
                <a:solidFill>
                  <a:srgbClr val="000000"/>
                </a:solidFill>
                <a:latin typeface="General Sans Semibold" pitchFamily="34" charset="0"/>
                <a:ea typeface="General Sans Semibold" pitchFamily="34" charset="-122"/>
                <a:cs typeface="General Sans Semibold" pitchFamily="34" charset="-120"/>
              </a:rPr>
              <a:t>Hangt stoppen samen met je vooropleiding?</a:t>
            </a:r>
            <a:endParaRPr lang="en-US" sz="2300" dirty="0"/>
          </a:p>
        </p:txBody>
      </p:sp>
      <p:sp>
        <p:nvSpPr>
          <p:cNvPr id="93" name="Text 91"/>
          <p:cNvSpPr/>
          <p:nvPr/>
        </p:nvSpPr>
        <p:spPr>
          <a:xfrm>
            <a:off x="8402117" y="3749040"/>
            <a:ext cx="2966618" cy="765810"/>
          </a:xfrm>
          <a:prstGeom prst="rect">
            <a:avLst/>
          </a:prstGeom>
          <a:noFill/>
          <a:ln/>
        </p:spPr>
        <p:txBody>
          <a:bodyPr wrap="square" lIns="0" tIns="0" rIns="0" bIns="0" rtlCol="0" anchor="t"/>
          <a:lstStyle/>
          <a:p>
            <a:pPr marL="0" indent="0" algn="l">
              <a:lnSpc>
                <a:spcPct val="105000"/>
              </a:lnSpc>
              <a:buNone/>
            </a:pPr>
            <a:r>
              <a:rPr lang="en-US" sz="1500" dirty="0">
                <a:solidFill>
                  <a:srgbClr val="000000"/>
                </a:solidFill>
                <a:latin typeface="General Sans" pitchFamily="34" charset="0"/>
                <a:ea typeface="General Sans" pitchFamily="34" charset="-122"/>
                <a:cs typeface="General Sans" pitchFamily="34" charset="-120"/>
              </a:rPr>
              <a:t>Stoppen eerstejaars vaker bij de ene vooropleiding dan bij de andere?</a:t>
            </a:r>
            <a:endParaRPr lang="en-US" sz="1500" dirty="0"/>
          </a:p>
        </p:txBody>
      </p:sp>
      <p:sp>
        <p:nvSpPr>
          <p:cNvPr id="94" name="Text 92"/>
          <p:cNvSpPr/>
          <p:nvPr/>
        </p:nvSpPr>
        <p:spPr>
          <a:xfrm>
            <a:off x="548640" y="4834890"/>
            <a:ext cx="11094415" cy="457200"/>
          </a:xfrm>
          <a:prstGeom prst="rect">
            <a:avLst/>
          </a:prstGeom>
          <a:noFill/>
          <a:ln/>
        </p:spPr>
        <p:txBody>
          <a:bodyPr wrap="square" lIns="0" tIns="0" rIns="0" bIns="0" rtlCol="0" anchor="t"/>
          <a:lstStyle/>
          <a:p>
            <a:pPr marL="0" indent="0" algn="l">
              <a:lnSpc>
                <a:spcPct val="105000"/>
              </a:lnSpc>
              <a:buNone/>
            </a:pPr>
            <a:r>
              <a:rPr lang="en-US" sz="1500" dirty="0">
                <a:solidFill>
                  <a:srgbClr val="000000"/>
                </a:solidFill>
                <a:latin typeface="General Sans" pitchFamily="34" charset="0"/>
                <a:ea typeface="General Sans" pitchFamily="34" charset="-122"/>
                <a:cs typeface="General Sans" pitchFamily="34" charset="-120"/>
              </a:rPr>
              <a:t>Alle drie in data/demodata_1cho.csv: fictieve studenten, 2012-2023. Elke vraag levert één dashboard met de onderzoeksvraag als titel. De voorbeelden gaan over vraag </a:t>
            </a:r>
            <a:r>
              <a:rPr lang="en-US" sz="1500">
                <a:solidFill>
                  <a:srgbClr val="000000"/>
                </a:solidFill>
                <a:latin typeface="General Sans" pitchFamily="34" charset="0"/>
                <a:ea typeface="General Sans" pitchFamily="34" charset="-122"/>
                <a:cs typeface="General Sans" pitchFamily="34" charset="-120"/>
              </a:rPr>
              <a:t>A.</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D6E2FD"/>
        </a:solidFill>
        <a:effectLst/>
      </p:bgPr>
    </p:bg>
    <p:spTree>
      <p:nvGrpSpPr>
        <p:cNvPr id="1" name=""/>
        <p:cNvGrpSpPr/>
        <p:nvPr/>
      </p:nvGrpSpPr>
      <p:grpSpPr>
        <a:xfrm>
          <a:off x="0" y="0"/>
          <a:ext cx="0" cy="0"/>
          <a:chOff x="0" y="0"/>
          <a:chExt cx="0" cy="0"/>
        </a:xfrm>
      </p:grpSpPr>
      <p:sp>
        <p:nvSpPr>
          <p:cNvPr id="2" name="Shape 0"/>
          <p:cNvSpPr/>
          <p:nvPr/>
        </p:nvSpPr>
        <p:spPr>
          <a:xfrm>
            <a:off x="11304952" y="384048"/>
            <a:ext cx="35960" cy="35960"/>
          </a:xfrm>
          <a:prstGeom prst="ellipse">
            <a:avLst/>
          </a:prstGeom>
          <a:solidFill>
            <a:srgbClr val="000000"/>
          </a:solidFill>
          <a:ln/>
        </p:spPr>
        <p:txBody>
          <a:bodyPr/>
          <a:lstStyle/>
          <a:p>
            <a:endParaRPr lang="en-NL"/>
          </a:p>
        </p:txBody>
      </p:sp>
      <p:sp>
        <p:nvSpPr>
          <p:cNvPr id="3" name="Shape 1"/>
          <p:cNvSpPr/>
          <p:nvPr/>
        </p:nvSpPr>
        <p:spPr>
          <a:xfrm>
            <a:off x="11212173" y="399224"/>
            <a:ext cx="34616" cy="34616"/>
          </a:xfrm>
          <a:prstGeom prst="ellipse">
            <a:avLst/>
          </a:prstGeom>
          <a:solidFill>
            <a:srgbClr val="000000"/>
          </a:solidFill>
          <a:ln/>
        </p:spPr>
        <p:txBody>
          <a:bodyPr/>
          <a:lstStyle/>
          <a:p>
            <a:endParaRPr lang="en-NL"/>
          </a:p>
        </p:txBody>
      </p:sp>
      <p:sp>
        <p:nvSpPr>
          <p:cNvPr id="4" name="Shape 2"/>
          <p:cNvSpPr/>
          <p:nvPr/>
        </p:nvSpPr>
        <p:spPr>
          <a:xfrm>
            <a:off x="11398641" y="399224"/>
            <a:ext cx="34616" cy="34616"/>
          </a:xfrm>
          <a:prstGeom prst="ellipse">
            <a:avLst/>
          </a:prstGeom>
          <a:solidFill>
            <a:srgbClr val="000000"/>
          </a:solidFill>
          <a:ln/>
        </p:spPr>
        <p:txBody>
          <a:bodyPr/>
          <a:lstStyle/>
          <a:p>
            <a:endParaRPr lang="en-NL"/>
          </a:p>
        </p:txBody>
      </p:sp>
      <p:sp>
        <p:nvSpPr>
          <p:cNvPr id="5" name="Shape 3"/>
          <p:cNvSpPr/>
          <p:nvPr/>
        </p:nvSpPr>
        <p:spPr>
          <a:xfrm>
            <a:off x="11258374" y="435357"/>
            <a:ext cx="51936" cy="51936"/>
          </a:xfrm>
          <a:prstGeom prst="ellipse">
            <a:avLst/>
          </a:prstGeom>
          <a:solidFill>
            <a:srgbClr val="000000"/>
          </a:solidFill>
          <a:ln/>
        </p:spPr>
        <p:txBody>
          <a:bodyPr/>
          <a:lstStyle/>
          <a:p>
            <a:endParaRPr lang="en-NL"/>
          </a:p>
        </p:txBody>
      </p:sp>
      <p:sp>
        <p:nvSpPr>
          <p:cNvPr id="6" name="Shape 4"/>
          <p:cNvSpPr/>
          <p:nvPr/>
        </p:nvSpPr>
        <p:spPr>
          <a:xfrm>
            <a:off x="11335407" y="435306"/>
            <a:ext cx="51718" cy="51718"/>
          </a:xfrm>
          <a:prstGeom prst="ellipse">
            <a:avLst/>
          </a:prstGeom>
          <a:solidFill>
            <a:srgbClr val="000000"/>
          </a:solidFill>
          <a:ln/>
        </p:spPr>
        <p:txBody>
          <a:bodyPr/>
          <a:lstStyle/>
          <a:p>
            <a:endParaRPr lang="en-NL"/>
          </a:p>
        </p:txBody>
      </p:sp>
      <p:sp>
        <p:nvSpPr>
          <p:cNvPr id="7" name="Shape 5"/>
          <p:cNvSpPr/>
          <p:nvPr/>
        </p:nvSpPr>
        <p:spPr>
          <a:xfrm>
            <a:off x="11127388" y="442398"/>
            <a:ext cx="35294" cy="35294"/>
          </a:xfrm>
          <a:prstGeom prst="ellipse">
            <a:avLst/>
          </a:prstGeom>
          <a:solidFill>
            <a:srgbClr val="000000"/>
          </a:solidFill>
          <a:ln/>
        </p:spPr>
        <p:txBody>
          <a:bodyPr/>
          <a:lstStyle/>
          <a:p>
            <a:endParaRPr lang="en-NL"/>
          </a:p>
        </p:txBody>
      </p:sp>
      <p:sp>
        <p:nvSpPr>
          <p:cNvPr id="8" name="Shape 6"/>
          <p:cNvSpPr/>
          <p:nvPr/>
        </p:nvSpPr>
        <p:spPr>
          <a:xfrm>
            <a:off x="11482145" y="441649"/>
            <a:ext cx="35960" cy="35960"/>
          </a:xfrm>
          <a:prstGeom prst="ellipse">
            <a:avLst/>
          </a:prstGeom>
          <a:solidFill>
            <a:srgbClr val="000000"/>
          </a:solidFill>
          <a:ln/>
        </p:spPr>
        <p:txBody>
          <a:bodyPr/>
          <a:lstStyle/>
          <a:p>
            <a:endParaRPr lang="en-NL"/>
          </a:p>
        </p:txBody>
      </p:sp>
      <p:sp>
        <p:nvSpPr>
          <p:cNvPr id="9" name="Shape 7"/>
          <p:cNvSpPr/>
          <p:nvPr/>
        </p:nvSpPr>
        <p:spPr>
          <a:xfrm>
            <a:off x="11185603" y="459328"/>
            <a:ext cx="52167" cy="52167"/>
          </a:xfrm>
          <a:prstGeom prst="ellipse">
            <a:avLst/>
          </a:prstGeom>
          <a:solidFill>
            <a:srgbClr val="000000"/>
          </a:solidFill>
          <a:ln/>
        </p:spPr>
        <p:txBody>
          <a:bodyPr/>
          <a:lstStyle/>
          <a:p>
            <a:endParaRPr lang="en-NL"/>
          </a:p>
        </p:txBody>
      </p:sp>
      <p:sp>
        <p:nvSpPr>
          <p:cNvPr id="10" name="Shape 8"/>
          <p:cNvSpPr/>
          <p:nvPr/>
        </p:nvSpPr>
        <p:spPr>
          <a:xfrm>
            <a:off x="11408043" y="458713"/>
            <a:ext cx="52384" cy="52384"/>
          </a:xfrm>
          <a:prstGeom prst="ellipse">
            <a:avLst/>
          </a:prstGeom>
          <a:solidFill>
            <a:srgbClr val="000000"/>
          </a:solidFill>
          <a:ln/>
        </p:spPr>
        <p:txBody>
          <a:bodyPr/>
          <a:lstStyle/>
          <a:p>
            <a:endParaRPr lang="en-NL"/>
          </a:p>
        </p:txBody>
      </p:sp>
      <p:sp>
        <p:nvSpPr>
          <p:cNvPr id="11" name="Shape 9"/>
          <p:cNvSpPr/>
          <p:nvPr/>
        </p:nvSpPr>
        <p:spPr>
          <a:xfrm>
            <a:off x="11241891" y="499749"/>
            <a:ext cx="36613" cy="36613"/>
          </a:xfrm>
          <a:prstGeom prst="ellipse">
            <a:avLst/>
          </a:prstGeom>
          <a:solidFill>
            <a:srgbClr val="000000"/>
          </a:solidFill>
          <a:ln/>
        </p:spPr>
        <p:txBody>
          <a:bodyPr/>
          <a:lstStyle/>
          <a:p>
            <a:endParaRPr lang="en-NL"/>
          </a:p>
        </p:txBody>
      </p:sp>
      <p:sp>
        <p:nvSpPr>
          <p:cNvPr id="12" name="Shape 10"/>
          <p:cNvSpPr/>
          <p:nvPr/>
        </p:nvSpPr>
        <p:spPr>
          <a:xfrm>
            <a:off x="11294557" y="500146"/>
            <a:ext cx="57223" cy="57223"/>
          </a:xfrm>
          <a:prstGeom prst="ellipse">
            <a:avLst/>
          </a:prstGeom>
          <a:solidFill>
            <a:srgbClr val="000000"/>
          </a:solidFill>
          <a:ln/>
        </p:spPr>
        <p:txBody>
          <a:bodyPr/>
          <a:lstStyle/>
          <a:p>
            <a:endParaRPr lang="en-NL"/>
          </a:p>
        </p:txBody>
      </p:sp>
      <p:sp>
        <p:nvSpPr>
          <p:cNvPr id="13" name="Shape 11"/>
          <p:cNvSpPr/>
          <p:nvPr/>
        </p:nvSpPr>
        <p:spPr>
          <a:xfrm>
            <a:off x="11364102" y="498770"/>
            <a:ext cx="35294" cy="35294"/>
          </a:xfrm>
          <a:prstGeom prst="ellipse">
            <a:avLst/>
          </a:prstGeom>
          <a:solidFill>
            <a:srgbClr val="000000"/>
          </a:solidFill>
          <a:ln/>
        </p:spPr>
        <p:txBody>
          <a:bodyPr/>
          <a:lstStyle/>
          <a:p>
            <a:endParaRPr lang="en-NL"/>
          </a:p>
        </p:txBody>
      </p:sp>
      <p:sp>
        <p:nvSpPr>
          <p:cNvPr id="14" name="Shape 12"/>
          <p:cNvSpPr/>
          <p:nvPr/>
        </p:nvSpPr>
        <p:spPr>
          <a:xfrm>
            <a:off x="11123515" y="504524"/>
            <a:ext cx="51936" cy="51936"/>
          </a:xfrm>
          <a:prstGeom prst="ellipse">
            <a:avLst/>
          </a:prstGeom>
          <a:solidFill>
            <a:srgbClr val="000000"/>
          </a:solidFill>
          <a:ln/>
        </p:spPr>
        <p:txBody>
          <a:bodyPr/>
          <a:lstStyle/>
          <a:p>
            <a:endParaRPr lang="en-NL"/>
          </a:p>
        </p:txBody>
      </p:sp>
      <p:sp>
        <p:nvSpPr>
          <p:cNvPr id="15" name="Shape 13"/>
          <p:cNvSpPr/>
          <p:nvPr/>
        </p:nvSpPr>
        <p:spPr>
          <a:xfrm>
            <a:off x="11470202" y="504300"/>
            <a:ext cx="52384" cy="52384"/>
          </a:xfrm>
          <a:prstGeom prst="ellipse">
            <a:avLst/>
          </a:prstGeom>
          <a:solidFill>
            <a:srgbClr val="000000"/>
          </a:solidFill>
          <a:ln/>
        </p:spPr>
        <p:txBody>
          <a:bodyPr/>
          <a:lstStyle/>
          <a:p>
            <a:endParaRPr lang="en-NL"/>
          </a:p>
        </p:txBody>
      </p:sp>
      <p:sp>
        <p:nvSpPr>
          <p:cNvPr id="16" name="Shape 14"/>
          <p:cNvSpPr/>
          <p:nvPr/>
        </p:nvSpPr>
        <p:spPr>
          <a:xfrm>
            <a:off x="11060774" y="508825"/>
            <a:ext cx="35627" cy="35627"/>
          </a:xfrm>
          <a:prstGeom prst="ellipse">
            <a:avLst/>
          </a:prstGeom>
          <a:solidFill>
            <a:srgbClr val="000000"/>
          </a:solidFill>
          <a:ln/>
        </p:spPr>
        <p:txBody>
          <a:bodyPr/>
          <a:lstStyle/>
          <a:p>
            <a:endParaRPr lang="en-NL"/>
          </a:p>
        </p:txBody>
      </p:sp>
      <p:sp>
        <p:nvSpPr>
          <p:cNvPr id="17" name="Shape 15"/>
          <p:cNvSpPr/>
          <p:nvPr/>
        </p:nvSpPr>
        <p:spPr>
          <a:xfrm>
            <a:off x="11548535" y="508038"/>
            <a:ext cx="36613" cy="36613"/>
          </a:xfrm>
          <a:prstGeom prst="ellipse">
            <a:avLst/>
          </a:prstGeom>
          <a:solidFill>
            <a:srgbClr val="000000"/>
          </a:solidFill>
          <a:ln/>
        </p:spPr>
        <p:txBody>
          <a:bodyPr/>
          <a:lstStyle/>
          <a:p>
            <a:endParaRPr lang="en-NL"/>
          </a:p>
        </p:txBody>
      </p:sp>
      <p:sp>
        <p:nvSpPr>
          <p:cNvPr id="18" name="Shape 16"/>
          <p:cNvSpPr/>
          <p:nvPr/>
        </p:nvSpPr>
        <p:spPr>
          <a:xfrm>
            <a:off x="11191466" y="533379"/>
            <a:ext cx="57825" cy="57825"/>
          </a:xfrm>
          <a:prstGeom prst="ellipse">
            <a:avLst/>
          </a:prstGeom>
          <a:solidFill>
            <a:srgbClr val="000000"/>
          </a:solidFill>
          <a:ln/>
        </p:spPr>
        <p:txBody>
          <a:bodyPr/>
          <a:lstStyle/>
          <a:p>
            <a:endParaRPr lang="en-NL"/>
          </a:p>
        </p:txBody>
      </p:sp>
      <p:sp>
        <p:nvSpPr>
          <p:cNvPr id="19" name="Shape 17"/>
          <p:cNvSpPr/>
          <p:nvPr/>
        </p:nvSpPr>
        <p:spPr>
          <a:xfrm>
            <a:off x="11396535" y="533494"/>
            <a:ext cx="57428" cy="57428"/>
          </a:xfrm>
          <a:prstGeom prst="ellipse">
            <a:avLst/>
          </a:prstGeom>
          <a:solidFill>
            <a:srgbClr val="000000"/>
          </a:solidFill>
          <a:ln/>
        </p:spPr>
        <p:txBody>
          <a:bodyPr/>
          <a:lstStyle/>
          <a:p>
            <a:endParaRPr lang="en-NL"/>
          </a:p>
        </p:txBody>
      </p:sp>
      <p:sp>
        <p:nvSpPr>
          <p:cNvPr id="20" name="Shape 18"/>
          <p:cNvSpPr/>
          <p:nvPr/>
        </p:nvSpPr>
        <p:spPr>
          <a:xfrm>
            <a:off x="11079087" y="567226"/>
            <a:ext cx="51270" cy="51270"/>
          </a:xfrm>
          <a:prstGeom prst="ellipse">
            <a:avLst/>
          </a:prstGeom>
          <a:solidFill>
            <a:srgbClr val="000000"/>
          </a:solidFill>
          <a:ln/>
        </p:spPr>
        <p:txBody>
          <a:bodyPr/>
          <a:lstStyle/>
          <a:p>
            <a:endParaRPr lang="en-NL"/>
          </a:p>
        </p:txBody>
      </p:sp>
      <p:sp>
        <p:nvSpPr>
          <p:cNvPr id="21" name="Shape 19"/>
          <p:cNvSpPr/>
          <p:nvPr/>
        </p:nvSpPr>
        <p:spPr>
          <a:xfrm>
            <a:off x="11339728" y="567053"/>
            <a:ext cx="34616" cy="34616"/>
          </a:xfrm>
          <a:prstGeom prst="ellipse">
            <a:avLst/>
          </a:prstGeom>
          <a:solidFill>
            <a:srgbClr val="000000"/>
          </a:solidFill>
          <a:ln/>
        </p:spPr>
        <p:txBody>
          <a:bodyPr/>
          <a:lstStyle/>
          <a:p>
            <a:endParaRPr lang="en-NL"/>
          </a:p>
        </p:txBody>
      </p:sp>
      <p:sp>
        <p:nvSpPr>
          <p:cNvPr id="22" name="Shape 20"/>
          <p:cNvSpPr/>
          <p:nvPr/>
        </p:nvSpPr>
        <p:spPr>
          <a:xfrm>
            <a:off x="11515167" y="566234"/>
            <a:ext cx="52819" cy="52819"/>
          </a:xfrm>
          <a:prstGeom prst="ellipse">
            <a:avLst/>
          </a:prstGeom>
          <a:solidFill>
            <a:srgbClr val="000000"/>
          </a:solidFill>
          <a:ln/>
        </p:spPr>
        <p:txBody>
          <a:bodyPr/>
          <a:lstStyle/>
          <a:p>
            <a:endParaRPr lang="en-NL"/>
          </a:p>
        </p:txBody>
      </p:sp>
      <p:sp>
        <p:nvSpPr>
          <p:cNvPr id="23" name="Shape 21"/>
          <p:cNvSpPr/>
          <p:nvPr/>
        </p:nvSpPr>
        <p:spPr>
          <a:xfrm>
            <a:off x="11262860" y="569742"/>
            <a:ext cx="34961" cy="34961"/>
          </a:xfrm>
          <a:prstGeom prst="ellipse">
            <a:avLst/>
          </a:prstGeom>
          <a:solidFill>
            <a:srgbClr val="000000"/>
          </a:solidFill>
          <a:ln/>
        </p:spPr>
        <p:txBody>
          <a:bodyPr/>
          <a:lstStyle/>
          <a:p>
            <a:endParaRPr lang="en-NL"/>
          </a:p>
        </p:txBody>
      </p:sp>
      <p:sp>
        <p:nvSpPr>
          <p:cNvPr id="24" name="Shape 22"/>
          <p:cNvSpPr/>
          <p:nvPr/>
        </p:nvSpPr>
        <p:spPr>
          <a:xfrm>
            <a:off x="11462521" y="569818"/>
            <a:ext cx="35294" cy="35294"/>
          </a:xfrm>
          <a:prstGeom prst="ellipse">
            <a:avLst/>
          </a:prstGeom>
          <a:solidFill>
            <a:srgbClr val="000000"/>
          </a:solidFill>
          <a:ln/>
        </p:spPr>
        <p:txBody>
          <a:bodyPr/>
          <a:lstStyle/>
          <a:p>
            <a:endParaRPr lang="en-NL"/>
          </a:p>
        </p:txBody>
      </p:sp>
      <p:sp>
        <p:nvSpPr>
          <p:cNvPr id="25" name="Shape 23"/>
          <p:cNvSpPr/>
          <p:nvPr/>
        </p:nvSpPr>
        <p:spPr>
          <a:xfrm>
            <a:off x="11145681" y="573441"/>
            <a:ext cx="34270" cy="34270"/>
          </a:xfrm>
          <a:prstGeom prst="ellipse">
            <a:avLst/>
          </a:prstGeom>
          <a:solidFill>
            <a:srgbClr val="000000"/>
          </a:solidFill>
          <a:ln/>
        </p:spPr>
        <p:txBody>
          <a:bodyPr/>
          <a:lstStyle/>
          <a:p>
            <a:endParaRPr lang="en-NL"/>
          </a:p>
        </p:txBody>
      </p:sp>
      <p:sp>
        <p:nvSpPr>
          <p:cNvPr id="26" name="Shape 24"/>
          <p:cNvSpPr/>
          <p:nvPr/>
        </p:nvSpPr>
        <p:spPr>
          <a:xfrm>
            <a:off x="11592015" y="593213"/>
            <a:ext cx="35294" cy="35294"/>
          </a:xfrm>
          <a:prstGeom prst="ellipse">
            <a:avLst/>
          </a:prstGeom>
          <a:solidFill>
            <a:srgbClr val="000000"/>
          </a:solidFill>
          <a:ln/>
        </p:spPr>
        <p:txBody>
          <a:bodyPr/>
          <a:lstStyle/>
          <a:p>
            <a:endParaRPr lang="en-NL"/>
          </a:p>
        </p:txBody>
      </p:sp>
      <p:sp>
        <p:nvSpPr>
          <p:cNvPr id="27" name="Shape 25"/>
          <p:cNvSpPr/>
          <p:nvPr/>
        </p:nvSpPr>
        <p:spPr>
          <a:xfrm>
            <a:off x="11019124" y="593444"/>
            <a:ext cx="34616" cy="34616"/>
          </a:xfrm>
          <a:prstGeom prst="ellipse">
            <a:avLst/>
          </a:prstGeom>
          <a:solidFill>
            <a:srgbClr val="000000"/>
          </a:solidFill>
          <a:ln/>
        </p:spPr>
        <p:txBody>
          <a:bodyPr/>
          <a:lstStyle/>
          <a:p>
            <a:endParaRPr lang="en-NL"/>
          </a:p>
        </p:txBody>
      </p:sp>
      <p:sp>
        <p:nvSpPr>
          <p:cNvPr id="28" name="Shape 26"/>
          <p:cNvSpPr/>
          <p:nvPr/>
        </p:nvSpPr>
        <p:spPr>
          <a:xfrm>
            <a:off x="11403576" y="610214"/>
            <a:ext cx="34961" cy="34961"/>
          </a:xfrm>
          <a:prstGeom prst="ellipse">
            <a:avLst/>
          </a:prstGeom>
          <a:solidFill>
            <a:srgbClr val="000000"/>
          </a:solidFill>
          <a:ln/>
        </p:spPr>
        <p:txBody>
          <a:bodyPr/>
          <a:lstStyle/>
          <a:p>
            <a:endParaRPr lang="en-NL"/>
          </a:p>
        </p:txBody>
      </p:sp>
      <p:sp>
        <p:nvSpPr>
          <p:cNvPr id="29" name="Shape 27"/>
          <p:cNvSpPr/>
          <p:nvPr/>
        </p:nvSpPr>
        <p:spPr>
          <a:xfrm>
            <a:off x="11201662" y="616570"/>
            <a:ext cx="35627" cy="35627"/>
          </a:xfrm>
          <a:prstGeom prst="ellipse">
            <a:avLst/>
          </a:prstGeom>
          <a:solidFill>
            <a:srgbClr val="000000"/>
          </a:solidFill>
          <a:ln/>
        </p:spPr>
        <p:txBody>
          <a:bodyPr/>
          <a:lstStyle/>
          <a:p>
            <a:endParaRPr lang="en-NL"/>
          </a:p>
        </p:txBody>
      </p:sp>
      <p:sp>
        <p:nvSpPr>
          <p:cNvPr id="30" name="Shape 28"/>
          <p:cNvSpPr/>
          <p:nvPr/>
        </p:nvSpPr>
        <p:spPr>
          <a:xfrm>
            <a:off x="11127484" y="620705"/>
            <a:ext cx="58030" cy="58030"/>
          </a:xfrm>
          <a:prstGeom prst="ellipse">
            <a:avLst/>
          </a:prstGeom>
          <a:solidFill>
            <a:srgbClr val="000000"/>
          </a:solidFill>
          <a:ln/>
        </p:spPr>
        <p:txBody>
          <a:bodyPr/>
          <a:lstStyle/>
          <a:p>
            <a:endParaRPr lang="en-NL"/>
          </a:p>
        </p:txBody>
      </p:sp>
      <p:sp>
        <p:nvSpPr>
          <p:cNvPr id="31" name="Shape 29"/>
          <p:cNvSpPr/>
          <p:nvPr/>
        </p:nvSpPr>
        <p:spPr>
          <a:xfrm>
            <a:off x="11460767" y="620852"/>
            <a:ext cx="57428" cy="57428"/>
          </a:xfrm>
          <a:prstGeom prst="ellipse">
            <a:avLst/>
          </a:prstGeom>
          <a:solidFill>
            <a:srgbClr val="000000"/>
          </a:solidFill>
          <a:ln/>
        </p:spPr>
        <p:txBody>
          <a:bodyPr/>
          <a:lstStyle/>
          <a:p>
            <a:endParaRPr lang="en-NL"/>
          </a:p>
        </p:txBody>
      </p:sp>
      <p:sp>
        <p:nvSpPr>
          <p:cNvPr id="32" name="Shape 30"/>
          <p:cNvSpPr/>
          <p:nvPr/>
        </p:nvSpPr>
        <p:spPr>
          <a:xfrm>
            <a:off x="11055219" y="640144"/>
            <a:ext cx="51718" cy="51718"/>
          </a:xfrm>
          <a:prstGeom prst="ellipse">
            <a:avLst/>
          </a:prstGeom>
          <a:solidFill>
            <a:srgbClr val="000000"/>
          </a:solidFill>
          <a:ln/>
        </p:spPr>
        <p:txBody>
          <a:bodyPr/>
          <a:lstStyle/>
          <a:p>
            <a:endParaRPr lang="en-NL"/>
          </a:p>
        </p:txBody>
      </p:sp>
      <p:sp>
        <p:nvSpPr>
          <p:cNvPr id="33" name="Shape 31"/>
          <p:cNvSpPr/>
          <p:nvPr/>
        </p:nvSpPr>
        <p:spPr>
          <a:xfrm>
            <a:off x="11539330" y="640266"/>
            <a:ext cx="51270" cy="51270"/>
          </a:xfrm>
          <a:prstGeom prst="ellipse">
            <a:avLst/>
          </a:prstGeom>
          <a:solidFill>
            <a:srgbClr val="000000"/>
          </a:solidFill>
          <a:ln/>
        </p:spPr>
        <p:txBody>
          <a:bodyPr/>
          <a:lstStyle/>
          <a:p>
            <a:endParaRPr lang="en-NL"/>
          </a:p>
        </p:txBody>
      </p:sp>
      <p:sp>
        <p:nvSpPr>
          <p:cNvPr id="34" name="Shape 32"/>
          <p:cNvSpPr/>
          <p:nvPr/>
        </p:nvSpPr>
        <p:spPr>
          <a:xfrm>
            <a:off x="11429576" y="682274"/>
            <a:ext cx="35627" cy="35627"/>
          </a:xfrm>
          <a:prstGeom prst="ellipse">
            <a:avLst/>
          </a:prstGeom>
          <a:solidFill>
            <a:srgbClr val="000000"/>
          </a:solidFill>
          <a:ln/>
        </p:spPr>
        <p:txBody>
          <a:bodyPr/>
          <a:lstStyle/>
          <a:p>
            <a:endParaRPr lang="en-NL"/>
          </a:p>
        </p:txBody>
      </p:sp>
      <p:sp>
        <p:nvSpPr>
          <p:cNvPr id="35" name="Shape 33"/>
          <p:cNvSpPr/>
          <p:nvPr/>
        </p:nvSpPr>
        <p:spPr>
          <a:xfrm>
            <a:off x="11004076" y="687222"/>
            <a:ext cx="34616" cy="34616"/>
          </a:xfrm>
          <a:prstGeom prst="ellipse">
            <a:avLst/>
          </a:prstGeom>
          <a:solidFill>
            <a:srgbClr val="000000"/>
          </a:solidFill>
          <a:ln/>
        </p:spPr>
        <p:txBody>
          <a:bodyPr/>
          <a:lstStyle/>
          <a:p>
            <a:endParaRPr lang="en-NL"/>
          </a:p>
        </p:txBody>
      </p:sp>
      <p:sp>
        <p:nvSpPr>
          <p:cNvPr id="36" name="Shape 34"/>
          <p:cNvSpPr/>
          <p:nvPr/>
        </p:nvSpPr>
        <p:spPr>
          <a:xfrm>
            <a:off x="11502052" y="685321"/>
            <a:ext cx="34270" cy="34270"/>
          </a:xfrm>
          <a:prstGeom prst="ellipse">
            <a:avLst/>
          </a:prstGeom>
          <a:solidFill>
            <a:srgbClr val="000000"/>
          </a:solidFill>
          <a:ln/>
        </p:spPr>
        <p:txBody>
          <a:bodyPr/>
          <a:lstStyle/>
          <a:p>
            <a:endParaRPr lang="en-NL"/>
          </a:p>
        </p:txBody>
      </p:sp>
      <p:sp>
        <p:nvSpPr>
          <p:cNvPr id="37" name="Shape 35"/>
          <p:cNvSpPr/>
          <p:nvPr/>
        </p:nvSpPr>
        <p:spPr>
          <a:xfrm>
            <a:off x="11606321" y="686422"/>
            <a:ext cx="35627" cy="35627"/>
          </a:xfrm>
          <a:prstGeom prst="ellipse">
            <a:avLst/>
          </a:prstGeom>
          <a:solidFill>
            <a:srgbClr val="000000"/>
          </a:solidFill>
          <a:ln/>
        </p:spPr>
        <p:txBody>
          <a:bodyPr/>
          <a:lstStyle/>
          <a:p>
            <a:endParaRPr lang="en-NL"/>
          </a:p>
        </p:txBody>
      </p:sp>
      <p:sp>
        <p:nvSpPr>
          <p:cNvPr id="38" name="Shape 36"/>
          <p:cNvSpPr/>
          <p:nvPr/>
        </p:nvSpPr>
        <p:spPr>
          <a:xfrm>
            <a:off x="11108908" y="688957"/>
            <a:ext cx="35294" cy="35294"/>
          </a:xfrm>
          <a:prstGeom prst="ellipse">
            <a:avLst/>
          </a:prstGeom>
          <a:solidFill>
            <a:srgbClr val="000000"/>
          </a:solidFill>
          <a:ln/>
        </p:spPr>
        <p:txBody>
          <a:bodyPr/>
          <a:lstStyle/>
          <a:p>
            <a:endParaRPr lang="en-NL"/>
          </a:p>
        </p:txBody>
      </p:sp>
      <p:sp>
        <p:nvSpPr>
          <p:cNvPr id="39" name="Shape 37"/>
          <p:cNvSpPr/>
          <p:nvPr/>
        </p:nvSpPr>
        <p:spPr>
          <a:xfrm>
            <a:off x="11179733" y="690371"/>
            <a:ext cx="36613" cy="36613"/>
          </a:xfrm>
          <a:prstGeom prst="ellipse">
            <a:avLst/>
          </a:prstGeom>
          <a:solidFill>
            <a:srgbClr val="000000"/>
          </a:solidFill>
          <a:ln/>
        </p:spPr>
        <p:txBody>
          <a:bodyPr/>
          <a:lstStyle/>
          <a:p>
            <a:endParaRPr lang="en-NL"/>
          </a:p>
        </p:txBody>
      </p:sp>
      <p:sp>
        <p:nvSpPr>
          <p:cNvPr id="40" name="Shape 38"/>
          <p:cNvSpPr/>
          <p:nvPr/>
        </p:nvSpPr>
        <p:spPr>
          <a:xfrm>
            <a:off x="11054764" y="716576"/>
            <a:ext cx="51936" cy="51936"/>
          </a:xfrm>
          <a:prstGeom prst="ellipse">
            <a:avLst/>
          </a:prstGeom>
          <a:solidFill>
            <a:srgbClr val="000000"/>
          </a:solidFill>
          <a:ln/>
        </p:spPr>
        <p:txBody>
          <a:bodyPr/>
          <a:lstStyle/>
          <a:p>
            <a:endParaRPr lang="en-NL"/>
          </a:p>
        </p:txBody>
      </p:sp>
      <p:sp>
        <p:nvSpPr>
          <p:cNvPr id="41" name="Shape 39"/>
          <p:cNvSpPr/>
          <p:nvPr/>
        </p:nvSpPr>
        <p:spPr>
          <a:xfrm>
            <a:off x="11539023" y="716851"/>
            <a:ext cx="51488" cy="51488"/>
          </a:xfrm>
          <a:prstGeom prst="ellipse">
            <a:avLst/>
          </a:prstGeom>
          <a:solidFill>
            <a:srgbClr val="000000"/>
          </a:solidFill>
          <a:ln/>
        </p:spPr>
        <p:txBody>
          <a:bodyPr/>
          <a:lstStyle/>
          <a:p>
            <a:endParaRPr lang="en-NL"/>
          </a:p>
        </p:txBody>
      </p:sp>
      <p:sp>
        <p:nvSpPr>
          <p:cNvPr id="42" name="Shape 40"/>
          <p:cNvSpPr/>
          <p:nvPr/>
        </p:nvSpPr>
        <p:spPr>
          <a:xfrm>
            <a:off x="11127490" y="729288"/>
            <a:ext cx="58222" cy="58222"/>
          </a:xfrm>
          <a:prstGeom prst="ellipse">
            <a:avLst/>
          </a:prstGeom>
          <a:solidFill>
            <a:srgbClr val="000000"/>
          </a:solidFill>
          <a:ln/>
        </p:spPr>
        <p:txBody>
          <a:bodyPr/>
          <a:lstStyle/>
          <a:p>
            <a:endParaRPr lang="en-NL"/>
          </a:p>
        </p:txBody>
      </p:sp>
      <p:sp>
        <p:nvSpPr>
          <p:cNvPr id="43" name="Shape 41"/>
          <p:cNvSpPr/>
          <p:nvPr/>
        </p:nvSpPr>
        <p:spPr>
          <a:xfrm>
            <a:off x="11460671" y="729781"/>
            <a:ext cx="57633" cy="57633"/>
          </a:xfrm>
          <a:prstGeom prst="ellipse">
            <a:avLst/>
          </a:prstGeom>
          <a:solidFill>
            <a:srgbClr val="000000"/>
          </a:solidFill>
          <a:ln/>
        </p:spPr>
        <p:txBody>
          <a:bodyPr/>
          <a:lstStyle/>
          <a:p>
            <a:endParaRPr lang="en-NL"/>
          </a:p>
        </p:txBody>
      </p:sp>
      <p:sp>
        <p:nvSpPr>
          <p:cNvPr id="44" name="Shape 42"/>
          <p:cNvSpPr/>
          <p:nvPr/>
        </p:nvSpPr>
        <p:spPr>
          <a:xfrm>
            <a:off x="11407973" y="756415"/>
            <a:ext cx="35960" cy="35960"/>
          </a:xfrm>
          <a:prstGeom prst="ellipse">
            <a:avLst/>
          </a:prstGeom>
          <a:solidFill>
            <a:srgbClr val="000000"/>
          </a:solidFill>
          <a:ln/>
        </p:spPr>
        <p:txBody>
          <a:bodyPr/>
          <a:lstStyle/>
          <a:p>
            <a:endParaRPr lang="en-NL"/>
          </a:p>
        </p:txBody>
      </p:sp>
      <p:sp>
        <p:nvSpPr>
          <p:cNvPr id="45" name="Shape 43"/>
          <p:cNvSpPr/>
          <p:nvPr/>
        </p:nvSpPr>
        <p:spPr>
          <a:xfrm>
            <a:off x="11207308" y="763884"/>
            <a:ext cx="34616" cy="34616"/>
          </a:xfrm>
          <a:prstGeom prst="ellipse">
            <a:avLst/>
          </a:prstGeom>
          <a:solidFill>
            <a:srgbClr val="000000"/>
          </a:solidFill>
          <a:ln/>
        </p:spPr>
        <p:txBody>
          <a:bodyPr/>
          <a:lstStyle/>
          <a:p>
            <a:endParaRPr lang="en-NL"/>
          </a:p>
        </p:txBody>
      </p:sp>
      <p:sp>
        <p:nvSpPr>
          <p:cNvPr id="46" name="Shape 44"/>
          <p:cNvSpPr/>
          <p:nvPr/>
        </p:nvSpPr>
        <p:spPr>
          <a:xfrm>
            <a:off x="11018670" y="780462"/>
            <a:ext cx="34616" cy="34616"/>
          </a:xfrm>
          <a:prstGeom prst="ellipse">
            <a:avLst/>
          </a:prstGeom>
          <a:solidFill>
            <a:srgbClr val="000000"/>
          </a:solidFill>
          <a:ln/>
        </p:spPr>
        <p:txBody>
          <a:bodyPr/>
          <a:lstStyle/>
          <a:p>
            <a:endParaRPr lang="en-NL"/>
          </a:p>
        </p:txBody>
      </p:sp>
      <p:sp>
        <p:nvSpPr>
          <p:cNvPr id="47" name="Shape 45"/>
          <p:cNvSpPr/>
          <p:nvPr/>
        </p:nvSpPr>
        <p:spPr>
          <a:xfrm>
            <a:off x="11591670" y="780123"/>
            <a:ext cx="35294" cy="35294"/>
          </a:xfrm>
          <a:prstGeom prst="ellipse">
            <a:avLst/>
          </a:prstGeom>
          <a:solidFill>
            <a:srgbClr val="000000"/>
          </a:solidFill>
          <a:ln/>
        </p:spPr>
        <p:txBody>
          <a:bodyPr/>
          <a:lstStyle/>
          <a:p>
            <a:endParaRPr lang="en-NL"/>
          </a:p>
        </p:txBody>
      </p:sp>
      <p:sp>
        <p:nvSpPr>
          <p:cNvPr id="48" name="Shape 46"/>
          <p:cNvSpPr/>
          <p:nvPr/>
        </p:nvSpPr>
        <p:spPr>
          <a:xfrm>
            <a:off x="11079010" y="790179"/>
            <a:ext cx="51270" cy="51270"/>
          </a:xfrm>
          <a:prstGeom prst="ellipse">
            <a:avLst/>
          </a:prstGeom>
          <a:solidFill>
            <a:srgbClr val="000000"/>
          </a:solidFill>
          <a:ln/>
        </p:spPr>
        <p:txBody>
          <a:bodyPr/>
          <a:lstStyle/>
          <a:p>
            <a:endParaRPr lang="en-NL"/>
          </a:p>
        </p:txBody>
      </p:sp>
      <p:sp>
        <p:nvSpPr>
          <p:cNvPr id="49" name="Shape 47"/>
          <p:cNvSpPr/>
          <p:nvPr/>
        </p:nvSpPr>
        <p:spPr>
          <a:xfrm>
            <a:off x="11515218" y="789692"/>
            <a:ext cx="52602" cy="52602"/>
          </a:xfrm>
          <a:prstGeom prst="ellipse">
            <a:avLst/>
          </a:prstGeom>
          <a:solidFill>
            <a:srgbClr val="000000"/>
          </a:solidFill>
          <a:ln/>
        </p:spPr>
        <p:txBody>
          <a:bodyPr/>
          <a:lstStyle/>
          <a:p>
            <a:endParaRPr lang="en-NL"/>
          </a:p>
        </p:txBody>
      </p:sp>
      <p:sp>
        <p:nvSpPr>
          <p:cNvPr id="50" name="Shape 48"/>
          <p:cNvSpPr/>
          <p:nvPr/>
        </p:nvSpPr>
        <p:spPr>
          <a:xfrm>
            <a:off x="11147371" y="803460"/>
            <a:ext cx="35627" cy="35627"/>
          </a:xfrm>
          <a:prstGeom prst="ellipse">
            <a:avLst/>
          </a:prstGeom>
          <a:solidFill>
            <a:srgbClr val="000000"/>
          </a:solidFill>
          <a:ln/>
        </p:spPr>
        <p:txBody>
          <a:bodyPr/>
          <a:lstStyle/>
          <a:p>
            <a:endParaRPr lang="en-NL"/>
          </a:p>
        </p:txBody>
      </p:sp>
      <p:sp>
        <p:nvSpPr>
          <p:cNvPr id="51" name="Shape 49"/>
          <p:cNvSpPr/>
          <p:nvPr/>
        </p:nvSpPr>
        <p:spPr>
          <a:xfrm>
            <a:off x="11347786" y="804293"/>
            <a:ext cx="35294" cy="35294"/>
          </a:xfrm>
          <a:prstGeom prst="ellipse">
            <a:avLst/>
          </a:prstGeom>
          <a:solidFill>
            <a:srgbClr val="000000"/>
          </a:solidFill>
          <a:ln/>
        </p:spPr>
        <p:txBody>
          <a:bodyPr/>
          <a:lstStyle/>
          <a:p>
            <a:endParaRPr lang="en-NL"/>
          </a:p>
        </p:txBody>
      </p:sp>
      <p:sp>
        <p:nvSpPr>
          <p:cNvPr id="52" name="Shape 50"/>
          <p:cNvSpPr/>
          <p:nvPr/>
        </p:nvSpPr>
        <p:spPr>
          <a:xfrm>
            <a:off x="11465119" y="800919"/>
            <a:ext cx="34961" cy="34961"/>
          </a:xfrm>
          <a:prstGeom prst="ellipse">
            <a:avLst/>
          </a:prstGeom>
          <a:solidFill>
            <a:srgbClr val="000000"/>
          </a:solidFill>
          <a:ln/>
        </p:spPr>
        <p:txBody>
          <a:bodyPr/>
          <a:lstStyle/>
          <a:p>
            <a:endParaRPr lang="en-NL"/>
          </a:p>
        </p:txBody>
      </p:sp>
      <p:sp>
        <p:nvSpPr>
          <p:cNvPr id="53" name="Shape 51"/>
          <p:cNvSpPr/>
          <p:nvPr/>
        </p:nvSpPr>
        <p:spPr>
          <a:xfrm>
            <a:off x="11270669" y="806590"/>
            <a:ext cx="35627" cy="35627"/>
          </a:xfrm>
          <a:prstGeom prst="ellipse">
            <a:avLst/>
          </a:prstGeom>
          <a:solidFill>
            <a:srgbClr val="000000"/>
          </a:solidFill>
          <a:ln/>
        </p:spPr>
        <p:txBody>
          <a:bodyPr/>
          <a:lstStyle/>
          <a:p>
            <a:endParaRPr lang="en-NL"/>
          </a:p>
        </p:txBody>
      </p:sp>
      <p:sp>
        <p:nvSpPr>
          <p:cNvPr id="54" name="Shape 52"/>
          <p:cNvSpPr/>
          <p:nvPr/>
        </p:nvSpPr>
        <p:spPr>
          <a:xfrm>
            <a:off x="11191498" y="817766"/>
            <a:ext cx="57633" cy="57633"/>
          </a:xfrm>
          <a:prstGeom prst="ellipse">
            <a:avLst/>
          </a:prstGeom>
          <a:solidFill>
            <a:srgbClr val="000000"/>
          </a:solidFill>
          <a:ln/>
        </p:spPr>
        <p:txBody>
          <a:bodyPr/>
          <a:lstStyle/>
          <a:p>
            <a:endParaRPr lang="en-NL"/>
          </a:p>
        </p:txBody>
      </p:sp>
      <p:sp>
        <p:nvSpPr>
          <p:cNvPr id="55" name="Shape 53"/>
          <p:cNvSpPr/>
          <p:nvPr/>
        </p:nvSpPr>
        <p:spPr>
          <a:xfrm>
            <a:off x="11396573" y="817888"/>
            <a:ext cx="57633" cy="57633"/>
          </a:xfrm>
          <a:prstGeom prst="ellipse">
            <a:avLst/>
          </a:prstGeom>
          <a:solidFill>
            <a:srgbClr val="000000"/>
          </a:solidFill>
          <a:ln/>
        </p:spPr>
        <p:txBody>
          <a:bodyPr/>
          <a:lstStyle/>
          <a:p>
            <a:endParaRPr lang="en-NL"/>
          </a:p>
        </p:txBody>
      </p:sp>
      <p:sp>
        <p:nvSpPr>
          <p:cNvPr id="56" name="Shape 54"/>
          <p:cNvSpPr/>
          <p:nvPr/>
        </p:nvSpPr>
        <p:spPr>
          <a:xfrm>
            <a:off x="11123445" y="851985"/>
            <a:ext cx="52167" cy="52167"/>
          </a:xfrm>
          <a:prstGeom prst="ellipse">
            <a:avLst/>
          </a:prstGeom>
          <a:solidFill>
            <a:srgbClr val="000000"/>
          </a:solidFill>
          <a:ln/>
        </p:spPr>
        <p:txBody>
          <a:bodyPr/>
          <a:lstStyle/>
          <a:p>
            <a:endParaRPr lang="en-NL"/>
          </a:p>
        </p:txBody>
      </p:sp>
      <p:sp>
        <p:nvSpPr>
          <p:cNvPr id="57" name="Shape 55"/>
          <p:cNvSpPr/>
          <p:nvPr/>
        </p:nvSpPr>
        <p:spPr>
          <a:xfrm>
            <a:off x="11294647" y="851390"/>
            <a:ext cx="57223" cy="57223"/>
          </a:xfrm>
          <a:prstGeom prst="ellipse">
            <a:avLst/>
          </a:prstGeom>
          <a:solidFill>
            <a:srgbClr val="000000"/>
          </a:solidFill>
          <a:ln/>
        </p:spPr>
        <p:txBody>
          <a:bodyPr/>
          <a:lstStyle/>
          <a:p>
            <a:endParaRPr lang="en-NL"/>
          </a:p>
        </p:txBody>
      </p:sp>
      <p:sp>
        <p:nvSpPr>
          <p:cNvPr id="58" name="Shape 56"/>
          <p:cNvSpPr/>
          <p:nvPr/>
        </p:nvSpPr>
        <p:spPr>
          <a:xfrm>
            <a:off x="11470202" y="852382"/>
            <a:ext cx="52384" cy="52384"/>
          </a:xfrm>
          <a:prstGeom prst="ellipse">
            <a:avLst/>
          </a:prstGeom>
          <a:solidFill>
            <a:srgbClr val="000000"/>
          </a:solidFill>
          <a:ln/>
        </p:spPr>
        <p:txBody>
          <a:bodyPr/>
          <a:lstStyle/>
          <a:p>
            <a:endParaRPr lang="en-NL"/>
          </a:p>
        </p:txBody>
      </p:sp>
      <p:sp>
        <p:nvSpPr>
          <p:cNvPr id="59" name="Shape 57"/>
          <p:cNvSpPr/>
          <p:nvPr/>
        </p:nvSpPr>
        <p:spPr>
          <a:xfrm>
            <a:off x="11060774" y="864607"/>
            <a:ext cx="35627" cy="35627"/>
          </a:xfrm>
          <a:prstGeom prst="ellipse">
            <a:avLst/>
          </a:prstGeom>
          <a:solidFill>
            <a:srgbClr val="000000"/>
          </a:solidFill>
          <a:ln/>
        </p:spPr>
        <p:txBody>
          <a:bodyPr/>
          <a:lstStyle/>
          <a:p>
            <a:endParaRPr lang="en-NL"/>
          </a:p>
        </p:txBody>
      </p:sp>
      <p:sp>
        <p:nvSpPr>
          <p:cNvPr id="60" name="Shape 58"/>
          <p:cNvSpPr/>
          <p:nvPr/>
        </p:nvSpPr>
        <p:spPr>
          <a:xfrm>
            <a:off x="11548733" y="864185"/>
            <a:ext cx="35627" cy="35627"/>
          </a:xfrm>
          <a:prstGeom prst="ellipse">
            <a:avLst/>
          </a:prstGeom>
          <a:solidFill>
            <a:srgbClr val="000000"/>
          </a:solidFill>
          <a:ln/>
        </p:spPr>
        <p:txBody>
          <a:bodyPr/>
          <a:lstStyle/>
          <a:p>
            <a:endParaRPr lang="en-NL"/>
          </a:p>
        </p:txBody>
      </p:sp>
      <p:sp>
        <p:nvSpPr>
          <p:cNvPr id="61" name="Shape 59"/>
          <p:cNvSpPr/>
          <p:nvPr/>
        </p:nvSpPr>
        <p:spPr>
          <a:xfrm>
            <a:off x="11246231" y="873908"/>
            <a:ext cx="35627" cy="35627"/>
          </a:xfrm>
          <a:prstGeom prst="ellipse">
            <a:avLst/>
          </a:prstGeom>
          <a:solidFill>
            <a:srgbClr val="000000"/>
          </a:solidFill>
          <a:ln/>
        </p:spPr>
        <p:txBody>
          <a:bodyPr/>
          <a:lstStyle/>
          <a:p>
            <a:endParaRPr lang="en-NL"/>
          </a:p>
        </p:txBody>
      </p:sp>
      <p:sp>
        <p:nvSpPr>
          <p:cNvPr id="62" name="Shape 60"/>
          <p:cNvSpPr/>
          <p:nvPr/>
        </p:nvSpPr>
        <p:spPr>
          <a:xfrm>
            <a:off x="11367418" y="872896"/>
            <a:ext cx="35627" cy="35627"/>
          </a:xfrm>
          <a:prstGeom prst="ellipse">
            <a:avLst/>
          </a:prstGeom>
          <a:solidFill>
            <a:srgbClr val="000000"/>
          </a:solidFill>
          <a:ln/>
        </p:spPr>
        <p:txBody>
          <a:bodyPr/>
          <a:lstStyle/>
          <a:p>
            <a:endParaRPr lang="en-NL"/>
          </a:p>
        </p:txBody>
      </p:sp>
      <p:sp>
        <p:nvSpPr>
          <p:cNvPr id="63" name="Shape 61"/>
          <p:cNvSpPr/>
          <p:nvPr/>
        </p:nvSpPr>
        <p:spPr>
          <a:xfrm>
            <a:off x="11185366" y="897322"/>
            <a:ext cx="51936" cy="51936"/>
          </a:xfrm>
          <a:prstGeom prst="ellipse">
            <a:avLst/>
          </a:prstGeom>
          <a:solidFill>
            <a:srgbClr val="000000"/>
          </a:solidFill>
          <a:ln/>
        </p:spPr>
        <p:txBody>
          <a:bodyPr/>
          <a:lstStyle/>
          <a:p>
            <a:endParaRPr lang="en-NL"/>
          </a:p>
        </p:txBody>
      </p:sp>
      <p:sp>
        <p:nvSpPr>
          <p:cNvPr id="64" name="Shape 62"/>
          <p:cNvSpPr/>
          <p:nvPr/>
        </p:nvSpPr>
        <p:spPr>
          <a:xfrm>
            <a:off x="11407845" y="897655"/>
            <a:ext cx="52602" cy="52602"/>
          </a:xfrm>
          <a:prstGeom prst="ellipse">
            <a:avLst/>
          </a:prstGeom>
          <a:solidFill>
            <a:srgbClr val="000000"/>
          </a:solidFill>
          <a:ln/>
        </p:spPr>
        <p:txBody>
          <a:bodyPr/>
          <a:lstStyle/>
          <a:p>
            <a:endParaRPr lang="en-NL"/>
          </a:p>
        </p:txBody>
      </p:sp>
      <p:sp>
        <p:nvSpPr>
          <p:cNvPr id="65" name="Shape 63"/>
          <p:cNvSpPr/>
          <p:nvPr/>
        </p:nvSpPr>
        <p:spPr>
          <a:xfrm>
            <a:off x="11258822" y="921466"/>
            <a:ext cx="51270" cy="51270"/>
          </a:xfrm>
          <a:prstGeom prst="ellipse">
            <a:avLst/>
          </a:prstGeom>
          <a:solidFill>
            <a:srgbClr val="000000"/>
          </a:solidFill>
          <a:ln/>
        </p:spPr>
        <p:txBody>
          <a:bodyPr/>
          <a:lstStyle/>
          <a:p>
            <a:endParaRPr lang="en-NL"/>
          </a:p>
        </p:txBody>
      </p:sp>
      <p:sp>
        <p:nvSpPr>
          <p:cNvPr id="66" name="Shape 64"/>
          <p:cNvSpPr/>
          <p:nvPr/>
        </p:nvSpPr>
        <p:spPr>
          <a:xfrm>
            <a:off x="11335350" y="921504"/>
            <a:ext cx="51270" cy="51270"/>
          </a:xfrm>
          <a:prstGeom prst="ellipse">
            <a:avLst/>
          </a:prstGeom>
          <a:solidFill>
            <a:srgbClr val="000000"/>
          </a:solidFill>
          <a:ln/>
        </p:spPr>
        <p:txBody>
          <a:bodyPr/>
          <a:lstStyle/>
          <a:p>
            <a:endParaRPr lang="en-NL"/>
          </a:p>
        </p:txBody>
      </p:sp>
      <p:sp>
        <p:nvSpPr>
          <p:cNvPr id="67" name="Shape 65"/>
          <p:cNvSpPr/>
          <p:nvPr/>
        </p:nvSpPr>
        <p:spPr>
          <a:xfrm>
            <a:off x="11127388" y="931368"/>
            <a:ext cx="35294" cy="35294"/>
          </a:xfrm>
          <a:prstGeom prst="ellipse">
            <a:avLst/>
          </a:prstGeom>
          <a:solidFill>
            <a:srgbClr val="000000"/>
          </a:solidFill>
          <a:ln/>
        </p:spPr>
        <p:txBody>
          <a:bodyPr/>
          <a:lstStyle/>
          <a:p>
            <a:endParaRPr lang="en-NL"/>
          </a:p>
        </p:txBody>
      </p:sp>
      <p:sp>
        <p:nvSpPr>
          <p:cNvPr id="68" name="Shape 66"/>
          <p:cNvSpPr/>
          <p:nvPr/>
        </p:nvSpPr>
        <p:spPr>
          <a:xfrm>
            <a:off x="11481979" y="931035"/>
            <a:ext cx="35960" cy="35960"/>
          </a:xfrm>
          <a:prstGeom prst="ellipse">
            <a:avLst/>
          </a:prstGeom>
          <a:solidFill>
            <a:srgbClr val="000000"/>
          </a:solidFill>
          <a:ln/>
        </p:spPr>
        <p:txBody>
          <a:bodyPr/>
          <a:lstStyle/>
          <a:p>
            <a:endParaRPr lang="en-NL"/>
          </a:p>
        </p:txBody>
      </p:sp>
      <p:sp>
        <p:nvSpPr>
          <p:cNvPr id="69" name="Shape 67"/>
          <p:cNvSpPr/>
          <p:nvPr/>
        </p:nvSpPr>
        <p:spPr>
          <a:xfrm>
            <a:off x="11211987" y="974695"/>
            <a:ext cx="34961" cy="34961"/>
          </a:xfrm>
          <a:prstGeom prst="ellipse">
            <a:avLst/>
          </a:prstGeom>
          <a:solidFill>
            <a:srgbClr val="000000"/>
          </a:solidFill>
          <a:ln/>
        </p:spPr>
        <p:txBody>
          <a:bodyPr/>
          <a:lstStyle/>
          <a:p>
            <a:endParaRPr lang="en-NL"/>
          </a:p>
        </p:txBody>
      </p:sp>
      <p:sp>
        <p:nvSpPr>
          <p:cNvPr id="70" name="Shape 68"/>
          <p:cNvSpPr/>
          <p:nvPr/>
        </p:nvSpPr>
        <p:spPr>
          <a:xfrm>
            <a:off x="11398461" y="974695"/>
            <a:ext cx="34961" cy="34961"/>
          </a:xfrm>
          <a:prstGeom prst="ellipse">
            <a:avLst/>
          </a:prstGeom>
          <a:solidFill>
            <a:srgbClr val="000000"/>
          </a:solidFill>
          <a:ln/>
        </p:spPr>
        <p:txBody>
          <a:bodyPr/>
          <a:lstStyle/>
          <a:p>
            <a:endParaRPr lang="en-NL"/>
          </a:p>
        </p:txBody>
      </p:sp>
      <p:sp>
        <p:nvSpPr>
          <p:cNvPr id="71" name="Shape 69"/>
          <p:cNvSpPr/>
          <p:nvPr/>
        </p:nvSpPr>
        <p:spPr>
          <a:xfrm>
            <a:off x="11304837" y="988501"/>
            <a:ext cx="35627" cy="35627"/>
          </a:xfrm>
          <a:prstGeom prst="ellipse">
            <a:avLst/>
          </a:prstGeom>
          <a:solidFill>
            <a:srgbClr val="000000"/>
          </a:solidFill>
          <a:ln/>
        </p:spPr>
        <p:txBody>
          <a:bodyPr/>
          <a:lstStyle/>
          <a:p>
            <a:endParaRPr lang="en-NL"/>
          </a:p>
        </p:txBody>
      </p:sp>
      <p:sp>
        <p:nvSpPr>
          <p:cNvPr id="72" name="Text 70"/>
          <p:cNvSpPr/>
          <p:nvPr/>
        </p:nvSpPr>
        <p:spPr>
          <a:xfrm>
            <a:off x="548640" y="411480"/>
            <a:ext cx="10088575" cy="777240"/>
          </a:xfrm>
          <a:prstGeom prst="rect">
            <a:avLst/>
          </a:prstGeom>
          <a:noFill/>
          <a:ln/>
        </p:spPr>
        <p:txBody>
          <a:bodyPr wrap="square" lIns="0" tIns="0" rIns="0" bIns="0" rtlCol="0" anchor="ctr"/>
          <a:lstStyle/>
          <a:p>
            <a:pPr marL="0" indent="0" algn="l">
              <a:lnSpc>
                <a:spcPct val="105000"/>
              </a:lnSpc>
              <a:buNone/>
            </a:pPr>
            <a:r>
              <a:rPr lang="en-US" sz="3400" dirty="0">
                <a:solidFill>
                  <a:srgbClr val="3D68EC"/>
                </a:solidFill>
                <a:latin typeface="General Sans Semibold" pitchFamily="34" charset="0"/>
                <a:ea typeface="General Sans Semibold" pitchFamily="34" charset="-122"/>
                <a:cs typeface="General Sans Semibold" pitchFamily="34" charset="-120"/>
              </a:rPr>
              <a:t>Werk in tweetallen, wissel per ronde</a:t>
            </a:r>
            <a:endParaRPr lang="en-US" sz="3400" dirty="0"/>
          </a:p>
        </p:txBody>
      </p:sp>
      <p:sp>
        <p:nvSpPr>
          <p:cNvPr id="73" name="Text 71"/>
          <p:cNvSpPr/>
          <p:nvPr/>
        </p:nvSpPr>
        <p:spPr>
          <a:xfrm>
            <a:off x="548640" y="1463040"/>
            <a:ext cx="6309360" cy="705104"/>
          </a:xfrm>
          <a:prstGeom prst="rect">
            <a:avLst/>
          </a:prstGeom>
          <a:noFill/>
          <a:ln/>
        </p:spPr>
        <p:txBody>
          <a:bodyPr wrap="square" lIns="0" tIns="0" rIns="0" bIns="0" rtlCol="0" anchor="t"/>
          <a:lstStyle/>
          <a:p>
            <a:pPr marL="0" indent="0" algn="l">
              <a:lnSpc>
                <a:spcPct val="105000"/>
              </a:lnSpc>
              <a:buNone/>
            </a:pPr>
            <a:endParaRPr lang="en-US" sz="2200" dirty="0"/>
          </a:p>
        </p:txBody>
      </p:sp>
      <p:sp>
        <p:nvSpPr>
          <p:cNvPr id="74" name="Shape 72"/>
          <p:cNvSpPr/>
          <p:nvPr/>
        </p:nvSpPr>
        <p:spPr>
          <a:xfrm>
            <a:off x="548640" y="2643632"/>
            <a:ext cx="201168" cy="201168"/>
          </a:xfrm>
          <a:prstGeom prst="ellipse">
            <a:avLst/>
          </a:prstGeom>
          <a:solidFill>
            <a:srgbClr val="3D68EC"/>
          </a:solidFill>
          <a:ln/>
        </p:spPr>
        <p:txBody>
          <a:bodyPr/>
          <a:lstStyle/>
          <a:p>
            <a:endParaRPr lang="en-NL"/>
          </a:p>
        </p:txBody>
      </p:sp>
      <p:sp>
        <p:nvSpPr>
          <p:cNvPr id="75" name="Text 73"/>
          <p:cNvSpPr/>
          <p:nvPr/>
        </p:nvSpPr>
        <p:spPr>
          <a:xfrm>
            <a:off x="960120" y="2533904"/>
            <a:ext cx="5897880" cy="765556"/>
          </a:xfrm>
          <a:prstGeom prst="rect">
            <a:avLst/>
          </a:prstGeom>
          <a:noFill/>
          <a:ln/>
        </p:spPr>
        <p:txBody>
          <a:bodyPr wrap="square" lIns="0" tIns="0" rIns="0" bIns="0" rtlCol="0" anchor="t"/>
          <a:lstStyle/>
          <a:p>
            <a:pPr marL="0" indent="0" algn="l">
              <a:lnSpc>
                <a:spcPct val="105000"/>
              </a:lnSpc>
              <a:buNone/>
            </a:pPr>
            <a:r>
              <a:rPr lang="en-US" sz="1900" dirty="0">
                <a:solidFill>
                  <a:srgbClr val="3D68EC"/>
                </a:solidFill>
                <a:latin typeface="General Sans Semibold" pitchFamily="34" charset="0"/>
                <a:ea typeface="General Sans Semibold" pitchFamily="34" charset="-122"/>
                <a:cs typeface="General Sans Semibold" pitchFamily="34" charset="-120"/>
              </a:rPr>
              <a:t>Prompter:</a:t>
            </a:r>
            <a:r>
              <a:rPr lang="en-US" sz="1900" dirty="0">
                <a:solidFill>
                  <a:srgbClr val="000000"/>
                </a:solidFill>
                <a:latin typeface="General Sans" pitchFamily="34" charset="0"/>
                <a:ea typeface="General Sans" pitchFamily="34" charset="-122"/>
                <a:cs typeface="General Sans" pitchFamily="34" charset="-120"/>
              </a:rPr>
              <a:t> typt de opdrachten aan de agent</a:t>
            </a:r>
            <a:endParaRPr lang="en-US" sz="1900" dirty="0"/>
          </a:p>
        </p:txBody>
      </p:sp>
      <p:sp>
        <p:nvSpPr>
          <p:cNvPr id="76" name="Shape 74"/>
          <p:cNvSpPr/>
          <p:nvPr/>
        </p:nvSpPr>
        <p:spPr>
          <a:xfrm>
            <a:off x="548640" y="3518916"/>
            <a:ext cx="201168" cy="201168"/>
          </a:xfrm>
          <a:prstGeom prst="ellipse">
            <a:avLst/>
          </a:prstGeom>
          <a:solidFill>
            <a:srgbClr val="DD784B"/>
          </a:solidFill>
          <a:ln/>
        </p:spPr>
        <p:txBody>
          <a:bodyPr/>
          <a:lstStyle/>
          <a:p>
            <a:endParaRPr lang="en-NL"/>
          </a:p>
        </p:txBody>
      </p:sp>
      <p:sp>
        <p:nvSpPr>
          <p:cNvPr id="77" name="Text 75"/>
          <p:cNvSpPr/>
          <p:nvPr/>
        </p:nvSpPr>
        <p:spPr>
          <a:xfrm>
            <a:off x="960120" y="3409188"/>
            <a:ext cx="5897880" cy="765556"/>
          </a:xfrm>
          <a:prstGeom prst="rect">
            <a:avLst/>
          </a:prstGeom>
          <a:noFill/>
          <a:ln/>
        </p:spPr>
        <p:txBody>
          <a:bodyPr wrap="square" lIns="0" tIns="0" rIns="0" bIns="0" rtlCol="0" anchor="t"/>
          <a:lstStyle/>
          <a:p>
            <a:pPr marL="0" indent="0" algn="l">
              <a:lnSpc>
                <a:spcPct val="105000"/>
              </a:lnSpc>
              <a:buNone/>
            </a:pPr>
            <a:r>
              <a:rPr lang="en-US" sz="1700" dirty="0">
                <a:solidFill>
                  <a:srgbClr val="3D68EC"/>
                </a:solidFill>
                <a:latin typeface="General Sans Semibold" pitchFamily="34" charset="0"/>
                <a:ea typeface="General Sans Semibold" pitchFamily="34" charset="-122"/>
                <a:cs typeface="General Sans Semibold" pitchFamily="34" charset="-120"/>
              </a:rPr>
              <a:t>Checker:</a:t>
            </a:r>
            <a:r>
              <a:rPr lang="en-US" sz="1700" dirty="0">
                <a:solidFill>
                  <a:srgbClr val="000000"/>
                </a:solidFill>
                <a:latin typeface="General Sans" pitchFamily="34" charset="0"/>
                <a:ea typeface="General Sans" pitchFamily="34" charset="-122"/>
                <a:cs typeface="General Sans" pitchFamily="34" charset="-120"/>
              </a:rPr>
              <a:t> de menselijke controle. Leest wat de agent teruggeeft en vraagt: klopt dit, en kunnen we dit zo laten zien?</a:t>
            </a:r>
            <a:endParaRPr lang="en-US" sz="1700" dirty="0"/>
          </a:p>
        </p:txBody>
      </p:sp>
      <p:sp>
        <p:nvSpPr>
          <p:cNvPr id="78" name="Shape 76"/>
          <p:cNvSpPr/>
          <p:nvPr/>
        </p:nvSpPr>
        <p:spPr>
          <a:xfrm>
            <a:off x="548640" y="4394200"/>
            <a:ext cx="201168" cy="201168"/>
          </a:xfrm>
          <a:prstGeom prst="ellipse">
            <a:avLst/>
          </a:prstGeom>
          <a:solidFill>
            <a:srgbClr val="00AF81"/>
          </a:solidFill>
          <a:ln/>
        </p:spPr>
        <p:txBody>
          <a:bodyPr/>
          <a:lstStyle/>
          <a:p>
            <a:endParaRPr lang="en-NL"/>
          </a:p>
        </p:txBody>
      </p:sp>
      <p:sp>
        <p:nvSpPr>
          <p:cNvPr id="79" name="Text 77"/>
          <p:cNvSpPr/>
          <p:nvPr/>
        </p:nvSpPr>
        <p:spPr>
          <a:xfrm>
            <a:off x="960120" y="4284472"/>
            <a:ext cx="5897880" cy="765556"/>
          </a:xfrm>
          <a:prstGeom prst="rect">
            <a:avLst/>
          </a:prstGeom>
          <a:noFill/>
          <a:ln/>
        </p:spPr>
        <p:txBody>
          <a:bodyPr wrap="square" lIns="0" tIns="0" rIns="0" bIns="0" rtlCol="0" anchor="t"/>
          <a:lstStyle/>
          <a:p>
            <a:pPr marL="0" indent="0" algn="l">
              <a:lnSpc>
                <a:spcPct val="105000"/>
              </a:lnSpc>
              <a:buNone/>
            </a:pPr>
            <a:r>
              <a:rPr lang="en-US" sz="1900" dirty="0">
                <a:solidFill>
                  <a:srgbClr val="3D68EC"/>
                </a:solidFill>
                <a:latin typeface="General Sans Semibold" pitchFamily="34" charset="0"/>
                <a:ea typeface="General Sans Semibold" pitchFamily="34" charset="-122"/>
                <a:cs typeface="General Sans Semibold" pitchFamily="34" charset="-120"/>
              </a:rPr>
              <a:t>Wissel</a:t>
            </a:r>
            <a:r>
              <a:rPr lang="en-US" sz="1900" dirty="0">
                <a:solidFill>
                  <a:srgbClr val="000000"/>
                </a:solidFill>
                <a:latin typeface="General Sans" pitchFamily="34" charset="0"/>
                <a:ea typeface="General Sans" pitchFamily="34" charset="-122"/>
                <a:cs typeface="General Sans" pitchFamily="34" charset="-120"/>
              </a:rPr>
              <a:t> na ronde 1, zodat beiden beide rollen doen</a:t>
            </a:r>
            <a:endParaRPr lang="en-US" sz="1900" dirty="0"/>
          </a:p>
        </p:txBody>
      </p:sp>
      <p:sp>
        <p:nvSpPr>
          <p:cNvPr id="80" name="Shape 78"/>
          <p:cNvSpPr/>
          <p:nvPr/>
        </p:nvSpPr>
        <p:spPr>
          <a:xfrm>
            <a:off x="548640" y="5269484"/>
            <a:ext cx="201168" cy="201168"/>
          </a:xfrm>
          <a:prstGeom prst="ellipse">
            <a:avLst/>
          </a:prstGeom>
          <a:solidFill>
            <a:srgbClr val="F4D74B"/>
          </a:solidFill>
          <a:ln/>
        </p:spPr>
        <p:txBody>
          <a:bodyPr/>
          <a:lstStyle/>
          <a:p>
            <a:endParaRPr lang="en-NL"/>
          </a:p>
        </p:txBody>
      </p:sp>
      <p:sp>
        <p:nvSpPr>
          <p:cNvPr id="81" name="Text 79"/>
          <p:cNvSpPr/>
          <p:nvPr/>
        </p:nvSpPr>
        <p:spPr>
          <a:xfrm>
            <a:off x="960120" y="5159756"/>
            <a:ext cx="5897880" cy="765556"/>
          </a:xfrm>
          <a:prstGeom prst="rect">
            <a:avLst/>
          </a:prstGeom>
          <a:noFill/>
          <a:ln/>
        </p:spPr>
        <p:txBody>
          <a:bodyPr wrap="square" lIns="0" tIns="0" rIns="0" bIns="0" rtlCol="0" anchor="t"/>
          <a:lstStyle/>
          <a:p>
            <a:pPr marL="0" indent="0" algn="l">
              <a:lnSpc>
                <a:spcPct val="105000"/>
              </a:lnSpc>
              <a:buNone/>
            </a:pPr>
            <a:r>
              <a:rPr lang="en-US" sz="1900" dirty="0">
                <a:solidFill>
                  <a:srgbClr val="3D68EC"/>
                </a:solidFill>
                <a:latin typeface="General Sans Semibold" pitchFamily="34" charset="0"/>
                <a:ea typeface="General Sans Semibold" pitchFamily="34" charset="-122"/>
                <a:cs typeface="General Sans Semibold" pitchFamily="34" charset="-120"/>
              </a:rPr>
              <a:t>Loop je vast?</a:t>
            </a:r>
            <a:r>
              <a:rPr lang="en-US" sz="1900" dirty="0">
                <a:solidFill>
                  <a:srgbClr val="000000"/>
                </a:solidFill>
                <a:latin typeface="General Sans" pitchFamily="34" charset="0"/>
                <a:ea typeface="General Sans" pitchFamily="34" charset="-122"/>
                <a:cs typeface="General Sans" pitchFamily="34" charset="-120"/>
              </a:rPr>
              <a:t> Vraag de agent: leg uit wat je net deed</a:t>
            </a:r>
            <a:endParaRPr lang="en-US" sz="1900" dirty="0"/>
          </a:p>
        </p:txBody>
      </p:sp>
      <p:pic>
        <p:nvPicPr>
          <p:cNvPr id="82" name="Image 0" descr="exports\261027_workshop_rad_hulp\img\gesprek.png"/>
          <p:cNvPicPr>
            <a:picLocks noChangeAspect="1"/>
          </p:cNvPicPr>
          <p:nvPr/>
        </p:nvPicPr>
        <p:blipFill>
          <a:blip r:embed="rId3"/>
          <a:stretch>
            <a:fillRect/>
          </a:stretch>
        </p:blipFill>
        <p:spPr>
          <a:xfrm>
            <a:off x="7498080" y="1417320"/>
            <a:ext cx="4206240" cy="420624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CCEEE6"/>
        </a:solidFill>
        <a:effectLst/>
      </p:bgPr>
    </p:bg>
    <p:spTree>
      <p:nvGrpSpPr>
        <p:cNvPr id="1" name=""/>
        <p:cNvGrpSpPr/>
        <p:nvPr/>
      </p:nvGrpSpPr>
      <p:grpSpPr>
        <a:xfrm>
          <a:off x="0" y="0"/>
          <a:ext cx="0" cy="0"/>
          <a:chOff x="0" y="0"/>
          <a:chExt cx="0" cy="0"/>
        </a:xfrm>
      </p:grpSpPr>
      <p:sp>
        <p:nvSpPr>
          <p:cNvPr id="2" name="Shape 0"/>
          <p:cNvSpPr/>
          <p:nvPr/>
        </p:nvSpPr>
        <p:spPr>
          <a:xfrm>
            <a:off x="11304952" y="384048"/>
            <a:ext cx="35960" cy="35960"/>
          </a:xfrm>
          <a:prstGeom prst="ellipse">
            <a:avLst/>
          </a:prstGeom>
          <a:solidFill>
            <a:srgbClr val="000000"/>
          </a:solidFill>
          <a:ln/>
        </p:spPr>
        <p:txBody>
          <a:bodyPr/>
          <a:lstStyle/>
          <a:p>
            <a:endParaRPr/>
          </a:p>
        </p:txBody>
      </p:sp>
      <p:sp>
        <p:nvSpPr>
          <p:cNvPr id="3" name="Shape 1"/>
          <p:cNvSpPr/>
          <p:nvPr/>
        </p:nvSpPr>
        <p:spPr>
          <a:xfrm>
            <a:off x="11212173" y="399224"/>
            <a:ext cx="34616" cy="34616"/>
          </a:xfrm>
          <a:prstGeom prst="ellipse">
            <a:avLst/>
          </a:prstGeom>
          <a:solidFill>
            <a:srgbClr val="000000"/>
          </a:solidFill>
          <a:ln/>
        </p:spPr>
        <p:txBody>
          <a:bodyPr/>
          <a:lstStyle/>
          <a:p>
            <a:endParaRPr/>
          </a:p>
        </p:txBody>
      </p:sp>
      <p:sp>
        <p:nvSpPr>
          <p:cNvPr id="4" name="Shape 2"/>
          <p:cNvSpPr/>
          <p:nvPr/>
        </p:nvSpPr>
        <p:spPr>
          <a:xfrm>
            <a:off x="11398641" y="399224"/>
            <a:ext cx="34616" cy="34616"/>
          </a:xfrm>
          <a:prstGeom prst="ellipse">
            <a:avLst/>
          </a:prstGeom>
          <a:solidFill>
            <a:srgbClr val="000000"/>
          </a:solidFill>
          <a:ln/>
        </p:spPr>
        <p:txBody>
          <a:bodyPr/>
          <a:lstStyle/>
          <a:p>
            <a:endParaRPr/>
          </a:p>
        </p:txBody>
      </p:sp>
      <p:sp>
        <p:nvSpPr>
          <p:cNvPr id="5" name="Shape 3"/>
          <p:cNvSpPr/>
          <p:nvPr/>
        </p:nvSpPr>
        <p:spPr>
          <a:xfrm>
            <a:off x="11258374" y="435357"/>
            <a:ext cx="51936" cy="51936"/>
          </a:xfrm>
          <a:prstGeom prst="ellipse">
            <a:avLst/>
          </a:prstGeom>
          <a:solidFill>
            <a:srgbClr val="000000"/>
          </a:solidFill>
          <a:ln/>
        </p:spPr>
        <p:txBody>
          <a:bodyPr/>
          <a:lstStyle/>
          <a:p>
            <a:endParaRPr/>
          </a:p>
        </p:txBody>
      </p:sp>
      <p:sp>
        <p:nvSpPr>
          <p:cNvPr id="6" name="Shape 4"/>
          <p:cNvSpPr/>
          <p:nvPr/>
        </p:nvSpPr>
        <p:spPr>
          <a:xfrm>
            <a:off x="11335407" y="435306"/>
            <a:ext cx="51718" cy="51718"/>
          </a:xfrm>
          <a:prstGeom prst="ellipse">
            <a:avLst/>
          </a:prstGeom>
          <a:solidFill>
            <a:srgbClr val="000000"/>
          </a:solidFill>
          <a:ln/>
        </p:spPr>
        <p:txBody>
          <a:bodyPr/>
          <a:lstStyle/>
          <a:p>
            <a:endParaRPr/>
          </a:p>
        </p:txBody>
      </p:sp>
      <p:sp>
        <p:nvSpPr>
          <p:cNvPr id="7" name="Shape 5"/>
          <p:cNvSpPr/>
          <p:nvPr/>
        </p:nvSpPr>
        <p:spPr>
          <a:xfrm>
            <a:off x="11127388" y="442398"/>
            <a:ext cx="35294" cy="35294"/>
          </a:xfrm>
          <a:prstGeom prst="ellipse">
            <a:avLst/>
          </a:prstGeom>
          <a:solidFill>
            <a:srgbClr val="000000"/>
          </a:solidFill>
          <a:ln/>
        </p:spPr>
        <p:txBody>
          <a:bodyPr/>
          <a:lstStyle/>
          <a:p>
            <a:endParaRPr/>
          </a:p>
        </p:txBody>
      </p:sp>
      <p:sp>
        <p:nvSpPr>
          <p:cNvPr id="8" name="Shape 6"/>
          <p:cNvSpPr/>
          <p:nvPr/>
        </p:nvSpPr>
        <p:spPr>
          <a:xfrm>
            <a:off x="11482145" y="441649"/>
            <a:ext cx="35960" cy="35960"/>
          </a:xfrm>
          <a:prstGeom prst="ellipse">
            <a:avLst/>
          </a:prstGeom>
          <a:solidFill>
            <a:srgbClr val="000000"/>
          </a:solidFill>
          <a:ln/>
        </p:spPr>
        <p:txBody>
          <a:bodyPr/>
          <a:lstStyle/>
          <a:p>
            <a:endParaRPr/>
          </a:p>
        </p:txBody>
      </p:sp>
      <p:sp>
        <p:nvSpPr>
          <p:cNvPr id="9" name="Shape 7"/>
          <p:cNvSpPr/>
          <p:nvPr/>
        </p:nvSpPr>
        <p:spPr>
          <a:xfrm>
            <a:off x="11185603" y="459328"/>
            <a:ext cx="52167" cy="52167"/>
          </a:xfrm>
          <a:prstGeom prst="ellipse">
            <a:avLst/>
          </a:prstGeom>
          <a:solidFill>
            <a:srgbClr val="000000"/>
          </a:solidFill>
          <a:ln/>
        </p:spPr>
        <p:txBody>
          <a:bodyPr/>
          <a:lstStyle/>
          <a:p>
            <a:endParaRPr/>
          </a:p>
        </p:txBody>
      </p:sp>
      <p:sp>
        <p:nvSpPr>
          <p:cNvPr id="10" name="Shape 8"/>
          <p:cNvSpPr/>
          <p:nvPr/>
        </p:nvSpPr>
        <p:spPr>
          <a:xfrm>
            <a:off x="11408043" y="458713"/>
            <a:ext cx="52384" cy="52384"/>
          </a:xfrm>
          <a:prstGeom prst="ellipse">
            <a:avLst/>
          </a:prstGeom>
          <a:solidFill>
            <a:srgbClr val="000000"/>
          </a:solidFill>
          <a:ln/>
        </p:spPr>
        <p:txBody>
          <a:bodyPr/>
          <a:lstStyle/>
          <a:p>
            <a:endParaRPr/>
          </a:p>
        </p:txBody>
      </p:sp>
      <p:sp>
        <p:nvSpPr>
          <p:cNvPr id="11" name="Shape 9"/>
          <p:cNvSpPr/>
          <p:nvPr/>
        </p:nvSpPr>
        <p:spPr>
          <a:xfrm>
            <a:off x="11241891" y="499749"/>
            <a:ext cx="36613" cy="36613"/>
          </a:xfrm>
          <a:prstGeom prst="ellipse">
            <a:avLst/>
          </a:prstGeom>
          <a:solidFill>
            <a:srgbClr val="000000"/>
          </a:solidFill>
          <a:ln/>
        </p:spPr>
        <p:txBody>
          <a:bodyPr/>
          <a:lstStyle/>
          <a:p>
            <a:endParaRPr/>
          </a:p>
        </p:txBody>
      </p:sp>
      <p:sp>
        <p:nvSpPr>
          <p:cNvPr id="12" name="Shape 10"/>
          <p:cNvSpPr/>
          <p:nvPr/>
        </p:nvSpPr>
        <p:spPr>
          <a:xfrm>
            <a:off x="11294557" y="500146"/>
            <a:ext cx="57223" cy="57223"/>
          </a:xfrm>
          <a:prstGeom prst="ellipse">
            <a:avLst/>
          </a:prstGeom>
          <a:solidFill>
            <a:srgbClr val="000000"/>
          </a:solidFill>
          <a:ln/>
        </p:spPr>
        <p:txBody>
          <a:bodyPr/>
          <a:lstStyle/>
          <a:p>
            <a:endParaRPr/>
          </a:p>
        </p:txBody>
      </p:sp>
      <p:sp>
        <p:nvSpPr>
          <p:cNvPr id="13" name="Shape 11"/>
          <p:cNvSpPr/>
          <p:nvPr/>
        </p:nvSpPr>
        <p:spPr>
          <a:xfrm>
            <a:off x="11364102" y="498770"/>
            <a:ext cx="35294" cy="35294"/>
          </a:xfrm>
          <a:prstGeom prst="ellipse">
            <a:avLst/>
          </a:prstGeom>
          <a:solidFill>
            <a:srgbClr val="000000"/>
          </a:solidFill>
          <a:ln/>
        </p:spPr>
        <p:txBody>
          <a:bodyPr/>
          <a:lstStyle/>
          <a:p>
            <a:endParaRPr/>
          </a:p>
        </p:txBody>
      </p:sp>
      <p:sp>
        <p:nvSpPr>
          <p:cNvPr id="14" name="Shape 12"/>
          <p:cNvSpPr/>
          <p:nvPr/>
        </p:nvSpPr>
        <p:spPr>
          <a:xfrm>
            <a:off x="11123515" y="504524"/>
            <a:ext cx="51936" cy="51936"/>
          </a:xfrm>
          <a:prstGeom prst="ellipse">
            <a:avLst/>
          </a:prstGeom>
          <a:solidFill>
            <a:srgbClr val="000000"/>
          </a:solidFill>
          <a:ln/>
        </p:spPr>
        <p:txBody>
          <a:bodyPr/>
          <a:lstStyle/>
          <a:p>
            <a:endParaRPr/>
          </a:p>
        </p:txBody>
      </p:sp>
      <p:sp>
        <p:nvSpPr>
          <p:cNvPr id="15" name="Shape 13"/>
          <p:cNvSpPr/>
          <p:nvPr/>
        </p:nvSpPr>
        <p:spPr>
          <a:xfrm>
            <a:off x="11470202" y="504300"/>
            <a:ext cx="52384" cy="52384"/>
          </a:xfrm>
          <a:prstGeom prst="ellipse">
            <a:avLst/>
          </a:prstGeom>
          <a:solidFill>
            <a:srgbClr val="000000"/>
          </a:solidFill>
          <a:ln/>
        </p:spPr>
        <p:txBody>
          <a:bodyPr/>
          <a:lstStyle/>
          <a:p>
            <a:endParaRPr/>
          </a:p>
        </p:txBody>
      </p:sp>
      <p:sp>
        <p:nvSpPr>
          <p:cNvPr id="16" name="Shape 14"/>
          <p:cNvSpPr/>
          <p:nvPr/>
        </p:nvSpPr>
        <p:spPr>
          <a:xfrm>
            <a:off x="11060774" y="508825"/>
            <a:ext cx="35627" cy="35627"/>
          </a:xfrm>
          <a:prstGeom prst="ellipse">
            <a:avLst/>
          </a:prstGeom>
          <a:solidFill>
            <a:srgbClr val="000000"/>
          </a:solidFill>
          <a:ln/>
        </p:spPr>
        <p:txBody>
          <a:bodyPr/>
          <a:lstStyle/>
          <a:p>
            <a:endParaRPr/>
          </a:p>
        </p:txBody>
      </p:sp>
      <p:sp>
        <p:nvSpPr>
          <p:cNvPr id="17" name="Shape 15"/>
          <p:cNvSpPr/>
          <p:nvPr/>
        </p:nvSpPr>
        <p:spPr>
          <a:xfrm>
            <a:off x="11548535" y="508038"/>
            <a:ext cx="36613" cy="36613"/>
          </a:xfrm>
          <a:prstGeom prst="ellipse">
            <a:avLst/>
          </a:prstGeom>
          <a:solidFill>
            <a:srgbClr val="000000"/>
          </a:solidFill>
          <a:ln/>
        </p:spPr>
        <p:txBody>
          <a:bodyPr/>
          <a:lstStyle/>
          <a:p>
            <a:endParaRPr/>
          </a:p>
        </p:txBody>
      </p:sp>
      <p:sp>
        <p:nvSpPr>
          <p:cNvPr id="18" name="Shape 16"/>
          <p:cNvSpPr/>
          <p:nvPr/>
        </p:nvSpPr>
        <p:spPr>
          <a:xfrm>
            <a:off x="11191466" y="533379"/>
            <a:ext cx="57825" cy="57825"/>
          </a:xfrm>
          <a:prstGeom prst="ellipse">
            <a:avLst/>
          </a:prstGeom>
          <a:solidFill>
            <a:srgbClr val="000000"/>
          </a:solidFill>
          <a:ln/>
        </p:spPr>
        <p:txBody>
          <a:bodyPr/>
          <a:lstStyle/>
          <a:p>
            <a:endParaRPr/>
          </a:p>
        </p:txBody>
      </p:sp>
      <p:sp>
        <p:nvSpPr>
          <p:cNvPr id="19" name="Shape 17"/>
          <p:cNvSpPr/>
          <p:nvPr/>
        </p:nvSpPr>
        <p:spPr>
          <a:xfrm>
            <a:off x="11396535" y="533494"/>
            <a:ext cx="57428" cy="57428"/>
          </a:xfrm>
          <a:prstGeom prst="ellipse">
            <a:avLst/>
          </a:prstGeom>
          <a:solidFill>
            <a:srgbClr val="000000"/>
          </a:solidFill>
          <a:ln/>
        </p:spPr>
        <p:txBody>
          <a:bodyPr/>
          <a:lstStyle/>
          <a:p>
            <a:endParaRPr/>
          </a:p>
        </p:txBody>
      </p:sp>
      <p:sp>
        <p:nvSpPr>
          <p:cNvPr id="20" name="Shape 18"/>
          <p:cNvSpPr/>
          <p:nvPr/>
        </p:nvSpPr>
        <p:spPr>
          <a:xfrm>
            <a:off x="11079087" y="567226"/>
            <a:ext cx="51270" cy="51270"/>
          </a:xfrm>
          <a:prstGeom prst="ellipse">
            <a:avLst/>
          </a:prstGeom>
          <a:solidFill>
            <a:srgbClr val="000000"/>
          </a:solidFill>
          <a:ln/>
        </p:spPr>
        <p:txBody>
          <a:bodyPr/>
          <a:lstStyle/>
          <a:p>
            <a:endParaRPr/>
          </a:p>
        </p:txBody>
      </p:sp>
      <p:sp>
        <p:nvSpPr>
          <p:cNvPr id="21" name="Shape 19"/>
          <p:cNvSpPr/>
          <p:nvPr/>
        </p:nvSpPr>
        <p:spPr>
          <a:xfrm>
            <a:off x="11339728" y="567053"/>
            <a:ext cx="34616" cy="34616"/>
          </a:xfrm>
          <a:prstGeom prst="ellipse">
            <a:avLst/>
          </a:prstGeom>
          <a:solidFill>
            <a:srgbClr val="000000"/>
          </a:solidFill>
          <a:ln/>
        </p:spPr>
        <p:txBody>
          <a:bodyPr/>
          <a:lstStyle/>
          <a:p>
            <a:endParaRPr/>
          </a:p>
        </p:txBody>
      </p:sp>
      <p:sp>
        <p:nvSpPr>
          <p:cNvPr id="22" name="Shape 20"/>
          <p:cNvSpPr/>
          <p:nvPr/>
        </p:nvSpPr>
        <p:spPr>
          <a:xfrm>
            <a:off x="11515167" y="566234"/>
            <a:ext cx="52819" cy="52819"/>
          </a:xfrm>
          <a:prstGeom prst="ellipse">
            <a:avLst/>
          </a:prstGeom>
          <a:solidFill>
            <a:srgbClr val="000000"/>
          </a:solidFill>
          <a:ln/>
        </p:spPr>
        <p:txBody>
          <a:bodyPr/>
          <a:lstStyle/>
          <a:p>
            <a:endParaRPr/>
          </a:p>
        </p:txBody>
      </p:sp>
      <p:sp>
        <p:nvSpPr>
          <p:cNvPr id="23" name="Shape 21"/>
          <p:cNvSpPr/>
          <p:nvPr/>
        </p:nvSpPr>
        <p:spPr>
          <a:xfrm>
            <a:off x="11262860" y="569742"/>
            <a:ext cx="34961" cy="34961"/>
          </a:xfrm>
          <a:prstGeom prst="ellipse">
            <a:avLst/>
          </a:prstGeom>
          <a:solidFill>
            <a:srgbClr val="000000"/>
          </a:solidFill>
          <a:ln/>
        </p:spPr>
        <p:txBody>
          <a:bodyPr/>
          <a:lstStyle/>
          <a:p>
            <a:endParaRPr/>
          </a:p>
        </p:txBody>
      </p:sp>
      <p:sp>
        <p:nvSpPr>
          <p:cNvPr id="24" name="Shape 22"/>
          <p:cNvSpPr/>
          <p:nvPr/>
        </p:nvSpPr>
        <p:spPr>
          <a:xfrm>
            <a:off x="11462521" y="569818"/>
            <a:ext cx="35294" cy="35294"/>
          </a:xfrm>
          <a:prstGeom prst="ellipse">
            <a:avLst/>
          </a:prstGeom>
          <a:solidFill>
            <a:srgbClr val="000000"/>
          </a:solidFill>
          <a:ln/>
        </p:spPr>
        <p:txBody>
          <a:bodyPr/>
          <a:lstStyle/>
          <a:p>
            <a:endParaRPr/>
          </a:p>
        </p:txBody>
      </p:sp>
      <p:sp>
        <p:nvSpPr>
          <p:cNvPr id="25" name="Shape 23"/>
          <p:cNvSpPr/>
          <p:nvPr/>
        </p:nvSpPr>
        <p:spPr>
          <a:xfrm>
            <a:off x="11145681" y="573441"/>
            <a:ext cx="34270" cy="34270"/>
          </a:xfrm>
          <a:prstGeom prst="ellipse">
            <a:avLst/>
          </a:prstGeom>
          <a:solidFill>
            <a:srgbClr val="000000"/>
          </a:solidFill>
          <a:ln/>
        </p:spPr>
        <p:txBody>
          <a:bodyPr/>
          <a:lstStyle/>
          <a:p>
            <a:endParaRPr/>
          </a:p>
        </p:txBody>
      </p:sp>
      <p:sp>
        <p:nvSpPr>
          <p:cNvPr id="26" name="Shape 24"/>
          <p:cNvSpPr/>
          <p:nvPr/>
        </p:nvSpPr>
        <p:spPr>
          <a:xfrm>
            <a:off x="11592015" y="593213"/>
            <a:ext cx="35294" cy="35294"/>
          </a:xfrm>
          <a:prstGeom prst="ellipse">
            <a:avLst/>
          </a:prstGeom>
          <a:solidFill>
            <a:srgbClr val="000000"/>
          </a:solidFill>
          <a:ln/>
        </p:spPr>
        <p:txBody>
          <a:bodyPr/>
          <a:lstStyle/>
          <a:p>
            <a:endParaRPr/>
          </a:p>
        </p:txBody>
      </p:sp>
      <p:sp>
        <p:nvSpPr>
          <p:cNvPr id="27" name="Shape 25"/>
          <p:cNvSpPr/>
          <p:nvPr/>
        </p:nvSpPr>
        <p:spPr>
          <a:xfrm>
            <a:off x="11019124" y="593444"/>
            <a:ext cx="34616" cy="34616"/>
          </a:xfrm>
          <a:prstGeom prst="ellipse">
            <a:avLst/>
          </a:prstGeom>
          <a:solidFill>
            <a:srgbClr val="000000"/>
          </a:solidFill>
          <a:ln/>
        </p:spPr>
        <p:txBody>
          <a:bodyPr/>
          <a:lstStyle/>
          <a:p>
            <a:endParaRPr/>
          </a:p>
        </p:txBody>
      </p:sp>
      <p:sp>
        <p:nvSpPr>
          <p:cNvPr id="28" name="Shape 26"/>
          <p:cNvSpPr/>
          <p:nvPr/>
        </p:nvSpPr>
        <p:spPr>
          <a:xfrm>
            <a:off x="11403576" y="610214"/>
            <a:ext cx="34961" cy="34961"/>
          </a:xfrm>
          <a:prstGeom prst="ellipse">
            <a:avLst/>
          </a:prstGeom>
          <a:solidFill>
            <a:srgbClr val="000000"/>
          </a:solidFill>
          <a:ln/>
        </p:spPr>
        <p:txBody>
          <a:bodyPr/>
          <a:lstStyle/>
          <a:p>
            <a:endParaRPr/>
          </a:p>
        </p:txBody>
      </p:sp>
      <p:sp>
        <p:nvSpPr>
          <p:cNvPr id="29" name="Shape 27"/>
          <p:cNvSpPr/>
          <p:nvPr/>
        </p:nvSpPr>
        <p:spPr>
          <a:xfrm>
            <a:off x="11201662" y="616570"/>
            <a:ext cx="35627" cy="35627"/>
          </a:xfrm>
          <a:prstGeom prst="ellipse">
            <a:avLst/>
          </a:prstGeom>
          <a:solidFill>
            <a:srgbClr val="000000"/>
          </a:solidFill>
          <a:ln/>
        </p:spPr>
        <p:txBody>
          <a:bodyPr/>
          <a:lstStyle/>
          <a:p>
            <a:endParaRPr/>
          </a:p>
        </p:txBody>
      </p:sp>
      <p:sp>
        <p:nvSpPr>
          <p:cNvPr id="30" name="Shape 28"/>
          <p:cNvSpPr/>
          <p:nvPr/>
        </p:nvSpPr>
        <p:spPr>
          <a:xfrm>
            <a:off x="11127484" y="620705"/>
            <a:ext cx="58030" cy="58030"/>
          </a:xfrm>
          <a:prstGeom prst="ellipse">
            <a:avLst/>
          </a:prstGeom>
          <a:solidFill>
            <a:srgbClr val="000000"/>
          </a:solidFill>
          <a:ln/>
        </p:spPr>
        <p:txBody>
          <a:bodyPr/>
          <a:lstStyle/>
          <a:p>
            <a:endParaRPr/>
          </a:p>
        </p:txBody>
      </p:sp>
      <p:sp>
        <p:nvSpPr>
          <p:cNvPr id="31" name="Shape 29"/>
          <p:cNvSpPr/>
          <p:nvPr/>
        </p:nvSpPr>
        <p:spPr>
          <a:xfrm>
            <a:off x="11460767" y="620852"/>
            <a:ext cx="57428" cy="57428"/>
          </a:xfrm>
          <a:prstGeom prst="ellipse">
            <a:avLst/>
          </a:prstGeom>
          <a:solidFill>
            <a:srgbClr val="000000"/>
          </a:solidFill>
          <a:ln/>
        </p:spPr>
        <p:txBody>
          <a:bodyPr/>
          <a:lstStyle/>
          <a:p>
            <a:endParaRPr/>
          </a:p>
        </p:txBody>
      </p:sp>
      <p:sp>
        <p:nvSpPr>
          <p:cNvPr id="32" name="Shape 30"/>
          <p:cNvSpPr/>
          <p:nvPr/>
        </p:nvSpPr>
        <p:spPr>
          <a:xfrm>
            <a:off x="11055219" y="640144"/>
            <a:ext cx="51718" cy="51718"/>
          </a:xfrm>
          <a:prstGeom prst="ellipse">
            <a:avLst/>
          </a:prstGeom>
          <a:solidFill>
            <a:srgbClr val="000000"/>
          </a:solidFill>
          <a:ln/>
        </p:spPr>
        <p:txBody>
          <a:bodyPr/>
          <a:lstStyle/>
          <a:p>
            <a:endParaRPr/>
          </a:p>
        </p:txBody>
      </p:sp>
      <p:sp>
        <p:nvSpPr>
          <p:cNvPr id="33" name="Shape 31"/>
          <p:cNvSpPr/>
          <p:nvPr/>
        </p:nvSpPr>
        <p:spPr>
          <a:xfrm>
            <a:off x="11539330" y="640266"/>
            <a:ext cx="51270" cy="51270"/>
          </a:xfrm>
          <a:prstGeom prst="ellipse">
            <a:avLst/>
          </a:prstGeom>
          <a:solidFill>
            <a:srgbClr val="000000"/>
          </a:solidFill>
          <a:ln/>
        </p:spPr>
        <p:txBody>
          <a:bodyPr/>
          <a:lstStyle/>
          <a:p>
            <a:endParaRPr/>
          </a:p>
        </p:txBody>
      </p:sp>
      <p:sp>
        <p:nvSpPr>
          <p:cNvPr id="34" name="Shape 32"/>
          <p:cNvSpPr/>
          <p:nvPr/>
        </p:nvSpPr>
        <p:spPr>
          <a:xfrm>
            <a:off x="11429576" y="682274"/>
            <a:ext cx="35627" cy="35627"/>
          </a:xfrm>
          <a:prstGeom prst="ellipse">
            <a:avLst/>
          </a:prstGeom>
          <a:solidFill>
            <a:srgbClr val="000000"/>
          </a:solidFill>
          <a:ln/>
        </p:spPr>
        <p:txBody>
          <a:bodyPr/>
          <a:lstStyle/>
          <a:p>
            <a:endParaRPr/>
          </a:p>
        </p:txBody>
      </p:sp>
      <p:sp>
        <p:nvSpPr>
          <p:cNvPr id="35" name="Shape 33"/>
          <p:cNvSpPr/>
          <p:nvPr/>
        </p:nvSpPr>
        <p:spPr>
          <a:xfrm>
            <a:off x="11004076" y="687222"/>
            <a:ext cx="34616" cy="34616"/>
          </a:xfrm>
          <a:prstGeom prst="ellipse">
            <a:avLst/>
          </a:prstGeom>
          <a:solidFill>
            <a:srgbClr val="000000"/>
          </a:solidFill>
          <a:ln/>
        </p:spPr>
        <p:txBody>
          <a:bodyPr/>
          <a:lstStyle/>
          <a:p>
            <a:endParaRPr/>
          </a:p>
        </p:txBody>
      </p:sp>
      <p:sp>
        <p:nvSpPr>
          <p:cNvPr id="36" name="Shape 34"/>
          <p:cNvSpPr/>
          <p:nvPr/>
        </p:nvSpPr>
        <p:spPr>
          <a:xfrm>
            <a:off x="11502052" y="685321"/>
            <a:ext cx="34270" cy="34270"/>
          </a:xfrm>
          <a:prstGeom prst="ellipse">
            <a:avLst/>
          </a:prstGeom>
          <a:solidFill>
            <a:srgbClr val="000000"/>
          </a:solidFill>
          <a:ln/>
        </p:spPr>
        <p:txBody>
          <a:bodyPr/>
          <a:lstStyle/>
          <a:p>
            <a:endParaRPr/>
          </a:p>
        </p:txBody>
      </p:sp>
      <p:sp>
        <p:nvSpPr>
          <p:cNvPr id="37" name="Shape 35"/>
          <p:cNvSpPr/>
          <p:nvPr/>
        </p:nvSpPr>
        <p:spPr>
          <a:xfrm>
            <a:off x="11606321" y="686422"/>
            <a:ext cx="35627" cy="35627"/>
          </a:xfrm>
          <a:prstGeom prst="ellipse">
            <a:avLst/>
          </a:prstGeom>
          <a:solidFill>
            <a:srgbClr val="000000"/>
          </a:solidFill>
          <a:ln/>
        </p:spPr>
        <p:txBody>
          <a:bodyPr/>
          <a:lstStyle/>
          <a:p>
            <a:endParaRPr/>
          </a:p>
        </p:txBody>
      </p:sp>
      <p:sp>
        <p:nvSpPr>
          <p:cNvPr id="38" name="Shape 36"/>
          <p:cNvSpPr/>
          <p:nvPr/>
        </p:nvSpPr>
        <p:spPr>
          <a:xfrm>
            <a:off x="11108908" y="688957"/>
            <a:ext cx="35294" cy="35294"/>
          </a:xfrm>
          <a:prstGeom prst="ellipse">
            <a:avLst/>
          </a:prstGeom>
          <a:solidFill>
            <a:srgbClr val="000000"/>
          </a:solidFill>
          <a:ln/>
        </p:spPr>
        <p:txBody>
          <a:bodyPr/>
          <a:lstStyle/>
          <a:p>
            <a:endParaRPr/>
          </a:p>
        </p:txBody>
      </p:sp>
      <p:sp>
        <p:nvSpPr>
          <p:cNvPr id="39" name="Shape 37"/>
          <p:cNvSpPr/>
          <p:nvPr/>
        </p:nvSpPr>
        <p:spPr>
          <a:xfrm>
            <a:off x="11179733" y="690371"/>
            <a:ext cx="36613" cy="36613"/>
          </a:xfrm>
          <a:prstGeom prst="ellipse">
            <a:avLst/>
          </a:prstGeom>
          <a:solidFill>
            <a:srgbClr val="000000"/>
          </a:solidFill>
          <a:ln/>
        </p:spPr>
        <p:txBody>
          <a:bodyPr/>
          <a:lstStyle/>
          <a:p>
            <a:endParaRPr/>
          </a:p>
        </p:txBody>
      </p:sp>
      <p:sp>
        <p:nvSpPr>
          <p:cNvPr id="40" name="Shape 38"/>
          <p:cNvSpPr/>
          <p:nvPr/>
        </p:nvSpPr>
        <p:spPr>
          <a:xfrm>
            <a:off x="11054764" y="716576"/>
            <a:ext cx="51936" cy="51936"/>
          </a:xfrm>
          <a:prstGeom prst="ellipse">
            <a:avLst/>
          </a:prstGeom>
          <a:solidFill>
            <a:srgbClr val="000000"/>
          </a:solidFill>
          <a:ln/>
        </p:spPr>
        <p:txBody>
          <a:bodyPr/>
          <a:lstStyle/>
          <a:p>
            <a:endParaRPr/>
          </a:p>
        </p:txBody>
      </p:sp>
      <p:sp>
        <p:nvSpPr>
          <p:cNvPr id="41" name="Shape 39"/>
          <p:cNvSpPr/>
          <p:nvPr/>
        </p:nvSpPr>
        <p:spPr>
          <a:xfrm>
            <a:off x="11539023" y="716851"/>
            <a:ext cx="51488" cy="51488"/>
          </a:xfrm>
          <a:prstGeom prst="ellipse">
            <a:avLst/>
          </a:prstGeom>
          <a:solidFill>
            <a:srgbClr val="000000"/>
          </a:solidFill>
          <a:ln/>
        </p:spPr>
        <p:txBody>
          <a:bodyPr/>
          <a:lstStyle/>
          <a:p>
            <a:endParaRPr/>
          </a:p>
        </p:txBody>
      </p:sp>
      <p:sp>
        <p:nvSpPr>
          <p:cNvPr id="42" name="Shape 40"/>
          <p:cNvSpPr/>
          <p:nvPr/>
        </p:nvSpPr>
        <p:spPr>
          <a:xfrm>
            <a:off x="11127490" y="729288"/>
            <a:ext cx="58222" cy="58222"/>
          </a:xfrm>
          <a:prstGeom prst="ellipse">
            <a:avLst/>
          </a:prstGeom>
          <a:solidFill>
            <a:srgbClr val="000000"/>
          </a:solidFill>
          <a:ln/>
        </p:spPr>
        <p:txBody>
          <a:bodyPr/>
          <a:lstStyle/>
          <a:p>
            <a:endParaRPr/>
          </a:p>
        </p:txBody>
      </p:sp>
      <p:sp>
        <p:nvSpPr>
          <p:cNvPr id="43" name="Shape 41"/>
          <p:cNvSpPr/>
          <p:nvPr/>
        </p:nvSpPr>
        <p:spPr>
          <a:xfrm>
            <a:off x="11460671" y="729781"/>
            <a:ext cx="57633" cy="57633"/>
          </a:xfrm>
          <a:prstGeom prst="ellipse">
            <a:avLst/>
          </a:prstGeom>
          <a:solidFill>
            <a:srgbClr val="000000"/>
          </a:solidFill>
          <a:ln/>
        </p:spPr>
        <p:txBody>
          <a:bodyPr/>
          <a:lstStyle/>
          <a:p>
            <a:endParaRPr/>
          </a:p>
        </p:txBody>
      </p:sp>
      <p:sp>
        <p:nvSpPr>
          <p:cNvPr id="44" name="Shape 42"/>
          <p:cNvSpPr/>
          <p:nvPr/>
        </p:nvSpPr>
        <p:spPr>
          <a:xfrm>
            <a:off x="11407973" y="756415"/>
            <a:ext cx="35960" cy="35960"/>
          </a:xfrm>
          <a:prstGeom prst="ellipse">
            <a:avLst/>
          </a:prstGeom>
          <a:solidFill>
            <a:srgbClr val="000000"/>
          </a:solidFill>
          <a:ln/>
        </p:spPr>
        <p:txBody>
          <a:bodyPr/>
          <a:lstStyle/>
          <a:p>
            <a:endParaRPr/>
          </a:p>
        </p:txBody>
      </p:sp>
      <p:sp>
        <p:nvSpPr>
          <p:cNvPr id="45" name="Shape 43"/>
          <p:cNvSpPr/>
          <p:nvPr/>
        </p:nvSpPr>
        <p:spPr>
          <a:xfrm>
            <a:off x="11207308" y="763884"/>
            <a:ext cx="34616" cy="34616"/>
          </a:xfrm>
          <a:prstGeom prst="ellipse">
            <a:avLst/>
          </a:prstGeom>
          <a:solidFill>
            <a:srgbClr val="000000"/>
          </a:solidFill>
          <a:ln/>
        </p:spPr>
        <p:txBody>
          <a:bodyPr/>
          <a:lstStyle/>
          <a:p>
            <a:endParaRPr/>
          </a:p>
        </p:txBody>
      </p:sp>
      <p:sp>
        <p:nvSpPr>
          <p:cNvPr id="46" name="Shape 44"/>
          <p:cNvSpPr/>
          <p:nvPr/>
        </p:nvSpPr>
        <p:spPr>
          <a:xfrm>
            <a:off x="11018670" y="780462"/>
            <a:ext cx="34616" cy="34616"/>
          </a:xfrm>
          <a:prstGeom prst="ellipse">
            <a:avLst/>
          </a:prstGeom>
          <a:solidFill>
            <a:srgbClr val="000000"/>
          </a:solidFill>
          <a:ln/>
        </p:spPr>
        <p:txBody>
          <a:bodyPr/>
          <a:lstStyle/>
          <a:p>
            <a:endParaRPr/>
          </a:p>
        </p:txBody>
      </p:sp>
      <p:sp>
        <p:nvSpPr>
          <p:cNvPr id="47" name="Shape 45"/>
          <p:cNvSpPr/>
          <p:nvPr/>
        </p:nvSpPr>
        <p:spPr>
          <a:xfrm>
            <a:off x="11591670" y="780123"/>
            <a:ext cx="35294" cy="35294"/>
          </a:xfrm>
          <a:prstGeom prst="ellipse">
            <a:avLst/>
          </a:prstGeom>
          <a:solidFill>
            <a:srgbClr val="000000"/>
          </a:solidFill>
          <a:ln/>
        </p:spPr>
        <p:txBody>
          <a:bodyPr/>
          <a:lstStyle/>
          <a:p>
            <a:endParaRPr/>
          </a:p>
        </p:txBody>
      </p:sp>
      <p:sp>
        <p:nvSpPr>
          <p:cNvPr id="48" name="Shape 46"/>
          <p:cNvSpPr/>
          <p:nvPr/>
        </p:nvSpPr>
        <p:spPr>
          <a:xfrm>
            <a:off x="11079010" y="790179"/>
            <a:ext cx="51270" cy="51270"/>
          </a:xfrm>
          <a:prstGeom prst="ellipse">
            <a:avLst/>
          </a:prstGeom>
          <a:solidFill>
            <a:srgbClr val="000000"/>
          </a:solidFill>
          <a:ln/>
        </p:spPr>
        <p:txBody>
          <a:bodyPr/>
          <a:lstStyle/>
          <a:p>
            <a:endParaRPr/>
          </a:p>
        </p:txBody>
      </p:sp>
      <p:sp>
        <p:nvSpPr>
          <p:cNvPr id="49" name="Shape 47"/>
          <p:cNvSpPr/>
          <p:nvPr/>
        </p:nvSpPr>
        <p:spPr>
          <a:xfrm>
            <a:off x="11515218" y="789692"/>
            <a:ext cx="52602" cy="52602"/>
          </a:xfrm>
          <a:prstGeom prst="ellipse">
            <a:avLst/>
          </a:prstGeom>
          <a:solidFill>
            <a:srgbClr val="000000"/>
          </a:solidFill>
          <a:ln/>
        </p:spPr>
        <p:txBody>
          <a:bodyPr/>
          <a:lstStyle/>
          <a:p>
            <a:endParaRPr/>
          </a:p>
        </p:txBody>
      </p:sp>
      <p:sp>
        <p:nvSpPr>
          <p:cNvPr id="50" name="Shape 48"/>
          <p:cNvSpPr/>
          <p:nvPr/>
        </p:nvSpPr>
        <p:spPr>
          <a:xfrm>
            <a:off x="11147371" y="803460"/>
            <a:ext cx="35627" cy="35627"/>
          </a:xfrm>
          <a:prstGeom prst="ellipse">
            <a:avLst/>
          </a:prstGeom>
          <a:solidFill>
            <a:srgbClr val="000000"/>
          </a:solidFill>
          <a:ln/>
        </p:spPr>
        <p:txBody>
          <a:bodyPr/>
          <a:lstStyle/>
          <a:p>
            <a:endParaRPr/>
          </a:p>
        </p:txBody>
      </p:sp>
      <p:sp>
        <p:nvSpPr>
          <p:cNvPr id="51" name="Shape 49"/>
          <p:cNvSpPr/>
          <p:nvPr/>
        </p:nvSpPr>
        <p:spPr>
          <a:xfrm>
            <a:off x="11347786" y="804293"/>
            <a:ext cx="35294" cy="35294"/>
          </a:xfrm>
          <a:prstGeom prst="ellipse">
            <a:avLst/>
          </a:prstGeom>
          <a:solidFill>
            <a:srgbClr val="000000"/>
          </a:solidFill>
          <a:ln/>
        </p:spPr>
        <p:txBody>
          <a:bodyPr/>
          <a:lstStyle/>
          <a:p>
            <a:endParaRPr/>
          </a:p>
        </p:txBody>
      </p:sp>
      <p:sp>
        <p:nvSpPr>
          <p:cNvPr id="52" name="Shape 50"/>
          <p:cNvSpPr/>
          <p:nvPr/>
        </p:nvSpPr>
        <p:spPr>
          <a:xfrm>
            <a:off x="11465119" y="800919"/>
            <a:ext cx="34961" cy="34961"/>
          </a:xfrm>
          <a:prstGeom prst="ellipse">
            <a:avLst/>
          </a:prstGeom>
          <a:solidFill>
            <a:srgbClr val="000000"/>
          </a:solidFill>
          <a:ln/>
        </p:spPr>
        <p:txBody>
          <a:bodyPr/>
          <a:lstStyle/>
          <a:p>
            <a:endParaRPr/>
          </a:p>
        </p:txBody>
      </p:sp>
      <p:sp>
        <p:nvSpPr>
          <p:cNvPr id="53" name="Shape 51"/>
          <p:cNvSpPr/>
          <p:nvPr/>
        </p:nvSpPr>
        <p:spPr>
          <a:xfrm>
            <a:off x="11270669" y="806590"/>
            <a:ext cx="35627" cy="35627"/>
          </a:xfrm>
          <a:prstGeom prst="ellipse">
            <a:avLst/>
          </a:prstGeom>
          <a:solidFill>
            <a:srgbClr val="000000"/>
          </a:solidFill>
          <a:ln/>
        </p:spPr>
        <p:txBody>
          <a:bodyPr/>
          <a:lstStyle/>
          <a:p>
            <a:endParaRPr/>
          </a:p>
        </p:txBody>
      </p:sp>
      <p:sp>
        <p:nvSpPr>
          <p:cNvPr id="54" name="Shape 52"/>
          <p:cNvSpPr/>
          <p:nvPr/>
        </p:nvSpPr>
        <p:spPr>
          <a:xfrm>
            <a:off x="11191498" y="817766"/>
            <a:ext cx="57633" cy="57633"/>
          </a:xfrm>
          <a:prstGeom prst="ellipse">
            <a:avLst/>
          </a:prstGeom>
          <a:solidFill>
            <a:srgbClr val="000000"/>
          </a:solidFill>
          <a:ln/>
        </p:spPr>
        <p:txBody>
          <a:bodyPr/>
          <a:lstStyle/>
          <a:p>
            <a:endParaRPr/>
          </a:p>
        </p:txBody>
      </p:sp>
      <p:sp>
        <p:nvSpPr>
          <p:cNvPr id="55" name="Shape 53"/>
          <p:cNvSpPr/>
          <p:nvPr/>
        </p:nvSpPr>
        <p:spPr>
          <a:xfrm>
            <a:off x="11396573" y="817888"/>
            <a:ext cx="57633" cy="57633"/>
          </a:xfrm>
          <a:prstGeom prst="ellipse">
            <a:avLst/>
          </a:prstGeom>
          <a:solidFill>
            <a:srgbClr val="000000"/>
          </a:solidFill>
          <a:ln/>
        </p:spPr>
        <p:txBody>
          <a:bodyPr/>
          <a:lstStyle/>
          <a:p>
            <a:endParaRPr/>
          </a:p>
        </p:txBody>
      </p:sp>
      <p:sp>
        <p:nvSpPr>
          <p:cNvPr id="56" name="Shape 54"/>
          <p:cNvSpPr/>
          <p:nvPr/>
        </p:nvSpPr>
        <p:spPr>
          <a:xfrm>
            <a:off x="11123445" y="851985"/>
            <a:ext cx="52167" cy="52167"/>
          </a:xfrm>
          <a:prstGeom prst="ellipse">
            <a:avLst/>
          </a:prstGeom>
          <a:solidFill>
            <a:srgbClr val="000000"/>
          </a:solidFill>
          <a:ln/>
        </p:spPr>
        <p:txBody>
          <a:bodyPr/>
          <a:lstStyle/>
          <a:p>
            <a:endParaRPr/>
          </a:p>
        </p:txBody>
      </p:sp>
      <p:sp>
        <p:nvSpPr>
          <p:cNvPr id="57" name="Shape 55"/>
          <p:cNvSpPr/>
          <p:nvPr/>
        </p:nvSpPr>
        <p:spPr>
          <a:xfrm>
            <a:off x="11294647" y="851390"/>
            <a:ext cx="57223" cy="57223"/>
          </a:xfrm>
          <a:prstGeom prst="ellipse">
            <a:avLst/>
          </a:prstGeom>
          <a:solidFill>
            <a:srgbClr val="000000"/>
          </a:solidFill>
          <a:ln/>
        </p:spPr>
        <p:txBody>
          <a:bodyPr/>
          <a:lstStyle/>
          <a:p>
            <a:endParaRPr/>
          </a:p>
        </p:txBody>
      </p:sp>
      <p:sp>
        <p:nvSpPr>
          <p:cNvPr id="58" name="Shape 56"/>
          <p:cNvSpPr/>
          <p:nvPr/>
        </p:nvSpPr>
        <p:spPr>
          <a:xfrm>
            <a:off x="11470202" y="852382"/>
            <a:ext cx="52384" cy="52384"/>
          </a:xfrm>
          <a:prstGeom prst="ellipse">
            <a:avLst/>
          </a:prstGeom>
          <a:solidFill>
            <a:srgbClr val="000000"/>
          </a:solidFill>
          <a:ln/>
        </p:spPr>
        <p:txBody>
          <a:bodyPr/>
          <a:lstStyle/>
          <a:p>
            <a:endParaRPr/>
          </a:p>
        </p:txBody>
      </p:sp>
      <p:sp>
        <p:nvSpPr>
          <p:cNvPr id="59" name="Shape 57"/>
          <p:cNvSpPr/>
          <p:nvPr/>
        </p:nvSpPr>
        <p:spPr>
          <a:xfrm>
            <a:off x="11060774" y="864607"/>
            <a:ext cx="35627" cy="35627"/>
          </a:xfrm>
          <a:prstGeom prst="ellipse">
            <a:avLst/>
          </a:prstGeom>
          <a:solidFill>
            <a:srgbClr val="000000"/>
          </a:solidFill>
          <a:ln/>
        </p:spPr>
        <p:txBody>
          <a:bodyPr/>
          <a:lstStyle/>
          <a:p>
            <a:endParaRPr/>
          </a:p>
        </p:txBody>
      </p:sp>
      <p:sp>
        <p:nvSpPr>
          <p:cNvPr id="60" name="Shape 58"/>
          <p:cNvSpPr/>
          <p:nvPr/>
        </p:nvSpPr>
        <p:spPr>
          <a:xfrm>
            <a:off x="11548733" y="864185"/>
            <a:ext cx="35627" cy="35627"/>
          </a:xfrm>
          <a:prstGeom prst="ellipse">
            <a:avLst/>
          </a:prstGeom>
          <a:solidFill>
            <a:srgbClr val="000000"/>
          </a:solidFill>
          <a:ln/>
        </p:spPr>
        <p:txBody>
          <a:bodyPr/>
          <a:lstStyle/>
          <a:p>
            <a:endParaRPr/>
          </a:p>
        </p:txBody>
      </p:sp>
      <p:sp>
        <p:nvSpPr>
          <p:cNvPr id="61" name="Shape 59"/>
          <p:cNvSpPr/>
          <p:nvPr/>
        </p:nvSpPr>
        <p:spPr>
          <a:xfrm>
            <a:off x="11246231" y="873908"/>
            <a:ext cx="35627" cy="35627"/>
          </a:xfrm>
          <a:prstGeom prst="ellipse">
            <a:avLst/>
          </a:prstGeom>
          <a:solidFill>
            <a:srgbClr val="000000"/>
          </a:solidFill>
          <a:ln/>
        </p:spPr>
        <p:txBody>
          <a:bodyPr/>
          <a:lstStyle/>
          <a:p>
            <a:endParaRPr/>
          </a:p>
        </p:txBody>
      </p:sp>
      <p:sp>
        <p:nvSpPr>
          <p:cNvPr id="62" name="Shape 60"/>
          <p:cNvSpPr/>
          <p:nvPr/>
        </p:nvSpPr>
        <p:spPr>
          <a:xfrm>
            <a:off x="11367418" y="872896"/>
            <a:ext cx="35627" cy="35627"/>
          </a:xfrm>
          <a:prstGeom prst="ellipse">
            <a:avLst/>
          </a:prstGeom>
          <a:solidFill>
            <a:srgbClr val="000000"/>
          </a:solidFill>
          <a:ln/>
        </p:spPr>
        <p:txBody>
          <a:bodyPr/>
          <a:lstStyle/>
          <a:p>
            <a:endParaRPr/>
          </a:p>
        </p:txBody>
      </p:sp>
      <p:sp>
        <p:nvSpPr>
          <p:cNvPr id="63" name="Shape 61"/>
          <p:cNvSpPr/>
          <p:nvPr/>
        </p:nvSpPr>
        <p:spPr>
          <a:xfrm>
            <a:off x="11185366" y="897322"/>
            <a:ext cx="51936" cy="51936"/>
          </a:xfrm>
          <a:prstGeom prst="ellipse">
            <a:avLst/>
          </a:prstGeom>
          <a:solidFill>
            <a:srgbClr val="000000"/>
          </a:solidFill>
          <a:ln/>
        </p:spPr>
        <p:txBody>
          <a:bodyPr/>
          <a:lstStyle/>
          <a:p>
            <a:endParaRPr/>
          </a:p>
        </p:txBody>
      </p:sp>
      <p:sp>
        <p:nvSpPr>
          <p:cNvPr id="64" name="Shape 62"/>
          <p:cNvSpPr/>
          <p:nvPr/>
        </p:nvSpPr>
        <p:spPr>
          <a:xfrm>
            <a:off x="11407845" y="897655"/>
            <a:ext cx="52602" cy="52602"/>
          </a:xfrm>
          <a:prstGeom prst="ellipse">
            <a:avLst/>
          </a:prstGeom>
          <a:solidFill>
            <a:srgbClr val="000000"/>
          </a:solidFill>
          <a:ln/>
        </p:spPr>
        <p:txBody>
          <a:bodyPr/>
          <a:lstStyle/>
          <a:p>
            <a:endParaRPr/>
          </a:p>
        </p:txBody>
      </p:sp>
      <p:sp>
        <p:nvSpPr>
          <p:cNvPr id="65" name="Shape 63"/>
          <p:cNvSpPr/>
          <p:nvPr/>
        </p:nvSpPr>
        <p:spPr>
          <a:xfrm>
            <a:off x="11258822" y="921466"/>
            <a:ext cx="51270" cy="51270"/>
          </a:xfrm>
          <a:prstGeom prst="ellipse">
            <a:avLst/>
          </a:prstGeom>
          <a:solidFill>
            <a:srgbClr val="000000"/>
          </a:solidFill>
          <a:ln/>
        </p:spPr>
        <p:txBody>
          <a:bodyPr/>
          <a:lstStyle/>
          <a:p>
            <a:endParaRPr/>
          </a:p>
        </p:txBody>
      </p:sp>
      <p:sp>
        <p:nvSpPr>
          <p:cNvPr id="66" name="Shape 64"/>
          <p:cNvSpPr/>
          <p:nvPr/>
        </p:nvSpPr>
        <p:spPr>
          <a:xfrm>
            <a:off x="11335350" y="921504"/>
            <a:ext cx="51270" cy="51270"/>
          </a:xfrm>
          <a:prstGeom prst="ellipse">
            <a:avLst/>
          </a:prstGeom>
          <a:solidFill>
            <a:srgbClr val="000000"/>
          </a:solidFill>
          <a:ln/>
        </p:spPr>
        <p:txBody>
          <a:bodyPr/>
          <a:lstStyle/>
          <a:p>
            <a:endParaRPr/>
          </a:p>
        </p:txBody>
      </p:sp>
      <p:sp>
        <p:nvSpPr>
          <p:cNvPr id="67" name="Shape 65"/>
          <p:cNvSpPr/>
          <p:nvPr/>
        </p:nvSpPr>
        <p:spPr>
          <a:xfrm>
            <a:off x="11127388" y="931368"/>
            <a:ext cx="35294" cy="35294"/>
          </a:xfrm>
          <a:prstGeom prst="ellipse">
            <a:avLst/>
          </a:prstGeom>
          <a:solidFill>
            <a:srgbClr val="000000"/>
          </a:solidFill>
          <a:ln/>
        </p:spPr>
        <p:txBody>
          <a:bodyPr/>
          <a:lstStyle/>
          <a:p>
            <a:endParaRPr/>
          </a:p>
        </p:txBody>
      </p:sp>
      <p:sp>
        <p:nvSpPr>
          <p:cNvPr id="68" name="Shape 66"/>
          <p:cNvSpPr/>
          <p:nvPr/>
        </p:nvSpPr>
        <p:spPr>
          <a:xfrm>
            <a:off x="11481979" y="931035"/>
            <a:ext cx="35960" cy="35960"/>
          </a:xfrm>
          <a:prstGeom prst="ellipse">
            <a:avLst/>
          </a:prstGeom>
          <a:solidFill>
            <a:srgbClr val="000000"/>
          </a:solidFill>
          <a:ln/>
        </p:spPr>
        <p:txBody>
          <a:bodyPr/>
          <a:lstStyle/>
          <a:p>
            <a:endParaRPr/>
          </a:p>
        </p:txBody>
      </p:sp>
      <p:sp>
        <p:nvSpPr>
          <p:cNvPr id="69" name="Shape 67"/>
          <p:cNvSpPr/>
          <p:nvPr/>
        </p:nvSpPr>
        <p:spPr>
          <a:xfrm>
            <a:off x="11211987" y="974695"/>
            <a:ext cx="34961" cy="34961"/>
          </a:xfrm>
          <a:prstGeom prst="ellipse">
            <a:avLst/>
          </a:prstGeom>
          <a:solidFill>
            <a:srgbClr val="000000"/>
          </a:solidFill>
          <a:ln/>
        </p:spPr>
        <p:txBody>
          <a:bodyPr/>
          <a:lstStyle/>
          <a:p>
            <a:endParaRPr/>
          </a:p>
        </p:txBody>
      </p:sp>
      <p:sp>
        <p:nvSpPr>
          <p:cNvPr id="70" name="Shape 68"/>
          <p:cNvSpPr/>
          <p:nvPr/>
        </p:nvSpPr>
        <p:spPr>
          <a:xfrm>
            <a:off x="11398461" y="974695"/>
            <a:ext cx="34961" cy="34961"/>
          </a:xfrm>
          <a:prstGeom prst="ellipse">
            <a:avLst/>
          </a:prstGeom>
          <a:solidFill>
            <a:srgbClr val="000000"/>
          </a:solidFill>
          <a:ln/>
        </p:spPr>
        <p:txBody>
          <a:bodyPr/>
          <a:lstStyle/>
          <a:p>
            <a:endParaRPr/>
          </a:p>
        </p:txBody>
      </p:sp>
      <p:sp>
        <p:nvSpPr>
          <p:cNvPr id="71" name="Shape 69"/>
          <p:cNvSpPr/>
          <p:nvPr/>
        </p:nvSpPr>
        <p:spPr>
          <a:xfrm>
            <a:off x="11304837" y="988501"/>
            <a:ext cx="35627" cy="35627"/>
          </a:xfrm>
          <a:prstGeom prst="ellipse">
            <a:avLst/>
          </a:prstGeom>
          <a:solidFill>
            <a:srgbClr val="000000"/>
          </a:solidFill>
          <a:ln/>
        </p:spPr>
        <p:txBody>
          <a:bodyPr/>
          <a:lstStyle/>
          <a:p>
            <a:endParaRPr/>
          </a:p>
        </p:txBody>
      </p:sp>
      <p:sp>
        <p:nvSpPr>
          <p:cNvPr id="72" name="Text 70"/>
          <p:cNvSpPr/>
          <p:nvPr/>
        </p:nvSpPr>
        <p:spPr>
          <a:xfrm>
            <a:off x="548640" y="411480"/>
            <a:ext cx="10088575" cy="777240"/>
          </a:xfrm>
          <a:prstGeom prst="rect">
            <a:avLst/>
          </a:prstGeom>
          <a:noFill/>
          <a:ln/>
        </p:spPr>
        <p:txBody>
          <a:bodyPr wrap="square" lIns="0" tIns="0" rIns="0" bIns="0" rtlCol="0" anchor="ctr"/>
          <a:lstStyle/>
          <a:p>
            <a:pPr marL="0" indent="0" algn="l">
              <a:lnSpc>
                <a:spcPct val="105000"/>
              </a:lnSpc>
              <a:buNone/>
            </a:pPr>
            <a:r>
              <a:rPr lang="en-US" sz="2700" dirty="0">
                <a:solidFill>
                  <a:srgbClr val="3D68EC"/>
                </a:solidFill>
                <a:latin typeface="General Sans Semibold" pitchFamily="34" charset="0"/>
                <a:ea typeface="General Sans Semibold" pitchFamily="34" charset="-122"/>
                <a:cs typeface="General Sans Semibold" pitchFamily="34" charset="-120"/>
              </a:rPr>
              <a:t>Opstarten: van GitHub naar Claude in drie stappen</a:t>
            </a:r>
            <a:endParaRPr lang="en-US" sz="2700" dirty="0"/>
          </a:p>
        </p:txBody>
      </p:sp>
      <p:pic>
        <p:nvPicPr>
          <p:cNvPr id="73" name="Klik op de video: alle stappen in 0:53">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609448" y="1371600"/>
            <a:ext cx="6949440" cy="4343400"/>
          </a:xfrm>
          <a:prstGeom prst="rect">
            <a:avLst/>
          </a:prstGeom>
        </p:spPr>
      </p:pic>
      <p:sp>
        <p:nvSpPr>
          <p:cNvPr id="74" name="Text 71"/>
          <p:cNvSpPr/>
          <p:nvPr/>
        </p:nvSpPr>
        <p:spPr>
          <a:xfrm>
            <a:off x="548640" y="5852160"/>
            <a:ext cx="7071055" cy="365760"/>
          </a:xfrm>
          <a:prstGeom prst="rect">
            <a:avLst/>
          </a:prstGeom>
          <a:noFill/>
          <a:ln/>
        </p:spPr>
        <p:txBody>
          <a:bodyPr wrap="square" lIns="0" tIns="0" rIns="0" bIns="0" rtlCol="0" anchor="t"/>
          <a:lstStyle/>
          <a:p>
            <a:pPr marL="0" indent="0" algn="ctr">
              <a:lnSpc>
                <a:spcPct val="105000"/>
              </a:lnSpc>
              <a:buNone/>
            </a:pPr>
            <a:r>
              <a:rPr lang="en-US" sz="1300" dirty="0">
                <a:solidFill>
                  <a:srgbClr val="000000"/>
                </a:solidFill>
                <a:latin typeface="General Sans" pitchFamily="34" charset="0"/>
                <a:ea typeface="General Sans" pitchFamily="34" charset="-122"/>
                <a:cs typeface="General Sans" pitchFamily="34" charset="-120"/>
              </a:rPr>
              <a:t>Klik op de video: alle stappen in 0:53</a:t>
            </a:r>
            <a:endParaRPr lang="en-US" sz="1300" dirty="0"/>
          </a:p>
        </p:txBody>
      </p:sp>
      <p:sp>
        <p:nvSpPr>
          <p:cNvPr id="75" name="Text 72"/>
          <p:cNvSpPr/>
          <p:nvPr/>
        </p:nvSpPr>
        <p:spPr>
          <a:xfrm>
            <a:off x="7894015" y="1463040"/>
            <a:ext cx="3749040" cy="4480560"/>
          </a:xfrm>
          <a:prstGeom prst="rect">
            <a:avLst/>
          </a:prstGeom>
          <a:noFill/>
          <a:ln/>
        </p:spPr>
        <p:txBody>
          <a:bodyPr wrap="square" lIns="0" tIns="0" rIns="0" bIns="0" rtlCol="0" anchor="t"/>
          <a:lstStyle/>
          <a:p>
            <a:pPr marL="0" indent="0" algn="l">
              <a:lnSpc>
                <a:spcPct val="105000"/>
              </a:lnSpc>
              <a:spcAft>
                <a:spcPts val="800"/>
              </a:spcAft>
              <a:buNone/>
            </a:pPr>
            <a:r>
              <a:rPr lang="en-US" sz="1800" dirty="0">
                <a:solidFill>
                  <a:srgbClr val="00AF81"/>
                </a:solidFill>
                <a:latin typeface="General Sans Semibold" pitchFamily="34" charset="0"/>
                <a:ea typeface="General Sans Semibold" pitchFamily="34" charset="-122"/>
                <a:cs typeface="General Sans Semibold" pitchFamily="34" charset="-120"/>
              </a:rPr>
              <a:t>github.com/cedanl/</a:t>
            </a:r>
            <a:endParaRPr lang="en-US" sz="1800" dirty="0"/>
          </a:p>
          <a:p>
            <a:pPr marL="0" indent="0" algn="l">
              <a:lnSpc>
                <a:spcPct val="105000"/>
              </a:lnSpc>
              <a:spcAft>
                <a:spcPts val="800"/>
              </a:spcAft>
              <a:buNone/>
            </a:pPr>
            <a:r>
              <a:rPr lang="en-US" sz="1800" dirty="0">
                <a:solidFill>
                  <a:srgbClr val="00AF81"/>
                </a:solidFill>
                <a:latin typeface="General Sans Semibold" pitchFamily="34" charset="0"/>
                <a:ea typeface="General Sans Semibold" pitchFamily="34" charset="-122"/>
                <a:cs typeface="General Sans Semibold" pitchFamily="34" charset="-120"/>
              </a:rPr>
              <a:t>dair-agentic-coding</a:t>
            </a:r>
            <a:endParaRPr lang="en-US" sz="1800" dirty="0"/>
          </a:p>
          <a:p>
            <a:pPr marL="0" indent="0" algn="l">
              <a:lnSpc>
                <a:spcPct val="105000"/>
              </a:lnSpc>
              <a:spcAft>
                <a:spcPts val="800"/>
              </a:spcAft>
              <a:buNone/>
            </a:pPr>
            <a:r>
              <a:rPr lang="en-US" sz="1800" dirty="0">
                <a:solidFill>
                  <a:srgbClr val="00AF81"/>
                </a:solidFill>
                <a:latin typeface="General Sans Semibold" pitchFamily="34" charset="0"/>
                <a:ea typeface="General Sans Semibold" pitchFamily="34" charset="-122"/>
                <a:cs typeface="General Sans Semibold" pitchFamily="34" charset="-120"/>
              </a:rPr>
              <a:t>1.</a:t>
            </a:r>
            <a:r>
              <a:rPr lang="en-US" sz="1800" dirty="0">
                <a:solidFill>
                  <a:srgbClr val="000000"/>
                </a:solidFill>
                <a:latin typeface="General Sans" pitchFamily="34" charset="0"/>
                <a:ea typeface="General Sans" pitchFamily="34" charset="-122"/>
                <a:cs typeface="General Sans" pitchFamily="34" charset="-120"/>
              </a:rPr>
              <a:t> Log in op GitHub.</a:t>
            </a:r>
            <a:endParaRPr lang="en-US" sz="1800" dirty="0"/>
          </a:p>
          <a:p>
            <a:pPr marL="0" indent="0" algn="l">
              <a:lnSpc>
                <a:spcPct val="105000"/>
              </a:lnSpc>
              <a:spcAft>
                <a:spcPts val="800"/>
              </a:spcAft>
              <a:buNone/>
            </a:pPr>
            <a:r>
              <a:rPr lang="en-US" sz="1800" dirty="0">
                <a:solidFill>
                  <a:srgbClr val="00AF81"/>
                </a:solidFill>
                <a:latin typeface="General Sans Semibold" pitchFamily="34" charset="0"/>
                <a:ea typeface="General Sans Semibold" pitchFamily="34" charset="-122"/>
                <a:cs typeface="General Sans Semibold" pitchFamily="34" charset="-120"/>
              </a:rPr>
              <a:t>2.</a:t>
            </a:r>
            <a:r>
              <a:rPr lang="en-US" sz="1800" dirty="0">
                <a:solidFill>
                  <a:srgbClr val="000000"/>
                </a:solidFill>
                <a:latin typeface="General Sans" pitchFamily="34" charset="0"/>
                <a:ea typeface="General Sans" pitchFamily="34" charset="-122"/>
                <a:cs typeface="General Sans" pitchFamily="34" charset="-120"/>
              </a:rPr>
              <a:t> Groene knop </a:t>
            </a:r>
            <a:r>
              <a:rPr lang="en-US" sz="1800" dirty="0">
                <a:solidFill>
                  <a:srgbClr val="00AF81"/>
                </a:solidFill>
                <a:latin typeface="General Sans Semibold" pitchFamily="34" charset="0"/>
                <a:ea typeface="General Sans Semibold" pitchFamily="34" charset="-122"/>
                <a:cs typeface="General Sans Semibold" pitchFamily="34" charset="-120"/>
              </a:rPr>
              <a:t>Code</a:t>
            </a:r>
            <a:r>
              <a:rPr lang="en-US" sz="1800" dirty="0">
                <a:solidFill>
                  <a:srgbClr val="000000"/>
                </a:solidFill>
                <a:latin typeface="General Sans" pitchFamily="34" charset="0"/>
                <a:ea typeface="General Sans" pitchFamily="34" charset="-122"/>
                <a:cs typeface="General Sans" pitchFamily="34" charset="-120"/>
              </a:rPr>
              <a:t>, tab </a:t>
            </a:r>
            <a:r>
              <a:rPr lang="en-US" sz="1800" dirty="0">
                <a:solidFill>
                  <a:srgbClr val="00AF81"/>
                </a:solidFill>
                <a:latin typeface="General Sans Semibold" pitchFamily="34" charset="0"/>
                <a:ea typeface="General Sans Semibold" pitchFamily="34" charset="-122"/>
                <a:cs typeface="General Sans Semibold" pitchFamily="34" charset="-120"/>
              </a:rPr>
              <a:t>Codespaces</a:t>
            </a:r>
            <a:r>
              <a:rPr lang="en-US" sz="1800" dirty="0">
                <a:solidFill>
                  <a:srgbClr val="000000"/>
                </a:solidFill>
                <a:latin typeface="General Sans" pitchFamily="34" charset="0"/>
                <a:ea typeface="General Sans" pitchFamily="34" charset="-122"/>
                <a:cs typeface="General Sans" pitchFamily="34" charset="-120"/>
              </a:rPr>
              <a:t>, dan </a:t>
            </a:r>
            <a:r>
              <a:rPr lang="en-US" sz="1800" dirty="0">
                <a:solidFill>
                  <a:srgbClr val="00AF81"/>
                </a:solidFill>
                <a:latin typeface="General Sans Semibold" pitchFamily="34" charset="0"/>
                <a:ea typeface="General Sans Semibold" pitchFamily="34" charset="-122"/>
                <a:cs typeface="General Sans Semibold" pitchFamily="34" charset="-120"/>
              </a:rPr>
              <a:t>Create codespace on main</a:t>
            </a:r>
            <a:r>
              <a:rPr lang="en-US" sz="1800" dirty="0">
                <a:solidFill>
                  <a:srgbClr val="000000"/>
                </a:solidFill>
                <a:latin typeface="General Sans" pitchFamily="34" charset="0"/>
                <a:ea typeface="General Sans" pitchFamily="34" charset="-122"/>
                <a:cs typeface="General Sans" pitchFamily="34" charset="-120"/>
              </a:rPr>
              <a:t>. Meestal klaar binnen een minuut.</a:t>
            </a:r>
            <a:endParaRPr lang="en-US" sz="1800" dirty="0"/>
          </a:p>
          <a:p>
            <a:pPr marL="0" indent="0" algn="l">
              <a:lnSpc>
                <a:spcPct val="105000"/>
              </a:lnSpc>
              <a:spcAft>
                <a:spcPts val="800"/>
              </a:spcAft>
              <a:buNone/>
            </a:pPr>
            <a:r>
              <a:rPr lang="en-US" sz="1800" dirty="0">
                <a:solidFill>
                  <a:srgbClr val="00AF81"/>
                </a:solidFill>
                <a:latin typeface="General Sans Semibold" pitchFamily="34" charset="0"/>
                <a:ea typeface="General Sans Semibold" pitchFamily="34" charset="-122"/>
                <a:cs typeface="General Sans Semibold" pitchFamily="34" charset="-120"/>
              </a:rPr>
              <a:t>3.</a:t>
            </a:r>
            <a:r>
              <a:rPr lang="en-US" sz="1800" dirty="0">
                <a:solidFill>
                  <a:srgbClr val="000000"/>
                </a:solidFill>
                <a:latin typeface="General Sans" pitchFamily="34" charset="0"/>
                <a:ea typeface="General Sans" pitchFamily="34" charset="-122"/>
                <a:cs typeface="General Sans" pitchFamily="34" charset="-120"/>
              </a:rPr>
              <a:t> Klik op het oranje </a:t>
            </a:r>
            <a:r>
              <a:rPr lang="en-US" sz="1800" dirty="0">
                <a:solidFill>
                  <a:srgbClr val="00AF81"/>
                </a:solidFill>
                <a:latin typeface="General Sans Semibold" pitchFamily="34" charset="0"/>
                <a:ea typeface="General Sans Semibold" pitchFamily="34" charset="-122"/>
                <a:cs typeface="General Sans Semibold" pitchFamily="34" charset="-120"/>
              </a:rPr>
              <a:t>Claude</a:t>
            </a:r>
            <a:r>
              <a:rPr lang="en-US" sz="1800" dirty="0">
                <a:solidFill>
                  <a:srgbClr val="000000"/>
                </a:solidFill>
                <a:latin typeface="General Sans" pitchFamily="34" charset="0"/>
                <a:ea typeface="General Sans" pitchFamily="34" charset="-122"/>
                <a:cs typeface="General Sans" pitchFamily="34" charset="-120"/>
              </a:rPr>
              <a:t>-icoon.</a:t>
            </a:r>
            <a:endParaRPr lang="en-US" sz="1800" dirty="0"/>
          </a:p>
        </p:txBody>
      </p:sp>
      <p:sp>
        <p:nvSpPr>
          <p:cNvPr id="76" name="Text 73"/>
          <p:cNvSpPr/>
          <p:nvPr/>
        </p:nvSpPr>
        <p:spPr>
          <a:xfrm>
            <a:off x="548640" y="6291072"/>
            <a:ext cx="11094415" cy="274320"/>
          </a:xfrm>
          <a:prstGeom prst="rect">
            <a:avLst/>
          </a:prstGeom>
          <a:noFill/>
          <a:ln/>
        </p:spPr>
        <p:txBody>
          <a:bodyPr wrap="square" lIns="0" tIns="0" rIns="0" bIns="0" rtlCol="0" anchor="t"/>
          <a:lstStyle/>
          <a:p>
            <a:pPr marL="0" indent="0" algn="l">
              <a:lnSpc>
                <a:spcPct val="105000"/>
              </a:lnSpc>
              <a:buNone/>
            </a:pPr>
            <a:r>
              <a:rPr lang="en-US" sz="1100" dirty="0">
                <a:solidFill>
                  <a:srgbClr val="3D68EC"/>
                </a:solidFill>
                <a:latin typeface="General Sans" pitchFamily="34" charset="0"/>
                <a:ea typeface="General Sans" pitchFamily="34" charset="-122"/>
                <a:cs typeface="General Sans" pitchFamily="34" charset="-120"/>
              </a:rPr>
              <a:t>Loop je vast? Roep iemand, dan zoeken we het samen uit.</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CF5D4"/>
        </a:solidFill>
        <a:effectLst/>
      </p:bgPr>
    </p:bg>
    <p:spTree>
      <p:nvGrpSpPr>
        <p:cNvPr id="1" name=""/>
        <p:cNvGrpSpPr/>
        <p:nvPr/>
      </p:nvGrpSpPr>
      <p:grpSpPr>
        <a:xfrm>
          <a:off x="0" y="0"/>
          <a:ext cx="0" cy="0"/>
          <a:chOff x="0" y="0"/>
          <a:chExt cx="0" cy="0"/>
        </a:xfrm>
      </p:grpSpPr>
      <p:sp>
        <p:nvSpPr>
          <p:cNvPr id="2" name="Shape 0"/>
          <p:cNvSpPr/>
          <p:nvPr/>
        </p:nvSpPr>
        <p:spPr>
          <a:xfrm>
            <a:off x="11304952" y="384048"/>
            <a:ext cx="35960" cy="35960"/>
          </a:xfrm>
          <a:prstGeom prst="ellipse">
            <a:avLst/>
          </a:prstGeom>
          <a:solidFill>
            <a:srgbClr val="000000"/>
          </a:solidFill>
          <a:ln/>
        </p:spPr>
        <p:txBody>
          <a:bodyPr/>
          <a:lstStyle/>
          <a:p>
            <a:endParaRPr/>
          </a:p>
        </p:txBody>
      </p:sp>
      <p:sp>
        <p:nvSpPr>
          <p:cNvPr id="3" name="Shape 1"/>
          <p:cNvSpPr/>
          <p:nvPr/>
        </p:nvSpPr>
        <p:spPr>
          <a:xfrm>
            <a:off x="11212173" y="399224"/>
            <a:ext cx="34616" cy="34616"/>
          </a:xfrm>
          <a:prstGeom prst="ellipse">
            <a:avLst/>
          </a:prstGeom>
          <a:solidFill>
            <a:srgbClr val="000000"/>
          </a:solidFill>
          <a:ln/>
        </p:spPr>
        <p:txBody>
          <a:bodyPr/>
          <a:lstStyle/>
          <a:p>
            <a:endParaRPr/>
          </a:p>
        </p:txBody>
      </p:sp>
      <p:sp>
        <p:nvSpPr>
          <p:cNvPr id="4" name="Shape 2"/>
          <p:cNvSpPr/>
          <p:nvPr/>
        </p:nvSpPr>
        <p:spPr>
          <a:xfrm>
            <a:off x="11398641" y="399224"/>
            <a:ext cx="34616" cy="34616"/>
          </a:xfrm>
          <a:prstGeom prst="ellipse">
            <a:avLst/>
          </a:prstGeom>
          <a:solidFill>
            <a:srgbClr val="000000"/>
          </a:solidFill>
          <a:ln/>
        </p:spPr>
        <p:txBody>
          <a:bodyPr/>
          <a:lstStyle/>
          <a:p>
            <a:endParaRPr/>
          </a:p>
        </p:txBody>
      </p:sp>
      <p:sp>
        <p:nvSpPr>
          <p:cNvPr id="5" name="Shape 3"/>
          <p:cNvSpPr/>
          <p:nvPr/>
        </p:nvSpPr>
        <p:spPr>
          <a:xfrm>
            <a:off x="11258374" y="435357"/>
            <a:ext cx="51936" cy="51936"/>
          </a:xfrm>
          <a:prstGeom prst="ellipse">
            <a:avLst/>
          </a:prstGeom>
          <a:solidFill>
            <a:srgbClr val="000000"/>
          </a:solidFill>
          <a:ln/>
        </p:spPr>
        <p:txBody>
          <a:bodyPr/>
          <a:lstStyle/>
          <a:p>
            <a:endParaRPr/>
          </a:p>
        </p:txBody>
      </p:sp>
      <p:sp>
        <p:nvSpPr>
          <p:cNvPr id="6" name="Shape 4"/>
          <p:cNvSpPr/>
          <p:nvPr/>
        </p:nvSpPr>
        <p:spPr>
          <a:xfrm>
            <a:off x="11335407" y="435306"/>
            <a:ext cx="51718" cy="51718"/>
          </a:xfrm>
          <a:prstGeom prst="ellipse">
            <a:avLst/>
          </a:prstGeom>
          <a:solidFill>
            <a:srgbClr val="000000"/>
          </a:solidFill>
          <a:ln/>
        </p:spPr>
        <p:txBody>
          <a:bodyPr/>
          <a:lstStyle/>
          <a:p>
            <a:endParaRPr/>
          </a:p>
        </p:txBody>
      </p:sp>
      <p:sp>
        <p:nvSpPr>
          <p:cNvPr id="7" name="Shape 5"/>
          <p:cNvSpPr/>
          <p:nvPr/>
        </p:nvSpPr>
        <p:spPr>
          <a:xfrm>
            <a:off x="11127388" y="442398"/>
            <a:ext cx="35294" cy="35294"/>
          </a:xfrm>
          <a:prstGeom prst="ellipse">
            <a:avLst/>
          </a:prstGeom>
          <a:solidFill>
            <a:srgbClr val="000000"/>
          </a:solidFill>
          <a:ln/>
        </p:spPr>
        <p:txBody>
          <a:bodyPr/>
          <a:lstStyle/>
          <a:p>
            <a:endParaRPr/>
          </a:p>
        </p:txBody>
      </p:sp>
      <p:sp>
        <p:nvSpPr>
          <p:cNvPr id="8" name="Shape 6"/>
          <p:cNvSpPr/>
          <p:nvPr/>
        </p:nvSpPr>
        <p:spPr>
          <a:xfrm>
            <a:off x="11482145" y="441649"/>
            <a:ext cx="35960" cy="35960"/>
          </a:xfrm>
          <a:prstGeom prst="ellipse">
            <a:avLst/>
          </a:prstGeom>
          <a:solidFill>
            <a:srgbClr val="000000"/>
          </a:solidFill>
          <a:ln/>
        </p:spPr>
        <p:txBody>
          <a:bodyPr/>
          <a:lstStyle/>
          <a:p>
            <a:endParaRPr/>
          </a:p>
        </p:txBody>
      </p:sp>
      <p:sp>
        <p:nvSpPr>
          <p:cNvPr id="9" name="Shape 7"/>
          <p:cNvSpPr/>
          <p:nvPr/>
        </p:nvSpPr>
        <p:spPr>
          <a:xfrm>
            <a:off x="11185603" y="459328"/>
            <a:ext cx="52167" cy="52167"/>
          </a:xfrm>
          <a:prstGeom prst="ellipse">
            <a:avLst/>
          </a:prstGeom>
          <a:solidFill>
            <a:srgbClr val="000000"/>
          </a:solidFill>
          <a:ln/>
        </p:spPr>
        <p:txBody>
          <a:bodyPr/>
          <a:lstStyle/>
          <a:p>
            <a:endParaRPr/>
          </a:p>
        </p:txBody>
      </p:sp>
      <p:sp>
        <p:nvSpPr>
          <p:cNvPr id="10" name="Shape 8"/>
          <p:cNvSpPr/>
          <p:nvPr/>
        </p:nvSpPr>
        <p:spPr>
          <a:xfrm>
            <a:off x="11408043" y="458713"/>
            <a:ext cx="52384" cy="52384"/>
          </a:xfrm>
          <a:prstGeom prst="ellipse">
            <a:avLst/>
          </a:prstGeom>
          <a:solidFill>
            <a:srgbClr val="000000"/>
          </a:solidFill>
          <a:ln/>
        </p:spPr>
        <p:txBody>
          <a:bodyPr/>
          <a:lstStyle/>
          <a:p>
            <a:endParaRPr/>
          </a:p>
        </p:txBody>
      </p:sp>
      <p:sp>
        <p:nvSpPr>
          <p:cNvPr id="11" name="Shape 9"/>
          <p:cNvSpPr/>
          <p:nvPr/>
        </p:nvSpPr>
        <p:spPr>
          <a:xfrm>
            <a:off x="11241891" y="499749"/>
            <a:ext cx="36613" cy="36613"/>
          </a:xfrm>
          <a:prstGeom prst="ellipse">
            <a:avLst/>
          </a:prstGeom>
          <a:solidFill>
            <a:srgbClr val="000000"/>
          </a:solidFill>
          <a:ln/>
        </p:spPr>
        <p:txBody>
          <a:bodyPr/>
          <a:lstStyle/>
          <a:p>
            <a:endParaRPr/>
          </a:p>
        </p:txBody>
      </p:sp>
      <p:sp>
        <p:nvSpPr>
          <p:cNvPr id="12" name="Shape 10"/>
          <p:cNvSpPr/>
          <p:nvPr/>
        </p:nvSpPr>
        <p:spPr>
          <a:xfrm>
            <a:off x="11294557" y="500146"/>
            <a:ext cx="57223" cy="57223"/>
          </a:xfrm>
          <a:prstGeom prst="ellipse">
            <a:avLst/>
          </a:prstGeom>
          <a:solidFill>
            <a:srgbClr val="000000"/>
          </a:solidFill>
          <a:ln/>
        </p:spPr>
        <p:txBody>
          <a:bodyPr/>
          <a:lstStyle/>
          <a:p>
            <a:endParaRPr/>
          </a:p>
        </p:txBody>
      </p:sp>
      <p:sp>
        <p:nvSpPr>
          <p:cNvPr id="13" name="Shape 11"/>
          <p:cNvSpPr/>
          <p:nvPr/>
        </p:nvSpPr>
        <p:spPr>
          <a:xfrm>
            <a:off x="11364102" y="498770"/>
            <a:ext cx="35294" cy="35294"/>
          </a:xfrm>
          <a:prstGeom prst="ellipse">
            <a:avLst/>
          </a:prstGeom>
          <a:solidFill>
            <a:srgbClr val="000000"/>
          </a:solidFill>
          <a:ln/>
        </p:spPr>
        <p:txBody>
          <a:bodyPr/>
          <a:lstStyle/>
          <a:p>
            <a:endParaRPr/>
          </a:p>
        </p:txBody>
      </p:sp>
      <p:sp>
        <p:nvSpPr>
          <p:cNvPr id="14" name="Shape 12"/>
          <p:cNvSpPr/>
          <p:nvPr/>
        </p:nvSpPr>
        <p:spPr>
          <a:xfrm>
            <a:off x="11123515" y="504524"/>
            <a:ext cx="51936" cy="51936"/>
          </a:xfrm>
          <a:prstGeom prst="ellipse">
            <a:avLst/>
          </a:prstGeom>
          <a:solidFill>
            <a:srgbClr val="000000"/>
          </a:solidFill>
          <a:ln/>
        </p:spPr>
        <p:txBody>
          <a:bodyPr/>
          <a:lstStyle/>
          <a:p>
            <a:endParaRPr/>
          </a:p>
        </p:txBody>
      </p:sp>
      <p:sp>
        <p:nvSpPr>
          <p:cNvPr id="15" name="Shape 13"/>
          <p:cNvSpPr/>
          <p:nvPr/>
        </p:nvSpPr>
        <p:spPr>
          <a:xfrm>
            <a:off x="11470202" y="504300"/>
            <a:ext cx="52384" cy="52384"/>
          </a:xfrm>
          <a:prstGeom prst="ellipse">
            <a:avLst/>
          </a:prstGeom>
          <a:solidFill>
            <a:srgbClr val="000000"/>
          </a:solidFill>
          <a:ln/>
        </p:spPr>
        <p:txBody>
          <a:bodyPr/>
          <a:lstStyle/>
          <a:p>
            <a:endParaRPr/>
          </a:p>
        </p:txBody>
      </p:sp>
      <p:sp>
        <p:nvSpPr>
          <p:cNvPr id="16" name="Shape 14"/>
          <p:cNvSpPr/>
          <p:nvPr/>
        </p:nvSpPr>
        <p:spPr>
          <a:xfrm>
            <a:off x="11060774" y="508825"/>
            <a:ext cx="35627" cy="35627"/>
          </a:xfrm>
          <a:prstGeom prst="ellipse">
            <a:avLst/>
          </a:prstGeom>
          <a:solidFill>
            <a:srgbClr val="000000"/>
          </a:solidFill>
          <a:ln/>
        </p:spPr>
        <p:txBody>
          <a:bodyPr/>
          <a:lstStyle/>
          <a:p>
            <a:endParaRPr/>
          </a:p>
        </p:txBody>
      </p:sp>
      <p:sp>
        <p:nvSpPr>
          <p:cNvPr id="17" name="Shape 15"/>
          <p:cNvSpPr/>
          <p:nvPr/>
        </p:nvSpPr>
        <p:spPr>
          <a:xfrm>
            <a:off x="11548535" y="508038"/>
            <a:ext cx="36613" cy="36613"/>
          </a:xfrm>
          <a:prstGeom prst="ellipse">
            <a:avLst/>
          </a:prstGeom>
          <a:solidFill>
            <a:srgbClr val="000000"/>
          </a:solidFill>
          <a:ln/>
        </p:spPr>
        <p:txBody>
          <a:bodyPr/>
          <a:lstStyle/>
          <a:p>
            <a:endParaRPr/>
          </a:p>
        </p:txBody>
      </p:sp>
      <p:sp>
        <p:nvSpPr>
          <p:cNvPr id="18" name="Shape 16"/>
          <p:cNvSpPr/>
          <p:nvPr/>
        </p:nvSpPr>
        <p:spPr>
          <a:xfrm>
            <a:off x="11191466" y="533379"/>
            <a:ext cx="57825" cy="57825"/>
          </a:xfrm>
          <a:prstGeom prst="ellipse">
            <a:avLst/>
          </a:prstGeom>
          <a:solidFill>
            <a:srgbClr val="000000"/>
          </a:solidFill>
          <a:ln/>
        </p:spPr>
        <p:txBody>
          <a:bodyPr/>
          <a:lstStyle/>
          <a:p>
            <a:endParaRPr/>
          </a:p>
        </p:txBody>
      </p:sp>
      <p:sp>
        <p:nvSpPr>
          <p:cNvPr id="19" name="Shape 17"/>
          <p:cNvSpPr/>
          <p:nvPr/>
        </p:nvSpPr>
        <p:spPr>
          <a:xfrm>
            <a:off x="11396535" y="533494"/>
            <a:ext cx="57428" cy="57428"/>
          </a:xfrm>
          <a:prstGeom prst="ellipse">
            <a:avLst/>
          </a:prstGeom>
          <a:solidFill>
            <a:srgbClr val="000000"/>
          </a:solidFill>
          <a:ln/>
        </p:spPr>
        <p:txBody>
          <a:bodyPr/>
          <a:lstStyle/>
          <a:p>
            <a:endParaRPr/>
          </a:p>
        </p:txBody>
      </p:sp>
      <p:sp>
        <p:nvSpPr>
          <p:cNvPr id="20" name="Shape 18"/>
          <p:cNvSpPr/>
          <p:nvPr/>
        </p:nvSpPr>
        <p:spPr>
          <a:xfrm>
            <a:off x="11079087" y="567226"/>
            <a:ext cx="51270" cy="51270"/>
          </a:xfrm>
          <a:prstGeom prst="ellipse">
            <a:avLst/>
          </a:prstGeom>
          <a:solidFill>
            <a:srgbClr val="000000"/>
          </a:solidFill>
          <a:ln/>
        </p:spPr>
        <p:txBody>
          <a:bodyPr/>
          <a:lstStyle/>
          <a:p>
            <a:endParaRPr/>
          </a:p>
        </p:txBody>
      </p:sp>
      <p:sp>
        <p:nvSpPr>
          <p:cNvPr id="21" name="Shape 19"/>
          <p:cNvSpPr/>
          <p:nvPr/>
        </p:nvSpPr>
        <p:spPr>
          <a:xfrm>
            <a:off x="11339728" y="567053"/>
            <a:ext cx="34616" cy="34616"/>
          </a:xfrm>
          <a:prstGeom prst="ellipse">
            <a:avLst/>
          </a:prstGeom>
          <a:solidFill>
            <a:srgbClr val="000000"/>
          </a:solidFill>
          <a:ln/>
        </p:spPr>
        <p:txBody>
          <a:bodyPr/>
          <a:lstStyle/>
          <a:p>
            <a:endParaRPr/>
          </a:p>
        </p:txBody>
      </p:sp>
      <p:sp>
        <p:nvSpPr>
          <p:cNvPr id="22" name="Shape 20"/>
          <p:cNvSpPr/>
          <p:nvPr/>
        </p:nvSpPr>
        <p:spPr>
          <a:xfrm>
            <a:off x="11515167" y="566234"/>
            <a:ext cx="52819" cy="52819"/>
          </a:xfrm>
          <a:prstGeom prst="ellipse">
            <a:avLst/>
          </a:prstGeom>
          <a:solidFill>
            <a:srgbClr val="000000"/>
          </a:solidFill>
          <a:ln/>
        </p:spPr>
        <p:txBody>
          <a:bodyPr/>
          <a:lstStyle/>
          <a:p>
            <a:endParaRPr/>
          </a:p>
        </p:txBody>
      </p:sp>
      <p:sp>
        <p:nvSpPr>
          <p:cNvPr id="23" name="Shape 21"/>
          <p:cNvSpPr/>
          <p:nvPr/>
        </p:nvSpPr>
        <p:spPr>
          <a:xfrm>
            <a:off x="11262860" y="569742"/>
            <a:ext cx="34961" cy="34961"/>
          </a:xfrm>
          <a:prstGeom prst="ellipse">
            <a:avLst/>
          </a:prstGeom>
          <a:solidFill>
            <a:srgbClr val="000000"/>
          </a:solidFill>
          <a:ln/>
        </p:spPr>
        <p:txBody>
          <a:bodyPr/>
          <a:lstStyle/>
          <a:p>
            <a:endParaRPr/>
          </a:p>
        </p:txBody>
      </p:sp>
      <p:sp>
        <p:nvSpPr>
          <p:cNvPr id="24" name="Shape 22"/>
          <p:cNvSpPr/>
          <p:nvPr/>
        </p:nvSpPr>
        <p:spPr>
          <a:xfrm>
            <a:off x="11462521" y="569818"/>
            <a:ext cx="35294" cy="35294"/>
          </a:xfrm>
          <a:prstGeom prst="ellipse">
            <a:avLst/>
          </a:prstGeom>
          <a:solidFill>
            <a:srgbClr val="000000"/>
          </a:solidFill>
          <a:ln/>
        </p:spPr>
        <p:txBody>
          <a:bodyPr/>
          <a:lstStyle/>
          <a:p>
            <a:endParaRPr/>
          </a:p>
        </p:txBody>
      </p:sp>
      <p:sp>
        <p:nvSpPr>
          <p:cNvPr id="25" name="Shape 23"/>
          <p:cNvSpPr/>
          <p:nvPr/>
        </p:nvSpPr>
        <p:spPr>
          <a:xfrm>
            <a:off x="11145681" y="573441"/>
            <a:ext cx="34270" cy="34270"/>
          </a:xfrm>
          <a:prstGeom prst="ellipse">
            <a:avLst/>
          </a:prstGeom>
          <a:solidFill>
            <a:srgbClr val="000000"/>
          </a:solidFill>
          <a:ln/>
        </p:spPr>
        <p:txBody>
          <a:bodyPr/>
          <a:lstStyle/>
          <a:p>
            <a:endParaRPr/>
          </a:p>
        </p:txBody>
      </p:sp>
      <p:sp>
        <p:nvSpPr>
          <p:cNvPr id="26" name="Shape 24"/>
          <p:cNvSpPr/>
          <p:nvPr/>
        </p:nvSpPr>
        <p:spPr>
          <a:xfrm>
            <a:off x="11592015" y="593213"/>
            <a:ext cx="35294" cy="35294"/>
          </a:xfrm>
          <a:prstGeom prst="ellipse">
            <a:avLst/>
          </a:prstGeom>
          <a:solidFill>
            <a:srgbClr val="000000"/>
          </a:solidFill>
          <a:ln/>
        </p:spPr>
        <p:txBody>
          <a:bodyPr/>
          <a:lstStyle/>
          <a:p>
            <a:endParaRPr/>
          </a:p>
        </p:txBody>
      </p:sp>
      <p:sp>
        <p:nvSpPr>
          <p:cNvPr id="27" name="Shape 25"/>
          <p:cNvSpPr/>
          <p:nvPr/>
        </p:nvSpPr>
        <p:spPr>
          <a:xfrm>
            <a:off x="11019124" y="593444"/>
            <a:ext cx="34616" cy="34616"/>
          </a:xfrm>
          <a:prstGeom prst="ellipse">
            <a:avLst/>
          </a:prstGeom>
          <a:solidFill>
            <a:srgbClr val="000000"/>
          </a:solidFill>
          <a:ln/>
        </p:spPr>
        <p:txBody>
          <a:bodyPr/>
          <a:lstStyle/>
          <a:p>
            <a:endParaRPr/>
          </a:p>
        </p:txBody>
      </p:sp>
      <p:sp>
        <p:nvSpPr>
          <p:cNvPr id="28" name="Shape 26"/>
          <p:cNvSpPr/>
          <p:nvPr/>
        </p:nvSpPr>
        <p:spPr>
          <a:xfrm>
            <a:off x="11403576" y="610214"/>
            <a:ext cx="34961" cy="34961"/>
          </a:xfrm>
          <a:prstGeom prst="ellipse">
            <a:avLst/>
          </a:prstGeom>
          <a:solidFill>
            <a:srgbClr val="000000"/>
          </a:solidFill>
          <a:ln/>
        </p:spPr>
        <p:txBody>
          <a:bodyPr/>
          <a:lstStyle/>
          <a:p>
            <a:endParaRPr/>
          </a:p>
        </p:txBody>
      </p:sp>
      <p:sp>
        <p:nvSpPr>
          <p:cNvPr id="29" name="Shape 27"/>
          <p:cNvSpPr/>
          <p:nvPr/>
        </p:nvSpPr>
        <p:spPr>
          <a:xfrm>
            <a:off x="11201662" y="616570"/>
            <a:ext cx="35627" cy="35627"/>
          </a:xfrm>
          <a:prstGeom prst="ellipse">
            <a:avLst/>
          </a:prstGeom>
          <a:solidFill>
            <a:srgbClr val="000000"/>
          </a:solidFill>
          <a:ln/>
        </p:spPr>
        <p:txBody>
          <a:bodyPr/>
          <a:lstStyle/>
          <a:p>
            <a:endParaRPr/>
          </a:p>
        </p:txBody>
      </p:sp>
      <p:sp>
        <p:nvSpPr>
          <p:cNvPr id="30" name="Shape 28"/>
          <p:cNvSpPr/>
          <p:nvPr/>
        </p:nvSpPr>
        <p:spPr>
          <a:xfrm>
            <a:off x="11127484" y="620705"/>
            <a:ext cx="58030" cy="58030"/>
          </a:xfrm>
          <a:prstGeom prst="ellipse">
            <a:avLst/>
          </a:prstGeom>
          <a:solidFill>
            <a:srgbClr val="000000"/>
          </a:solidFill>
          <a:ln/>
        </p:spPr>
        <p:txBody>
          <a:bodyPr/>
          <a:lstStyle/>
          <a:p>
            <a:endParaRPr/>
          </a:p>
        </p:txBody>
      </p:sp>
      <p:sp>
        <p:nvSpPr>
          <p:cNvPr id="31" name="Shape 29"/>
          <p:cNvSpPr/>
          <p:nvPr/>
        </p:nvSpPr>
        <p:spPr>
          <a:xfrm>
            <a:off x="11460767" y="620852"/>
            <a:ext cx="57428" cy="57428"/>
          </a:xfrm>
          <a:prstGeom prst="ellipse">
            <a:avLst/>
          </a:prstGeom>
          <a:solidFill>
            <a:srgbClr val="000000"/>
          </a:solidFill>
          <a:ln/>
        </p:spPr>
        <p:txBody>
          <a:bodyPr/>
          <a:lstStyle/>
          <a:p>
            <a:endParaRPr/>
          </a:p>
        </p:txBody>
      </p:sp>
      <p:sp>
        <p:nvSpPr>
          <p:cNvPr id="32" name="Shape 30"/>
          <p:cNvSpPr/>
          <p:nvPr/>
        </p:nvSpPr>
        <p:spPr>
          <a:xfrm>
            <a:off x="11055219" y="640144"/>
            <a:ext cx="51718" cy="51718"/>
          </a:xfrm>
          <a:prstGeom prst="ellipse">
            <a:avLst/>
          </a:prstGeom>
          <a:solidFill>
            <a:srgbClr val="000000"/>
          </a:solidFill>
          <a:ln/>
        </p:spPr>
        <p:txBody>
          <a:bodyPr/>
          <a:lstStyle/>
          <a:p>
            <a:endParaRPr/>
          </a:p>
        </p:txBody>
      </p:sp>
      <p:sp>
        <p:nvSpPr>
          <p:cNvPr id="33" name="Shape 31"/>
          <p:cNvSpPr/>
          <p:nvPr/>
        </p:nvSpPr>
        <p:spPr>
          <a:xfrm>
            <a:off x="11539330" y="640266"/>
            <a:ext cx="51270" cy="51270"/>
          </a:xfrm>
          <a:prstGeom prst="ellipse">
            <a:avLst/>
          </a:prstGeom>
          <a:solidFill>
            <a:srgbClr val="000000"/>
          </a:solidFill>
          <a:ln/>
        </p:spPr>
        <p:txBody>
          <a:bodyPr/>
          <a:lstStyle/>
          <a:p>
            <a:endParaRPr/>
          </a:p>
        </p:txBody>
      </p:sp>
      <p:sp>
        <p:nvSpPr>
          <p:cNvPr id="34" name="Shape 32"/>
          <p:cNvSpPr/>
          <p:nvPr/>
        </p:nvSpPr>
        <p:spPr>
          <a:xfrm>
            <a:off x="11429576" y="682274"/>
            <a:ext cx="35627" cy="35627"/>
          </a:xfrm>
          <a:prstGeom prst="ellipse">
            <a:avLst/>
          </a:prstGeom>
          <a:solidFill>
            <a:srgbClr val="000000"/>
          </a:solidFill>
          <a:ln/>
        </p:spPr>
        <p:txBody>
          <a:bodyPr/>
          <a:lstStyle/>
          <a:p>
            <a:endParaRPr/>
          </a:p>
        </p:txBody>
      </p:sp>
      <p:sp>
        <p:nvSpPr>
          <p:cNvPr id="35" name="Shape 33"/>
          <p:cNvSpPr/>
          <p:nvPr/>
        </p:nvSpPr>
        <p:spPr>
          <a:xfrm>
            <a:off x="11004076" y="687222"/>
            <a:ext cx="34616" cy="34616"/>
          </a:xfrm>
          <a:prstGeom prst="ellipse">
            <a:avLst/>
          </a:prstGeom>
          <a:solidFill>
            <a:srgbClr val="000000"/>
          </a:solidFill>
          <a:ln/>
        </p:spPr>
        <p:txBody>
          <a:bodyPr/>
          <a:lstStyle/>
          <a:p>
            <a:endParaRPr/>
          </a:p>
        </p:txBody>
      </p:sp>
      <p:sp>
        <p:nvSpPr>
          <p:cNvPr id="36" name="Shape 34"/>
          <p:cNvSpPr/>
          <p:nvPr/>
        </p:nvSpPr>
        <p:spPr>
          <a:xfrm>
            <a:off x="11502052" y="685321"/>
            <a:ext cx="34270" cy="34270"/>
          </a:xfrm>
          <a:prstGeom prst="ellipse">
            <a:avLst/>
          </a:prstGeom>
          <a:solidFill>
            <a:srgbClr val="000000"/>
          </a:solidFill>
          <a:ln/>
        </p:spPr>
        <p:txBody>
          <a:bodyPr/>
          <a:lstStyle/>
          <a:p>
            <a:endParaRPr/>
          </a:p>
        </p:txBody>
      </p:sp>
      <p:sp>
        <p:nvSpPr>
          <p:cNvPr id="37" name="Shape 35"/>
          <p:cNvSpPr/>
          <p:nvPr/>
        </p:nvSpPr>
        <p:spPr>
          <a:xfrm>
            <a:off x="11606321" y="686422"/>
            <a:ext cx="35627" cy="35627"/>
          </a:xfrm>
          <a:prstGeom prst="ellipse">
            <a:avLst/>
          </a:prstGeom>
          <a:solidFill>
            <a:srgbClr val="000000"/>
          </a:solidFill>
          <a:ln/>
        </p:spPr>
        <p:txBody>
          <a:bodyPr/>
          <a:lstStyle/>
          <a:p>
            <a:endParaRPr/>
          </a:p>
        </p:txBody>
      </p:sp>
      <p:sp>
        <p:nvSpPr>
          <p:cNvPr id="38" name="Shape 36"/>
          <p:cNvSpPr/>
          <p:nvPr/>
        </p:nvSpPr>
        <p:spPr>
          <a:xfrm>
            <a:off x="11108908" y="688957"/>
            <a:ext cx="35294" cy="35294"/>
          </a:xfrm>
          <a:prstGeom prst="ellipse">
            <a:avLst/>
          </a:prstGeom>
          <a:solidFill>
            <a:srgbClr val="000000"/>
          </a:solidFill>
          <a:ln/>
        </p:spPr>
        <p:txBody>
          <a:bodyPr/>
          <a:lstStyle/>
          <a:p>
            <a:endParaRPr/>
          </a:p>
        </p:txBody>
      </p:sp>
      <p:sp>
        <p:nvSpPr>
          <p:cNvPr id="39" name="Shape 37"/>
          <p:cNvSpPr/>
          <p:nvPr/>
        </p:nvSpPr>
        <p:spPr>
          <a:xfrm>
            <a:off x="11179733" y="690371"/>
            <a:ext cx="36613" cy="36613"/>
          </a:xfrm>
          <a:prstGeom prst="ellipse">
            <a:avLst/>
          </a:prstGeom>
          <a:solidFill>
            <a:srgbClr val="000000"/>
          </a:solidFill>
          <a:ln/>
        </p:spPr>
        <p:txBody>
          <a:bodyPr/>
          <a:lstStyle/>
          <a:p>
            <a:endParaRPr/>
          </a:p>
        </p:txBody>
      </p:sp>
      <p:sp>
        <p:nvSpPr>
          <p:cNvPr id="40" name="Shape 38"/>
          <p:cNvSpPr/>
          <p:nvPr/>
        </p:nvSpPr>
        <p:spPr>
          <a:xfrm>
            <a:off x="11054764" y="716576"/>
            <a:ext cx="51936" cy="51936"/>
          </a:xfrm>
          <a:prstGeom prst="ellipse">
            <a:avLst/>
          </a:prstGeom>
          <a:solidFill>
            <a:srgbClr val="000000"/>
          </a:solidFill>
          <a:ln/>
        </p:spPr>
        <p:txBody>
          <a:bodyPr/>
          <a:lstStyle/>
          <a:p>
            <a:endParaRPr/>
          </a:p>
        </p:txBody>
      </p:sp>
      <p:sp>
        <p:nvSpPr>
          <p:cNvPr id="41" name="Shape 39"/>
          <p:cNvSpPr/>
          <p:nvPr/>
        </p:nvSpPr>
        <p:spPr>
          <a:xfrm>
            <a:off x="11539023" y="716851"/>
            <a:ext cx="51488" cy="51488"/>
          </a:xfrm>
          <a:prstGeom prst="ellipse">
            <a:avLst/>
          </a:prstGeom>
          <a:solidFill>
            <a:srgbClr val="000000"/>
          </a:solidFill>
          <a:ln/>
        </p:spPr>
        <p:txBody>
          <a:bodyPr/>
          <a:lstStyle/>
          <a:p>
            <a:endParaRPr/>
          </a:p>
        </p:txBody>
      </p:sp>
      <p:sp>
        <p:nvSpPr>
          <p:cNvPr id="42" name="Shape 40"/>
          <p:cNvSpPr/>
          <p:nvPr/>
        </p:nvSpPr>
        <p:spPr>
          <a:xfrm>
            <a:off x="11127490" y="729288"/>
            <a:ext cx="58222" cy="58222"/>
          </a:xfrm>
          <a:prstGeom prst="ellipse">
            <a:avLst/>
          </a:prstGeom>
          <a:solidFill>
            <a:srgbClr val="000000"/>
          </a:solidFill>
          <a:ln/>
        </p:spPr>
        <p:txBody>
          <a:bodyPr/>
          <a:lstStyle/>
          <a:p>
            <a:endParaRPr/>
          </a:p>
        </p:txBody>
      </p:sp>
      <p:sp>
        <p:nvSpPr>
          <p:cNvPr id="43" name="Shape 41"/>
          <p:cNvSpPr/>
          <p:nvPr/>
        </p:nvSpPr>
        <p:spPr>
          <a:xfrm>
            <a:off x="11460671" y="729781"/>
            <a:ext cx="57633" cy="57633"/>
          </a:xfrm>
          <a:prstGeom prst="ellipse">
            <a:avLst/>
          </a:prstGeom>
          <a:solidFill>
            <a:srgbClr val="000000"/>
          </a:solidFill>
          <a:ln/>
        </p:spPr>
        <p:txBody>
          <a:bodyPr/>
          <a:lstStyle/>
          <a:p>
            <a:endParaRPr/>
          </a:p>
        </p:txBody>
      </p:sp>
      <p:sp>
        <p:nvSpPr>
          <p:cNvPr id="44" name="Shape 42"/>
          <p:cNvSpPr/>
          <p:nvPr/>
        </p:nvSpPr>
        <p:spPr>
          <a:xfrm>
            <a:off x="11407973" y="756415"/>
            <a:ext cx="35960" cy="35960"/>
          </a:xfrm>
          <a:prstGeom prst="ellipse">
            <a:avLst/>
          </a:prstGeom>
          <a:solidFill>
            <a:srgbClr val="000000"/>
          </a:solidFill>
          <a:ln/>
        </p:spPr>
        <p:txBody>
          <a:bodyPr/>
          <a:lstStyle/>
          <a:p>
            <a:endParaRPr/>
          </a:p>
        </p:txBody>
      </p:sp>
      <p:sp>
        <p:nvSpPr>
          <p:cNvPr id="45" name="Shape 43"/>
          <p:cNvSpPr/>
          <p:nvPr/>
        </p:nvSpPr>
        <p:spPr>
          <a:xfrm>
            <a:off x="11207308" y="763884"/>
            <a:ext cx="34616" cy="34616"/>
          </a:xfrm>
          <a:prstGeom prst="ellipse">
            <a:avLst/>
          </a:prstGeom>
          <a:solidFill>
            <a:srgbClr val="000000"/>
          </a:solidFill>
          <a:ln/>
        </p:spPr>
        <p:txBody>
          <a:bodyPr/>
          <a:lstStyle/>
          <a:p>
            <a:endParaRPr/>
          </a:p>
        </p:txBody>
      </p:sp>
      <p:sp>
        <p:nvSpPr>
          <p:cNvPr id="46" name="Shape 44"/>
          <p:cNvSpPr/>
          <p:nvPr/>
        </p:nvSpPr>
        <p:spPr>
          <a:xfrm>
            <a:off x="11018670" y="780462"/>
            <a:ext cx="34616" cy="34616"/>
          </a:xfrm>
          <a:prstGeom prst="ellipse">
            <a:avLst/>
          </a:prstGeom>
          <a:solidFill>
            <a:srgbClr val="000000"/>
          </a:solidFill>
          <a:ln/>
        </p:spPr>
        <p:txBody>
          <a:bodyPr/>
          <a:lstStyle/>
          <a:p>
            <a:endParaRPr/>
          </a:p>
        </p:txBody>
      </p:sp>
      <p:sp>
        <p:nvSpPr>
          <p:cNvPr id="47" name="Shape 45"/>
          <p:cNvSpPr/>
          <p:nvPr/>
        </p:nvSpPr>
        <p:spPr>
          <a:xfrm>
            <a:off x="11591670" y="780123"/>
            <a:ext cx="35294" cy="35294"/>
          </a:xfrm>
          <a:prstGeom prst="ellipse">
            <a:avLst/>
          </a:prstGeom>
          <a:solidFill>
            <a:srgbClr val="000000"/>
          </a:solidFill>
          <a:ln/>
        </p:spPr>
        <p:txBody>
          <a:bodyPr/>
          <a:lstStyle/>
          <a:p>
            <a:endParaRPr/>
          </a:p>
        </p:txBody>
      </p:sp>
      <p:sp>
        <p:nvSpPr>
          <p:cNvPr id="48" name="Shape 46"/>
          <p:cNvSpPr/>
          <p:nvPr/>
        </p:nvSpPr>
        <p:spPr>
          <a:xfrm>
            <a:off x="11079010" y="790179"/>
            <a:ext cx="51270" cy="51270"/>
          </a:xfrm>
          <a:prstGeom prst="ellipse">
            <a:avLst/>
          </a:prstGeom>
          <a:solidFill>
            <a:srgbClr val="000000"/>
          </a:solidFill>
          <a:ln/>
        </p:spPr>
        <p:txBody>
          <a:bodyPr/>
          <a:lstStyle/>
          <a:p>
            <a:endParaRPr/>
          </a:p>
        </p:txBody>
      </p:sp>
      <p:sp>
        <p:nvSpPr>
          <p:cNvPr id="49" name="Shape 47"/>
          <p:cNvSpPr/>
          <p:nvPr/>
        </p:nvSpPr>
        <p:spPr>
          <a:xfrm>
            <a:off x="11515218" y="789692"/>
            <a:ext cx="52602" cy="52602"/>
          </a:xfrm>
          <a:prstGeom prst="ellipse">
            <a:avLst/>
          </a:prstGeom>
          <a:solidFill>
            <a:srgbClr val="000000"/>
          </a:solidFill>
          <a:ln/>
        </p:spPr>
        <p:txBody>
          <a:bodyPr/>
          <a:lstStyle/>
          <a:p>
            <a:endParaRPr/>
          </a:p>
        </p:txBody>
      </p:sp>
      <p:sp>
        <p:nvSpPr>
          <p:cNvPr id="50" name="Shape 48"/>
          <p:cNvSpPr/>
          <p:nvPr/>
        </p:nvSpPr>
        <p:spPr>
          <a:xfrm>
            <a:off x="11147371" y="803460"/>
            <a:ext cx="35627" cy="35627"/>
          </a:xfrm>
          <a:prstGeom prst="ellipse">
            <a:avLst/>
          </a:prstGeom>
          <a:solidFill>
            <a:srgbClr val="000000"/>
          </a:solidFill>
          <a:ln/>
        </p:spPr>
        <p:txBody>
          <a:bodyPr/>
          <a:lstStyle/>
          <a:p>
            <a:endParaRPr/>
          </a:p>
        </p:txBody>
      </p:sp>
      <p:sp>
        <p:nvSpPr>
          <p:cNvPr id="51" name="Shape 49"/>
          <p:cNvSpPr/>
          <p:nvPr/>
        </p:nvSpPr>
        <p:spPr>
          <a:xfrm>
            <a:off x="11347786" y="804293"/>
            <a:ext cx="35294" cy="35294"/>
          </a:xfrm>
          <a:prstGeom prst="ellipse">
            <a:avLst/>
          </a:prstGeom>
          <a:solidFill>
            <a:srgbClr val="000000"/>
          </a:solidFill>
          <a:ln/>
        </p:spPr>
        <p:txBody>
          <a:bodyPr/>
          <a:lstStyle/>
          <a:p>
            <a:endParaRPr/>
          </a:p>
        </p:txBody>
      </p:sp>
      <p:sp>
        <p:nvSpPr>
          <p:cNvPr id="52" name="Shape 50"/>
          <p:cNvSpPr/>
          <p:nvPr/>
        </p:nvSpPr>
        <p:spPr>
          <a:xfrm>
            <a:off x="11465119" y="800919"/>
            <a:ext cx="34961" cy="34961"/>
          </a:xfrm>
          <a:prstGeom prst="ellipse">
            <a:avLst/>
          </a:prstGeom>
          <a:solidFill>
            <a:srgbClr val="000000"/>
          </a:solidFill>
          <a:ln/>
        </p:spPr>
        <p:txBody>
          <a:bodyPr/>
          <a:lstStyle/>
          <a:p>
            <a:endParaRPr/>
          </a:p>
        </p:txBody>
      </p:sp>
      <p:sp>
        <p:nvSpPr>
          <p:cNvPr id="53" name="Shape 51"/>
          <p:cNvSpPr/>
          <p:nvPr/>
        </p:nvSpPr>
        <p:spPr>
          <a:xfrm>
            <a:off x="11270669" y="806590"/>
            <a:ext cx="35627" cy="35627"/>
          </a:xfrm>
          <a:prstGeom prst="ellipse">
            <a:avLst/>
          </a:prstGeom>
          <a:solidFill>
            <a:srgbClr val="000000"/>
          </a:solidFill>
          <a:ln/>
        </p:spPr>
        <p:txBody>
          <a:bodyPr/>
          <a:lstStyle/>
          <a:p>
            <a:endParaRPr/>
          </a:p>
        </p:txBody>
      </p:sp>
      <p:sp>
        <p:nvSpPr>
          <p:cNvPr id="54" name="Shape 52"/>
          <p:cNvSpPr/>
          <p:nvPr/>
        </p:nvSpPr>
        <p:spPr>
          <a:xfrm>
            <a:off x="11191498" y="817766"/>
            <a:ext cx="57633" cy="57633"/>
          </a:xfrm>
          <a:prstGeom prst="ellipse">
            <a:avLst/>
          </a:prstGeom>
          <a:solidFill>
            <a:srgbClr val="000000"/>
          </a:solidFill>
          <a:ln/>
        </p:spPr>
        <p:txBody>
          <a:bodyPr/>
          <a:lstStyle/>
          <a:p>
            <a:endParaRPr/>
          </a:p>
        </p:txBody>
      </p:sp>
      <p:sp>
        <p:nvSpPr>
          <p:cNvPr id="55" name="Shape 53"/>
          <p:cNvSpPr/>
          <p:nvPr/>
        </p:nvSpPr>
        <p:spPr>
          <a:xfrm>
            <a:off x="11396573" y="817888"/>
            <a:ext cx="57633" cy="57633"/>
          </a:xfrm>
          <a:prstGeom prst="ellipse">
            <a:avLst/>
          </a:prstGeom>
          <a:solidFill>
            <a:srgbClr val="000000"/>
          </a:solidFill>
          <a:ln/>
        </p:spPr>
        <p:txBody>
          <a:bodyPr/>
          <a:lstStyle/>
          <a:p>
            <a:endParaRPr/>
          </a:p>
        </p:txBody>
      </p:sp>
      <p:sp>
        <p:nvSpPr>
          <p:cNvPr id="56" name="Shape 54"/>
          <p:cNvSpPr/>
          <p:nvPr/>
        </p:nvSpPr>
        <p:spPr>
          <a:xfrm>
            <a:off x="11123445" y="851985"/>
            <a:ext cx="52167" cy="52167"/>
          </a:xfrm>
          <a:prstGeom prst="ellipse">
            <a:avLst/>
          </a:prstGeom>
          <a:solidFill>
            <a:srgbClr val="000000"/>
          </a:solidFill>
          <a:ln/>
        </p:spPr>
        <p:txBody>
          <a:bodyPr/>
          <a:lstStyle/>
          <a:p>
            <a:endParaRPr/>
          </a:p>
        </p:txBody>
      </p:sp>
      <p:sp>
        <p:nvSpPr>
          <p:cNvPr id="57" name="Shape 55"/>
          <p:cNvSpPr/>
          <p:nvPr/>
        </p:nvSpPr>
        <p:spPr>
          <a:xfrm>
            <a:off x="11294647" y="851390"/>
            <a:ext cx="57223" cy="57223"/>
          </a:xfrm>
          <a:prstGeom prst="ellipse">
            <a:avLst/>
          </a:prstGeom>
          <a:solidFill>
            <a:srgbClr val="000000"/>
          </a:solidFill>
          <a:ln/>
        </p:spPr>
        <p:txBody>
          <a:bodyPr/>
          <a:lstStyle/>
          <a:p>
            <a:endParaRPr/>
          </a:p>
        </p:txBody>
      </p:sp>
      <p:sp>
        <p:nvSpPr>
          <p:cNvPr id="58" name="Shape 56"/>
          <p:cNvSpPr/>
          <p:nvPr/>
        </p:nvSpPr>
        <p:spPr>
          <a:xfrm>
            <a:off x="11470202" y="852382"/>
            <a:ext cx="52384" cy="52384"/>
          </a:xfrm>
          <a:prstGeom prst="ellipse">
            <a:avLst/>
          </a:prstGeom>
          <a:solidFill>
            <a:srgbClr val="000000"/>
          </a:solidFill>
          <a:ln/>
        </p:spPr>
        <p:txBody>
          <a:bodyPr/>
          <a:lstStyle/>
          <a:p>
            <a:endParaRPr/>
          </a:p>
        </p:txBody>
      </p:sp>
      <p:sp>
        <p:nvSpPr>
          <p:cNvPr id="59" name="Shape 57"/>
          <p:cNvSpPr/>
          <p:nvPr/>
        </p:nvSpPr>
        <p:spPr>
          <a:xfrm>
            <a:off x="11060774" y="864607"/>
            <a:ext cx="35627" cy="35627"/>
          </a:xfrm>
          <a:prstGeom prst="ellipse">
            <a:avLst/>
          </a:prstGeom>
          <a:solidFill>
            <a:srgbClr val="000000"/>
          </a:solidFill>
          <a:ln/>
        </p:spPr>
        <p:txBody>
          <a:bodyPr/>
          <a:lstStyle/>
          <a:p>
            <a:endParaRPr/>
          </a:p>
        </p:txBody>
      </p:sp>
      <p:sp>
        <p:nvSpPr>
          <p:cNvPr id="60" name="Shape 58"/>
          <p:cNvSpPr/>
          <p:nvPr/>
        </p:nvSpPr>
        <p:spPr>
          <a:xfrm>
            <a:off x="11548733" y="864185"/>
            <a:ext cx="35627" cy="35627"/>
          </a:xfrm>
          <a:prstGeom prst="ellipse">
            <a:avLst/>
          </a:prstGeom>
          <a:solidFill>
            <a:srgbClr val="000000"/>
          </a:solidFill>
          <a:ln/>
        </p:spPr>
        <p:txBody>
          <a:bodyPr/>
          <a:lstStyle/>
          <a:p>
            <a:endParaRPr/>
          </a:p>
        </p:txBody>
      </p:sp>
      <p:sp>
        <p:nvSpPr>
          <p:cNvPr id="61" name="Shape 59"/>
          <p:cNvSpPr/>
          <p:nvPr/>
        </p:nvSpPr>
        <p:spPr>
          <a:xfrm>
            <a:off x="11246231" y="873908"/>
            <a:ext cx="35627" cy="35627"/>
          </a:xfrm>
          <a:prstGeom prst="ellipse">
            <a:avLst/>
          </a:prstGeom>
          <a:solidFill>
            <a:srgbClr val="000000"/>
          </a:solidFill>
          <a:ln/>
        </p:spPr>
        <p:txBody>
          <a:bodyPr/>
          <a:lstStyle/>
          <a:p>
            <a:endParaRPr/>
          </a:p>
        </p:txBody>
      </p:sp>
      <p:sp>
        <p:nvSpPr>
          <p:cNvPr id="62" name="Shape 60"/>
          <p:cNvSpPr/>
          <p:nvPr/>
        </p:nvSpPr>
        <p:spPr>
          <a:xfrm>
            <a:off x="11367418" y="872896"/>
            <a:ext cx="35627" cy="35627"/>
          </a:xfrm>
          <a:prstGeom prst="ellipse">
            <a:avLst/>
          </a:prstGeom>
          <a:solidFill>
            <a:srgbClr val="000000"/>
          </a:solidFill>
          <a:ln/>
        </p:spPr>
        <p:txBody>
          <a:bodyPr/>
          <a:lstStyle/>
          <a:p>
            <a:endParaRPr/>
          </a:p>
        </p:txBody>
      </p:sp>
      <p:sp>
        <p:nvSpPr>
          <p:cNvPr id="63" name="Shape 61"/>
          <p:cNvSpPr/>
          <p:nvPr/>
        </p:nvSpPr>
        <p:spPr>
          <a:xfrm>
            <a:off x="11185366" y="897322"/>
            <a:ext cx="51936" cy="51936"/>
          </a:xfrm>
          <a:prstGeom prst="ellipse">
            <a:avLst/>
          </a:prstGeom>
          <a:solidFill>
            <a:srgbClr val="000000"/>
          </a:solidFill>
          <a:ln/>
        </p:spPr>
        <p:txBody>
          <a:bodyPr/>
          <a:lstStyle/>
          <a:p>
            <a:endParaRPr/>
          </a:p>
        </p:txBody>
      </p:sp>
      <p:sp>
        <p:nvSpPr>
          <p:cNvPr id="64" name="Shape 62"/>
          <p:cNvSpPr/>
          <p:nvPr/>
        </p:nvSpPr>
        <p:spPr>
          <a:xfrm>
            <a:off x="11407845" y="897655"/>
            <a:ext cx="52602" cy="52602"/>
          </a:xfrm>
          <a:prstGeom prst="ellipse">
            <a:avLst/>
          </a:prstGeom>
          <a:solidFill>
            <a:srgbClr val="000000"/>
          </a:solidFill>
          <a:ln/>
        </p:spPr>
        <p:txBody>
          <a:bodyPr/>
          <a:lstStyle/>
          <a:p>
            <a:endParaRPr/>
          </a:p>
        </p:txBody>
      </p:sp>
      <p:sp>
        <p:nvSpPr>
          <p:cNvPr id="65" name="Shape 63"/>
          <p:cNvSpPr/>
          <p:nvPr/>
        </p:nvSpPr>
        <p:spPr>
          <a:xfrm>
            <a:off x="11258822" y="921466"/>
            <a:ext cx="51270" cy="51270"/>
          </a:xfrm>
          <a:prstGeom prst="ellipse">
            <a:avLst/>
          </a:prstGeom>
          <a:solidFill>
            <a:srgbClr val="000000"/>
          </a:solidFill>
          <a:ln/>
        </p:spPr>
        <p:txBody>
          <a:bodyPr/>
          <a:lstStyle/>
          <a:p>
            <a:endParaRPr/>
          </a:p>
        </p:txBody>
      </p:sp>
      <p:sp>
        <p:nvSpPr>
          <p:cNvPr id="66" name="Shape 64"/>
          <p:cNvSpPr/>
          <p:nvPr/>
        </p:nvSpPr>
        <p:spPr>
          <a:xfrm>
            <a:off x="11335350" y="921504"/>
            <a:ext cx="51270" cy="51270"/>
          </a:xfrm>
          <a:prstGeom prst="ellipse">
            <a:avLst/>
          </a:prstGeom>
          <a:solidFill>
            <a:srgbClr val="000000"/>
          </a:solidFill>
          <a:ln/>
        </p:spPr>
        <p:txBody>
          <a:bodyPr/>
          <a:lstStyle/>
          <a:p>
            <a:endParaRPr/>
          </a:p>
        </p:txBody>
      </p:sp>
      <p:sp>
        <p:nvSpPr>
          <p:cNvPr id="67" name="Shape 65"/>
          <p:cNvSpPr/>
          <p:nvPr/>
        </p:nvSpPr>
        <p:spPr>
          <a:xfrm>
            <a:off x="11127388" y="931368"/>
            <a:ext cx="35294" cy="35294"/>
          </a:xfrm>
          <a:prstGeom prst="ellipse">
            <a:avLst/>
          </a:prstGeom>
          <a:solidFill>
            <a:srgbClr val="000000"/>
          </a:solidFill>
          <a:ln/>
        </p:spPr>
        <p:txBody>
          <a:bodyPr/>
          <a:lstStyle/>
          <a:p>
            <a:endParaRPr/>
          </a:p>
        </p:txBody>
      </p:sp>
      <p:sp>
        <p:nvSpPr>
          <p:cNvPr id="68" name="Shape 66"/>
          <p:cNvSpPr/>
          <p:nvPr/>
        </p:nvSpPr>
        <p:spPr>
          <a:xfrm>
            <a:off x="11481979" y="931035"/>
            <a:ext cx="35960" cy="35960"/>
          </a:xfrm>
          <a:prstGeom prst="ellipse">
            <a:avLst/>
          </a:prstGeom>
          <a:solidFill>
            <a:srgbClr val="000000"/>
          </a:solidFill>
          <a:ln/>
        </p:spPr>
        <p:txBody>
          <a:bodyPr/>
          <a:lstStyle/>
          <a:p>
            <a:endParaRPr/>
          </a:p>
        </p:txBody>
      </p:sp>
      <p:sp>
        <p:nvSpPr>
          <p:cNvPr id="69" name="Shape 67"/>
          <p:cNvSpPr/>
          <p:nvPr/>
        </p:nvSpPr>
        <p:spPr>
          <a:xfrm>
            <a:off x="11211987" y="974695"/>
            <a:ext cx="34961" cy="34961"/>
          </a:xfrm>
          <a:prstGeom prst="ellipse">
            <a:avLst/>
          </a:prstGeom>
          <a:solidFill>
            <a:srgbClr val="000000"/>
          </a:solidFill>
          <a:ln/>
        </p:spPr>
        <p:txBody>
          <a:bodyPr/>
          <a:lstStyle/>
          <a:p>
            <a:endParaRPr/>
          </a:p>
        </p:txBody>
      </p:sp>
      <p:sp>
        <p:nvSpPr>
          <p:cNvPr id="70" name="Shape 68"/>
          <p:cNvSpPr/>
          <p:nvPr/>
        </p:nvSpPr>
        <p:spPr>
          <a:xfrm>
            <a:off x="11398461" y="974695"/>
            <a:ext cx="34961" cy="34961"/>
          </a:xfrm>
          <a:prstGeom prst="ellipse">
            <a:avLst/>
          </a:prstGeom>
          <a:solidFill>
            <a:srgbClr val="000000"/>
          </a:solidFill>
          <a:ln/>
        </p:spPr>
        <p:txBody>
          <a:bodyPr/>
          <a:lstStyle/>
          <a:p>
            <a:endParaRPr/>
          </a:p>
        </p:txBody>
      </p:sp>
      <p:sp>
        <p:nvSpPr>
          <p:cNvPr id="71" name="Shape 69"/>
          <p:cNvSpPr/>
          <p:nvPr/>
        </p:nvSpPr>
        <p:spPr>
          <a:xfrm>
            <a:off x="11304837" y="988501"/>
            <a:ext cx="35627" cy="35627"/>
          </a:xfrm>
          <a:prstGeom prst="ellipse">
            <a:avLst/>
          </a:prstGeom>
          <a:solidFill>
            <a:srgbClr val="000000"/>
          </a:solidFill>
          <a:ln/>
        </p:spPr>
        <p:txBody>
          <a:bodyPr/>
          <a:lstStyle/>
          <a:p>
            <a:endParaRPr/>
          </a:p>
        </p:txBody>
      </p:sp>
      <p:sp>
        <p:nvSpPr>
          <p:cNvPr id="72" name="Text 70"/>
          <p:cNvSpPr/>
          <p:nvPr/>
        </p:nvSpPr>
        <p:spPr>
          <a:xfrm>
            <a:off x="548640" y="411480"/>
            <a:ext cx="10088575" cy="777240"/>
          </a:xfrm>
          <a:prstGeom prst="rect">
            <a:avLst/>
          </a:prstGeom>
          <a:noFill/>
          <a:ln/>
        </p:spPr>
        <p:txBody>
          <a:bodyPr wrap="square" lIns="0" tIns="0" rIns="0" bIns="0" rtlCol="0" anchor="ctr"/>
          <a:lstStyle/>
          <a:p>
            <a:pPr marL="0" indent="0" algn="l">
              <a:lnSpc>
                <a:spcPct val="105000"/>
              </a:lnSpc>
              <a:buNone/>
            </a:pPr>
            <a:r>
              <a:rPr lang="en-US" sz="3400" dirty="0">
                <a:solidFill>
                  <a:srgbClr val="3D68EC"/>
                </a:solidFill>
                <a:latin typeface="General Sans Semibold" pitchFamily="34" charset="0"/>
                <a:ea typeface="General Sans Semibold" pitchFamily="34" charset="-122"/>
                <a:cs typeface="General Sans Semibold" pitchFamily="34" charset="-120"/>
              </a:rPr>
              <a:t>Waar let je op tijdens de rondes?</a:t>
            </a:r>
            <a:endParaRPr lang="en-US" sz="3400" dirty="0"/>
          </a:p>
        </p:txBody>
      </p:sp>
      <p:sp>
        <p:nvSpPr>
          <p:cNvPr id="73" name="Text 71"/>
          <p:cNvSpPr/>
          <p:nvPr/>
        </p:nvSpPr>
        <p:spPr>
          <a:xfrm>
            <a:off x="5669280" y="1463040"/>
            <a:ext cx="6035040" cy="705104"/>
          </a:xfrm>
          <a:prstGeom prst="rect">
            <a:avLst/>
          </a:prstGeom>
          <a:noFill/>
          <a:ln/>
        </p:spPr>
        <p:txBody>
          <a:bodyPr wrap="square" lIns="0" tIns="0" rIns="0" bIns="0" rtlCol="0" anchor="t"/>
          <a:lstStyle/>
          <a:p>
            <a:pPr marL="0" indent="0" algn="l">
              <a:lnSpc>
                <a:spcPct val="105000"/>
              </a:lnSpc>
              <a:buNone/>
            </a:pPr>
            <a:r>
              <a:rPr lang="en-US" sz="2200" dirty="0">
                <a:solidFill>
                  <a:srgbClr val="000000"/>
                </a:solidFill>
                <a:latin typeface="Cooper Lt BT" pitchFamily="34" charset="0"/>
                <a:ea typeface="Cooper Lt BT" pitchFamily="34" charset="-122"/>
                <a:cs typeface="Cooper Lt BT" pitchFamily="34" charset="-120"/>
              </a:rPr>
              <a:t>Voor prompter en checker. We bespreken het per stap bij de spiegelmomenten.</a:t>
            </a:r>
            <a:endParaRPr lang="en-US" sz="2200" dirty="0"/>
          </a:p>
        </p:txBody>
      </p:sp>
      <p:sp>
        <p:nvSpPr>
          <p:cNvPr id="74" name="Shape 72"/>
          <p:cNvSpPr/>
          <p:nvPr/>
        </p:nvSpPr>
        <p:spPr>
          <a:xfrm>
            <a:off x="5669280" y="2643632"/>
            <a:ext cx="201168" cy="201168"/>
          </a:xfrm>
          <a:prstGeom prst="ellipse">
            <a:avLst/>
          </a:prstGeom>
          <a:solidFill>
            <a:srgbClr val="3D68EC"/>
          </a:solidFill>
          <a:ln/>
        </p:spPr>
        <p:txBody>
          <a:bodyPr/>
          <a:lstStyle/>
          <a:p>
            <a:endParaRPr/>
          </a:p>
        </p:txBody>
      </p:sp>
      <p:sp>
        <p:nvSpPr>
          <p:cNvPr id="75" name="Text 73"/>
          <p:cNvSpPr/>
          <p:nvPr/>
        </p:nvSpPr>
        <p:spPr>
          <a:xfrm>
            <a:off x="6080760" y="2533904"/>
            <a:ext cx="5623560" cy="765556"/>
          </a:xfrm>
          <a:prstGeom prst="rect">
            <a:avLst/>
          </a:prstGeom>
          <a:noFill/>
          <a:ln/>
        </p:spPr>
        <p:txBody>
          <a:bodyPr wrap="square" lIns="0" tIns="0" rIns="0" bIns="0" rtlCol="0" anchor="t"/>
          <a:lstStyle/>
          <a:p>
            <a:pPr marL="0" indent="0" algn="l">
              <a:lnSpc>
                <a:spcPct val="105000"/>
              </a:lnSpc>
              <a:buNone/>
            </a:pPr>
            <a:r>
              <a:rPr lang="en-US" sz="1900" dirty="0">
                <a:solidFill>
                  <a:srgbClr val="DD784B"/>
                </a:solidFill>
                <a:latin typeface="General Sans Semibold" pitchFamily="34" charset="0"/>
                <a:ea typeface="General Sans Semibold" pitchFamily="34" charset="-122"/>
                <a:cs typeface="General Sans Semibold" pitchFamily="34" charset="-120"/>
              </a:rPr>
              <a:t>Gebruiksgemak:</a:t>
            </a:r>
            <a:r>
              <a:rPr lang="en-US" sz="1900" dirty="0">
                <a:solidFill>
                  <a:srgbClr val="000000"/>
                </a:solidFill>
                <a:latin typeface="General Sans" pitchFamily="34" charset="0"/>
                <a:ea typeface="General Sans" pitchFamily="34" charset="-122"/>
                <a:cs typeface="General Sans" pitchFamily="34" charset="-120"/>
              </a:rPr>
              <a:t> hoe gebruiksvriendelijk is het?</a:t>
            </a:r>
            <a:endParaRPr lang="en-US" sz="1900" dirty="0"/>
          </a:p>
        </p:txBody>
      </p:sp>
      <p:sp>
        <p:nvSpPr>
          <p:cNvPr id="76" name="Shape 74"/>
          <p:cNvSpPr/>
          <p:nvPr/>
        </p:nvSpPr>
        <p:spPr>
          <a:xfrm>
            <a:off x="5669280" y="3518916"/>
            <a:ext cx="201168" cy="201168"/>
          </a:xfrm>
          <a:prstGeom prst="ellipse">
            <a:avLst/>
          </a:prstGeom>
          <a:solidFill>
            <a:srgbClr val="DD784B"/>
          </a:solidFill>
          <a:ln/>
        </p:spPr>
        <p:txBody>
          <a:bodyPr/>
          <a:lstStyle/>
          <a:p>
            <a:endParaRPr/>
          </a:p>
        </p:txBody>
      </p:sp>
      <p:sp>
        <p:nvSpPr>
          <p:cNvPr id="77" name="Text 75"/>
          <p:cNvSpPr/>
          <p:nvPr/>
        </p:nvSpPr>
        <p:spPr>
          <a:xfrm>
            <a:off x="6080760" y="3409188"/>
            <a:ext cx="5623560" cy="765556"/>
          </a:xfrm>
          <a:prstGeom prst="rect">
            <a:avLst/>
          </a:prstGeom>
          <a:noFill/>
          <a:ln/>
        </p:spPr>
        <p:txBody>
          <a:bodyPr wrap="square" lIns="0" tIns="0" rIns="0" bIns="0" rtlCol="0" anchor="t"/>
          <a:lstStyle/>
          <a:p>
            <a:pPr marL="0" indent="0" algn="l">
              <a:lnSpc>
                <a:spcPct val="105000"/>
              </a:lnSpc>
              <a:buNone/>
            </a:pPr>
            <a:r>
              <a:rPr lang="en-US" sz="1900" dirty="0">
                <a:solidFill>
                  <a:srgbClr val="DD784B"/>
                </a:solidFill>
                <a:latin typeface="General Sans Semibold" pitchFamily="34" charset="0"/>
                <a:ea typeface="General Sans Semibold" pitchFamily="34" charset="-122"/>
                <a:cs typeface="General Sans Semibold" pitchFamily="34" charset="-120"/>
              </a:rPr>
              <a:t>Stappen:</a:t>
            </a:r>
            <a:r>
              <a:rPr lang="en-US" sz="1900" dirty="0">
                <a:solidFill>
                  <a:srgbClr val="000000"/>
                </a:solidFill>
                <a:latin typeface="General Sans" pitchFamily="34" charset="0"/>
                <a:ea typeface="General Sans" pitchFamily="34" charset="-122"/>
                <a:cs typeface="General Sans" pitchFamily="34" charset="-120"/>
              </a:rPr>
              <a:t> zijn ze logisch, en mist er een stap?</a:t>
            </a:r>
            <a:endParaRPr lang="en-US" sz="1900" dirty="0"/>
          </a:p>
        </p:txBody>
      </p:sp>
      <p:sp>
        <p:nvSpPr>
          <p:cNvPr id="78" name="Shape 76"/>
          <p:cNvSpPr/>
          <p:nvPr/>
        </p:nvSpPr>
        <p:spPr>
          <a:xfrm>
            <a:off x="5669280" y="4394200"/>
            <a:ext cx="201168" cy="201168"/>
          </a:xfrm>
          <a:prstGeom prst="ellipse">
            <a:avLst/>
          </a:prstGeom>
          <a:solidFill>
            <a:srgbClr val="00AF81"/>
          </a:solidFill>
          <a:ln/>
        </p:spPr>
        <p:txBody>
          <a:bodyPr/>
          <a:lstStyle/>
          <a:p>
            <a:endParaRPr/>
          </a:p>
        </p:txBody>
      </p:sp>
      <p:sp>
        <p:nvSpPr>
          <p:cNvPr id="79" name="Text 77"/>
          <p:cNvSpPr/>
          <p:nvPr/>
        </p:nvSpPr>
        <p:spPr>
          <a:xfrm>
            <a:off x="6080760" y="4284472"/>
            <a:ext cx="5623560" cy="765556"/>
          </a:xfrm>
          <a:prstGeom prst="rect">
            <a:avLst/>
          </a:prstGeom>
          <a:noFill/>
          <a:ln/>
        </p:spPr>
        <p:txBody>
          <a:bodyPr wrap="square" lIns="0" tIns="0" rIns="0" bIns="0" rtlCol="0" anchor="t"/>
          <a:lstStyle/>
          <a:p>
            <a:pPr marL="0" indent="0" algn="l">
              <a:lnSpc>
                <a:spcPct val="105000"/>
              </a:lnSpc>
              <a:buNone/>
            </a:pPr>
            <a:r>
              <a:rPr lang="en-US" sz="1900" dirty="0">
                <a:solidFill>
                  <a:srgbClr val="DD784B"/>
                </a:solidFill>
                <a:latin typeface="General Sans Semibold" pitchFamily="34" charset="0"/>
                <a:ea typeface="General Sans Semibold" pitchFamily="34" charset="-122"/>
                <a:cs typeface="General Sans Semibold" pitchFamily="34" charset="-120"/>
              </a:rPr>
              <a:t>Resultaat:</a:t>
            </a:r>
            <a:r>
              <a:rPr lang="en-US" sz="1900" dirty="0">
                <a:solidFill>
                  <a:srgbClr val="000000"/>
                </a:solidFill>
                <a:latin typeface="General Sans" pitchFamily="34" charset="0"/>
                <a:ea typeface="General Sans" pitchFamily="34" charset="-122"/>
                <a:cs typeface="General Sans" pitchFamily="34" charset="-120"/>
              </a:rPr>
              <a:t> sluit het aan bij wat je vroeg?</a:t>
            </a:r>
            <a:endParaRPr lang="en-US" sz="1900" dirty="0"/>
          </a:p>
        </p:txBody>
      </p:sp>
      <p:sp>
        <p:nvSpPr>
          <p:cNvPr id="80" name="Shape 78"/>
          <p:cNvSpPr/>
          <p:nvPr/>
        </p:nvSpPr>
        <p:spPr>
          <a:xfrm>
            <a:off x="5669280" y="5269484"/>
            <a:ext cx="201168" cy="201168"/>
          </a:xfrm>
          <a:prstGeom prst="ellipse">
            <a:avLst/>
          </a:prstGeom>
          <a:solidFill>
            <a:srgbClr val="F4D74B"/>
          </a:solidFill>
          <a:ln/>
        </p:spPr>
        <p:txBody>
          <a:bodyPr/>
          <a:lstStyle/>
          <a:p>
            <a:endParaRPr/>
          </a:p>
        </p:txBody>
      </p:sp>
      <p:sp>
        <p:nvSpPr>
          <p:cNvPr id="81" name="Text 79"/>
          <p:cNvSpPr/>
          <p:nvPr/>
        </p:nvSpPr>
        <p:spPr>
          <a:xfrm>
            <a:off x="6080760" y="5159756"/>
            <a:ext cx="5623560" cy="765556"/>
          </a:xfrm>
          <a:prstGeom prst="rect">
            <a:avLst/>
          </a:prstGeom>
          <a:noFill/>
          <a:ln/>
        </p:spPr>
        <p:txBody>
          <a:bodyPr wrap="square" lIns="0" tIns="0" rIns="0" bIns="0" rtlCol="0" anchor="t"/>
          <a:lstStyle/>
          <a:p>
            <a:pPr marL="0" indent="0" algn="l">
              <a:lnSpc>
                <a:spcPct val="105000"/>
              </a:lnSpc>
              <a:buNone/>
            </a:pPr>
            <a:r>
              <a:rPr lang="en-US" sz="1900" dirty="0">
                <a:solidFill>
                  <a:srgbClr val="DD784B"/>
                </a:solidFill>
                <a:latin typeface="General Sans Semibold" pitchFamily="34" charset="0"/>
                <a:ea typeface="General Sans Semibold" pitchFamily="34" charset="-122"/>
                <a:cs typeface="General Sans Semibold" pitchFamily="34" charset="-120"/>
              </a:rPr>
              <a:t>Bruikbaar:</a:t>
            </a:r>
            <a:r>
              <a:rPr lang="en-US" sz="1900" dirty="0">
                <a:solidFill>
                  <a:srgbClr val="000000"/>
                </a:solidFill>
                <a:latin typeface="General Sans" pitchFamily="34" charset="0"/>
                <a:ea typeface="General Sans" pitchFamily="34" charset="-122"/>
                <a:cs typeface="General Sans" pitchFamily="34" charset="-120"/>
              </a:rPr>
              <a:t> is het informatief genoeg om te gebruiken?</a:t>
            </a:r>
            <a:endParaRPr lang="en-US" sz="1900" dirty="0"/>
          </a:p>
        </p:txBody>
      </p:sp>
      <p:pic>
        <p:nvPicPr>
          <p:cNvPr id="82" name="Image 0" descr="exports\261027_workshop_rad_hulp2\img\verrekijker.png"/>
          <p:cNvPicPr>
            <a:picLocks noChangeAspect="1"/>
          </p:cNvPicPr>
          <p:nvPr/>
        </p:nvPicPr>
        <p:blipFill>
          <a:blip r:embed="rId3"/>
          <a:stretch>
            <a:fillRect/>
          </a:stretch>
        </p:blipFill>
        <p:spPr>
          <a:xfrm>
            <a:off x="548640" y="1417320"/>
            <a:ext cx="4206240" cy="420624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4">
    <p:bg>
      <p:bgPr>
        <a:solidFill>
          <a:srgbClr val="00AF81"/>
        </a:solidFill>
        <a:effectLst/>
      </p:bgPr>
    </p:bg>
    <p:spTree>
      <p:nvGrpSpPr>
        <p:cNvPr id="1" name=""/>
        <p:cNvGrpSpPr/>
        <p:nvPr/>
      </p:nvGrpSpPr>
      <p:grpSpPr>
        <a:xfrm>
          <a:off x="0" y="0"/>
          <a:ext cx="0" cy="0"/>
          <a:chOff x="0" y="0"/>
          <a:chExt cx="0" cy="0"/>
        </a:xfrm>
      </p:grpSpPr>
      <p:sp>
        <p:nvSpPr>
          <p:cNvPr id="2" name="Shape 0"/>
          <p:cNvSpPr/>
          <p:nvPr/>
        </p:nvSpPr>
        <p:spPr>
          <a:xfrm>
            <a:off x="11304952" y="384048"/>
            <a:ext cx="35960" cy="35960"/>
          </a:xfrm>
          <a:prstGeom prst="ellipse">
            <a:avLst/>
          </a:prstGeom>
          <a:solidFill>
            <a:srgbClr val="000000"/>
          </a:solidFill>
          <a:ln/>
        </p:spPr>
        <p:txBody>
          <a:bodyPr/>
          <a:lstStyle/>
          <a:p>
            <a:endParaRPr/>
          </a:p>
        </p:txBody>
      </p:sp>
      <p:sp>
        <p:nvSpPr>
          <p:cNvPr id="3" name="Shape 1"/>
          <p:cNvSpPr/>
          <p:nvPr/>
        </p:nvSpPr>
        <p:spPr>
          <a:xfrm>
            <a:off x="11212173" y="399224"/>
            <a:ext cx="34616" cy="34616"/>
          </a:xfrm>
          <a:prstGeom prst="ellipse">
            <a:avLst/>
          </a:prstGeom>
          <a:solidFill>
            <a:srgbClr val="000000"/>
          </a:solidFill>
          <a:ln/>
        </p:spPr>
        <p:txBody>
          <a:bodyPr/>
          <a:lstStyle/>
          <a:p>
            <a:endParaRPr/>
          </a:p>
        </p:txBody>
      </p:sp>
      <p:sp>
        <p:nvSpPr>
          <p:cNvPr id="4" name="Shape 2"/>
          <p:cNvSpPr/>
          <p:nvPr/>
        </p:nvSpPr>
        <p:spPr>
          <a:xfrm>
            <a:off x="11398641" y="399224"/>
            <a:ext cx="34616" cy="34616"/>
          </a:xfrm>
          <a:prstGeom prst="ellipse">
            <a:avLst/>
          </a:prstGeom>
          <a:solidFill>
            <a:srgbClr val="000000"/>
          </a:solidFill>
          <a:ln/>
        </p:spPr>
        <p:txBody>
          <a:bodyPr/>
          <a:lstStyle/>
          <a:p>
            <a:endParaRPr/>
          </a:p>
        </p:txBody>
      </p:sp>
      <p:sp>
        <p:nvSpPr>
          <p:cNvPr id="5" name="Shape 3"/>
          <p:cNvSpPr/>
          <p:nvPr/>
        </p:nvSpPr>
        <p:spPr>
          <a:xfrm>
            <a:off x="11258374" y="435357"/>
            <a:ext cx="51936" cy="51936"/>
          </a:xfrm>
          <a:prstGeom prst="ellipse">
            <a:avLst/>
          </a:prstGeom>
          <a:solidFill>
            <a:srgbClr val="000000"/>
          </a:solidFill>
          <a:ln/>
        </p:spPr>
        <p:txBody>
          <a:bodyPr/>
          <a:lstStyle/>
          <a:p>
            <a:endParaRPr/>
          </a:p>
        </p:txBody>
      </p:sp>
      <p:sp>
        <p:nvSpPr>
          <p:cNvPr id="6" name="Shape 4"/>
          <p:cNvSpPr/>
          <p:nvPr/>
        </p:nvSpPr>
        <p:spPr>
          <a:xfrm>
            <a:off x="11335407" y="435306"/>
            <a:ext cx="51718" cy="51718"/>
          </a:xfrm>
          <a:prstGeom prst="ellipse">
            <a:avLst/>
          </a:prstGeom>
          <a:solidFill>
            <a:srgbClr val="000000"/>
          </a:solidFill>
          <a:ln/>
        </p:spPr>
        <p:txBody>
          <a:bodyPr/>
          <a:lstStyle/>
          <a:p>
            <a:endParaRPr/>
          </a:p>
        </p:txBody>
      </p:sp>
      <p:sp>
        <p:nvSpPr>
          <p:cNvPr id="7" name="Shape 5"/>
          <p:cNvSpPr/>
          <p:nvPr/>
        </p:nvSpPr>
        <p:spPr>
          <a:xfrm>
            <a:off x="11127388" y="442398"/>
            <a:ext cx="35294" cy="35294"/>
          </a:xfrm>
          <a:prstGeom prst="ellipse">
            <a:avLst/>
          </a:prstGeom>
          <a:solidFill>
            <a:srgbClr val="000000"/>
          </a:solidFill>
          <a:ln/>
        </p:spPr>
        <p:txBody>
          <a:bodyPr/>
          <a:lstStyle/>
          <a:p>
            <a:endParaRPr/>
          </a:p>
        </p:txBody>
      </p:sp>
      <p:sp>
        <p:nvSpPr>
          <p:cNvPr id="8" name="Shape 6"/>
          <p:cNvSpPr/>
          <p:nvPr/>
        </p:nvSpPr>
        <p:spPr>
          <a:xfrm>
            <a:off x="11482145" y="441649"/>
            <a:ext cx="35960" cy="35960"/>
          </a:xfrm>
          <a:prstGeom prst="ellipse">
            <a:avLst/>
          </a:prstGeom>
          <a:solidFill>
            <a:srgbClr val="000000"/>
          </a:solidFill>
          <a:ln/>
        </p:spPr>
        <p:txBody>
          <a:bodyPr/>
          <a:lstStyle/>
          <a:p>
            <a:endParaRPr/>
          </a:p>
        </p:txBody>
      </p:sp>
      <p:sp>
        <p:nvSpPr>
          <p:cNvPr id="9" name="Shape 7"/>
          <p:cNvSpPr/>
          <p:nvPr/>
        </p:nvSpPr>
        <p:spPr>
          <a:xfrm>
            <a:off x="11185603" y="459328"/>
            <a:ext cx="52167" cy="52167"/>
          </a:xfrm>
          <a:prstGeom prst="ellipse">
            <a:avLst/>
          </a:prstGeom>
          <a:solidFill>
            <a:srgbClr val="000000"/>
          </a:solidFill>
          <a:ln/>
        </p:spPr>
        <p:txBody>
          <a:bodyPr/>
          <a:lstStyle/>
          <a:p>
            <a:endParaRPr/>
          </a:p>
        </p:txBody>
      </p:sp>
      <p:sp>
        <p:nvSpPr>
          <p:cNvPr id="10" name="Shape 8"/>
          <p:cNvSpPr/>
          <p:nvPr/>
        </p:nvSpPr>
        <p:spPr>
          <a:xfrm>
            <a:off x="11408043" y="458713"/>
            <a:ext cx="52384" cy="52384"/>
          </a:xfrm>
          <a:prstGeom prst="ellipse">
            <a:avLst/>
          </a:prstGeom>
          <a:solidFill>
            <a:srgbClr val="000000"/>
          </a:solidFill>
          <a:ln/>
        </p:spPr>
        <p:txBody>
          <a:bodyPr/>
          <a:lstStyle/>
          <a:p>
            <a:endParaRPr/>
          </a:p>
        </p:txBody>
      </p:sp>
      <p:sp>
        <p:nvSpPr>
          <p:cNvPr id="11" name="Shape 9"/>
          <p:cNvSpPr/>
          <p:nvPr/>
        </p:nvSpPr>
        <p:spPr>
          <a:xfrm>
            <a:off x="11241891" y="499749"/>
            <a:ext cx="36613" cy="36613"/>
          </a:xfrm>
          <a:prstGeom prst="ellipse">
            <a:avLst/>
          </a:prstGeom>
          <a:solidFill>
            <a:srgbClr val="000000"/>
          </a:solidFill>
          <a:ln/>
        </p:spPr>
        <p:txBody>
          <a:bodyPr/>
          <a:lstStyle/>
          <a:p>
            <a:endParaRPr/>
          </a:p>
        </p:txBody>
      </p:sp>
      <p:sp>
        <p:nvSpPr>
          <p:cNvPr id="12" name="Shape 10"/>
          <p:cNvSpPr/>
          <p:nvPr/>
        </p:nvSpPr>
        <p:spPr>
          <a:xfrm>
            <a:off x="11294557" y="500146"/>
            <a:ext cx="57223" cy="57223"/>
          </a:xfrm>
          <a:prstGeom prst="ellipse">
            <a:avLst/>
          </a:prstGeom>
          <a:solidFill>
            <a:srgbClr val="000000"/>
          </a:solidFill>
          <a:ln/>
        </p:spPr>
        <p:txBody>
          <a:bodyPr/>
          <a:lstStyle/>
          <a:p>
            <a:endParaRPr/>
          </a:p>
        </p:txBody>
      </p:sp>
      <p:sp>
        <p:nvSpPr>
          <p:cNvPr id="13" name="Shape 11"/>
          <p:cNvSpPr/>
          <p:nvPr/>
        </p:nvSpPr>
        <p:spPr>
          <a:xfrm>
            <a:off x="11364102" y="498770"/>
            <a:ext cx="35294" cy="35294"/>
          </a:xfrm>
          <a:prstGeom prst="ellipse">
            <a:avLst/>
          </a:prstGeom>
          <a:solidFill>
            <a:srgbClr val="000000"/>
          </a:solidFill>
          <a:ln/>
        </p:spPr>
        <p:txBody>
          <a:bodyPr/>
          <a:lstStyle/>
          <a:p>
            <a:endParaRPr/>
          </a:p>
        </p:txBody>
      </p:sp>
      <p:sp>
        <p:nvSpPr>
          <p:cNvPr id="14" name="Shape 12"/>
          <p:cNvSpPr/>
          <p:nvPr/>
        </p:nvSpPr>
        <p:spPr>
          <a:xfrm>
            <a:off x="11123515" y="504524"/>
            <a:ext cx="51936" cy="51936"/>
          </a:xfrm>
          <a:prstGeom prst="ellipse">
            <a:avLst/>
          </a:prstGeom>
          <a:solidFill>
            <a:srgbClr val="000000"/>
          </a:solidFill>
          <a:ln/>
        </p:spPr>
        <p:txBody>
          <a:bodyPr/>
          <a:lstStyle/>
          <a:p>
            <a:endParaRPr/>
          </a:p>
        </p:txBody>
      </p:sp>
      <p:sp>
        <p:nvSpPr>
          <p:cNvPr id="15" name="Shape 13"/>
          <p:cNvSpPr/>
          <p:nvPr/>
        </p:nvSpPr>
        <p:spPr>
          <a:xfrm>
            <a:off x="11470202" y="504300"/>
            <a:ext cx="52384" cy="52384"/>
          </a:xfrm>
          <a:prstGeom prst="ellipse">
            <a:avLst/>
          </a:prstGeom>
          <a:solidFill>
            <a:srgbClr val="000000"/>
          </a:solidFill>
          <a:ln/>
        </p:spPr>
        <p:txBody>
          <a:bodyPr/>
          <a:lstStyle/>
          <a:p>
            <a:endParaRPr/>
          </a:p>
        </p:txBody>
      </p:sp>
      <p:sp>
        <p:nvSpPr>
          <p:cNvPr id="16" name="Shape 14"/>
          <p:cNvSpPr/>
          <p:nvPr/>
        </p:nvSpPr>
        <p:spPr>
          <a:xfrm>
            <a:off x="11060774" y="508825"/>
            <a:ext cx="35627" cy="35627"/>
          </a:xfrm>
          <a:prstGeom prst="ellipse">
            <a:avLst/>
          </a:prstGeom>
          <a:solidFill>
            <a:srgbClr val="000000"/>
          </a:solidFill>
          <a:ln/>
        </p:spPr>
        <p:txBody>
          <a:bodyPr/>
          <a:lstStyle/>
          <a:p>
            <a:endParaRPr/>
          </a:p>
        </p:txBody>
      </p:sp>
      <p:sp>
        <p:nvSpPr>
          <p:cNvPr id="17" name="Shape 15"/>
          <p:cNvSpPr/>
          <p:nvPr/>
        </p:nvSpPr>
        <p:spPr>
          <a:xfrm>
            <a:off x="11548535" y="508038"/>
            <a:ext cx="36613" cy="36613"/>
          </a:xfrm>
          <a:prstGeom prst="ellipse">
            <a:avLst/>
          </a:prstGeom>
          <a:solidFill>
            <a:srgbClr val="000000"/>
          </a:solidFill>
          <a:ln/>
        </p:spPr>
        <p:txBody>
          <a:bodyPr/>
          <a:lstStyle/>
          <a:p>
            <a:endParaRPr/>
          </a:p>
        </p:txBody>
      </p:sp>
      <p:sp>
        <p:nvSpPr>
          <p:cNvPr id="18" name="Shape 16"/>
          <p:cNvSpPr/>
          <p:nvPr/>
        </p:nvSpPr>
        <p:spPr>
          <a:xfrm>
            <a:off x="11191466" y="533379"/>
            <a:ext cx="57825" cy="57825"/>
          </a:xfrm>
          <a:prstGeom prst="ellipse">
            <a:avLst/>
          </a:prstGeom>
          <a:solidFill>
            <a:srgbClr val="000000"/>
          </a:solidFill>
          <a:ln/>
        </p:spPr>
        <p:txBody>
          <a:bodyPr/>
          <a:lstStyle/>
          <a:p>
            <a:endParaRPr/>
          </a:p>
        </p:txBody>
      </p:sp>
      <p:sp>
        <p:nvSpPr>
          <p:cNvPr id="19" name="Shape 17"/>
          <p:cNvSpPr/>
          <p:nvPr/>
        </p:nvSpPr>
        <p:spPr>
          <a:xfrm>
            <a:off x="11396535" y="533494"/>
            <a:ext cx="57428" cy="57428"/>
          </a:xfrm>
          <a:prstGeom prst="ellipse">
            <a:avLst/>
          </a:prstGeom>
          <a:solidFill>
            <a:srgbClr val="000000"/>
          </a:solidFill>
          <a:ln/>
        </p:spPr>
        <p:txBody>
          <a:bodyPr/>
          <a:lstStyle/>
          <a:p>
            <a:endParaRPr/>
          </a:p>
        </p:txBody>
      </p:sp>
      <p:sp>
        <p:nvSpPr>
          <p:cNvPr id="20" name="Shape 18"/>
          <p:cNvSpPr/>
          <p:nvPr/>
        </p:nvSpPr>
        <p:spPr>
          <a:xfrm>
            <a:off x="11079087" y="567226"/>
            <a:ext cx="51270" cy="51270"/>
          </a:xfrm>
          <a:prstGeom prst="ellipse">
            <a:avLst/>
          </a:prstGeom>
          <a:solidFill>
            <a:srgbClr val="000000"/>
          </a:solidFill>
          <a:ln/>
        </p:spPr>
        <p:txBody>
          <a:bodyPr/>
          <a:lstStyle/>
          <a:p>
            <a:endParaRPr/>
          </a:p>
        </p:txBody>
      </p:sp>
      <p:sp>
        <p:nvSpPr>
          <p:cNvPr id="21" name="Shape 19"/>
          <p:cNvSpPr/>
          <p:nvPr/>
        </p:nvSpPr>
        <p:spPr>
          <a:xfrm>
            <a:off x="11339728" y="567053"/>
            <a:ext cx="34616" cy="34616"/>
          </a:xfrm>
          <a:prstGeom prst="ellipse">
            <a:avLst/>
          </a:prstGeom>
          <a:solidFill>
            <a:srgbClr val="000000"/>
          </a:solidFill>
          <a:ln/>
        </p:spPr>
        <p:txBody>
          <a:bodyPr/>
          <a:lstStyle/>
          <a:p>
            <a:endParaRPr/>
          </a:p>
        </p:txBody>
      </p:sp>
      <p:sp>
        <p:nvSpPr>
          <p:cNvPr id="22" name="Shape 20"/>
          <p:cNvSpPr/>
          <p:nvPr/>
        </p:nvSpPr>
        <p:spPr>
          <a:xfrm>
            <a:off x="11515167" y="566234"/>
            <a:ext cx="52819" cy="52819"/>
          </a:xfrm>
          <a:prstGeom prst="ellipse">
            <a:avLst/>
          </a:prstGeom>
          <a:solidFill>
            <a:srgbClr val="000000"/>
          </a:solidFill>
          <a:ln/>
        </p:spPr>
        <p:txBody>
          <a:bodyPr/>
          <a:lstStyle/>
          <a:p>
            <a:endParaRPr/>
          </a:p>
        </p:txBody>
      </p:sp>
      <p:sp>
        <p:nvSpPr>
          <p:cNvPr id="23" name="Shape 21"/>
          <p:cNvSpPr/>
          <p:nvPr/>
        </p:nvSpPr>
        <p:spPr>
          <a:xfrm>
            <a:off x="11262860" y="569742"/>
            <a:ext cx="34961" cy="34961"/>
          </a:xfrm>
          <a:prstGeom prst="ellipse">
            <a:avLst/>
          </a:prstGeom>
          <a:solidFill>
            <a:srgbClr val="000000"/>
          </a:solidFill>
          <a:ln/>
        </p:spPr>
        <p:txBody>
          <a:bodyPr/>
          <a:lstStyle/>
          <a:p>
            <a:endParaRPr/>
          </a:p>
        </p:txBody>
      </p:sp>
      <p:sp>
        <p:nvSpPr>
          <p:cNvPr id="24" name="Shape 22"/>
          <p:cNvSpPr/>
          <p:nvPr/>
        </p:nvSpPr>
        <p:spPr>
          <a:xfrm>
            <a:off x="11462521" y="569818"/>
            <a:ext cx="35294" cy="35294"/>
          </a:xfrm>
          <a:prstGeom prst="ellipse">
            <a:avLst/>
          </a:prstGeom>
          <a:solidFill>
            <a:srgbClr val="000000"/>
          </a:solidFill>
          <a:ln/>
        </p:spPr>
        <p:txBody>
          <a:bodyPr/>
          <a:lstStyle/>
          <a:p>
            <a:endParaRPr/>
          </a:p>
        </p:txBody>
      </p:sp>
      <p:sp>
        <p:nvSpPr>
          <p:cNvPr id="25" name="Shape 23"/>
          <p:cNvSpPr/>
          <p:nvPr/>
        </p:nvSpPr>
        <p:spPr>
          <a:xfrm>
            <a:off x="11145681" y="573441"/>
            <a:ext cx="34270" cy="34270"/>
          </a:xfrm>
          <a:prstGeom prst="ellipse">
            <a:avLst/>
          </a:prstGeom>
          <a:solidFill>
            <a:srgbClr val="000000"/>
          </a:solidFill>
          <a:ln/>
        </p:spPr>
        <p:txBody>
          <a:bodyPr/>
          <a:lstStyle/>
          <a:p>
            <a:endParaRPr/>
          </a:p>
        </p:txBody>
      </p:sp>
      <p:sp>
        <p:nvSpPr>
          <p:cNvPr id="26" name="Shape 24"/>
          <p:cNvSpPr/>
          <p:nvPr/>
        </p:nvSpPr>
        <p:spPr>
          <a:xfrm>
            <a:off x="11592015" y="593213"/>
            <a:ext cx="35294" cy="35294"/>
          </a:xfrm>
          <a:prstGeom prst="ellipse">
            <a:avLst/>
          </a:prstGeom>
          <a:solidFill>
            <a:srgbClr val="000000"/>
          </a:solidFill>
          <a:ln/>
        </p:spPr>
        <p:txBody>
          <a:bodyPr/>
          <a:lstStyle/>
          <a:p>
            <a:endParaRPr/>
          </a:p>
        </p:txBody>
      </p:sp>
      <p:sp>
        <p:nvSpPr>
          <p:cNvPr id="27" name="Shape 25"/>
          <p:cNvSpPr/>
          <p:nvPr/>
        </p:nvSpPr>
        <p:spPr>
          <a:xfrm>
            <a:off x="11019124" y="593444"/>
            <a:ext cx="34616" cy="34616"/>
          </a:xfrm>
          <a:prstGeom prst="ellipse">
            <a:avLst/>
          </a:prstGeom>
          <a:solidFill>
            <a:srgbClr val="000000"/>
          </a:solidFill>
          <a:ln/>
        </p:spPr>
        <p:txBody>
          <a:bodyPr/>
          <a:lstStyle/>
          <a:p>
            <a:endParaRPr/>
          </a:p>
        </p:txBody>
      </p:sp>
      <p:sp>
        <p:nvSpPr>
          <p:cNvPr id="28" name="Shape 26"/>
          <p:cNvSpPr/>
          <p:nvPr/>
        </p:nvSpPr>
        <p:spPr>
          <a:xfrm>
            <a:off x="11403576" y="610214"/>
            <a:ext cx="34961" cy="34961"/>
          </a:xfrm>
          <a:prstGeom prst="ellipse">
            <a:avLst/>
          </a:prstGeom>
          <a:solidFill>
            <a:srgbClr val="000000"/>
          </a:solidFill>
          <a:ln/>
        </p:spPr>
        <p:txBody>
          <a:bodyPr/>
          <a:lstStyle/>
          <a:p>
            <a:endParaRPr/>
          </a:p>
        </p:txBody>
      </p:sp>
      <p:sp>
        <p:nvSpPr>
          <p:cNvPr id="29" name="Shape 27"/>
          <p:cNvSpPr/>
          <p:nvPr/>
        </p:nvSpPr>
        <p:spPr>
          <a:xfrm>
            <a:off x="11201662" y="616570"/>
            <a:ext cx="35627" cy="35627"/>
          </a:xfrm>
          <a:prstGeom prst="ellipse">
            <a:avLst/>
          </a:prstGeom>
          <a:solidFill>
            <a:srgbClr val="000000"/>
          </a:solidFill>
          <a:ln/>
        </p:spPr>
        <p:txBody>
          <a:bodyPr/>
          <a:lstStyle/>
          <a:p>
            <a:endParaRPr/>
          </a:p>
        </p:txBody>
      </p:sp>
      <p:sp>
        <p:nvSpPr>
          <p:cNvPr id="30" name="Shape 28"/>
          <p:cNvSpPr/>
          <p:nvPr/>
        </p:nvSpPr>
        <p:spPr>
          <a:xfrm>
            <a:off x="11127484" y="620705"/>
            <a:ext cx="58030" cy="58030"/>
          </a:xfrm>
          <a:prstGeom prst="ellipse">
            <a:avLst/>
          </a:prstGeom>
          <a:solidFill>
            <a:srgbClr val="000000"/>
          </a:solidFill>
          <a:ln/>
        </p:spPr>
        <p:txBody>
          <a:bodyPr/>
          <a:lstStyle/>
          <a:p>
            <a:endParaRPr/>
          </a:p>
        </p:txBody>
      </p:sp>
      <p:sp>
        <p:nvSpPr>
          <p:cNvPr id="31" name="Shape 29"/>
          <p:cNvSpPr/>
          <p:nvPr/>
        </p:nvSpPr>
        <p:spPr>
          <a:xfrm>
            <a:off x="11460767" y="620852"/>
            <a:ext cx="57428" cy="57428"/>
          </a:xfrm>
          <a:prstGeom prst="ellipse">
            <a:avLst/>
          </a:prstGeom>
          <a:solidFill>
            <a:srgbClr val="000000"/>
          </a:solidFill>
          <a:ln/>
        </p:spPr>
        <p:txBody>
          <a:bodyPr/>
          <a:lstStyle/>
          <a:p>
            <a:endParaRPr/>
          </a:p>
        </p:txBody>
      </p:sp>
      <p:sp>
        <p:nvSpPr>
          <p:cNvPr id="32" name="Shape 30"/>
          <p:cNvSpPr/>
          <p:nvPr/>
        </p:nvSpPr>
        <p:spPr>
          <a:xfrm>
            <a:off x="11055219" y="640144"/>
            <a:ext cx="51718" cy="51718"/>
          </a:xfrm>
          <a:prstGeom prst="ellipse">
            <a:avLst/>
          </a:prstGeom>
          <a:solidFill>
            <a:srgbClr val="000000"/>
          </a:solidFill>
          <a:ln/>
        </p:spPr>
        <p:txBody>
          <a:bodyPr/>
          <a:lstStyle/>
          <a:p>
            <a:endParaRPr/>
          </a:p>
        </p:txBody>
      </p:sp>
      <p:sp>
        <p:nvSpPr>
          <p:cNvPr id="33" name="Shape 31"/>
          <p:cNvSpPr/>
          <p:nvPr/>
        </p:nvSpPr>
        <p:spPr>
          <a:xfrm>
            <a:off x="11539330" y="640266"/>
            <a:ext cx="51270" cy="51270"/>
          </a:xfrm>
          <a:prstGeom prst="ellipse">
            <a:avLst/>
          </a:prstGeom>
          <a:solidFill>
            <a:srgbClr val="000000"/>
          </a:solidFill>
          <a:ln/>
        </p:spPr>
        <p:txBody>
          <a:bodyPr/>
          <a:lstStyle/>
          <a:p>
            <a:endParaRPr/>
          </a:p>
        </p:txBody>
      </p:sp>
      <p:sp>
        <p:nvSpPr>
          <p:cNvPr id="34" name="Shape 32"/>
          <p:cNvSpPr/>
          <p:nvPr/>
        </p:nvSpPr>
        <p:spPr>
          <a:xfrm>
            <a:off x="11429576" y="682274"/>
            <a:ext cx="35627" cy="35627"/>
          </a:xfrm>
          <a:prstGeom prst="ellipse">
            <a:avLst/>
          </a:prstGeom>
          <a:solidFill>
            <a:srgbClr val="000000"/>
          </a:solidFill>
          <a:ln/>
        </p:spPr>
        <p:txBody>
          <a:bodyPr/>
          <a:lstStyle/>
          <a:p>
            <a:endParaRPr/>
          </a:p>
        </p:txBody>
      </p:sp>
      <p:sp>
        <p:nvSpPr>
          <p:cNvPr id="35" name="Shape 33"/>
          <p:cNvSpPr/>
          <p:nvPr/>
        </p:nvSpPr>
        <p:spPr>
          <a:xfrm>
            <a:off x="11004076" y="687222"/>
            <a:ext cx="34616" cy="34616"/>
          </a:xfrm>
          <a:prstGeom prst="ellipse">
            <a:avLst/>
          </a:prstGeom>
          <a:solidFill>
            <a:srgbClr val="000000"/>
          </a:solidFill>
          <a:ln/>
        </p:spPr>
        <p:txBody>
          <a:bodyPr/>
          <a:lstStyle/>
          <a:p>
            <a:endParaRPr/>
          </a:p>
        </p:txBody>
      </p:sp>
      <p:sp>
        <p:nvSpPr>
          <p:cNvPr id="36" name="Shape 34"/>
          <p:cNvSpPr/>
          <p:nvPr/>
        </p:nvSpPr>
        <p:spPr>
          <a:xfrm>
            <a:off x="11502052" y="685321"/>
            <a:ext cx="34270" cy="34270"/>
          </a:xfrm>
          <a:prstGeom prst="ellipse">
            <a:avLst/>
          </a:prstGeom>
          <a:solidFill>
            <a:srgbClr val="000000"/>
          </a:solidFill>
          <a:ln/>
        </p:spPr>
        <p:txBody>
          <a:bodyPr/>
          <a:lstStyle/>
          <a:p>
            <a:endParaRPr/>
          </a:p>
        </p:txBody>
      </p:sp>
      <p:sp>
        <p:nvSpPr>
          <p:cNvPr id="37" name="Shape 35"/>
          <p:cNvSpPr/>
          <p:nvPr/>
        </p:nvSpPr>
        <p:spPr>
          <a:xfrm>
            <a:off x="11606321" y="686422"/>
            <a:ext cx="35627" cy="35627"/>
          </a:xfrm>
          <a:prstGeom prst="ellipse">
            <a:avLst/>
          </a:prstGeom>
          <a:solidFill>
            <a:srgbClr val="000000"/>
          </a:solidFill>
          <a:ln/>
        </p:spPr>
        <p:txBody>
          <a:bodyPr/>
          <a:lstStyle/>
          <a:p>
            <a:endParaRPr/>
          </a:p>
        </p:txBody>
      </p:sp>
      <p:sp>
        <p:nvSpPr>
          <p:cNvPr id="38" name="Shape 36"/>
          <p:cNvSpPr/>
          <p:nvPr/>
        </p:nvSpPr>
        <p:spPr>
          <a:xfrm>
            <a:off x="11108908" y="688957"/>
            <a:ext cx="35294" cy="35294"/>
          </a:xfrm>
          <a:prstGeom prst="ellipse">
            <a:avLst/>
          </a:prstGeom>
          <a:solidFill>
            <a:srgbClr val="000000"/>
          </a:solidFill>
          <a:ln/>
        </p:spPr>
        <p:txBody>
          <a:bodyPr/>
          <a:lstStyle/>
          <a:p>
            <a:endParaRPr/>
          </a:p>
        </p:txBody>
      </p:sp>
      <p:sp>
        <p:nvSpPr>
          <p:cNvPr id="39" name="Shape 37"/>
          <p:cNvSpPr/>
          <p:nvPr/>
        </p:nvSpPr>
        <p:spPr>
          <a:xfrm>
            <a:off x="11179733" y="690371"/>
            <a:ext cx="36613" cy="36613"/>
          </a:xfrm>
          <a:prstGeom prst="ellipse">
            <a:avLst/>
          </a:prstGeom>
          <a:solidFill>
            <a:srgbClr val="000000"/>
          </a:solidFill>
          <a:ln/>
        </p:spPr>
        <p:txBody>
          <a:bodyPr/>
          <a:lstStyle/>
          <a:p>
            <a:endParaRPr/>
          </a:p>
        </p:txBody>
      </p:sp>
      <p:sp>
        <p:nvSpPr>
          <p:cNvPr id="40" name="Shape 38"/>
          <p:cNvSpPr/>
          <p:nvPr/>
        </p:nvSpPr>
        <p:spPr>
          <a:xfrm>
            <a:off x="11054764" y="716576"/>
            <a:ext cx="51936" cy="51936"/>
          </a:xfrm>
          <a:prstGeom prst="ellipse">
            <a:avLst/>
          </a:prstGeom>
          <a:solidFill>
            <a:srgbClr val="000000"/>
          </a:solidFill>
          <a:ln/>
        </p:spPr>
        <p:txBody>
          <a:bodyPr/>
          <a:lstStyle/>
          <a:p>
            <a:endParaRPr/>
          </a:p>
        </p:txBody>
      </p:sp>
      <p:sp>
        <p:nvSpPr>
          <p:cNvPr id="41" name="Shape 39"/>
          <p:cNvSpPr/>
          <p:nvPr/>
        </p:nvSpPr>
        <p:spPr>
          <a:xfrm>
            <a:off x="11539023" y="716851"/>
            <a:ext cx="51488" cy="51488"/>
          </a:xfrm>
          <a:prstGeom prst="ellipse">
            <a:avLst/>
          </a:prstGeom>
          <a:solidFill>
            <a:srgbClr val="000000"/>
          </a:solidFill>
          <a:ln/>
        </p:spPr>
        <p:txBody>
          <a:bodyPr/>
          <a:lstStyle/>
          <a:p>
            <a:endParaRPr/>
          </a:p>
        </p:txBody>
      </p:sp>
      <p:sp>
        <p:nvSpPr>
          <p:cNvPr id="42" name="Shape 40"/>
          <p:cNvSpPr/>
          <p:nvPr/>
        </p:nvSpPr>
        <p:spPr>
          <a:xfrm>
            <a:off x="11127490" y="729288"/>
            <a:ext cx="58222" cy="58222"/>
          </a:xfrm>
          <a:prstGeom prst="ellipse">
            <a:avLst/>
          </a:prstGeom>
          <a:solidFill>
            <a:srgbClr val="000000"/>
          </a:solidFill>
          <a:ln/>
        </p:spPr>
        <p:txBody>
          <a:bodyPr/>
          <a:lstStyle/>
          <a:p>
            <a:endParaRPr/>
          </a:p>
        </p:txBody>
      </p:sp>
      <p:sp>
        <p:nvSpPr>
          <p:cNvPr id="43" name="Shape 41"/>
          <p:cNvSpPr/>
          <p:nvPr/>
        </p:nvSpPr>
        <p:spPr>
          <a:xfrm>
            <a:off x="11460671" y="729781"/>
            <a:ext cx="57633" cy="57633"/>
          </a:xfrm>
          <a:prstGeom prst="ellipse">
            <a:avLst/>
          </a:prstGeom>
          <a:solidFill>
            <a:srgbClr val="000000"/>
          </a:solidFill>
          <a:ln/>
        </p:spPr>
        <p:txBody>
          <a:bodyPr/>
          <a:lstStyle/>
          <a:p>
            <a:endParaRPr/>
          </a:p>
        </p:txBody>
      </p:sp>
      <p:sp>
        <p:nvSpPr>
          <p:cNvPr id="44" name="Shape 42"/>
          <p:cNvSpPr/>
          <p:nvPr/>
        </p:nvSpPr>
        <p:spPr>
          <a:xfrm>
            <a:off x="11407973" y="756415"/>
            <a:ext cx="35960" cy="35960"/>
          </a:xfrm>
          <a:prstGeom prst="ellipse">
            <a:avLst/>
          </a:prstGeom>
          <a:solidFill>
            <a:srgbClr val="000000"/>
          </a:solidFill>
          <a:ln/>
        </p:spPr>
        <p:txBody>
          <a:bodyPr/>
          <a:lstStyle/>
          <a:p>
            <a:endParaRPr/>
          </a:p>
        </p:txBody>
      </p:sp>
      <p:sp>
        <p:nvSpPr>
          <p:cNvPr id="45" name="Shape 43"/>
          <p:cNvSpPr/>
          <p:nvPr/>
        </p:nvSpPr>
        <p:spPr>
          <a:xfrm>
            <a:off x="11207308" y="763884"/>
            <a:ext cx="34616" cy="34616"/>
          </a:xfrm>
          <a:prstGeom prst="ellipse">
            <a:avLst/>
          </a:prstGeom>
          <a:solidFill>
            <a:srgbClr val="000000"/>
          </a:solidFill>
          <a:ln/>
        </p:spPr>
        <p:txBody>
          <a:bodyPr/>
          <a:lstStyle/>
          <a:p>
            <a:endParaRPr/>
          </a:p>
        </p:txBody>
      </p:sp>
      <p:sp>
        <p:nvSpPr>
          <p:cNvPr id="46" name="Shape 44"/>
          <p:cNvSpPr/>
          <p:nvPr/>
        </p:nvSpPr>
        <p:spPr>
          <a:xfrm>
            <a:off x="11018670" y="780462"/>
            <a:ext cx="34616" cy="34616"/>
          </a:xfrm>
          <a:prstGeom prst="ellipse">
            <a:avLst/>
          </a:prstGeom>
          <a:solidFill>
            <a:srgbClr val="000000"/>
          </a:solidFill>
          <a:ln/>
        </p:spPr>
        <p:txBody>
          <a:bodyPr/>
          <a:lstStyle/>
          <a:p>
            <a:endParaRPr/>
          </a:p>
        </p:txBody>
      </p:sp>
      <p:sp>
        <p:nvSpPr>
          <p:cNvPr id="47" name="Shape 45"/>
          <p:cNvSpPr/>
          <p:nvPr/>
        </p:nvSpPr>
        <p:spPr>
          <a:xfrm>
            <a:off x="11591670" y="780123"/>
            <a:ext cx="35294" cy="35294"/>
          </a:xfrm>
          <a:prstGeom prst="ellipse">
            <a:avLst/>
          </a:prstGeom>
          <a:solidFill>
            <a:srgbClr val="000000"/>
          </a:solidFill>
          <a:ln/>
        </p:spPr>
        <p:txBody>
          <a:bodyPr/>
          <a:lstStyle/>
          <a:p>
            <a:endParaRPr/>
          </a:p>
        </p:txBody>
      </p:sp>
      <p:sp>
        <p:nvSpPr>
          <p:cNvPr id="48" name="Shape 46"/>
          <p:cNvSpPr/>
          <p:nvPr/>
        </p:nvSpPr>
        <p:spPr>
          <a:xfrm>
            <a:off x="11079010" y="790179"/>
            <a:ext cx="51270" cy="51270"/>
          </a:xfrm>
          <a:prstGeom prst="ellipse">
            <a:avLst/>
          </a:prstGeom>
          <a:solidFill>
            <a:srgbClr val="000000"/>
          </a:solidFill>
          <a:ln/>
        </p:spPr>
        <p:txBody>
          <a:bodyPr/>
          <a:lstStyle/>
          <a:p>
            <a:endParaRPr/>
          </a:p>
        </p:txBody>
      </p:sp>
      <p:sp>
        <p:nvSpPr>
          <p:cNvPr id="49" name="Shape 47"/>
          <p:cNvSpPr/>
          <p:nvPr/>
        </p:nvSpPr>
        <p:spPr>
          <a:xfrm>
            <a:off x="11515218" y="789692"/>
            <a:ext cx="52602" cy="52602"/>
          </a:xfrm>
          <a:prstGeom prst="ellipse">
            <a:avLst/>
          </a:prstGeom>
          <a:solidFill>
            <a:srgbClr val="000000"/>
          </a:solidFill>
          <a:ln/>
        </p:spPr>
        <p:txBody>
          <a:bodyPr/>
          <a:lstStyle/>
          <a:p>
            <a:endParaRPr/>
          </a:p>
        </p:txBody>
      </p:sp>
      <p:sp>
        <p:nvSpPr>
          <p:cNvPr id="50" name="Shape 48"/>
          <p:cNvSpPr/>
          <p:nvPr/>
        </p:nvSpPr>
        <p:spPr>
          <a:xfrm>
            <a:off x="11147371" y="803460"/>
            <a:ext cx="35627" cy="35627"/>
          </a:xfrm>
          <a:prstGeom prst="ellipse">
            <a:avLst/>
          </a:prstGeom>
          <a:solidFill>
            <a:srgbClr val="000000"/>
          </a:solidFill>
          <a:ln/>
        </p:spPr>
        <p:txBody>
          <a:bodyPr/>
          <a:lstStyle/>
          <a:p>
            <a:endParaRPr/>
          </a:p>
        </p:txBody>
      </p:sp>
      <p:sp>
        <p:nvSpPr>
          <p:cNvPr id="51" name="Shape 49"/>
          <p:cNvSpPr/>
          <p:nvPr/>
        </p:nvSpPr>
        <p:spPr>
          <a:xfrm>
            <a:off x="11347786" y="804293"/>
            <a:ext cx="35294" cy="35294"/>
          </a:xfrm>
          <a:prstGeom prst="ellipse">
            <a:avLst/>
          </a:prstGeom>
          <a:solidFill>
            <a:srgbClr val="000000"/>
          </a:solidFill>
          <a:ln/>
        </p:spPr>
        <p:txBody>
          <a:bodyPr/>
          <a:lstStyle/>
          <a:p>
            <a:endParaRPr/>
          </a:p>
        </p:txBody>
      </p:sp>
      <p:sp>
        <p:nvSpPr>
          <p:cNvPr id="52" name="Shape 50"/>
          <p:cNvSpPr/>
          <p:nvPr/>
        </p:nvSpPr>
        <p:spPr>
          <a:xfrm>
            <a:off x="11465119" y="800919"/>
            <a:ext cx="34961" cy="34961"/>
          </a:xfrm>
          <a:prstGeom prst="ellipse">
            <a:avLst/>
          </a:prstGeom>
          <a:solidFill>
            <a:srgbClr val="000000"/>
          </a:solidFill>
          <a:ln/>
        </p:spPr>
        <p:txBody>
          <a:bodyPr/>
          <a:lstStyle/>
          <a:p>
            <a:endParaRPr/>
          </a:p>
        </p:txBody>
      </p:sp>
      <p:sp>
        <p:nvSpPr>
          <p:cNvPr id="53" name="Shape 51"/>
          <p:cNvSpPr/>
          <p:nvPr/>
        </p:nvSpPr>
        <p:spPr>
          <a:xfrm>
            <a:off x="11270669" y="806590"/>
            <a:ext cx="35627" cy="35627"/>
          </a:xfrm>
          <a:prstGeom prst="ellipse">
            <a:avLst/>
          </a:prstGeom>
          <a:solidFill>
            <a:srgbClr val="000000"/>
          </a:solidFill>
          <a:ln/>
        </p:spPr>
        <p:txBody>
          <a:bodyPr/>
          <a:lstStyle/>
          <a:p>
            <a:endParaRPr/>
          </a:p>
        </p:txBody>
      </p:sp>
      <p:sp>
        <p:nvSpPr>
          <p:cNvPr id="54" name="Shape 52"/>
          <p:cNvSpPr/>
          <p:nvPr/>
        </p:nvSpPr>
        <p:spPr>
          <a:xfrm>
            <a:off x="11191498" y="817766"/>
            <a:ext cx="57633" cy="57633"/>
          </a:xfrm>
          <a:prstGeom prst="ellipse">
            <a:avLst/>
          </a:prstGeom>
          <a:solidFill>
            <a:srgbClr val="000000"/>
          </a:solidFill>
          <a:ln/>
        </p:spPr>
        <p:txBody>
          <a:bodyPr/>
          <a:lstStyle/>
          <a:p>
            <a:endParaRPr/>
          </a:p>
        </p:txBody>
      </p:sp>
      <p:sp>
        <p:nvSpPr>
          <p:cNvPr id="55" name="Shape 53"/>
          <p:cNvSpPr/>
          <p:nvPr/>
        </p:nvSpPr>
        <p:spPr>
          <a:xfrm>
            <a:off x="11396573" y="817888"/>
            <a:ext cx="57633" cy="57633"/>
          </a:xfrm>
          <a:prstGeom prst="ellipse">
            <a:avLst/>
          </a:prstGeom>
          <a:solidFill>
            <a:srgbClr val="000000"/>
          </a:solidFill>
          <a:ln/>
        </p:spPr>
        <p:txBody>
          <a:bodyPr/>
          <a:lstStyle/>
          <a:p>
            <a:endParaRPr/>
          </a:p>
        </p:txBody>
      </p:sp>
      <p:sp>
        <p:nvSpPr>
          <p:cNvPr id="56" name="Shape 54"/>
          <p:cNvSpPr/>
          <p:nvPr/>
        </p:nvSpPr>
        <p:spPr>
          <a:xfrm>
            <a:off x="11123445" y="851985"/>
            <a:ext cx="52167" cy="52167"/>
          </a:xfrm>
          <a:prstGeom prst="ellipse">
            <a:avLst/>
          </a:prstGeom>
          <a:solidFill>
            <a:srgbClr val="000000"/>
          </a:solidFill>
          <a:ln/>
        </p:spPr>
        <p:txBody>
          <a:bodyPr/>
          <a:lstStyle/>
          <a:p>
            <a:endParaRPr/>
          </a:p>
        </p:txBody>
      </p:sp>
      <p:sp>
        <p:nvSpPr>
          <p:cNvPr id="57" name="Shape 55"/>
          <p:cNvSpPr/>
          <p:nvPr/>
        </p:nvSpPr>
        <p:spPr>
          <a:xfrm>
            <a:off x="11294647" y="851390"/>
            <a:ext cx="57223" cy="57223"/>
          </a:xfrm>
          <a:prstGeom prst="ellipse">
            <a:avLst/>
          </a:prstGeom>
          <a:solidFill>
            <a:srgbClr val="000000"/>
          </a:solidFill>
          <a:ln/>
        </p:spPr>
        <p:txBody>
          <a:bodyPr/>
          <a:lstStyle/>
          <a:p>
            <a:endParaRPr/>
          </a:p>
        </p:txBody>
      </p:sp>
      <p:sp>
        <p:nvSpPr>
          <p:cNvPr id="58" name="Shape 56"/>
          <p:cNvSpPr/>
          <p:nvPr/>
        </p:nvSpPr>
        <p:spPr>
          <a:xfrm>
            <a:off x="11470202" y="852382"/>
            <a:ext cx="52384" cy="52384"/>
          </a:xfrm>
          <a:prstGeom prst="ellipse">
            <a:avLst/>
          </a:prstGeom>
          <a:solidFill>
            <a:srgbClr val="000000"/>
          </a:solidFill>
          <a:ln/>
        </p:spPr>
        <p:txBody>
          <a:bodyPr/>
          <a:lstStyle/>
          <a:p>
            <a:endParaRPr/>
          </a:p>
        </p:txBody>
      </p:sp>
      <p:sp>
        <p:nvSpPr>
          <p:cNvPr id="59" name="Shape 57"/>
          <p:cNvSpPr/>
          <p:nvPr/>
        </p:nvSpPr>
        <p:spPr>
          <a:xfrm>
            <a:off x="11060774" y="864607"/>
            <a:ext cx="35627" cy="35627"/>
          </a:xfrm>
          <a:prstGeom prst="ellipse">
            <a:avLst/>
          </a:prstGeom>
          <a:solidFill>
            <a:srgbClr val="000000"/>
          </a:solidFill>
          <a:ln/>
        </p:spPr>
        <p:txBody>
          <a:bodyPr/>
          <a:lstStyle/>
          <a:p>
            <a:endParaRPr/>
          </a:p>
        </p:txBody>
      </p:sp>
      <p:sp>
        <p:nvSpPr>
          <p:cNvPr id="60" name="Shape 58"/>
          <p:cNvSpPr/>
          <p:nvPr/>
        </p:nvSpPr>
        <p:spPr>
          <a:xfrm>
            <a:off x="11548733" y="864185"/>
            <a:ext cx="35627" cy="35627"/>
          </a:xfrm>
          <a:prstGeom prst="ellipse">
            <a:avLst/>
          </a:prstGeom>
          <a:solidFill>
            <a:srgbClr val="000000"/>
          </a:solidFill>
          <a:ln/>
        </p:spPr>
        <p:txBody>
          <a:bodyPr/>
          <a:lstStyle/>
          <a:p>
            <a:endParaRPr/>
          </a:p>
        </p:txBody>
      </p:sp>
      <p:sp>
        <p:nvSpPr>
          <p:cNvPr id="61" name="Shape 59"/>
          <p:cNvSpPr/>
          <p:nvPr/>
        </p:nvSpPr>
        <p:spPr>
          <a:xfrm>
            <a:off x="11246231" y="873908"/>
            <a:ext cx="35627" cy="35627"/>
          </a:xfrm>
          <a:prstGeom prst="ellipse">
            <a:avLst/>
          </a:prstGeom>
          <a:solidFill>
            <a:srgbClr val="000000"/>
          </a:solidFill>
          <a:ln/>
        </p:spPr>
        <p:txBody>
          <a:bodyPr/>
          <a:lstStyle/>
          <a:p>
            <a:endParaRPr/>
          </a:p>
        </p:txBody>
      </p:sp>
      <p:sp>
        <p:nvSpPr>
          <p:cNvPr id="62" name="Shape 60"/>
          <p:cNvSpPr/>
          <p:nvPr/>
        </p:nvSpPr>
        <p:spPr>
          <a:xfrm>
            <a:off x="11367418" y="872896"/>
            <a:ext cx="35627" cy="35627"/>
          </a:xfrm>
          <a:prstGeom prst="ellipse">
            <a:avLst/>
          </a:prstGeom>
          <a:solidFill>
            <a:srgbClr val="000000"/>
          </a:solidFill>
          <a:ln/>
        </p:spPr>
        <p:txBody>
          <a:bodyPr/>
          <a:lstStyle/>
          <a:p>
            <a:endParaRPr/>
          </a:p>
        </p:txBody>
      </p:sp>
      <p:sp>
        <p:nvSpPr>
          <p:cNvPr id="63" name="Shape 61"/>
          <p:cNvSpPr/>
          <p:nvPr/>
        </p:nvSpPr>
        <p:spPr>
          <a:xfrm>
            <a:off x="11185366" y="897322"/>
            <a:ext cx="51936" cy="51936"/>
          </a:xfrm>
          <a:prstGeom prst="ellipse">
            <a:avLst/>
          </a:prstGeom>
          <a:solidFill>
            <a:srgbClr val="000000"/>
          </a:solidFill>
          <a:ln/>
        </p:spPr>
        <p:txBody>
          <a:bodyPr/>
          <a:lstStyle/>
          <a:p>
            <a:endParaRPr/>
          </a:p>
        </p:txBody>
      </p:sp>
      <p:sp>
        <p:nvSpPr>
          <p:cNvPr id="64" name="Shape 62"/>
          <p:cNvSpPr/>
          <p:nvPr/>
        </p:nvSpPr>
        <p:spPr>
          <a:xfrm>
            <a:off x="11407845" y="897655"/>
            <a:ext cx="52602" cy="52602"/>
          </a:xfrm>
          <a:prstGeom prst="ellipse">
            <a:avLst/>
          </a:prstGeom>
          <a:solidFill>
            <a:srgbClr val="000000"/>
          </a:solidFill>
          <a:ln/>
        </p:spPr>
        <p:txBody>
          <a:bodyPr/>
          <a:lstStyle/>
          <a:p>
            <a:endParaRPr/>
          </a:p>
        </p:txBody>
      </p:sp>
      <p:sp>
        <p:nvSpPr>
          <p:cNvPr id="65" name="Shape 63"/>
          <p:cNvSpPr/>
          <p:nvPr/>
        </p:nvSpPr>
        <p:spPr>
          <a:xfrm>
            <a:off x="11258822" y="921466"/>
            <a:ext cx="51270" cy="51270"/>
          </a:xfrm>
          <a:prstGeom prst="ellipse">
            <a:avLst/>
          </a:prstGeom>
          <a:solidFill>
            <a:srgbClr val="000000"/>
          </a:solidFill>
          <a:ln/>
        </p:spPr>
        <p:txBody>
          <a:bodyPr/>
          <a:lstStyle/>
          <a:p>
            <a:endParaRPr/>
          </a:p>
        </p:txBody>
      </p:sp>
      <p:sp>
        <p:nvSpPr>
          <p:cNvPr id="66" name="Shape 64"/>
          <p:cNvSpPr/>
          <p:nvPr/>
        </p:nvSpPr>
        <p:spPr>
          <a:xfrm>
            <a:off x="11335350" y="921504"/>
            <a:ext cx="51270" cy="51270"/>
          </a:xfrm>
          <a:prstGeom prst="ellipse">
            <a:avLst/>
          </a:prstGeom>
          <a:solidFill>
            <a:srgbClr val="000000"/>
          </a:solidFill>
          <a:ln/>
        </p:spPr>
        <p:txBody>
          <a:bodyPr/>
          <a:lstStyle/>
          <a:p>
            <a:endParaRPr/>
          </a:p>
        </p:txBody>
      </p:sp>
      <p:sp>
        <p:nvSpPr>
          <p:cNvPr id="67" name="Shape 65"/>
          <p:cNvSpPr/>
          <p:nvPr/>
        </p:nvSpPr>
        <p:spPr>
          <a:xfrm>
            <a:off x="11127388" y="931368"/>
            <a:ext cx="35294" cy="35294"/>
          </a:xfrm>
          <a:prstGeom prst="ellipse">
            <a:avLst/>
          </a:prstGeom>
          <a:solidFill>
            <a:srgbClr val="000000"/>
          </a:solidFill>
          <a:ln/>
        </p:spPr>
        <p:txBody>
          <a:bodyPr/>
          <a:lstStyle/>
          <a:p>
            <a:endParaRPr/>
          </a:p>
        </p:txBody>
      </p:sp>
      <p:sp>
        <p:nvSpPr>
          <p:cNvPr id="68" name="Shape 66"/>
          <p:cNvSpPr/>
          <p:nvPr/>
        </p:nvSpPr>
        <p:spPr>
          <a:xfrm>
            <a:off x="11481979" y="931035"/>
            <a:ext cx="35960" cy="35960"/>
          </a:xfrm>
          <a:prstGeom prst="ellipse">
            <a:avLst/>
          </a:prstGeom>
          <a:solidFill>
            <a:srgbClr val="000000"/>
          </a:solidFill>
          <a:ln/>
        </p:spPr>
        <p:txBody>
          <a:bodyPr/>
          <a:lstStyle/>
          <a:p>
            <a:endParaRPr/>
          </a:p>
        </p:txBody>
      </p:sp>
      <p:sp>
        <p:nvSpPr>
          <p:cNvPr id="69" name="Shape 67"/>
          <p:cNvSpPr/>
          <p:nvPr/>
        </p:nvSpPr>
        <p:spPr>
          <a:xfrm>
            <a:off x="11211987" y="974695"/>
            <a:ext cx="34961" cy="34961"/>
          </a:xfrm>
          <a:prstGeom prst="ellipse">
            <a:avLst/>
          </a:prstGeom>
          <a:solidFill>
            <a:srgbClr val="000000"/>
          </a:solidFill>
          <a:ln/>
        </p:spPr>
        <p:txBody>
          <a:bodyPr/>
          <a:lstStyle/>
          <a:p>
            <a:endParaRPr/>
          </a:p>
        </p:txBody>
      </p:sp>
      <p:sp>
        <p:nvSpPr>
          <p:cNvPr id="70" name="Shape 68"/>
          <p:cNvSpPr/>
          <p:nvPr/>
        </p:nvSpPr>
        <p:spPr>
          <a:xfrm>
            <a:off x="11398461" y="974695"/>
            <a:ext cx="34961" cy="34961"/>
          </a:xfrm>
          <a:prstGeom prst="ellipse">
            <a:avLst/>
          </a:prstGeom>
          <a:solidFill>
            <a:srgbClr val="000000"/>
          </a:solidFill>
          <a:ln/>
        </p:spPr>
        <p:txBody>
          <a:bodyPr/>
          <a:lstStyle/>
          <a:p>
            <a:endParaRPr/>
          </a:p>
        </p:txBody>
      </p:sp>
      <p:sp>
        <p:nvSpPr>
          <p:cNvPr id="71" name="Shape 69"/>
          <p:cNvSpPr/>
          <p:nvPr/>
        </p:nvSpPr>
        <p:spPr>
          <a:xfrm>
            <a:off x="11304837" y="988501"/>
            <a:ext cx="35627" cy="35627"/>
          </a:xfrm>
          <a:prstGeom prst="ellipse">
            <a:avLst/>
          </a:prstGeom>
          <a:solidFill>
            <a:srgbClr val="000000"/>
          </a:solidFill>
          <a:ln/>
        </p:spPr>
        <p:txBody>
          <a:bodyPr/>
          <a:lstStyle/>
          <a:p>
            <a:endParaRPr/>
          </a:p>
        </p:txBody>
      </p:sp>
      <p:sp>
        <p:nvSpPr>
          <p:cNvPr id="72" name="Shape 70"/>
          <p:cNvSpPr/>
          <p:nvPr/>
        </p:nvSpPr>
        <p:spPr>
          <a:xfrm>
            <a:off x="548640" y="1280160"/>
            <a:ext cx="1005840" cy="1005840"/>
          </a:xfrm>
          <a:prstGeom prst="ellipse">
            <a:avLst/>
          </a:prstGeom>
          <a:solidFill>
            <a:srgbClr val="F4D9DC"/>
          </a:solidFill>
          <a:ln/>
        </p:spPr>
        <p:txBody>
          <a:bodyPr/>
          <a:lstStyle/>
          <a:p>
            <a:endParaRPr/>
          </a:p>
        </p:txBody>
      </p:sp>
      <p:sp>
        <p:nvSpPr>
          <p:cNvPr id="73" name="Text 71"/>
          <p:cNvSpPr/>
          <p:nvPr/>
        </p:nvSpPr>
        <p:spPr>
          <a:xfrm>
            <a:off x="548640" y="1280160"/>
            <a:ext cx="1005840" cy="1005840"/>
          </a:xfrm>
          <a:prstGeom prst="rect">
            <a:avLst/>
          </a:prstGeom>
          <a:noFill/>
          <a:ln/>
        </p:spPr>
        <p:txBody>
          <a:bodyPr wrap="square" lIns="0" tIns="0" rIns="0" bIns="0" rtlCol="0" anchor="ctr"/>
          <a:lstStyle/>
          <a:p>
            <a:pPr marL="0" indent="0" algn="ctr">
              <a:lnSpc>
                <a:spcPct val="105000"/>
              </a:lnSpc>
              <a:buNone/>
            </a:pPr>
            <a:r>
              <a:rPr lang="en-US" sz="3200" dirty="0">
                <a:solidFill>
                  <a:srgbClr val="3D68EC"/>
                </a:solidFill>
                <a:latin typeface="General Sans Semibold" pitchFamily="34" charset="0"/>
                <a:ea typeface="General Sans Semibold" pitchFamily="34" charset="-122"/>
                <a:cs typeface="General Sans Semibold" pitchFamily="34" charset="-120"/>
              </a:rPr>
              <a:t>1</a:t>
            </a:r>
            <a:endParaRPr lang="en-US" sz="3200" dirty="0"/>
          </a:p>
        </p:txBody>
      </p:sp>
      <p:sp>
        <p:nvSpPr>
          <p:cNvPr id="74" name="Text 72"/>
          <p:cNvSpPr/>
          <p:nvPr/>
        </p:nvSpPr>
        <p:spPr>
          <a:xfrm>
            <a:off x="548640" y="2468880"/>
            <a:ext cx="7863840" cy="1828800"/>
          </a:xfrm>
          <a:prstGeom prst="rect">
            <a:avLst/>
          </a:prstGeom>
          <a:noFill/>
          <a:ln/>
        </p:spPr>
        <p:txBody>
          <a:bodyPr wrap="square" lIns="0" tIns="0" rIns="0" bIns="0" rtlCol="0" anchor="b"/>
          <a:lstStyle/>
          <a:p>
            <a:pPr marL="0" indent="0" algn="l">
              <a:lnSpc>
                <a:spcPct val="105000"/>
              </a:lnSpc>
              <a:buNone/>
            </a:pPr>
            <a:r>
              <a:rPr lang="en-US" sz="4800" dirty="0">
                <a:solidFill>
                  <a:srgbClr val="F4D9DC"/>
                </a:solidFill>
                <a:latin typeface="General Sans Semibold" pitchFamily="34" charset="0"/>
                <a:ea typeface="General Sans Semibold" pitchFamily="34" charset="-122"/>
                <a:cs typeface="General Sans Semibold" pitchFamily="34" charset="-120"/>
              </a:rPr>
              <a:t>Ronde 1: ken je data</a:t>
            </a:r>
            <a:endParaRPr lang="en-US" sz="4800" dirty="0"/>
          </a:p>
        </p:txBody>
      </p:sp>
      <p:sp>
        <p:nvSpPr>
          <p:cNvPr id="75" name="Text 73"/>
          <p:cNvSpPr/>
          <p:nvPr/>
        </p:nvSpPr>
        <p:spPr>
          <a:xfrm>
            <a:off x="548640" y="4526280"/>
            <a:ext cx="7498080" cy="1280160"/>
          </a:xfrm>
          <a:prstGeom prst="rect">
            <a:avLst/>
          </a:prstGeom>
          <a:noFill/>
          <a:ln/>
        </p:spPr>
        <p:txBody>
          <a:bodyPr wrap="square" lIns="0" tIns="0" rIns="0" bIns="0" rtlCol="0" anchor="t"/>
          <a:lstStyle/>
          <a:p>
            <a:pPr marL="0" indent="0" algn="l">
              <a:lnSpc>
                <a:spcPct val="105000"/>
              </a:lnSpc>
              <a:buNone/>
            </a:pPr>
            <a:r>
              <a:rPr lang="en-US" sz="2200" dirty="0">
                <a:solidFill>
                  <a:srgbClr val="000000"/>
                </a:solidFill>
                <a:latin typeface="Cooper Lt BT" pitchFamily="34" charset="0"/>
                <a:ea typeface="Cooper Lt BT" pitchFamily="34" charset="-122"/>
                <a:cs typeface="Cooper Lt BT" pitchFamily="34" charset="-120"/>
              </a:rPr>
              <a:t>20 minuten. Typ /1-verkennen en beantwoord de vragen van de agent. Let op de vier vragen.</a:t>
            </a:r>
            <a:endParaRPr lang="en-US" sz="2200" dirty="0"/>
          </a:p>
        </p:txBody>
      </p:sp>
      <p:pic>
        <p:nvPicPr>
          <p:cNvPr id="76" name="Image 0" descr="exports\261005_workshop_rad_uitvoering\img\data.png"/>
          <p:cNvPicPr>
            <a:picLocks noChangeAspect="1"/>
          </p:cNvPicPr>
          <p:nvPr/>
        </p:nvPicPr>
        <p:blipFill>
          <a:blip r:embed="rId3"/>
          <a:stretch>
            <a:fillRect/>
          </a:stretch>
        </p:blipFill>
        <p:spPr>
          <a:xfrm>
            <a:off x="8503920" y="1828800"/>
            <a:ext cx="3291840" cy="329184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CCEEE6"/>
        </a:solidFill>
        <a:effectLst/>
      </p:bgPr>
    </p:bg>
    <p:spTree>
      <p:nvGrpSpPr>
        <p:cNvPr id="1" name=""/>
        <p:cNvGrpSpPr/>
        <p:nvPr/>
      </p:nvGrpSpPr>
      <p:grpSpPr>
        <a:xfrm>
          <a:off x="0" y="0"/>
          <a:ext cx="0" cy="0"/>
          <a:chOff x="0" y="0"/>
          <a:chExt cx="0" cy="0"/>
        </a:xfrm>
      </p:grpSpPr>
      <p:sp>
        <p:nvSpPr>
          <p:cNvPr id="2" name="Shape 0"/>
          <p:cNvSpPr/>
          <p:nvPr/>
        </p:nvSpPr>
        <p:spPr>
          <a:xfrm>
            <a:off x="11304952" y="384048"/>
            <a:ext cx="35960" cy="35960"/>
          </a:xfrm>
          <a:prstGeom prst="ellipse">
            <a:avLst/>
          </a:prstGeom>
          <a:solidFill>
            <a:srgbClr val="000000"/>
          </a:solidFill>
          <a:ln/>
        </p:spPr>
        <p:txBody>
          <a:bodyPr/>
          <a:lstStyle/>
          <a:p>
            <a:endParaRPr/>
          </a:p>
        </p:txBody>
      </p:sp>
      <p:sp>
        <p:nvSpPr>
          <p:cNvPr id="3" name="Shape 1"/>
          <p:cNvSpPr/>
          <p:nvPr/>
        </p:nvSpPr>
        <p:spPr>
          <a:xfrm>
            <a:off x="11212173" y="399224"/>
            <a:ext cx="34616" cy="34616"/>
          </a:xfrm>
          <a:prstGeom prst="ellipse">
            <a:avLst/>
          </a:prstGeom>
          <a:solidFill>
            <a:srgbClr val="000000"/>
          </a:solidFill>
          <a:ln/>
        </p:spPr>
        <p:txBody>
          <a:bodyPr/>
          <a:lstStyle/>
          <a:p>
            <a:endParaRPr/>
          </a:p>
        </p:txBody>
      </p:sp>
      <p:sp>
        <p:nvSpPr>
          <p:cNvPr id="4" name="Shape 2"/>
          <p:cNvSpPr/>
          <p:nvPr/>
        </p:nvSpPr>
        <p:spPr>
          <a:xfrm>
            <a:off x="11398641" y="399224"/>
            <a:ext cx="34616" cy="34616"/>
          </a:xfrm>
          <a:prstGeom prst="ellipse">
            <a:avLst/>
          </a:prstGeom>
          <a:solidFill>
            <a:srgbClr val="000000"/>
          </a:solidFill>
          <a:ln/>
        </p:spPr>
        <p:txBody>
          <a:bodyPr/>
          <a:lstStyle/>
          <a:p>
            <a:endParaRPr/>
          </a:p>
        </p:txBody>
      </p:sp>
      <p:sp>
        <p:nvSpPr>
          <p:cNvPr id="5" name="Shape 3"/>
          <p:cNvSpPr/>
          <p:nvPr/>
        </p:nvSpPr>
        <p:spPr>
          <a:xfrm>
            <a:off x="11258374" y="435357"/>
            <a:ext cx="51936" cy="51936"/>
          </a:xfrm>
          <a:prstGeom prst="ellipse">
            <a:avLst/>
          </a:prstGeom>
          <a:solidFill>
            <a:srgbClr val="000000"/>
          </a:solidFill>
          <a:ln/>
        </p:spPr>
        <p:txBody>
          <a:bodyPr/>
          <a:lstStyle/>
          <a:p>
            <a:endParaRPr/>
          </a:p>
        </p:txBody>
      </p:sp>
      <p:sp>
        <p:nvSpPr>
          <p:cNvPr id="6" name="Shape 4"/>
          <p:cNvSpPr/>
          <p:nvPr/>
        </p:nvSpPr>
        <p:spPr>
          <a:xfrm>
            <a:off x="11335407" y="435306"/>
            <a:ext cx="51718" cy="51718"/>
          </a:xfrm>
          <a:prstGeom prst="ellipse">
            <a:avLst/>
          </a:prstGeom>
          <a:solidFill>
            <a:srgbClr val="000000"/>
          </a:solidFill>
          <a:ln/>
        </p:spPr>
        <p:txBody>
          <a:bodyPr/>
          <a:lstStyle/>
          <a:p>
            <a:endParaRPr/>
          </a:p>
        </p:txBody>
      </p:sp>
      <p:sp>
        <p:nvSpPr>
          <p:cNvPr id="7" name="Shape 5"/>
          <p:cNvSpPr/>
          <p:nvPr/>
        </p:nvSpPr>
        <p:spPr>
          <a:xfrm>
            <a:off x="11127388" y="442398"/>
            <a:ext cx="35294" cy="35294"/>
          </a:xfrm>
          <a:prstGeom prst="ellipse">
            <a:avLst/>
          </a:prstGeom>
          <a:solidFill>
            <a:srgbClr val="000000"/>
          </a:solidFill>
          <a:ln/>
        </p:spPr>
        <p:txBody>
          <a:bodyPr/>
          <a:lstStyle/>
          <a:p>
            <a:endParaRPr/>
          </a:p>
        </p:txBody>
      </p:sp>
      <p:sp>
        <p:nvSpPr>
          <p:cNvPr id="8" name="Shape 6"/>
          <p:cNvSpPr/>
          <p:nvPr/>
        </p:nvSpPr>
        <p:spPr>
          <a:xfrm>
            <a:off x="11482145" y="441649"/>
            <a:ext cx="35960" cy="35960"/>
          </a:xfrm>
          <a:prstGeom prst="ellipse">
            <a:avLst/>
          </a:prstGeom>
          <a:solidFill>
            <a:srgbClr val="000000"/>
          </a:solidFill>
          <a:ln/>
        </p:spPr>
        <p:txBody>
          <a:bodyPr/>
          <a:lstStyle/>
          <a:p>
            <a:endParaRPr/>
          </a:p>
        </p:txBody>
      </p:sp>
      <p:sp>
        <p:nvSpPr>
          <p:cNvPr id="9" name="Shape 7"/>
          <p:cNvSpPr/>
          <p:nvPr/>
        </p:nvSpPr>
        <p:spPr>
          <a:xfrm>
            <a:off x="11185603" y="459328"/>
            <a:ext cx="52167" cy="52167"/>
          </a:xfrm>
          <a:prstGeom prst="ellipse">
            <a:avLst/>
          </a:prstGeom>
          <a:solidFill>
            <a:srgbClr val="000000"/>
          </a:solidFill>
          <a:ln/>
        </p:spPr>
        <p:txBody>
          <a:bodyPr/>
          <a:lstStyle/>
          <a:p>
            <a:endParaRPr/>
          </a:p>
        </p:txBody>
      </p:sp>
      <p:sp>
        <p:nvSpPr>
          <p:cNvPr id="10" name="Shape 8"/>
          <p:cNvSpPr/>
          <p:nvPr/>
        </p:nvSpPr>
        <p:spPr>
          <a:xfrm>
            <a:off x="11408043" y="458713"/>
            <a:ext cx="52384" cy="52384"/>
          </a:xfrm>
          <a:prstGeom prst="ellipse">
            <a:avLst/>
          </a:prstGeom>
          <a:solidFill>
            <a:srgbClr val="000000"/>
          </a:solidFill>
          <a:ln/>
        </p:spPr>
        <p:txBody>
          <a:bodyPr/>
          <a:lstStyle/>
          <a:p>
            <a:endParaRPr/>
          </a:p>
        </p:txBody>
      </p:sp>
      <p:sp>
        <p:nvSpPr>
          <p:cNvPr id="11" name="Shape 9"/>
          <p:cNvSpPr/>
          <p:nvPr/>
        </p:nvSpPr>
        <p:spPr>
          <a:xfrm>
            <a:off x="11241891" y="499749"/>
            <a:ext cx="36613" cy="36613"/>
          </a:xfrm>
          <a:prstGeom prst="ellipse">
            <a:avLst/>
          </a:prstGeom>
          <a:solidFill>
            <a:srgbClr val="000000"/>
          </a:solidFill>
          <a:ln/>
        </p:spPr>
        <p:txBody>
          <a:bodyPr/>
          <a:lstStyle/>
          <a:p>
            <a:endParaRPr/>
          </a:p>
        </p:txBody>
      </p:sp>
      <p:sp>
        <p:nvSpPr>
          <p:cNvPr id="12" name="Shape 10"/>
          <p:cNvSpPr/>
          <p:nvPr/>
        </p:nvSpPr>
        <p:spPr>
          <a:xfrm>
            <a:off x="11294557" y="500146"/>
            <a:ext cx="57223" cy="57223"/>
          </a:xfrm>
          <a:prstGeom prst="ellipse">
            <a:avLst/>
          </a:prstGeom>
          <a:solidFill>
            <a:srgbClr val="000000"/>
          </a:solidFill>
          <a:ln/>
        </p:spPr>
        <p:txBody>
          <a:bodyPr/>
          <a:lstStyle/>
          <a:p>
            <a:endParaRPr/>
          </a:p>
        </p:txBody>
      </p:sp>
      <p:sp>
        <p:nvSpPr>
          <p:cNvPr id="13" name="Shape 11"/>
          <p:cNvSpPr/>
          <p:nvPr/>
        </p:nvSpPr>
        <p:spPr>
          <a:xfrm>
            <a:off x="11364102" y="498770"/>
            <a:ext cx="35294" cy="35294"/>
          </a:xfrm>
          <a:prstGeom prst="ellipse">
            <a:avLst/>
          </a:prstGeom>
          <a:solidFill>
            <a:srgbClr val="000000"/>
          </a:solidFill>
          <a:ln/>
        </p:spPr>
        <p:txBody>
          <a:bodyPr/>
          <a:lstStyle/>
          <a:p>
            <a:endParaRPr/>
          </a:p>
        </p:txBody>
      </p:sp>
      <p:sp>
        <p:nvSpPr>
          <p:cNvPr id="14" name="Shape 12"/>
          <p:cNvSpPr/>
          <p:nvPr/>
        </p:nvSpPr>
        <p:spPr>
          <a:xfrm>
            <a:off x="11123515" y="504524"/>
            <a:ext cx="51936" cy="51936"/>
          </a:xfrm>
          <a:prstGeom prst="ellipse">
            <a:avLst/>
          </a:prstGeom>
          <a:solidFill>
            <a:srgbClr val="000000"/>
          </a:solidFill>
          <a:ln/>
        </p:spPr>
        <p:txBody>
          <a:bodyPr/>
          <a:lstStyle/>
          <a:p>
            <a:endParaRPr/>
          </a:p>
        </p:txBody>
      </p:sp>
      <p:sp>
        <p:nvSpPr>
          <p:cNvPr id="15" name="Shape 13"/>
          <p:cNvSpPr/>
          <p:nvPr/>
        </p:nvSpPr>
        <p:spPr>
          <a:xfrm>
            <a:off x="11470202" y="504300"/>
            <a:ext cx="52384" cy="52384"/>
          </a:xfrm>
          <a:prstGeom prst="ellipse">
            <a:avLst/>
          </a:prstGeom>
          <a:solidFill>
            <a:srgbClr val="000000"/>
          </a:solidFill>
          <a:ln/>
        </p:spPr>
        <p:txBody>
          <a:bodyPr/>
          <a:lstStyle/>
          <a:p>
            <a:endParaRPr/>
          </a:p>
        </p:txBody>
      </p:sp>
      <p:sp>
        <p:nvSpPr>
          <p:cNvPr id="16" name="Shape 14"/>
          <p:cNvSpPr/>
          <p:nvPr/>
        </p:nvSpPr>
        <p:spPr>
          <a:xfrm>
            <a:off x="11060774" y="508825"/>
            <a:ext cx="35627" cy="35627"/>
          </a:xfrm>
          <a:prstGeom prst="ellipse">
            <a:avLst/>
          </a:prstGeom>
          <a:solidFill>
            <a:srgbClr val="000000"/>
          </a:solidFill>
          <a:ln/>
        </p:spPr>
        <p:txBody>
          <a:bodyPr/>
          <a:lstStyle/>
          <a:p>
            <a:endParaRPr/>
          </a:p>
        </p:txBody>
      </p:sp>
      <p:sp>
        <p:nvSpPr>
          <p:cNvPr id="17" name="Shape 15"/>
          <p:cNvSpPr/>
          <p:nvPr/>
        </p:nvSpPr>
        <p:spPr>
          <a:xfrm>
            <a:off x="11548535" y="508038"/>
            <a:ext cx="36613" cy="36613"/>
          </a:xfrm>
          <a:prstGeom prst="ellipse">
            <a:avLst/>
          </a:prstGeom>
          <a:solidFill>
            <a:srgbClr val="000000"/>
          </a:solidFill>
          <a:ln/>
        </p:spPr>
        <p:txBody>
          <a:bodyPr/>
          <a:lstStyle/>
          <a:p>
            <a:endParaRPr/>
          </a:p>
        </p:txBody>
      </p:sp>
      <p:sp>
        <p:nvSpPr>
          <p:cNvPr id="18" name="Shape 16"/>
          <p:cNvSpPr/>
          <p:nvPr/>
        </p:nvSpPr>
        <p:spPr>
          <a:xfrm>
            <a:off x="11191466" y="533379"/>
            <a:ext cx="57825" cy="57825"/>
          </a:xfrm>
          <a:prstGeom prst="ellipse">
            <a:avLst/>
          </a:prstGeom>
          <a:solidFill>
            <a:srgbClr val="000000"/>
          </a:solidFill>
          <a:ln/>
        </p:spPr>
        <p:txBody>
          <a:bodyPr/>
          <a:lstStyle/>
          <a:p>
            <a:endParaRPr/>
          </a:p>
        </p:txBody>
      </p:sp>
      <p:sp>
        <p:nvSpPr>
          <p:cNvPr id="19" name="Shape 17"/>
          <p:cNvSpPr/>
          <p:nvPr/>
        </p:nvSpPr>
        <p:spPr>
          <a:xfrm>
            <a:off x="11396535" y="533494"/>
            <a:ext cx="57428" cy="57428"/>
          </a:xfrm>
          <a:prstGeom prst="ellipse">
            <a:avLst/>
          </a:prstGeom>
          <a:solidFill>
            <a:srgbClr val="000000"/>
          </a:solidFill>
          <a:ln/>
        </p:spPr>
        <p:txBody>
          <a:bodyPr/>
          <a:lstStyle/>
          <a:p>
            <a:endParaRPr/>
          </a:p>
        </p:txBody>
      </p:sp>
      <p:sp>
        <p:nvSpPr>
          <p:cNvPr id="20" name="Shape 18"/>
          <p:cNvSpPr/>
          <p:nvPr/>
        </p:nvSpPr>
        <p:spPr>
          <a:xfrm>
            <a:off x="11079087" y="567226"/>
            <a:ext cx="51270" cy="51270"/>
          </a:xfrm>
          <a:prstGeom prst="ellipse">
            <a:avLst/>
          </a:prstGeom>
          <a:solidFill>
            <a:srgbClr val="000000"/>
          </a:solidFill>
          <a:ln/>
        </p:spPr>
        <p:txBody>
          <a:bodyPr/>
          <a:lstStyle/>
          <a:p>
            <a:endParaRPr/>
          </a:p>
        </p:txBody>
      </p:sp>
      <p:sp>
        <p:nvSpPr>
          <p:cNvPr id="21" name="Shape 19"/>
          <p:cNvSpPr/>
          <p:nvPr/>
        </p:nvSpPr>
        <p:spPr>
          <a:xfrm>
            <a:off x="11339728" y="567053"/>
            <a:ext cx="34616" cy="34616"/>
          </a:xfrm>
          <a:prstGeom prst="ellipse">
            <a:avLst/>
          </a:prstGeom>
          <a:solidFill>
            <a:srgbClr val="000000"/>
          </a:solidFill>
          <a:ln/>
        </p:spPr>
        <p:txBody>
          <a:bodyPr/>
          <a:lstStyle/>
          <a:p>
            <a:endParaRPr/>
          </a:p>
        </p:txBody>
      </p:sp>
      <p:sp>
        <p:nvSpPr>
          <p:cNvPr id="22" name="Shape 20"/>
          <p:cNvSpPr/>
          <p:nvPr/>
        </p:nvSpPr>
        <p:spPr>
          <a:xfrm>
            <a:off x="11515167" y="566234"/>
            <a:ext cx="52819" cy="52819"/>
          </a:xfrm>
          <a:prstGeom prst="ellipse">
            <a:avLst/>
          </a:prstGeom>
          <a:solidFill>
            <a:srgbClr val="000000"/>
          </a:solidFill>
          <a:ln/>
        </p:spPr>
        <p:txBody>
          <a:bodyPr/>
          <a:lstStyle/>
          <a:p>
            <a:endParaRPr/>
          </a:p>
        </p:txBody>
      </p:sp>
      <p:sp>
        <p:nvSpPr>
          <p:cNvPr id="23" name="Shape 21"/>
          <p:cNvSpPr/>
          <p:nvPr/>
        </p:nvSpPr>
        <p:spPr>
          <a:xfrm>
            <a:off x="11262860" y="569742"/>
            <a:ext cx="34961" cy="34961"/>
          </a:xfrm>
          <a:prstGeom prst="ellipse">
            <a:avLst/>
          </a:prstGeom>
          <a:solidFill>
            <a:srgbClr val="000000"/>
          </a:solidFill>
          <a:ln/>
        </p:spPr>
        <p:txBody>
          <a:bodyPr/>
          <a:lstStyle/>
          <a:p>
            <a:endParaRPr/>
          </a:p>
        </p:txBody>
      </p:sp>
      <p:sp>
        <p:nvSpPr>
          <p:cNvPr id="24" name="Shape 22"/>
          <p:cNvSpPr/>
          <p:nvPr/>
        </p:nvSpPr>
        <p:spPr>
          <a:xfrm>
            <a:off x="11462521" y="569818"/>
            <a:ext cx="35294" cy="35294"/>
          </a:xfrm>
          <a:prstGeom prst="ellipse">
            <a:avLst/>
          </a:prstGeom>
          <a:solidFill>
            <a:srgbClr val="000000"/>
          </a:solidFill>
          <a:ln/>
        </p:spPr>
        <p:txBody>
          <a:bodyPr/>
          <a:lstStyle/>
          <a:p>
            <a:endParaRPr/>
          </a:p>
        </p:txBody>
      </p:sp>
      <p:sp>
        <p:nvSpPr>
          <p:cNvPr id="25" name="Shape 23"/>
          <p:cNvSpPr/>
          <p:nvPr/>
        </p:nvSpPr>
        <p:spPr>
          <a:xfrm>
            <a:off x="11145681" y="573441"/>
            <a:ext cx="34270" cy="34270"/>
          </a:xfrm>
          <a:prstGeom prst="ellipse">
            <a:avLst/>
          </a:prstGeom>
          <a:solidFill>
            <a:srgbClr val="000000"/>
          </a:solidFill>
          <a:ln/>
        </p:spPr>
        <p:txBody>
          <a:bodyPr/>
          <a:lstStyle/>
          <a:p>
            <a:endParaRPr/>
          </a:p>
        </p:txBody>
      </p:sp>
      <p:sp>
        <p:nvSpPr>
          <p:cNvPr id="26" name="Shape 24"/>
          <p:cNvSpPr/>
          <p:nvPr/>
        </p:nvSpPr>
        <p:spPr>
          <a:xfrm>
            <a:off x="11592015" y="593213"/>
            <a:ext cx="35294" cy="35294"/>
          </a:xfrm>
          <a:prstGeom prst="ellipse">
            <a:avLst/>
          </a:prstGeom>
          <a:solidFill>
            <a:srgbClr val="000000"/>
          </a:solidFill>
          <a:ln/>
        </p:spPr>
        <p:txBody>
          <a:bodyPr/>
          <a:lstStyle/>
          <a:p>
            <a:endParaRPr/>
          </a:p>
        </p:txBody>
      </p:sp>
      <p:sp>
        <p:nvSpPr>
          <p:cNvPr id="27" name="Shape 25"/>
          <p:cNvSpPr/>
          <p:nvPr/>
        </p:nvSpPr>
        <p:spPr>
          <a:xfrm>
            <a:off x="11019124" y="593444"/>
            <a:ext cx="34616" cy="34616"/>
          </a:xfrm>
          <a:prstGeom prst="ellipse">
            <a:avLst/>
          </a:prstGeom>
          <a:solidFill>
            <a:srgbClr val="000000"/>
          </a:solidFill>
          <a:ln/>
        </p:spPr>
        <p:txBody>
          <a:bodyPr/>
          <a:lstStyle/>
          <a:p>
            <a:endParaRPr/>
          </a:p>
        </p:txBody>
      </p:sp>
      <p:sp>
        <p:nvSpPr>
          <p:cNvPr id="28" name="Shape 26"/>
          <p:cNvSpPr/>
          <p:nvPr/>
        </p:nvSpPr>
        <p:spPr>
          <a:xfrm>
            <a:off x="11403576" y="610214"/>
            <a:ext cx="34961" cy="34961"/>
          </a:xfrm>
          <a:prstGeom prst="ellipse">
            <a:avLst/>
          </a:prstGeom>
          <a:solidFill>
            <a:srgbClr val="000000"/>
          </a:solidFill>
          <a:ln/>
        </p:spPr>
        <p:txBody>
          <a:bodyPr/>
          <a:lstStyle/>
          <a:p>
            <a:endParaRPr/>
          </a:p>
        </p:txBody>
      </p:sp>
      <p:sp>
        <p:nvSpPr>
          <p:cNvPr id="29" name="Shape 27"/>
          <p:cNvSpPr/>
          <p:nvPr/>
        </p:nvSpPr>
        <p:spPr>
          <a:xfrm>
            <a:off x="11201662" y="616570"/>
            <a:ext cx="35627" cy="35627"/>
          </a:xfrm>
          <a:prstGeom prst="ellipse">
            <a:avLst/>
          </a:prstGeom>
          <a:solidFill>
            <a:srgbClr val="000000"/>
          </a:solidFill>
          <a:ln/>
        </p:spPr>
        <p:txBody>
          <a:bodyPr/>
          <a:lstStyle/>
          <a:p>
            <a:endParaRPr/>
          </a:p>
        </p:txBody>
      </p:sp>
      <p:sp>
        <p:nvSpPr>
          <p:cNvPr id="30" name="Shape 28"/>
          <p:cNvSpPr/>
          <p:nvPr/>
        </p:nvSpPr>
        <p:spPr>
          <a:xfrm>
            <a:off x="11127484" y="620705"/>
            <a:ext cx="58030" cy="58030"/>
          </a:xfrm>
          <a:prstGeom prst="ellipse">
            <a:avLst/>
          </a:prstGeom>
          <a:solidFill>
            <a:srgbClr val="000000"/>
          </a:solidFill>
          <a:ln/>
        </p:spPr>
        <p:txBody>
          <a:bodyPr/>
          <a:lstStyle/>
          <a:p>
            <a:endParaRPr/>
          </a:p>
        </p:txBody>
      </p:sp>
      <p:sp>
        <p:nvSpPr>
          <p:cNvPr id="31" name="Shape 29"/>
          <p:cNvSpPr/>
          <p:nvPr/>
        </p:nvSpPr>
        <p:spPr>
          <a:xfrm>
            <a:off x="11460767" y="620852"/>
            <a:ext cx="57428" cy="57428"/>
          </a:xfrm>
          <a:prstGeom prst="ellipse">
            <a:avLst/>
          </a:prstGeom>
          <a:solidFill>
            <a:srgbClr val="000000"/>
          </a:solidFill>
          <a:ln/>
        </p:spPr>
        <p:txBody>
          <a:bodyPr/>
          <a:lstStyle/>
          <a:p>
            <a:endParaRPr/>
          </a:p>
        </p:txBody>
      </p:sp>
      <p:sp>
        <p:nvSpPr>
          <p:cNvPr id="32" name="Shape 30"/>
          <p:cNvSpPr/>
          <p:nvPr/>
        </p:nvSpPr>
        <p:spPr>
          <a:xfrm>
            <a:off x="11055219" y="640144"/>
            <a:ext cx="51718" cy="51718"/>
          </a:xfrm>
          <a:prstGeom prst="ellipse">
            <a:avLst/>
          </a:prstGeom>
          <a:solidFill>
            <a:srgbClr val="000000"/>
          </a:solidFill>
          <a:ln/>
        </p:spPr>
        <p:txBody>
          <a:bodyPr/>
          <a:lstStyle/>
          <a:p>
            <a:endParaRPr/>
          </a:p>
        </p:txBody>
      </p:sp>
      <p:sp>
        <p:nvSpPr>
          <p:cNvPr id="33" name="Shape 31"/>
          <p:cNvSpPr/>
          <p:nvPr/>
        </p:nvSpPr>
        <p:spPr>
          <a:xfrm>
            <a:off x="11539330" y="640266"/>
            <a:ext cx="51270" cy="51270"/>
          </a:xfrm>
          <a:prstGeom prst="ellipse">
            <a:avLst/>
          </a:prstGeom>
          <a:solidFill>
            <a:srgbClr val="000000"/>
          </a:solidFill>
          <a:ln/>
        </p:spPr>
        <p:txBody>
          <a:bodyPr/>
          <a:lstStyle/>
          <a:p>
            <a:endParaRPr/>
          </a:p>
        </p:txBody>
      </p:sp>
      <p:sp>
        <p:nvSpPr>
          <p:cNvPr id="34" name="Shape 32"/>
          <p:cNvSpPr/>
          <p:nvPr/>
        </p:nvSpPr>
        <p:spPr>
          <a:xfrm>
            <a:off x="11429576" y="682274"/>
            <a:ext cx="35627" cy="35627"/>
          </a:xfrm>
          <a:prstGeom prst="ellipse">
            <a:avLst/>
          </a:prstGeom>
          <a:solidFill>
            <a:srgbClr val="000000"/>
          </a:solidFill>
          <a:ln/>
        </p:spPr>
        <p:txBody>
          <a:bodyPr/>
          <a:lstStyle/>
          <a:p>
            <a:endParaRPr/>
          </a:p>
        </p:txBody>
      </p:sp>
      <p:sp>
        <p:nvSpPr>
          <p:cNvPr id="35" name="Shape 33"/>
          <p:cNvSpPr/>
          <p:nvPr/>
        </p:nvSpPr>
        <p:spPr>
          <a:xfrm>
            <a:off x="11004076" y="687222"/>
            <a:ext cx="34616" cy="34616"/>
          </a:xfrm>
          <a:prstGeom prst="ellipse">
            <a:avLst/>
          </a:prstGeom>
          <a:solidFill>
            <a:srgbClr val="000000"/>
          </a:solidFill>
          <a:ln/>
        </p:spPr>
        <p:txBody>
          <a:bodyPr/>
          <a:lstStyle/>
          <a:p>
            <a:endParaRPr/>
          </a:p>
        </p:txBody>
      </p:sp>
      <p:sp>
        <p:nvSpPr>
          <p:cNvPr id="36" name="Shape 34"/>
          <p:cNvSpPr/>
          <p:nvPr/>
        </p:nvSpPr>
        <p:spPr>
          <a:xfrm>
            <a:off x="11502052" y="685321"/>
            <a:ext cx="34270" cy="34270"/>
          </a:xfrm>
          <a:prstGeom prst="ellipse">
            <a:avLst/>
          </a:prstGeom>
          <a:solidFill>
            <a:srgbClr val="000000"/>
          </a:solidFill>
          <a:ln/>
        </p:spPr>
        <p:txBody>
          <a:bodyPr/>
          <a:lstStyle/>
          <a:p>
            <a:endParaRPr/>
          </a:p>
        </p:txBody>
      </p:sp>
      <p:sp>
        <p:nvSpPr>
          <p:cNvPr id="37" name="Shape 35"/>
          <p:cNvSpPr/>
          <p:nvPr/>
        </p:nvSpPr>
        <p:spPr>
          <a:xfrm>
            <a:off x="11606321" y="686422"/>
            <a:ext cx="35627" cy="35627"/>
          </a:xfrm>
          <a:prstGeom prst="ellipse">
            <a:avLst/>
          </a:prstGeom>
          <a:solidFill>
            <a:srgbClr val="000000"/>
          </a:solidFill>
          <a:ln/>
        </p:spPr>
        <p:txBody>
          <a:bodyPr/>
          <a:lstStyle/>
          <a:p>
            <a:endParaRPr/>
          </a:p>
        </p:txBody>
      </p:sp>
      <p:sp>
        <p:nvSpPr>
          <p:cNvPr id="38" name="Shape 36"/>
          <p:cNvSpPr/>
          <p:nvPr/>
        </p:nvSpPr>
        <p:spPr>
          <a:xfrm>
            <a:off x="11108908" y="688957"/>
            <a:ext cx="35294" cy="35294"/>
          </a:xfrm>
          <a:prstGeom prst="ellipse">
            <a:avLst/>
          </a:prstGeom>
          <a:solidFill>
            <a:srgbClr val="000000"/>
          </a:solidFill>
          <a:ln/>
        </p:spPr>
        <p:txBody>
          <a:bodyPr/>
          <a:lstStyle/>
          <a:p>
            <a:endParaRPr/>
          </a:p>
        </p:txBody>
      </p:sp>
      <p:sp>
        <p:nvSpPr>
          <p:cNvPr id="39" name="Shape 37"/>
          <p:cNvSpPr/>
          <p:nvPr/>
        </p:nvSpPr>
        <p:spPr>
          <a:xfrm>
            <a:off x="11179733" y="690371"/>
            <a:ext cx="36613" cy="36613"/>
          </a:xfrm>
          <a:prstGeom prst="ellipse">
            <a:avLst/>
          </a:prstGeom>
          <a:solidFill>
            <a:srgbClr val="000000"/>
          </a:solidFill>
          <a:ln/>
        </p:spPr>
        <p:txBody>
          <a:bodyPr/>
          <a:lstStyle/>
          <a:p>
            <a:endParaRPr/>
          </a:p>
        </p:txBody>
      </p:sp>
      <p:sp>
        <p:nvSpPr>
          <p:cNvPr id="40" name="Shape 38"/>
          <p:cNvSpPr/>
          <p:nvPr/>
        </p:nvSpPr>
        <p:spPr>
          <a:xfrm>
            <a:off x="11054764" y="716576"/>
            <a:ext cx="51936" cy="51936"/>
          </a:xfrm>
          <a:prstGeom prst="ellipse">
            <a:avLst/>
          </a:prstGeom>
          <a:solidFill>
            <a:srgbClr val="000000"/>
          </a:solidFill>
          <a:ln/>
        </p:spPr>
        <p:txBody>
          <a:bodyPr/>
          <a:lstStyle/>
          <a:p>
            <a:endParaRPr/>
          </a:p>
        </p:txBody>
      </p:sp>
      <p:sp>
        <p:nvSpPr>
          <p:cNvPr id="41" name="Shape 39"/>
          <p:cNvSpPr/>
          <p:nvPr/>
        </p:nvSpPr>
        <p:spPr>
          <a:xfrm>
            <a:off x="11539023" y="716851"/>
            <a:ext cx="51488" cy="51488"/>
          </a:xfrm>
          <a:prstGeom prst="ellipse">
            <a:avLst/>
          </a:prstGeom>
          <a:solidFill>
            <a:srgbClr val="000000"/>
          </a:solidFill>
          <a:ln/>
        </p:spPr>
        <p:txBody>
          <a:bodyPr/>
          <a:lstStyle/>
          <a:p>
            <a:endParaRPr/>
          </a:p>
        </p:txBody>
      </p:sp>
      <p:sp>
        <p:nvSpPr>
          <p:cNvPr id="42" name="Shape 40"/>
          <p:cNvSpPr/>
          <p:nvPr/>
        </p:nvSpPr>
        <p:spPr>
          <a:xfrm>
            <a:off x="11127490" y="729288"/>
            <a:ext cx="58222" cy="58222"/>
          </a:xfrm>
          <a:prstGeom prst="ellipse">
            <a:avLst/>
          </a:prstGeom>
          <a:solidFill>
            <a:srgbClr val="000000"/>
          </a:solidFill>
          <a:ln/>
        </p:spPr>
        <p:txBody>
          <a:bodyPr/>
          <a:lstStyle/>
          <a:p>
            <a:endParaRPr/>
          </a:p>
        </p:txBody>
      </p:sp>
      <p:sp>
        <p:nvSpPr>
          <p:cNvPr id="43" name="Shape 41"/>
          <p:cNvSpPr/>
          <p:nvPr/>
        </p:nvSpPr>
        <p:spPr>
          <a:xfrm>
            <a:off x="11460671" y="729781"/>
            <a:ext cx="57633" cy="57633"/>
          </a:xfrm>
          <a:prstGeom prst="ellipse">
            <a:avLst/>
          </a:prstGeom>
          <a:solidFill>
            <a:srgbClr val="000000"/>
          </a:solidFill>
          <a:ln/>
        </p:spPr>
        <p:txBody>
          <a:bodyPr/>
          <a:lstStyle/>
          <a:p>
            <a:endParaRPr/>
          </a:p>
        </p:txBody>
      </p:sp>
      <p:sp>
        <p:nvSpPr>
          <p:cNvPr id="44" name="Shape 42"/>
          <p:cNvSpPr/>
          <p:nvPr/>
        </p:nvSpPr>
        <p:spPr>
          <a:xfrm>
            <a:off x="11407973" y="756415"/>
            <a:ext cx="35960" cy="35960"/>
          </a:xfrm>
          <a:prstGeom prst="ellipse">
            <a:avLst/>
          </a:prstGeom>
          <a:solidFill>
            <a:srgbClr val="000000"/>
          </a:solidFill>
          <a:ln/>
        </p:spPr>
        <p:txBody>
          <a:bodyPr/>
          <a:lstStyle/>
          <a:p>
            <a:endParaRPr/>
          </a:p>
        </p:txBody>
      </p:sp>
      <p:sp>
        <p:nvSpPr>
          <p:cNvPr id="45" name="Shape 43"/>
          <p:cNvSpPr/>
          <p:nvPr/>
        </p:nvSpPr>
        <p:spPr>
          <a:xfrm>
            <a:off x="11207308" y="763884"/>
            <a:ext cx="34616" cy="34616"/>
          </a:xfrm>
          <a:prstGeom prst="ellipse">
            <a:avLst/>
          </a:prstGeom>
          <a:solidFill>
            <a:srgbClr val="000000"/>
          </a:solidFill>
          <a:ln/>
        </p:spPr>
        <p:txBody>
          <a:bodyPr/>
          <a:lstStyle/>
          <a:p>
            <a:endParaRPr/>
          </a:p>
        </p:txBody>
      </p:sp>
      <p:sp>
        <p:nvSpPr>
          <p:cNvPr id="46" name="Shape 44"/>
          <p:cNvSpPr/>
          <p:nvPr/>
        </p:nvSpPr>
        <p:spPr>
          <a:xfrm>
            <a:off x="11018670" y="780462"/>
            <a:ext cx="34616" cy="34616"/>
          </a:xfrm>
          <a:prstGeom prst="ellipse">
            <a:avLst/>
          </a:prstGeom>
          <a:solidFill>
            <a:srgbClr val="000000"/>
          </a:solidFill>
          <a:ln/>
        </p:spPr>
        <p:txBody>
          <a:bodyPr/>
          <a:lstStyle/>
          <a:p>
            <a:endParaRPr/>
          </a:p>
        </p:txBody>
      </p:sp>
      <p:sp>
        <p:nvSpPr>
          <p:cNvPr id="47" name="Shape 45"/>
          <p:cNvSpPr/>
          <p:nvPr/>
        </p:nvSpPr>
        <p:spPr>
          <a:xfrm>
            <a:off x="11591670" y="780123"/>
            <a:ext cx="35294" cy="35294"/>
          </a:xfrm>
          <a:prstGeom prst="ellipse">
            <a:avLst/>
          </a:prstGeom>
          <a:solidFill>
            <a:srgbClr val="000000"/>
          </a:solidFill>
          <a:ln/>
        </p:spPr>
        <p:txBody>
          <a:bodyPr/>
          <a:lstStyle/>
          <a:p>
            <a:endParaRPr/>
          </a:p>
        </p:txBody>
      </p:sp>
      <p:sp>
        <p:nvSpPr>
          <p:cNvPr id="48" name="Shape 46"/>
          <p:cNvSpPr/>
          <p:nvPr/>
        </p:nvSpPr>
        <p:spPr>
          <a:xfrm>
            <a:off x="11079010" y="790179"/>
            <a:ext cx="51270" cy="51270"/>
          </a:xfrm>
          <a:prstGeom prst="ellipse">
            <a:avLst/>
          </a:prstGeom>
          <a:solidFill>
            <a:srgbClr val="000000"/>
          </a:solidFill>
          <a:ln/>
        </p:spPr>
        <p:txBody>
          <a:bodyPr/>
          <a:lstStyle/>
          <a:p>
            <a:endParaRPr/>
          </a:p>
        </p:txBody>
      </p:sp>
      <p:sp>
        <p:nvSpPr>
          <p:cNvPr id="49" name="Shape 47"/>
          <p:cNvSpPr/>
          <p:nvPr/>
        </p:nvSpPr>
        <p:spPr>
          <a:xfrm>
            <a:off x="11515218" y="789692"/>
            <a:ext cx="52602" cy="52602"/>
          </a:xfrm>
          <a:prstGeom prst="ellipse">
            <a:avLst/>
          </a:prstGeom>
          <a:solidFill>
            <a:srgbClr val="000000"/>
          </a:solidFill>
          <a:ln/>
        </p:spPr>
        <p:txBody>
          <a:bodyPr/>
          <a:lstStyle/>
          <a:p>
            <a:endParaRPr/>
          </a:p>
        </p:txBody>
      </p:sp>
      <p:sp>
        <p:nvSpPr>
          <p:cNvPr id="50" name="Shape 48"/>
          <p:cNvSpPr/>
          <p:nvPr/>
        </p:nvSpPr>
        <p:spPr>
          <a:xfrm>
            <a:off x="11147371" y="803460"/>
            <a:ext cx="35627" cy="35627"/>
          </a:xfrm>
          <a:prstGeom prst="ellipse">
            <a:avLst/>
          </a:prstGeom>
          <a:solidFill>
            <a:srgbClr val="000000"/>
          </a:solidFill>
          <a:ln/>
        </p:spPr>
        <p:txBody>
          <a:bodyPr/>
          <a:lstStyle/>
          <a:p>
            <a:endParaRPr/>
          </a:p>
        </p:txBody>
      </p:sp>
      <p:sp>
        <p:nvSpPr>
          <p:cNvPr id="51" name="Shape 49"/>
          <p:cNvSpPr/>
          <p:nvPr/>
        </p:nvSpPr>
        <p:spPr>
          <a:xfrm>
            <a:off x="11347786" y="804293"/>
            <a:ext cx="35294" cy="35294"/>
          </a:xfrm>
          <a:prstGeom prst="ellipse">
            <a:avLst/>
          </a:prstGeom>
          <a:solidFill>
            <a:srgbClr val="000000"/>
          </a:solidFill>
          <a:ln/>
        </p:spPr>
        <p:txBody>
          <a:bodyPr/>
          <a:lstStyle/>
          <a:p>
            <a:endParaRPr/>
          </a:p>
        </p:txBody>
      </p:sp>
      <p:sp>
        <p:nvSpPr>
          <p:cNvPr id="52" name="Shape 50"/>
          <p:cNvSpPr/>
          <p:nvPr/>
        </p:nvSpPr>
        <p:spPr>
          <a:xfrm>
            <a:off x="11465119" y="800919"/>
            <a:ext cx="34961" cy="34961"/>
          </a:xfrm>
          <a:prstGeom prst="ellipse">
            <a:avLst/>
          </a:prstGeom>
          <a:solidFill>
            <a:srgbClr val="000000"/>
          </a:solidFill>
          <a:ln/>
        </p:spPr>
        <p:txBody>
          <a:bodyPr/>
          <a:lstStyle/>
          <a:p>
            <a:endParaRPr/>
          </a:p>
        </p:txBody>
      </p:sp>
      <p:sp>
        <p:nvSpPr>
          <p:cNvPr id="53" name="Shape 51"/>
          <p:cNvSpPr/>
          <p:nvPr/>
        </p:nvSpPr>
        <p:spPr>
          <a:xfrm>
            <a:off x="11270669" y="806590"/>
            <a:ext cx="35627" cy="35627"/>
          </a:xfrm>
          <a:prstGeom prst="ellipse">
            <a:avLst/>
          </a:prstGeom>
          <a:solidFill>
            <a:srgbClr val="000000"/>
          </a:solidFill>
          <a:ln/>
        </p:spPr>
        <p:txBody>
          <a:bodyPr/>
          <a:lstStyle/>
          <a:p>
            <a:endParaRPr/>
          </a:p>
        </p:txBody>
      </p:sp>
      <p:sp>
        <p:nvSpPr>
          <p:cNvPr id="54" name="Shape 52"/>
          <p:cNvSpPr/>
          <p:nvPr/>
        </p:nvSpPr>
        <p:spPr>
          <a:xfrm>
            <a:off x="11191498" y="817766"/>
            <a:ext cx="57633" cy="57633"/>
          </a:xfrm>
          <a:prstGeom prst="ellipse">
            <a:avLst/>
          </a:prstGeom>
          <a:solidFill>
            <a:srgbClr val="000000"/>
          </a:solidFill>
          <a:ln/>
        </p:spPr>
        <p:txBody>
          <a:bodyPr/>
          <a:lstStyle/>
          <a:p>
            <a:endParaRPr/>
          </a:p>
        </p:txBody>
      </p:sp>
      <p:sp>
        <p:nvSpPr>
          <p:cNvPr id="55" name="Shape 53"/>
          <p:cNvSpPr/>
          <p:nvPr/>
        </p:nvSpPr>
        <p:spPr>
          <a:xfrm>
            <a:off x="11396573" y="817888"/>
            <a:ext cx="57633" cy="57633"/>
          </a:xfrm>
          <a:prstGeom prst="ellipse">
            <a:avLst/>
          </a:prstGeom>
          <a:solidFill>
            <a:srgbClr val="000000"/>
          </a:solidFill>
          <a:ln/>
        </p:spPr>
        <p:txBody>
          <a:bodyPr/>
          <a:lstStyle/>
          <a:p>
            <a:endParaRPr/>
          </a:p>
        </p:txBody>
      </p:sp>
      <p:sp>
        <p:nvSpPr>
          <p:cNvPr id="56" name="Shape 54"/>
          <p:cNvSpPr/>
          <p:nvPr/>
        </p:nvSpPr>
        <p:spPr>
          <a:xfrm>
            <a:off x="11123445" y="851985"/>
            <a:ext cx="52167" cy="52167"/>
          </a:xfrm>
          <a:prstGeom prst="ellipse">
            <a:avLst/>
          </a:prstGeom>
          <a:solidFill>
            <a:srgbClr val="000000"/>
          </a:solidFill>
          <a:ln/>
        </p:spPr>
        <p:txBody>
          <a:bodyPr/>
          <a:lstStyle/>
          <a:p>
            <a:endParaRPr/>
          </a:p>
        </p:txBody>
      </p:sp>
      <p:sp>
        <p:nvSpPr>
          <p:cNvPr id="57" name="Shape 55"/>
          <p:cNvSpPr/>
          <p:nvPr/>
        </p:nvSpPr>
        <p:spPr>
          <a:xfrm>
            <a:off x="11294647" y="851390"/>
            <a:ext cx="57223" cy="57223"/>
          </a:xfrm>
          <a:prstGeom prst="ellipse">
            <a:avLst/>
          </a:prstGeom>
          <a:solidFill>
            <a:srgbClr val="000000"/>
          </a:solidFill>
          <a:ln/>
        </p:spPr>
        <p:txBody>
          <a:bodyPr/>
          <a:lstStyle/>
          <a:p>
            <a:endParaRPr/>
          </a:p>
        </p:txBody>
      </p:sp>
      <p:sp>
        <p:nvSpPr>
          <p:cNvPr id="58" name="Shape 56"/>
          <p:cNvSpPr/>
          <p:nvPr/>
        </p:nvSpPr>
        <p:spPr>
          <a:xfrm>
            <a:off x="11470202" y="852382"/>
            <a:ext cx="52384" cy="52384"/>
          </a:xfrm>
          <a:prstGeom prst="ellipse">
            <a:avLst/>
          </a:prstGeom>
          <a:solidFill>
            <a:srgbClr val="000000"/>
          </a:solidFill>
          <a:ln/>
        </p:spPr>
        <p:txBody>
          <a:bodyPr/>
          <a:lstStyle/>
          <a:p>
            <a:endParaRPr/>
          </a:p>
        </p:txBody>
      </p:sp>
      <p:sp>
        <p:nvSpPr>
          <p:cNvPr id="59" name="Shape 57"/>
          <p:cNvSpPr/>
          <p:nvPr/>
        </p:nvSpPr>
        <p:spPr>
          <a:xfrm>
            <a:off x="11060774" y="864607"/>
            <a:ext cx="35627" cy="35627"/>
          </a:xfrm>
          <a:prstGeom prst="ellipse">
            <a:avLst/>
          </a:prstGeom>
          <a:solidFill>
            <a:srgbClr val="000000"/>
          </a:solidFill>
          <a:ln/>
        </p:spPr>
        <p:txBody>
          <a:bodyPr/>
          <a:lstStyle/>
          <a:p>
            <a:endParaRPr/>
          </a:p>
        </p:txBody>
      </p:sp>
      <p:sp>
        <p:nvSpPr>
          <p:cNvPr id="60" name="Shape 58"/>
          <p:cNvSpPr/>
          <p:nvPr/>
        </p:nvSpPr>
        <p:spPr>
          <a:xfrm>
            <a:off x="11548733" y="864185"/>
            <a:ext cx="35627" cy="35627"/>
          </a:xfrm>
          <a:prstGeom prst="ellipse">
            <a:avLst/>
          </a:prstGeom>
          <a:solidFill>
            <a:srgbClr val="000000"/>
          </a:solidFill>
          <a:ln/>
        </p:spPr>
        <p:txBody>
          <a:bodyPr/>
          <a:lstStyle/>
          <a:p>
            <a:endParaRPr/>
          </a:p>
        </p:txBody>
      </p:sp>
      <p:sp>
        <p:nvSpPr>
          <p:cNvPr id="61" name="Shape 59"/>
          <p:cNvSpPr/>
          <p:nvPr/>
        </p:nvSpPr>
        <p:spPr>
          <a:xfrm>
            <a:off x="11246231" y="873908"/>
            <a:ext cx="35627" cy="35627"/>
          </a:xfrm>
          <a:prstGeom prst="ellipse">
            <a:avLst/>
          </a:prstGeom>
          <a:solidFill>
            <a:srgbClr val="000000"/>
          </a:solidFill>
          <a:ln/>
        </p:spPr>
        <p:txBody>
          <a:bodyPr/>
          <a:lstStyle/>
          <a:p>
            <a:endParaRPr/>
          </a:p>
        </p:txBody>
      </p:sp>
      <p:sp>
        <p:nvSpPr>
          <p:cNvPr id="62" name="Shape 60"/>
          <p:cNvSpPr/>
          <p:nvPr/>
        </p:nvSpPr>
        <p:spPr>
          <a:xfrm>
            <a:off x="11367418" y="872896"/>
            <a:ext cx="35627" cy="35627"/>
          </a:xfrm>
          <a:prstGeom prst="ellipse">
            <a:avLst/>
          </a:prstGeom>
          <a:solidFill>
            <a:srgbClr val="000000"/>
          </a:solidFill>
          <a:ln/>
        </p:spPr>
        <p:txBody>
          <a:bodyPr/>
          <a:lstStyle/>
          <a:p>
            <a:endParaRPr/>
          </a:p>
        </p:txBody>
      </p:sp>
      <p:sp>
        <p:nvSpPr>
          <p:cNvPr id="63" name="Shape 61"/>
          <p:cNvSpPr/>
          <p:nvPr/>
        </p:nvSpPr>
        <p:spPr>
          <a:xfrm>
            <a:off x="11185366" y="897322"/>
            <a:ext cx="51936" cy="51936"/>
          </a:xfrm>
          <a:prstGeom prst="ellipse">
            <a:avLst/>
          </a:prstGeom>
          <a:solidFill>
            <a:srgbClr val="000000"/>
          </a:solidFill>
          <a:ln/>
        </p:spPr>
        <p:txBody>
          <a:bodyPr/>
          <a:lstStyle/>
          <a:p>
            <a:endParaRPr/>
          </a:p>
        </p:txBody>
      </p:sp>
      <p:sp>
        <p:nvSpPr>
          <p:cNvPr id="64" name="Shape 62"/>
          <p:cNvSpPr/>
          <p:nvPr/>
        </p:nvSpPr>
        <p:spPr>
          <a:xfrm>
            <a:off x="11407845" y="897655"/>
            <a:ext cx="52602" cy="52602"/>
          </a:xfrm>
          <a:prstGeom prst="ellipse">
            <a:avLst/>
          </a:prstGeom>
          <a:solidFill>
            <a:srgbClr val="000000"/>
          </a:solidFill>
          <a:ln/>
        </p:spPr>
        <p:txBody>
          <a:bodyPr/>
          <a:lstStyle/>
          <a:p>
            <a:endParaRPr/>
          </a:p>
        </p:txBody>
      </p:sp>
      <p:sp>
        <p:nvSpPr>
          <p:cNvPr id="65" name="Shape 63"/>
          <p:cNvSpPr/>
          <p:nvPr/>
        </p:nvSpPr>
        <p:spPr>
          <a:xfrm>
            <a:off x="11258822" y="921466"/>
            <a:ext cx="51270" cy="51270"/>
          </a:xfrm>
          <a:prstGeom prst="ellipse">
            <a:avLst/>
          </a:prstGeom>
          <a:solidFill>
            <a:srgbClr val="000000"/>
          </a:solidFill>
          <a:ln/>
        </p:spPr>
        <p:txBody>
          <a:bodyPr/>
          <a:lstStyle/>
          <a:p>
            <a:endParaRPr/>
          </a:p>
        </p:txBody>
      </p:sp>
      <p:sp>
        <p:nvSpPr>
          <p:cNvPr id="66" name="Shape 64"/>
          <p:cNvSpPr/>
          <p:nvPr/>
        </p:nvSpPr>
        <p:spPr>
          <a:xfrm>
            <a:off x="11335350" y="921504"/>
            <a:ext cx="51270" cy="51270"/>
          </a:xfrm>
          <a:prstGeom prst="ellipse">
            <a:avLst/>
          </a:prstGeom>
          <a:solidFill>
            <a:srgbClr val="000000"/>
          </a:solidFill>
          <a:ln/>
        </p:spPr>
        <p:txBody>
          <a:bodyPr/>
          <a:lstStyle/>
          <a:p>
            <a:endParaRPr/>
          </a:p>
        </p:txBody>
      </p:sp>
      <p:sp>
        <p:nvSpPr>
          <p:cNvPr id="67" name="Shape 65"/>
          <p:cNvSpPr/>
          <p:nvPr/>
        </p:nvSpPr>
        <p:spPr>
          <a:xfrm>
            <a:off x="11127388" y="931368"/>
            <a:ext cx="35294" cy="35294"/>
          </a:xfrm>
          <a:prstGeom prst="ellipse">
            <a:avLst/>
          </a:prstGeom>
          <a:solidFill>
            <a:srgbClr val="000000"/>
          </a:solidFill>
          <a:ln/>
        </p:spPr>
        <p:txBody>
          <a:bodyPr/>
          <a:lstStyle/>
          <a:p>
            <a:endParaRPr/>
          </a:p>
        </p:txBody>
      </p:sp>
      <p:sp>
        <p:nvSpPr>
          <p:cNvPr id="68" name="Shape 66"/>
          <p:cNvSpPr/>
          <p:nvPr/>
        </p:nvSpPr>
        <p:spPr>
          <a:xfrm>
            <a:off x="11481979" y="931035"/>
            <a:ext cx="35960" cy="35960"/>
          </a:xfrm>
          <a:prstGeom prst="ellipse">
            <a:avLst/>
          </a:prstGeom>
          <a:solidFill>
            <a:srgbClr val="000000"/>
          </a:solidFill>
          <a:ln/>
        </p:spPr>
        <p:txBody>
          <a:bodyPr/>
          <a:lstStyle/>
          <a:p>
            <a:endParaRPr/>
          </a:p>
        </p:txBody>
      </p:sp>
      <p:sp>
        <p:nvSpPr>
          <p:cNvPr id="69" name="Shape 67"/>
          <p:cNvSpPr/>
          <p:nvPr/>
        </p:nvSpPr>
        <p:spPr>
          <a:xfrm>
            <a:off x="11211987" y="974695"/>
            <a:ext cx="34961" cy="34961"/>
          </a:xfrm>
          <a:prstGeom prst="ellipse">
            <a:avLst/>
          </a:prstGeom>
          <a:solidFill>
            <a:srgbClr val="000000"/>
          </a:solidFill>
          <a:ln/>
        </p:spPr>
        <p:txBody>
          <a:bodyPr/>
          <a:lstStyle/>
          <a:p>
            <a:endParaRPr/>
          </a:p>
        </p:txBody>
      </p:sp>
      <p:sp>
        <p:nvSpPr>
          <p:cNvPr id="70" name="Shape 68"/>
          <p:cNvSpPr/>
          <p:nvPr/>
        </p:nvSpPr>
        <p:spPr>
          <a:xfrm>
            <a:off x="11398461" y="974695"/>
            <a:ext cx="34961" cy="34961"/>
          </a:xfrm>
          <a:prstGeom prst="ellipse">
            <a:avLst/>
          </a:prstGeom>
          <a:solidFill>
            <a:srgbClr val="000000"/>
          </a:solidFill>
          <a:ln/>
        </p:spPr>
        <p:txBody>
          <a:bodyPr/>
          <a:lstStyle/>
          <a:p>
            <a:endParaRPr/>
          </a:p>
        </p:txBody>
      </p:sp>
      <p:sp>
        <p:nvSpPr>
          <p:cNvPr id="71" name="Shape 69"/>
          <p:cNvSpPr/>
          <p:nvPr/>
        </p:nvSpPr>
        <p:spPr>
          <a:xfrm>
            <a:off x="11304837" y="988501"/>
            <a:ext cx="35627" cy="35627"/>
          </a:xfrm>
          <a:prstGeom prst="ellipse">
            <a:avLst/>
          </a:prstGeom>
          <a:solidFill>
            <a:srgbClr val="000000"/>
          </a:solidFill>
          <a:ln/>
        </p:spPr>
        <p:txBody>
          <a:bodyPr/>
          <a:lstStyle/>
          <a:p>
            <a:endParaRPr/>
          </a:p>
        </p:txBody>
      </p:sp>
      <p:sp>
        <p:nvSpPr>
          <p:cNvPr id="72" name="Text 70"/>
          <p:cNvSpPr/>
          <p:nvPr/>
        </p:nvSpPr>
        <p:spPr>
          <a:xfrm>
            <a:off x="548640" y="411480"/>
            <a:ext cx="10088575" cy="777240"/>
          </a:xfrm>
          <a:prstGeom prst="rect">
            <a:avLst/>
          </a:prstGeom>
          <a:noFill/>
          <a:ln/>
        </p:spPr>
        <p:txBody>
          <a:bodyPr wrap="square" lIns="0" tIns="0" rIns="0" bIns="0" rtlCol="0" anchor="ctr"/>
          <a:lstStyle/>
          <a:p>
            <a:pPr marL="0" indent="0" algn="l">
              <a:lnSpc>
                <a:spcPct val="105000"/>
              </a:lnSpc>
              <a:buNone/>
            </a:pPr>
            <a:r>
              <a:rPr lang="en-US" sz="2900" dirty="0">
                <a:solidFill>
                  <a:srgbClr val="3D68EC"/>
                </a:solidFill>
                <a:latin typeface="General Sans Semibold" pitchFamily="34" charset="0"/>
                <a:ea typeface="General Sans Semibold" pitchFamily="34" charset="-122"/>
                <a:cs typeface="General Sans Semibold" pitchFamily="34" charset="-120"/>
              </a:rPr>
              <a:t>Ronde 1: /1-verkennen maakt je dataprofiel</a:t>
            </a:r>
            <a:endParaRPr lang="en-US" sz="2900" dirty="0"/>
          </a:p>
        </p:txBody>
      </p:sp>
      <p:sp>
        <p:nvSpPr>
          <p:cNvPr id="73" name="Shape 71"/>
          <p:cNvSpPr/>
          <p:nvPr/>
        </p:nvSpPr>
        <p:spPr>
          <a:xfrm>
            <a:off x="548640" y="1371600"/>
            <a:ext cx="3393338" cy="2560320"/>
          </a:xfrm>
          <a:prstGeom prst="roundRect">
            <a:avLst>
              <a:gd name="adj" fmla="val 3571"/>
            </a:avLst>
          </a:prstGeom>
          <a:solidFill>
            <a:srgbClr val="3D68EC"/>
          </a:solidFill>
          <a:ln/>
        </p:spPr>
        <p:txBody>
          <a:bodyPr/>
          <a:lstStyle/>
          <a:p>
            <a:endParaRPr/>
          </a:p>
        </p:txBody>
      </p:sp>
      <p:sp>
        <p:nvSpPr>
          <p:cNvPr id="74" name="Shape 72"/>
          <p:cNvSpPr/>
          <p:nvPr/>
        </p:nvSpPr>
        <p:spPr>
          <a:xfrm>
            <a:off x="822960" y="1645920"/>
            <a:ext cx="548640" cy="548640"/>
          </a:xfrm>
          <a:prstGeom prst="ellipse">
            <a:avLst/>
          </a:prstGeom>
          <a:solidFill>
            <a:srgbClr val="F4D74B"/>
          </a:solidFill>
          <a:ln/>
        </p:spPr>
        <p:txBody>
          <a:bodyPr/>
          <a:lstStyle/>
          <a:p>
            <a:endParaRPr/>
          </a:p>
        </p:txBody>
      </p:sp>
      <p:sp>
        <p:nvSpPr>
          <p:cNvPr id="75" name="Text 73"/>
          <p:cNvSpPr/>
          <p:nvPr/>
        </p:nvSpPr>
        <p:spPr>
          <a:xfrm>
            <a:off x="822960" y="1645920"/>
            <a:ext cx="548640" cy="548640"/>
          </a:xfrm>
          <a:prstGeom prst="rect">
            <a:avLst/>
          </a:prstGeom>
          <a:noFill/>
          <a:ln/>
        </p:spPr>
        <p:txBody>
          <a:bodyPr wrap="square" lIns="0" tIns="0" rIns="0" bIns="0" rtlCol="0" anchor="ctr"/>
          <a:lstStyle/>
          <a:p>
            <a:pPr marL="0" indent="0" algn="ctr">
              <a:lnSpc>
                <a:spcPct val="105000"/>
              </a:lnSpc>
              <a:buNone/>
            </a:pPr>
            <a:r>
              <a:rPr lang="en-US" sz="2000" dirty="0">
                <a:solidFill>
                  <a:srgbClr val="3D68EC"/>
                </a:solidFill>
                <a:latin typeface="General Sans Semibold" pitchFamily="34" charset="0"/>
                <a:ea typeface="General Sans Semibold" pitchFamily="34" charset="-122"/>
                <a:cs typeface="General Sans Semibold" pitchFamily="34" charset="-120"/>
              </a:rPr>
              <a:t>1</a:t>
            </a:r>
            <a:endParaRPr lang="en-US" sz="2000" dirty="0"/>
          </a:p>
        </p:txBody>
      </p:sp>
      <p:pic>
        <p:nvPicPr>
          <p:cNvPr id="76" name="Image 0" descr="exports\_hulp2\img\laptop.png"/>
          <p:cNvPicPr>
            <a:picLocks noChangeAspect="1"/>
          </p:cNvPicPr>
          <p:nvPr/>
        </p:nvPicPr>
        <p:blipFill>
          <a:blip r:embed="rId3"/>
          <a:stretch>
            <a:fillRect/>
          </a:stretch>
        </p:blipFill>
        <p:spPr>
          <a:xfrm>
            <a:off x="2753258" y="1554480"/>
            <a:ext cx="1005840" cy="1005840"/>
          </a:xfrm>
          <a:prstGeom prst="rect">
            <a:avLst/>
          </a:prstGeom>
        </p:spPr>
      </p:pic>
      <p:sp>
        <p:nvSpPr>
          <p:cNvPr id="77" name="Text 74"/>
          <p:cNvSpPr/>
          <p:nvPr/>
        </p:nvSpPr>
        <p:spPr>
          <a:xfrm>
            <a:off x="822960" y="2423160"/>
            <a:ext cx="2844698" cy="338328"/>
          </a:xfrm>
          <a:prstGeom prst="rect">
            <a:avLst/>
          </a:prstGeom>
          <a:noFill/>
          <a:ln/>
        </p:spPr>
        <p:txBody>
          <a:bodyPr wrap="square" lIns="0" tIns="0" rIns="0" bIns="0" rtlCol="0" anchor="t"/>
          <a:lstStyle/>
          <a:p>
            <a:pPr marL="0" indent="0" algn="l">
              <a:lnSpc>
                <a:spcPct val="105000"/>
              </a:lnSpc>
              <a:buNone/>
            </a:pPr>
            <a:r>
              <a:rPr lang="en-US" sz="2200" dirty="0">
                <a:solidFill>
                  <a:srgbClr val="F4D9DC"/>
                </a:solidFill>
                <a:latin typeface="General Sans Semibold" pitchFamily="34" charset="0"/>
                <a:ea typeface="General Sans Semibold" pitchFamily="34" charset="-122"/>
                <a:cs typeface="General Sans Semibold" pitchFamily="34" charset="-120"/>
              </a:rPr>
              <a:t>Typ</a:t>
            </a:r>
            <a:endParaRPr lang="en-US" sz="2200" dirty="0"/>
          </a:p>
        </p:txBody>
      </p:sp>
      <p:sp>
        <p:nvSpPr>
          <p:cNvPr id="78" name="Text 75"/>
          <p:cNvSpPr/>
          <p:nvPr/>
        </p:nvSpPr>
        <p:spPr>
          <a:xfrm>
            <a:off x="822960" y="3035808"/>
            <a:ext cx="2844698" cy="541020"/>
          </a:xfrm>
          <a:prstGeom prst="rect">
            <a:avLst/>
          </a:prstGeom>
          <a:noFill/>
          <a:ln/>
        </p:spPr>
        <p:txBody>
          <a:bodyPr wrap="square" lIns="0" tIns="0" rIns="0" bIns="0" rtlCol="0" anchor="t"/>
          <a:lstStyle/>
          <a:p>
            <a:pPr marL="0" indent="0" algn="l">
              <a:lnSpc>
                <a:spcPct val="105000"/>
              </a:lnSpc>
              <a:buNone/>
            </a:pPr>
            <a:r>
              <a:rPr lang="en-US" sz="1500" dirty="0">
                <a:solidFill>
                  <a:srgbClr val="F4D9DC"/>
                </a:solidFill>
                <a:latin typeface="General Sans" pitchFamily="34" charset="0"/>
                <a:ea typeface="General Sans" pitchFamily="34" charset="-122"/>
                <a:cs typeface="General Sans" pitchFamily="34" charset="-120"/>
              </a:rPr>
              <a:t>/1-verkennen</a:t>
            </a:r>
            <a:endParaRPr lang="en-US" sz="1500" dirty="0"/>
          </a:p>
        </p:txBody>
      </p:sp>
      <p:sp>
        <p:nvSpPr>
          <p:cNvPr id="79" name="Shape 76"/>
          <p:cNvSpPr/>
          <p:nvPr/>
        </p:nvSpPr>
        <p:spPr>
          <a:xfrm>
            <a:off x="4051706" y="2377440"/>
            <a:ext cx="237744" cy="548640"/>
          </a:xfrm>
          <a:prstGeom prst="chevron">
            <a:avLst/>
          </a:prstGeom>
          <a:solidFill>
            <a:srgbClr val="3D68EC"/>
          </a:solidFill>
          <a:ln/>
        </p:spPr>
        <p:txBody>
          <a:bodyPr/>
          <a:lstStyle/>
          <a:p>
            <a:endParaRPr/>
          </a:p>
        </p:txBody>
      </p:sp>
      <p:sp>
        <p:nvSpPr>
          <p:cNvPr id="80" name="Shape 77"/>
          <p:cNvSpPr/>
          <p:nvPr/>
        </p:nvSpPr>
        <p:spPr>
          <a:xfrm>
            <a:off x="4399178" y="1371600"/>
            <a:ext cx="3393338" cy="2560320"/>
          </a:xfrm>
          <a:prstGeom prst="roundRect">
            <a:avLst>
              <a:gd name="adj" fmla="val 3571"/>
            </a:avLst>
          </a:prstGeom>
          <a:solidFill>
            <a:srgbClr val="DD784B"/>
          </a:solidFill>
          <a:ln/>
        </p:spPr>
        <p:txBody>
          <a:bodyPr/>
          <a:lstStyle/>
          <a:p>
            <a:endParaRPr/>
          </a:p>
        </p:txBody>
      </p:sp>
      <p:sp>
        <p:nvSpPr>
          <p:cNvPr id="81" name="Shape 78"/>
          <p:cNvSpPr/>
          <p:nvPr/>
        </p:nvSpPr>
        <p:spPr>
          <a:xfrm>
            <a:off x="4673498" y="1645920"/>
            <a:ext cx="548640" cy="548640"/>
          </a:xfrm>
          <a:prstGeom prst="ellipse">
            <a:avLst/>
          </a:prstGeom>
          <a:solidFill>
            <a:srgbClr val="F4D9DC"/>
          </a:solidFill>
          <a:ln/>
        </p:spPr>
        <p:txBody>
          <a:bodyPr/>
          <a:lstStyle/>
          <a:p>
            <a:endParaRPr/>
          </a:p>
        </p:txBody>
      </p:sp>
      <p:sp>
        <p:nvSpPr>
          <p:cNvPr id="82" name="Text 79"/>
          <p:cNvSpPr/>
          <p:nvPr/>
        </p:nvSpPr>
        <p:spPr>
          <a:xfrm>
            <a:off x="4673498" y="1645920"/>
            <a:ext cx="548640" cy="548640"/>
          </a:xfrm>
          <a:prstGeom prst="rect">
            <a:avLst/>
          </a:prstGeom>
          <a:noFill/>
          <a:ln/>
        </p:spPr>
        <p:txBody>
          <a:bodyPr wrap="square" lIns="0" tIns="0" rIns="0" bIns="0" rtlCol="0" anchor="ctr"/>
          <a:lstStyle/>
          <a:p>
            <a:pPr marL="0" indent="0" algn="ctr">
              <a:lnSpc>
                <a:spcPct val="105000"/>
              </a:lnSpc>
              <a:buNone/>
            </a:pPr>
            <a:r>
              <a:rPr lang="en-US" sz="2000" dirty="0">
                <a:solidFill>
                  <a:srgbClr val="000000"/>
                </a:solidFill>
                <a:latin typeface="General Sans Semibold" pitchFamily="34" charset="0"/>
                <a:ea typeface="General Sans Semibold" pitchFamily="34" charset="-122"/>
                <a:cs typeface="General Sans Semibold" pitchFamily="34" charset="-120"/>
              </a:rPr>
              <a:t>2</a:t>
            </a:r>
            <a:endParaRPr lang="en-US" sz="2000" dirty="0"/>
          </a:p>
        </p:txBody>
      </p:sp>
      <p:pic>
        <p:nvPicPr>
          <p:cNvPr id="83" name="Image 1" descr="exports\_hulp2\img\gesprek.png"/>
          <p:cNvPicPr>
            <a:picLocks noChangeAspect="1"/>
          </p:cNvPicPr>
          <p:nvPr/>
        </p:nvPicPr>
        <p:blipFill>
          <a:blip r:embed="rId4"/>
          <a:stretch>
            <a:fillRect/>
          </a:stretch>
        </p:blipFill>
        <p:spPr>
          <a:xfrm>
            <a:off x="6603797" y="1554480"/>
            <a:ext cx="1005840" cy="1005840"/>
          </a:xfrm>
          <a:prstGeom prst="rect">
            <a:avLst/>
          </a:prstGeom>
        </p:spPr>
      </p:pic>
      <p:sp>
        <p:nvSpPr>
          <p:cNvPr id="84" name="Text 80"/>
          <p:cNvSpPr/>
          <p:nvPr/>
        </p:nvSpPr>
        <p:spPr>
          <a:xfrm>
            <a:off x="4673498" y="2423160"/>
            <a:ext cx="2844698" cy="338328"/>
          </a:xfrm>
          <a:prstGeom prst="rect">
            <a:avLst/>
          </a:prstGeom>
          <a:noFill/>
          <a:ln/>
        </p:spPr>
        <p:txBody>
          <a:bodyPr wrap="square" lIns="0" tIns="0" rIns="0" bIns="0" rtlCol="0" anchor="t"/>
          <a:lstStyle/>
          <a:p>
            <a:pPr marL="0" indent="0" algn="l">
              <a:lnSpc>
                <a:spcPct val="105000"/>
              </a:lnSpc>
              <a:buNone/>
            </a:pPr>
            <a:r>
              <a:rPr lang="en-US" sz="2200" dirty="0">
                <a:solidFill>
                  <a:srgbClr val="000000"/>
                </a:solidFill>
                <a:latin typeface="General Sans Semibold" pitchFamily="34" charset="0"/>
                <a:ea typeface="General Sans Semibold" pitchFamily="34" charset="-122"/>
                <a:cs typeface="General Sans Semibold" pitchFamily="34" charset="-120"/>
              </a:rPr>
              <a:t>Beantwoord</a:t>
            </a:r>
            <a:endParaRPr lang="en-US" sz="2200" dirty="0"/>
          </a:p>
        </p:txBody>
      </p:sp>
      <p:sp>
        <p:nvSpPr>
          <p:cNvPr id="85" name="Text 81"/>
          <p:cNvSpPr/>
          <p:nvPr/>
        </p:nvSpPr>
        <p:spPr>
          <a:xfrm>
            <a:off x="4673498" y="3035808"/>
            <a:ext cx="2844698" cy="541020"/>
          </a:xfrm>
          <a:prstGeom prst="rect">
            <a:avLst/>
          </a:prstGeom>
          <a:noFill/>
          <a:ln/>
        </p:spPr>
        <p:txBody>
          <a:bodyPr wrap="square" lIns="0" tIns="0" rIns="0" bIns="0" rtlCol="0" anchor="t"/>
          <a:lstStyle/>
          <a:p>
            <a:pPr marL="0" indent="0" algn="l">
              <a:lnSpc>
                <a:spcPct val="105000"/>
              </a:lnSpc>
              <a:buNone/>
            </a:pPr>
            <a:r>
              <a:rPr lang="en-US" sz="1500" dirty="0">
                <a:solidFill>
                  <a:srgbClr val="000000"/>
                </a:solidFill>
                <a:latin typeface="General Sans" pitchFamily="34" charset="0"/>
                <a:ea typeface="General Sans" pitchFamily="34" charset="-122"/>
                <a:cs typeface="General Sans" pitchFamily="34" charset="-120"/>
              </a:rPr>
              <a:t>De vragen van de agent</a:t>
            </a:r>
            <a:endParaRPr lang="en-US" sz="1500" dirty="0"/>
          </a:p>
        </p:txBody>
      </p:sp>
      <p:sp>
        <p:nvSpPr>
          <p:cNvPr id="86" name="Shape 82"/>
          <p:cNvSpPr/>
          <p:nvPr/>
        </p:nvSpPr>
        <p:spPr>
          <a:xfrm>
            <a:off x="7902245" y="2377440"/>
            <a:ext cx="237744" cy="548640"/>
          </a:xfrm>
          <a:prstGeom prst="chevron">
            <a:avLst/>
          </a:prstGeom>
          <a:solidFill>
            <a:srgbClr val="3D68EC"/>
          </a:solidFill>
          <a:ln/>
        </p:spPr>
        <p:txBody>
          <a:bodyPr/>
          <a:lstStyle/>
          <a:p>
            <a:endParaRPr/>
          </a:p>
        </p:txBody>
      </p:sp>
      <p:sp>
        <p:nvSpPr>
          <p:cNvPr id="87" name="Shape 83"/>
          <p:cNvSpPr/>
          <p:nvPr/>
        </p:nvSpPr>
        <p:spPr>
          <a:xfrm>
            <a:off x="8249717" y="1371600"/>
            <a:ext cx="3393338" cy="2560320"/>
          </a:xfrm>
          <a:prstGeom prst="roundRect">
            <a:avLst>
              <a:gd name="adj" fmla="val 3571"/>
            </a:avLst>
          </a:prstGeom>
          <a:solidFill>
            <a:srgbClr val="00AF81"/>
          </a:solidFill>
          <a:ln/>
        </p:spPr>
        <p:txBody>
          <a:bodyPr/>
          <a:lstStyle/>
          <a:p>
            <a:endParaRPr/>
          </a:p>
        </p:txBody>
      </p:sp>
      <p:sp>
        <p:nvSpPr>
          <p:cNvPr id="88" name="Shape 84"/>
          <p:cNvSpPr/>
          <p:nvPr/>
        </p:nvSpPr>
        <p:spPr>
          <a:xfrm>
            <a:off x="8524037" y="1645920"/>
            <a:ext cx="548640" cy="548640"/>
          </a:xfrm>
          <a:prstGeom prst="ellipse">
            <a:avLst/>
          </a:prstGeom>
          <a:solidFill>
            <a:srgbClr val="F4D9DC"/>
          </a:solidFill>
          <a:ln/>
        </p:spPr>
        <p:txBody>
          <a:bodyPr/>
          <a:lstStyle/>
          <a:p>
            <a:endParaRPr/>
          </a:p>
        </p:txBody>
      </p:sp>
      <p:sp>
        <p:nvSpPr>
          <p:cNvPr id="89" name="Text 85"/>
          <p:cNvSpPr/>
          <p:nvPr/>
        </p:nvSpPr>
        <p:spPr>
          <a:xfrm>
            <a:off x="8524037" y="1645920"/>
            <a:ext cx="548640" cy="548640"/>
          </a:xfrm>
          <a:prstGeom prst="rect">
            <a:avLst/>
          </a:prstGeom>
          <a:noFill/>
          <a:ln/>
        </p:spPr>
        <p:txBody>
          <a:bodyPr wrap="square" lIns="0" tIns="0" rIns="0" bIns="0" rtlCol="0" anchor="ctr"/>
          <a:lstStyle/>
          <a:p>
            <a:pPr marL="0" indent="0" algn="ctr">
              <a:lnSpc>
                <a:spcPct val="105000"/>
              </a:lnSpc>
              <a:buNone/>
            </a:pPr>
            <a:r>
              <a:rPr lang="en-US" sz="2000" dirty="0">
                <a:solidFill>
                  <a:srgbClr val="000000"/>
                </a:solidFill>
                <a:latin typeface="General Sans Semibold" pitchFamily="34" charset="0"/>
                <a:ea typeface="General Sans Semibold" pitchFamily="34" charset="-122"/>
                <a:cs typeface="General Sans Semibold" pitchFamily="34" charset="-120"/>
              </a:rPr>
              <a:t>3</a:t>
            </a:r>
            <a:endParaRPr lang="en-US" sz="2000" dirty="0"/>
          </a:p>
        </p:txBody>
      </p:sp>
      <p:pic>
        <p:nvPicPr>
          <p:cNvPr id="90" name="Image 2" descr="exports\_hulp2\img\data.png"/>
          <p:cNvPicPr>
            <a:picLocks noChangeAspect="1"/>
          </p:cNvPicPr>
          <p:nvPr/>
        </p:nvPicPr>
        <p:blipFill>
          <a:blip r:embed="rId5"/>
          <a:stretch>
            <a:fillRect/>
          </a:stretch>
        </p:blipFill>
        <p:spPr>
          <a:xfrm>
            <a:off x="10454335" y="1554480"/>
            <a:ext cx="1005840" cy="1005840"/>
          </a:xfrm>
          <a:prstGeom prst="rect">
            <a:avLst/>
          </a:prstGeom>
        </p:spPr>
      </p:pic>
      <p:sp>
        <p:nvSpPr>
          <p:cNvPr id="91" name="Text 86"/>
          <p:cNvSpPr/>
          <p:nvPr/>
        </p:nvSpPr>
        <p:spPr>
          <a:xfrm>
            <a:off x="8524037" y="2423160"/>
            <a:ext cx="2844698" cy="338328"/>
          </a:xfrm>
          <a:prstGeom prst="rect">
            <a:avLst/>
          </a:prstGeom>
          <a:noFill/>
          <a:ln/>
        </p:spPr>
        <p:txBody>
          <a:bodyPr wrap="square" lIns="0" tIns="0" rIns="0" bIns="0" rtlCol="0" anchor="t"/>
          <a:lstStyle/>
          <a:p>
            <a:pPr marL="0" indent="0" algn="l">
              <a:lnSpc>
                <a:spcPct val="105000"/>
              </a:lnSpc>
              <a:buNone/>
            </a:pPr>
            <a:r>
              <a:rPr lang="en-US" sz="2200" dirty="0">
                <a:solidFill>
                  <a:srgbClr val="000000"/>
                </a:solidFill>
                <a:latin typeface="General Sans Semibold" pitchFamily="34" charset="0"/>
                <a:ea typeface="General Sans Semibold" pitchFamily="34" charset="-122"/>
                <a:cs typeface="General Sans Semibold" pitchFamily="34" charset="-120"/>
              </a:rPr>
              <a:t>Open</a:t>
            </a:r>
            <a:endParaRPr lang="en-US" sz="2200" dirty="0"/>
          </a:p>
        </p:txBody>
      </p:sp>
      <p:sp>
        <p:nvSpPr>
          <p:cNvPr id="92" name="Text 87"/>
          <p:cNvSpPr/>
          <p:nvPr/>
        </p:nvSpPr>
        <p:spPr>
          <a:xfrm>
            <a:off x="8524037" y="3035808"/>
            <a:ext cx="2844698" cy="541020"/>
          </a:xfrm>
          <a:prstGeom prst="rect">
            <a:avLst/>
          </a:prstGeom>
          <a:noFill/>
          <a:ln/>
        </p:spPr>
        <p:txBody>
          <a:bodyPr wrap="square" lIns="0" tIns="0" rIns="0" bIns="0" rtlCol="0" anchor="t"/>
          <a:lstStyle/>
          <a:p>
            <a:pPr marL="0" indent="0" algn="l">
              <a:lnSpc>
                <a:spcPct val="105000"/>
              </a:lnSpc>
              <a:buNone/>
            </a:pPr>
            <a:r>
              <a:rPr lang="en-US" sz="1500" dirty="0">
                <a:solidFill>
                  <a:srgbClr val="000000"/>
                </a:solidFill>
                <a:latin typeface="General Sans" pitchFamily="34" charset="0"/>
                <a:ea typeface="General Sans" pitchFamily="34" charset="-122"/>
                <a:cs typeface="General Sans" pitchFamily="34" charset="-120"/>
              </a:rPr>
              <a:t>data-profiel.html: wat er in de data zit</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CCEEE6"/>
        </a:solidFill>
        <a:effectLst/>
      </p:bgPr>
    </p:bg>
    <p:spTree>
      <p:nvGrpSpPr>
        <p:cNvPr id="1" name=""/>
        <p:cNvGrpSpPr/>
        <p:nvPr/>
      </p:nvGrpSpPr>
      <p:grpSpPr>
        <a:xfrm>
          <a:off x="0" y="0"/>
          <a:ext cx="0" cy="0"/>
          <a:chOff x="0" y="0"/>
          <a:chExt cx="0" cy="0"/>
        </a:xfrm>
      </p:grpSpPr>
      <p:sp>
        <p:nvSpPr>
          <p:cNvPr id="2" name="Shape 0"/>
          <p:cNvSpPr/>
          <p:nvPr/>
        </p:nvSpPr>
        <p:spPr>
          <a:xfrm>
            <a:off x="11304952" y="384048"/>
            <a:ext cx="35960" cy="35960"/>
          </a:xfrm>
          <a:prstGeom prst="ellipse">
            <a:avLst/>
          </a:prstGeom>
          <a:solidFill>
            <a:srgbClr val="000000"/>
          </a:solidFill>
          <a:ln/>
        </p:spPr>
        <p:txBody>
          <a:bodyPr/>
          <a:lstStyle/>
          <a:p>
            <a:endParaRPr/>
          </a:p>
        </p:txBody>
      </p:sp>
      <p:sp>
        <p:nvSpPr>
          <p:cNvPr id="3" name="Shape 1"/>
          <p:cNvSpPr/>
          <p:nvPr/>
        </p:nvSpPr>
        <p:spPr>
          <a:xfrm>
            <a:off x="11212173" y="399224"/>
            <a:ext cx="34616" cy="34616"/>
          </a:xfrm>
          <a:prstGeom prst="ellipse">
            <a:avLst/>
          </a:prstGeom>
          <a:solidFill>
            <a:srgbClr val="000000"/>
          </a:solidFill>
          <a:ln/>
        </p:spPr>
        <p:txBody>
          <a:bodyPr/>
          <a:lstStyle/>
          <a:p>
            <a:endParaRPr/>
          </a:p>
        </p:txBody>
      </p:sp>
      <p:sp>
        <p:nvSpPr>
          <p:cNvPr id="4" name="Shape 2"/>
          <p:cNvSpPr/>
          <p:nvPr/>
        </p:nvSpPr>
        <p:spPr>
          <a:xfrm>
            <a:off x="11398641" y="399224"/>
            <a:ext cx="34616" cy="34616"/>
          </a:xfrm>
          <a:prstGeom prst="ellipse">
            <a:avLst/>
          </a:prstGeom>
          <a:solidFill>
            <a:srgbClr val="000000"/>
          </a:solidFill>
          <a:ln/>
        </p:spPr>
        <p:txBody>
          <a:bodyPr/>
          <a:lstStyle/>
          <a:p>
            <a:endParaRPr/>
          </a:p>
        </p:txBody>
      </p:sp>
      <p:sp>
        <p:nvSpPr>
          <p:cNvPr id="5" name="Shape 3"/>
          <p:cNvSpPr/>
          <p:nvPr/>
        </p:nvSpPr>
        <p:spPr>
          <a:xfrm>
            <a:off x="11258374" y="435357"/>
            <a:ext cx="51936" cy="51936"/>
          </a:xfrm>
          <a:prstGeom prst="ellipse">
            <a:avLst/>
          </a:prstGeom>
          <a:solidFill>
            <a:srgbClr val="000000"/>
          </a:solidFill>
          <a:ln/>
        </p:spPr>
        <p:txBody>
          <a:bodyPr/>
          <a:lstStyle/>
          <a:p>
            <a:endParaRPr/>
          </a:p>
        </p:txBody>
      </p:sp>
      <p:sp>
        <p:nvSpPr>
          <p:cNvPr id="6" name="Shape 4"/>
          <p:cNvSpPr/>
          <p:nvPr/>
        </p:nvSpPr>
        <p:spPr>
          <a:xfrm>
            <a:off x="11335407" y="435306"/>
            <a:ext cx="51718" cy="51718"/>
          </a:xfrm>
          <a:prstGeom prst="ellipse">
            <a:avLst/>
          </a:prstGeom>
          <a:solidFill>
            <a:srgbClr val="000000"/>
          </a:solidFill>
          <a:ln/>
        </p:spPr>
        <p:txBody>
          <a:bodyPr/>
          <a:lstStyle/>
          <a:p>
            <a:endParaRPr/>
          </a:p>
        </p:txBody>
      </p:sp>
      <p:sp>
        <p:nvSpPr>
          <p:cNvPr id="7" name="Shape 5"/>
          <p:cNvSpPr/>
          <p:nvPr/>
        </p:nvSpPr>
        <p:spPr>
          <a:xfrm>
            <a:off x="11127388" y="442398"/>
            <a:ext cx="35294" cy="35294"/>
          </a:xfrm>
          <a:prstGeom prst="ellipse">
            <a:avLst/>
          </a:prstGeom>
          <a:solidFill>
            <a:srgbClr val="000000"/>
          </a:solidFill>
          <a:ln/>
        </p:spPr>
        <p:txBody>
          <a:bodyPr/>
          <a:lstStyle/>
          <a:p>
            <a:endParaRPr/>
          </a:p>
        </p:txBody>
      </p:sp>
      <p:sp>
        <p:nvSpPr>
          <p:cNvPr id="8" name="Shape 6"/>
          <p:cNvSpPr/>
          <p:nvPr/>
        </p:nvSpPr>
        <p:spPr>
          <a:xfrm>
            <a:off x="11482145" y="441649"/>
            <a:ext cx="35960" cy="35960"/>
          </a:xfrm>
          <a:prstGeom prst="ellipse">
            <a:avLst/>
          </a:prstGeom>
          <a:solidFill>
            <a:srgbClr val="000000"/>
          </a:solidFill>
          <a:ln/>
        </p:spPr>
        <p:txBody>
          <a:bodyPr/>
          <a:lstStyle/>
          <a:p>
            <a:endParaRPr/>
          </a:p>
        </p:txBody>
      </p:sp>
      <p:sp>
        <p:nvSpPr>
          <p:cNvPr id="9" name="Shape 7"/>
          <p:cNvSpPr/>
          <p:nvPr/>
        </p:nvSpPr>
        <p:spPr>
          <a:xfrm>
            <a:off x="11185603" y="459328"/>
            <a:ext cx="52167" cy="52167"/>
          </a:xfrm>
          <a:prstGeom prst="ellipse">
            <a:avLst/>
          </a:prstGeom>
          <a:solidFill>
            <a:srgbClr val="000000"/>
          </a:solidFill>
          <a:ln/>
        </p:spPr>
        <p:txBody>
          <a:bodyPr/>
          <a:lstStyle/>
          <a:p>
            <a:endParaRPr/>
          </a:p>
        </p:txBody>
      </p:sp>
      <p:sp>
        <p:nvSpPr>
          <p:cNvPr id="10" name="Shape 8"/>
          <p:cNvSpPr/>
          <p:nvPr/>
        </p:nvSpPr>
        <p:spPr>
          <a:xfrm>
            <a:off x="11408043" y="458713"/>
            <a:ext cx="52384" cy="52384"/>
          </a:xfrm>
          <a:prstGeom prst="ellipse">
            <a:avLst/>
          </a:prstGeom>
          <a:solidFill>
            <a:srgbClr val="000000"/>
          </a:solidFill>
          <a:ln/>
        </p:spPr>
        <p:txBody>
          <a:bodyPr/>
          <a:lstStyle/>
          <a:p>
            <a:endParaRPr/>
          </a:p>
        </p:txBody>
      </p:sp>
      <p:sp>
        <p:nvSpPr>
          <p:cNvPr id="11" name="Shape 9"/>
          <p:cNvSpPr/>
          <p:nvPr/>
        </p:nvSpPr>
        <p:spPr>
          <a:xfrm>
            <a:off x="11241891" y="499749"/>
            <a:ext cx="36613" cy="36613"/>
          </a:xfrm>
          <a:prstGeom prst="ellipse">
            <a:avLst/>
          </a:prstGeom>
          <a:solidFill>
            <a:srgbClr val="000000"/>
          </a:solidFill>
          <a:ln/>
        </p:spPr>
        <p:txBody>
          <a:bodyPr/>
          <a:lstStyle/>
          <a:p>
            <a:endParaRPr/>
          </a:p>
        </p:txBody>
      </p:sp>
      <p:sp>
        <p:nvSpPr>
          <p:cNvPr id="12" name="Shape 10"/>
          <p:cNvSpPr/>
          <p:nvPr/>
        </p:nvSpPr>
        <p:spPr>
          <a:xfrm>
            <a:off x="11294557" y="500146"/>
            <a:ext cx="57223" cy="57223"/>
          </a:xfrm>
          <a:prstGeom prst="ellipse">
            <a:avLst/>
          </a:prstGeom>
          <a:solidFill>
            <a:srgbClr val="000000"/>
          </a:solidFill>
          <a:ln/>
        </p:spPr>
        <p:txBody>
          <a:bodyPr/>
          <a:lstStyle/>
          <a:p>
            <a:endParaRPr/>
          </a:p>
        </p:txBody>
      </p:sp>
      <p:sp>
        <p:nvSpPr>
          <p:cNvPr id="13" name="Shape 11"/>
          <p:cNvSpPr/>
          <p:nvPr/>
        </p:nvSpPr>
        <p:spPr>
          <a:xfrm>
            <a:off x="11364102" y="498770"/>
            <a:ext cx="35294" cy="35294"/>
          </a:xfrm>
          <a:prstGeom prst="ellipse">
            <a:avLst/>
          </a:prstGeom>
          <a:solidFill>
            <a:srgbClr val="000000"/>
          </a:solidFill>
          <a:ln/>
        </p:spPr>
        <p:txBody>
          <a:bodyPr/>
          <a:lstStyle/>
          <a:p>
            <a:endParaRPr/>
          </a:p>
        </p:txBody>
      </p:sp>
      <p:sp>
        <p:nvSpPr>
          <p:cNvPr id="14" name="Shape 12"/>
          <p:cNvSpPr/>
          <p:nvPr/>
        </p:nvSpPr>
        <p:spPr>
          <a:xfrm>
            <a:off x="11123515" y="504524"/>
            <a:ext cx="51936" cy="51936"/>
          </a:xfrm>
          <a:prstGeom prst="ellipse">
            <a:avLst/>
          </a:prstGeom>
          <a:solidFill>
            <a:srgbClr val="000000"/>
          </a:solidFill>
          <a:ln/>
        </p:spPr>
        <p:txBody>
          <a:bodyPr/>
          <a:lstStyle/>
          <a:p>
            <a:endParaRPr/>
          </a:p>
        </p:txBody>
      </p:sp>
      <p:sp>
        <p:nvSpPr>
          <p:cNvPr id="15" name="Shape 13"/>
          <p:cNvSpPr/>
          <p:nvPr/>
        </p:nvSpPr>
        <p:spPr>
          <a:xfrm>
            <a:off x="11470202" y="504300"/>
            <a:ext cx="52384" cy="52384"/>
          </a:xfrm>
          <a:prstGeom prst="ellipse">
            <a:avLst/>
          </a:prstGeom>
          <a:solidFill>
            <a:srgbClr val="000000"/>
          </a:solidFill>
          <a:ln/>
        </p:spPr>
        <p:txBody>
          <a:bodyPr/>
          <a:lstStyle/>
          <a:p>
            <a:endParaRPr/>
          </a:p>
        </p:txBody>
      </p:sp>
      <p:sp>
        <p:nvSpPr>
          <p:cNvPr id="16" name="Shape 14"/>
          <p:cNvSpPr/>
          <p:nvPr/>
        </p:nvSpPr>
        <p:spPr>
          <a:xfrm>
            <a:off x="11060774" y="508825"/>
            <a:ext cx="35627" cy="35627"/>
          </a:xfrm>
          <a:prstGeom prst="ellipse">
            <a:avLst/>
          </a:prstGeom>
          <a:solidFill>
            <a:srgbClr val="000000"/>
          </a:solidFill>
          <a:ln/>
        </p:spPr>
        <p:txBody>
          <a:bodyPr/>
          <a:lstStyle/>
          <a:p>
            <a:endParaRPr/>
          </a:p>
        </p:txBody>
      </p:sp>
      <p:sp>
        <p:nvSpPr>
          <p:cNvPr id="17" name="Shape 15"/>
          <p:cNvSpPr/>
          <p:nvPr/>
        </p:nvSpPr>
        <p:spPr>
          <a:xfrm>
            <a:off x="11548535" y="508038"/>
            <a:ext cx="36613" cy="36613"/>
          </a:xfrm>
          <a:prstGeom prst="ellipse">
            <a:avLst/>
          </a:prstGeom>
          <a:solidFill>
            <a:srgbClr val="000000"/>
          </a:solidFill>
          <a:ln/>
        </p:spPr>
        <p:txBody>
          <a:bodyPr/>
          <a:lstStyle/>
          <a:p>
            <a:endParaRPr/>
          </a:p>
        </p:txBody>
      </p:sp>
      <p:sp>
        <p:nvSpPr>
          <p:cNvPr id="18" name="Shape 16"/>
          <p:cNvSpPr/>
          <p:nvPr/>
        </p:nvSpPr>
        <p:spPr>
          <a:xfrm>
            <a:off x="11191466" y="533379"/>
            <a:ext cx="57825" cy="57825"/>
          </a:xfrm>
          <a:prstGeom prst="ellipse">
            <a:avLst/>
          </a:prstGeom>
          <a:solidFill>
            <a:srgbClr val="000000"/>
          </a:solidFill>
          <a:ln/>
        </p:spPr>
        <p:txBody>
          <a:bodyPr/>
          <a:lstStyle/>
          <a:p>
            <a:endParaRPr/>
          </a:p>
        </p:txBody>
      </p:sp>
      <p:sp>
        <p:nvSpPr>
          <p:cNvPr id="19" name="Shape 17"/>
          <p:cNvSpPr/>
          <p:nvPr/>
        </p:nvSpPr>
        <p:spPr>
          <a:xfrm>
            <a:off x="11396535" y="533494"/>
            <a:ext cx="57428" cy="57428"/>
          </a:xfrm>
          <a:prstGeom prst="ellipse">
            <a:avLst/>
          </a:prstGeom>
          <a:solidFill>
            <a:srgbClr val="000000"/>
          </a:solidFill>
          <a:ln/>
        </p:spPr>
        <p:txBody>
          <a:bodyPr/>
          <a:lstStyle/>
          <a:p>
            <a:endParaRPr/>
          </a:p>
        </p:txBody>
      </p:sp>
      <p:sp>
        <p:nvSpPr>
          <p:cNvPr id="20" name="Shape 18"/>
          <p:cNvSpPr/>
          <p:nvPr/>
        </p:nvSpPr>
        <p:spPr>
          <a:xfrm>
            <a:off x="11079087" y="567226"/>
            <a:ext cx="51270" cy="51270"/>
          </a:xfrm>
          <a:prstGeom prst="ellipse">
            <a:avLst/>
          </a:prstGeom>
          <a:solidFill>
            <a:srgbClr val="000000"/>
          </a:solidFill>
          <a:ln/>
        </p:spPr>
        <p:txBody>
          <a:bodyPr/>
          <a:lstStyle/>
          <a:p>
            <a:endParaRPr/>
          </a:p>
        </p:txBody>
      </p:sp>
      <p:sp>
        <p:nvSpPr>
          <p:cNvPr id="21" name="Shape 19"/>
          <p:cNvSpPr/>
          <p:nvPr/>
        </p:nvSpPr>
        <p:spPr>
          <a:xfrm>
            <a:off x="11339728" y="567053"/>
            <a:ext cx="34616" cy="34616"/>
          </a:xfrm>
          <a:prstGeom prst="ellipse">
            <a:avLst/>
          </a:prstGeom>
          <a:solidFill>
            <a:srgbClr val="000000"/>
          </a:solidFill>
          <a:ln/>
        </p:spPr>
        <p:txBody>
          <a:bodyPr/>
          <a:lstStyle/>
          <a:p>
            <a:endParaRPr/>
          </a:p>
        </p:txBody>
      </p:sp>
      <p:sp>
        <p:nvSpPr>
          <p:cNvPr id="22" name="Shape 20"/>
          <p:cNvSpPr/>
          <p:nvPr/>
        </p:nvSpPr>
        <p:spPr>
          <a:xfrm>
            <a:off x="11515167" y="566234"/>
            <a:ext cx="52819" cy="52819"/>
          </a:xfrm>
          <a:prstGeom prst="ellipse">
            <a:avLst/>
          </a:prstGeom>
          <a:solidFill>
            <a:srgbClr val="000000"/>
          </a:solidFill>
          <a:ln/>
        </p:spPr>
        <p:txBody>
          <a:bodyPr/>
          <a:lstStyle/>
          <a:p>
            <a:endParaRPr/>
          </a:p>
        </p:txBody>
      </p:sp>
      <p:sp>
        <p:nvSpPr>
          <p:cNvPr id="23" name="Shape 21"/>
          <p:cNvSpPr/>
          <p:nvPr/>
        </p:nvSpPr>
        <p:spPr>
          <a:xfrm>
            <a:off x="11262860" y="569742"/>
            <a:ext cx="34961" cy="34961"/>
          </a:xfrm>
          <a:prstGeom prst="ellipse">
            <a:avLst/>
          </a:prstGeom>
          <a:solidFill>
            <a:srgbClr val="000000"/>
          </a:solidFill>
          <a:ln/>
        </p:spPr>
        <p:txBody>
          <a:bodyPr/>
          <a:lstStyle/>
          <a:p>
            <a:endParaRPr/>
          </a:p>
        </p:txBody>
      </p:sp>
      <p:sp>
        <p:nvSpPr>
          <p:cNvPr id="24" name="Shape 22"/>
          <p:cNvSpPr/>
          <p:nvPr/>
        </p:nvSpPr>
        <p:spPr>
          <a:xfrm>
            <a:off x="11462521" y="569818"/>
            <a:ext cx="35294" cy="35294"/>
          </a:xfrm>
          <a:prstGeom prst="ellipse">
            <a:avLst/>
          </a:prstGeom>
          <a:solidFill>
            <a:srgbClr val="000000"/>
          </a:solidFill>
          <a:ln/>
        </p:spPr>
        <p:txBody>
          <a:bodyPr/>
          <a:lstStyle/>
          <a:p>
            <a:endParaRPr/>
          </a:p>
        </p:txBody>
      </p:sp>
      <p:sp>
        <p:nvSpPr>
          <p:cNvPr id="25" name="Shape 23"/>
          <p:cNvSpPr/>
          <p:nvPr/>
        </p:nvSpPr>
        <p:spPr>
          <a:xfrm>
            <a:off x="11145681" y="573441"/>
            <a:ext cx="34270" cy="34270"/>
          </a:xfrm>
          <a:prstGeom prst="ellipse">
            <a:avLst/>
          </a:prstGeom>
          <a:solidFill>
            <a:srgbClr val="000000"/>
          </a:solidFill>
          <a:ln/>
        </p:spPr>
        <p:txBody>
          <a:bodyPr/>
          <a:lstStyle/>
          <a:p>
            <a:endParaRPr/>
          </a:p>
        </p:txBody>
      </p:sp>
      <p:sp>
        <p:nvSpPr>
          <p:cNvPr id="26" name="Shape 24"/>
          <p:cNvSpPr/>
          <p:nvPr/>
        </p:nvSpPr>
        <p:spPr>
          <a:xfrm>
            <a:off x="11592015" y="593213"/>
            <a:ext cx="35294" cy="35294"/>
          </a:xfrm>
          <a:prstGeom prst="ellipse">
            <a:avLst/>
          </a:prstGeom>
          <a:solidFill>
            <a:srgbClr val="000000"/>
          </a:solidFill>
          <a:ln/>
        </p:spPr>
        <p:txBody>
          <a:bodyPr/>
          <a:lstStyle/>
          <a:p>
            <a:endParaRPr/>
          </a:p>
        </p:txBody>
      </p:sp>
      <p:sp>
        <p:nvSpPr>
          <p:cNvPr id="27" name="Shape 25"/>
          <p:cNvSpPr/>
          <p:nvPr/>
        </p:nvSpPr>
        <p:spPr>
          <a:xfrm>
            <a:off x="11019124" y="593444"/>
            <a:ext cx="34616" cy="34616"/>
          </a:xfrm>
          <a:prstGeom prst="ellipse">
            <a:avLst/>
          </a:prstGeom>
          <a:solidFill>
            <a:srgbClr val="000000"/>
          </a:solidFill>
          <a:ln/>
        </p:spPr>
        <p:txBody>
          <a:bodyPr/>
          <a:lstStyle/>
          <a:p>
            <a:endParaRPr/>
          </a:p>
        </p:txBody>
      </p:sp>
      <p:sp>
        <p:nvSpPr>
          <p:cNvPr id="28" name="Shape 26"/>
          <p:cNvSpPr/>
          <p:nvPr/>
        </p:nvSpPr>
        <p:spPr>
          <a:xfrm>
            <a:off x="11403576" y="610214"/>
            <a:ext cx="34961" cy="34961"/>
          </a:xfrm>
          <a:prstGeom prst="ellipse">
            <a:avLst/>
          </a:prstGeom>
          <a:solidFill>
            <a:srgbClr val="000000"/>
          </a:solidFill>
          <a:ln/>
        </p:spPr>
        <p:txBody>
          <a:bodyPr/>
          <a:lstStyle/>
          <a:p>
            <a:endParaRPr/>
          </a:p>
        </p:txBody>
      </p:sp>
      <p:sp>
        <p:nvSpPr>
          <p:cNvPr id="29" name="Shape 27"/>
          <p:cNvSpPr/>
          <p:nvPr/>
        </p:nvSpPr>
        <p:spPr>
          <a:xfrm>
            <a:off x="11201662" y="616570"/>
            <a:ext cx="35627" cy="35627"/>
          </a:xfrm>
          <a:prstGeom prst="ellipse">
            <a:avLst/>
          </a:prstGeom>
          <a:solidFill>
            <a:srgbClr val="000000"/>
          </a:solidFill>
          <a:ln/>
        </p:spPr>
        <p:txBody>
          <a:bodyPr/>
          <a:lstStyle/>
          <a:p>
            <a:endParaRPr/>
          </a:p>
        </p:txBody>
      </p:sp>
      <p:sp>
        <p:nvSpPr>
          <p:cNvPr id="30" name="Shape 28"/>
          <p:cNvSpPr/>
          <p:nvPr/>
        </p:nvSpPr>
        <p:spPr>
          <a:xfrm>
            <a:off x="11127484" y="620705"/>
            <a:ext cx="58030" cy="58030"/>
          </a:xfrm>
          <a:prstGeom prst="ellipse">
            <a:avLst/>
          </a:prstGeom>
          <a:solidFill>
            <a:srgbClr val="000000"/>
          </a:solidFill>
          <a:ln/>
        </p:spPr>
        <p:txBody>
          <a:bodyPr/>
          <a:lstStyle/>
          <a:p>
            <a:endParaRPr/>
          </a:p>
        </p:txBody>
      </p:sp>
      <p:sp>
        <p:nvSpPr>
          <p:cNvPr id="31" name="Shape 29"/>
          <p:cNvSpPr/>
          <p:nvPr/>
        </p:nvSpPr>
        <p:spPr>
          <a:xfrm>
            <a:off x="11460767" y="620852"/>
            <a:ext cx="57428" cy="57428"/>
          </a:xfrm>
          <a:prstGeom prst="ellipse">
            <a:avLst/>
          </a:prstGeom>
          <a:solidFill>
            <a:srgbClr val="000000"/>
          </a:solidFill>
          <a:ln/>
        </p:spPr>
        <p:txBody>
          <a:bodyPr/>
          <a:lstStyle/>
          <a:p>
            <a:endParaRPr/>
          </a:p>
        </p:txBody>
      </p:sp>
      <p:sp>
        <p:nvSpPr>
          <p:cNvPr id="32" name="Shape 30"/>
          <p:cNvSpPr/>
          <p:nvPr/>
        </p:nvSpPr>
        <p:spPr>
          <a:xfrm>
            <a:off x="11055219" y="640144"/>
            <a:ext cx="51718" cy="51718"/>
          </a:xfrm>
          <a:prstGeom prst="ellipse">
            <a:avLst/>
          </a:prstGeom>
          <a:solidFill>
            <a:srgbClr val="000000"/>
          </a:solidFill>
          <a:ln/>
        </p:spPr>
        <p:txBody>
          <a:bodyPr/>
          <a:lstStyle/>
          <a:p>
            <a:endParaRPr/>
          </a:p>
        </p:txBody>
      </p:sp>
      <p:sp>
        <p:nvSpPr>
          <p:cNvPr id="33" name="Shape 31"/>
          <p:cNvSpPr/>
          <p:nvPr/>
        </p:nvSpPr>
        <p:spPr>
          <a:xfrm>
            <a:off x="11539330" y="640266"/>
            <a:ext cx="51270" cy="51270"/>
          </a:xfrm>
          <a:prstGeom prst="ellipse">
            <a:avLst/>
          </a:prstGeom>
          <a:solidFill>
            <a:srgbClr val="000000"/>
          </a:solidFill>
          <a:ln/>
        </p:spPr>
        <p:txBody>
          <a:bodyPr/>
          <a:lstStyle/>
          <a:p>
            <a:endParaRPr/>
          </a:p>
        </p:txBody>
      </p:sp>
      <p:sp>
        <p:nvSpPr>
          <p:cNvPr id="34" name="Shape 32"/>
          <p:cNvSpPr/>
          <p:nvPr/>
        </p:nvSpPr>
        <p:spPr>
          <a:xfrm>
            <a:off x="11429576" y="682274"/>
            <a:ext cx="35627" cy="35627"/>
          </a:xfrm>
          <a:prstGeom prst="ellipse">
            <a:avLst/>
          </a:prstGeom>
          <a:solidFill>
            <a:srgbClr val="000000"/>
          </a:solidFill>
          <a:ln/>
        </p:spPr>
        <p:txBody>
          <a:bodyPr/>
          <a:lstStyle/>
          <a:p>
            <a:endParaRPr/>
          </a:p>
        </p:txBody>
      </p:sp>
      <p:sp>
        <p:nvSpPr>
          <p:cNvPr id="35" name="Shape 33"/>
          <p:cNvSpPr/>
          <p:nvPr/>
        </p:nvSpPr>
        <p:spPr>
          <a:xfrm>
            <a:off x="11004076" y="687222"/>
            <a:ext cx="34616" cy="34616"/>
          </a:xfrm>
          <a:prstGeom prst="ellipse">
            <a:avLst/>
          </a:prstGeom>
          <a:solidFill>
            <a:srgbClr val="000000"/>
          </a:solidFill>
          <a:ln/>
        </p:spPr>
        <p:txBody>
          <a:bodyPr/>
          <a:lstStyle/>
          <a:p>
            <a:endParaRPr/>
          </a:p>
        </p:txBody>
      </p:sp>
      <p:sp>
        <p:nvSpPr>
          <p:cNvPr id="36" name="Shape 34"/>
          <p:cNvSpPr/>
          <p:nvPr/>
        </p:nvSpPr>
        <p:spPr>
          <a:xfrm>
            <a:off x="11502052" y="685321"/>
            <a:ext cx="34270" cy="34270"/>
          </a:xfrm>
          <a:prstGeom prst="ellipse">
            <a:avLst/>
          </a:prstGeom>
          <a:solidFill>
            <a:srgbClr val="000000"/>
          </a:solidFill>
          <a:ln/>
        </p:spPr>
        <p:txBody>
          <a:bodyPr/>
          <a:lstStyle/>
          <a:p>
            <a:endParaRPr/>
          </a:p>
        </p:txBody>
      </p:sp>
      <p:sp>
        <p:nvSpPr>
          <p:cNvPr id="37" name="Shape 35"/>
          <p:cNvSpPr/>
          <p:nvPr/>
        </p:nvSpPr>
        <p:spPr>
          <a:xfrm>
            <a:off x="11606321" y="686422"/>
            <a:ext cx="35627" cy="35627"/>
          </a:xfrm>
          <a:prstGeom prst="ellipse">
            <a:avLst/>
          </a:prstGeom>
          <a:solidFill>
            <a:srgbClr val="000000"/>
          </a:solidFill>
          <a:ln/>
        </p:spPr>
        <p:txBody>
          <a:bodyPr/>
          <a:lstStyle/>
          <a:p>
            <a:endParaRPr/>
          </a:p>
        </p:txBody>
      </p:sp>
      <p:sp>
        <p:nvSpPr>
          <p:cNvPr id="38" name="Shape 36"/>
          <p:cNvSpPr/>
          <p:nvPr/>
        </p:nvSpPr>
        <p:spPr>
          <a:xfrm>
            <a:off x="11108908" y="688957"/>
            <a:ext cx="35294" cy="35294"/>
          </a:xfrm>
          <a:prstGeom prst="ellipse">
            <a:avLst/>
          </a:prstGeom>
          <a:solidFill>
            <a:srgbClr val="000000"/>
          </a:solidFill>
          <a:ln/>
        </p:spPr>
        <p:txBody>
          <a:bodyPr/>
          <a:lstStyle/>
          <a:p>
            <a:endParaRPr/>
          </a:p>
        </p:txBody>
      </p:sp>
      <p:sp>
        <p:nvSpPr>
          <p:cNvPr id="39" name="Shape 37"/>
          <p:cNvSpPr/>
          <p:nvPr/>
        </p:nvSpPr>
        <p:spPr>
          <a:xfrm>
            <a:off x="11179733" y="690371"/>
            <a:ext cx="36613" cy="36613"/>
          </a:xfrm>
          <a:prstGeom prst="ellipse">
            <a:avLst/>
          </a:prstGeom>
          <a:solidFill>
            <a:srgbClr val="000000"/>
          </a:solidFill>
          <a:ln/>
        </p:spPr>
        <p:txBody>
          <a:bodyPr/>
          <a:lstStyle/>
          <a:p>
            <a:endParaRPr/>
          </a:p>
        </p:txBody>
      </p:sp>
      <p:sp>
        <p:nvSpPr>
          <p:cNvPr id="40" name="Shape 38"/>
          <p:cNvSpPr/>
          <p:nvPr/>
        </p:nvSpPr>
        <p:spPr>
          <a:xfrm>
            <a:off x="11054764" y="716576"/>
            <a:ext cx="51936" cy="51936"/>
          </a:xfrm>
          <a:prstGeom prst="ellipse">
            <a:avLst/>
          </a:prstGeom>
          <a:solidFill>
            <a:srgbClr val="000000"/>
          </a:solidFill>
          <a:ln/>
        </p:spPr>
        <p:txBody>
          <a:bodyPr/>
          <a:lstStyle/>
          <a:p>
            <a:endParaRPr/>
          </a:p>
        </p:txBody>
      </p:sp>
      <p:sp>
        <p:nvSpPr>
          <p:cNvPr id="41" name="Shape 39"/>
          <p:cNvSpPr/>
          <p:nvPr/>
        </p:nvSpPr>
        <p:spPr>
          <a:xfrm>
            <a:off x="11539023" y="716851"/>
            <a:ext cx="51488" cy="51488"/>
          </a:xfrm>
          <a:prstGeom prst="ellipse">
            <a:avLst/>
          </a:prstGeom>
          <a:solidFill>
            <a:srgbClr val="000000"/>
          </a:solidFill>
          <a:ln/>
        </p:spPr>
        <p:txBody>
          <a:bodyPr/>
          <a:lstStyle/>
          <a:p>
            <a:endParaRPr/>
          </a:p>
        </p:txBody>
      </p:sp>
      <p:sp>
        <p:nvSpPr>
          <p:cNvPr id="42" name="Shape 40"/>
          <p:cNvSpPr/>
          <p:nvPr/>
        </p:nvSpPr>
        <p:spPr>
          <a:xfrm>
            <a:off x="11127490" y="729288"/>
            <a:ext cx="58222" cy="58222"/>
          </a:xfrm>
          <a:prstGeom prst="ellipse">
            <a:avLst/>
          </a:prstGeom>
          <a:solidFill>
            <a:srgbClr val="000000"/>
          </a:solidFill>
          <a:ln/>
        </p:spPr>
        <p:txBody>
          <a:bodyPr/>
          <a:lstStyle/>
          <a:p>
            <a:endParaRPr/>
          </a:p>
        </p:txBody>
      </p:sp>
      <p:sp>
        <p:nvSpPr>
          <p:cNvPr id="43" name="Shape 41"/>
          <p:cNvSpPr/>
          <p:nvPr/>
        </p:nvSpPr>
        <p:spPr>
          <a:xfrm>
            <a:off x="11460671" y="729781"/>
            <a:ext cx="57633" cy="57633"/>
          </a:xfrm>
          <a:prstGeom prst="ellipse">
            <a:avLst/>
          </a:prstGeom>
          <a:solidFill>
            <a:srgbClr val="000000"/>
          </a:solidFill>
          <a:ln/>
        </p:spPr>
        <p:txBody>
          <a:bodyPr/>
          <a:lstStyle/>
          <a:p>
            <a:endParaRPr/>
          </a:p>
        </p:txBody>
      </p:sp>
      <p:sp>
        <p:nvSpPr>
          <p:cNvPr id="44" name="Shape 42"/>
          <p:cNvSpPr/>
          <p:nvPr/>
        </p:nvSpPr>
        <p:spPr>
          <a:xfrm>
            <a:off x="11407973" y="756415"/>
            <a:ext cx="35960" cy="35960"/>
          </a:xfrm>
          <a:prstGeom prst="ellipse">
            <a:avLst/>
          </a:prstGeom>
          <a:solidFill>
            <a:srgbClr val="000000"/>
          </a:solidFill>
          <a:ln/>
        </p:spPr>
        <p:txBody>
          <a:bodyPr/>
          <a:lstStyle/>
          <a:p>
            <a:endParaRPr/>
          </a:p>
        </p:txBody>
      </p:sp>
      <p:sp>
        <p:nvSpPr>
          <p:cNvPr id="45" name="Shape 43"/>
          <p:cNvSpPr/>
          <p:nvPr/>
        </p:nvSpPr>
        <p:spPr>
          <a:xfrm>
            <a:off x="11207308" y="763884"/>
            <a:ext cx="34616" cy="34616"/>
          </a:xfrm>
          <a:prstGeom prst="ellipse">
            <a:avLst/>
          </a:prstGeom>
          <a:solidFill>
            <a:srgbClr val="000000"/>
          </a:solidFill>
          <a:ln/>
        </p:spPr>
        <p:txBody>
          <a:bodyPr/>
          <a:lstStyle/>
          <a:p>
            <a:endParaRPr/>
          </a:p>
        </p:txBody>
      </p:sp>
      <p:sp>
        <p:nvSpPr>
          <p:cNvPr id="46" name="Shape 44"/>
          <p:cNvSpPr/>
          <p:nvPr/>
        </p:nvSpPr>
        <p:spPr>
          <a:xfrm>
            <a:off x="11018670" y="780462"/>
            <a:ext cx="34616" cy="34616"/>
          </a:xfrm>
          <a:prstGeom prst="ellipse">
            <a:avLst/>
          </a:prstGeom>
          <a:solidFill>
            <a:srgbClr val="000000"/>
          </a:solidFill>
          <a:ln/>
        </p:spPr>
        <p:txBody>
          <a:bodyPr/>
          <a:lstStyle/>
          <a:p>
            <a:endParaRPr/>
          </a:p>
        </p:txBody>
      </p:sp>
      <p:sp>
        <p:nvSpPr>
          <p:cNvPr id="47" name="Shape 45"/>
          <p:cNvSpPr/>
          <p:nvPr/>
        </p:nvSpPr>
        <p:spPr>
          <a:xfrm>
            <a:off x="11591670" y="780123"/>
            <a:ext cx="35294" cy="35294"/>
          </a:xfrm>
          <a:prstGeom prst="ellipse">
            <a:avLst/>
          </a:prstGeom>
          <a:solidFill>
            <a:srgbClr val="000000"/>
          </a:solidFill>
          <a:ln/>
        </p:spPr>
        <p:txBody>
          <a:bodyPr/>
          <a:lstStyle/>
          <a:p>
            <a:endParaRPr/>
          </a:p>
        </p:txBody>
      </p:sp>
      <p:sp>
        <p:nvSpPr>
          <p:cNvPr id="48" name="Shape 46"/>
          <p:cNvSpPr/>
          <p:nvPr/>
        </p:nvSpPr>
        <p:spPr>
          <a:xfrm>
            <a:off x="11079010" y="790179"/>
            <a:ext cx="51270" cy="51270"/>
          </a:xfrm>
          <a:prstGeom prst="ellipse">
            <a:avLst/>
          </a:prstGeom>
          <a:solidFill>
            <a:srgbClr val="000000"/>
          </a:solidFill>
          <a:ln/>
        </p:spPr>
        <p:txBody>
          <a:bodyPr/>
          <a:lstStyle/>
          <a:p>
            <a:endParaRPr/>
          </a:p>
        </p:txBody>
      </p:sp>
      <p:sp>
        <p:nvSpPr>
          <p:cNvPr id="49" name="Shape 47"/>
          <p:cNvSpPr/>
          <p:nvPr/>
        </p:nvSpPr>
        <p:spPr>
          <a:xfrm>
            <a:off x="11515218" y="789692"/>
            <a:ext cx="52602" cy="52602"/>
          </a:xfrm>
          <a:prstGeom prst="ellipse">
            <a:avLst/>
          </a:prstGeom>
          <a:solidFill>
            <a:srgbClr val="000000"/>
          </a:solidFill>
          <a:ln/>
        </p:spPr>
        <p:txBody>
          <a:bodyPr/>
          <a:lstStyle/>
          <a:p>
            <a:endParaRPr/>
          </a:p>
        </p:txBody>
      </p:sp>
      <p:sp>
        <p:nvSpPr>
          <p:cNvPr id="50" name="Shape 48"/>
          <p:cNvSpPr/>
          <p:nvPr/>
        </p:nvSpPr>
        <p:spPr>
          <a:xfrm>
            <a:off x="11147371" y="803460"/>
            <a:ext cx="35627" cy="35627"/>
          </a:xfrm>
          <a:prstGeom prst="ellipse">
            <a:avLst/>
          </a:prstGeom>
          <a:solidFill>
            <a:srgbClr val="000000"/>
          </a:solidFill>
          <a:ln/>
        </p:spPr>
        <p:txBody>
          <a:bodyPr/>
          <a:lstStyle/>
          <a:p>
            <a:endParaRPr/>
          </a:p>
        </p:txBody>
      </p:sp>
      <p:sp>
        <p:nvSpPr>
          <p:cNvPr id="51" name="Shape 49"/>
          <p:cNvSpPr/>
          <p:nvPr/>
        </p:nvSpPr>
        <p:spPr>
          <a:xfrm>
            <a:off x="11347786" y="804293"/>
            <a:ext cx="35294" cy="35294"/>
          </a:xfrm>
          <a:prstGeom prst="ellipse">
            <a:avLst/>
          </a:prstGeom>
          <a:solidFill>
            <a:srgbClr val="000000"/>
          </a:solidFill>
          <a:ln/>
        </p:spPr>
        <p:txBody>
          <a:bodyPr/>
          <a:lstStyle/>
          <a:p>
            <a:endParaRPr/>
          </a:p>
        </p:txBody>
      </p:sp>
      <p:sp>
        <p:nvSpPr>
          <p:cNvPr id="52" name="Shape 50"/>
          <p:cNvSpPr/>
          <p:nvPr/>
        </p:nvSpPr>
        <p:spPr>
          <a:xfrm>
            <a:off x="11465119" y="800919"/>
            <a:ext cx="34961" cy="34961"/>
          </a:xfrm>
          <a:prstGeom prst="ellipse">
            <a:avLst/>
          </a:prstGeom>
          <a:solidFill>
            <a:srgbClr val="000000"/>
          </a:solidFill>
          <a:ln/>
        </p:spPr>
        <p:txBody>
          <a:bodyPr/>
          <a:lstStyle/>
          <a:p>
            <a:endParaRPr/>
          </a:p>
        </p:txBody>
      </p:sp>
      <p:sp>
        <p:nvSpPr>
          <p:cNvPr id="53" name="Shape 51"/>
          <p:cNvSpPr/>
          <p:nvPr/>
        </p:nvSpPr>
        <p:spPr>
          <a:xfrm>
            <a:off x="11270669" y="806590"/>
            <a:ext cx="35627" cy="35627"/>
          </a:xfrm>
          <a:prstGeom prst="ellipse">
            <a:avLst/>
          </a:prstGeom>
          <a:solidFill>
            <a:srgbClr val="000000"/>
          </a:solidFill>
          <a:ln/>
        </p:spPr>
        <p:txBody>
          <a:bodyPr/>
          <a:lstStyle/>
          <a:p>
            <a:endParaRPr/>
          </a:p>
        </p:txBody>
      </p:sp>
      <p:sp>
        <p:nvSpPr>
          <p:cNvPr id="54" name="Shape 52"/>
          <p:cNvSpPr/>
          <p:nvPr/>
        </p:nvSpPr>
        <p:spPr>
          <a:xfrm>
            <a:off x="11191498" y="817766"/>
            <a:ext cx="57633" cy="57633"/>
          </a:xfrm>
          <a:prstGeom prst="ellipse">
            <a:avLst/>
          </a:prstGeom>
          <a:solidFill>
            <a:srgbClr val="000000"/>
          </a:solidFill>
          <a:ln/>
        </p:spPr>
        <p:txBody>
          <a:bodyPr/>
          <a:lstStyle/>
          <a:p>
            <a:endParaRPr/>
          </a:p>
        </p:txBody>
      </p:sp>
      <p:sp>
        <p:nvSpPr>
          <p:cNvPr id="55" name="Shape 53"/>
          <p:cNvSpPr/>
          <p:nvPr/>
        </p:nvSpPr>
        <p:spPr>
          <a:xfrm>
            <a:off x="11396573" y="817888"/>
            <a:ext cx="57633" cy="57633"/>
          </a:xfrm>
          <a:prstGeom prst="ellipse">
            <a:avLst/>
          </a:prstGeom>
          <a:solidFill>
            <a:srgbClr val="000000"/>
          </a:solidFill>
          <a:ln/>
        </p:spPr>
        <p:txBody>
          <a:bodyPr/>
          <a:lstStyle/>
          <a:p>
            <a:endParaRPr/>
          </a:p>
        </p:txBody>
      </p:sp>
      <p:sp>
        <p:nvSpPr>
          <p:cNvPr id="56" name="Shape 54"/>
          <p:cNvSpPr/>
          <p:nvPr/>
        </p:nvSpPr>
        <p:spPr>
          <a:xfrm>
            <a:off x="11123445" y="851985"/>
            <a:ext cx="52167" cy="52167"/>
          </a:xfrm>
          <a:prstGeom prst="ellipse">
            <a:avLst/>
          </a:prstGeom>
          <a:solidFill>
            <a:srgbClr val="000000"/>
          </a:solidFill>
          <a:ln/>
        </p:spPr>
        <p:txBody>
          <a:bodyPr/>
          <a:lstStyle/>
          <a:p>
            <a:endParaRPr/>
          </a:p>
        </p:txBody>
      </p:sp>
      <p:sp>
        <p:nvSpPr>
          <p:cNvPr id="57" name="Shape 55"/>
          <p:cNvSpPr/>
          <p:nvPr/>
        </p:nvSpPr>
        <p:spPr>
          <a:xfrm>
            <a:off x="11294647" y="851390"/>
            <a:ext cx="57223" cy="57223"/>
          </a:xfrm>
          <a:prstGeom prst="ellipse">
            <a:avLst/>
          </a:prstGeom>
          <a:solidFill>
            <a:srgbClr val="000000"/>
          </a:solidFill>
          <a:ln/>
        </p:spPr>
        <p:txBody>
          <a:bodyPr/>
          <a:lstStyle/>
          <a:p>
            <a:endParaRPr/>
          </a:p>
        </p:txBody>
      </p:sp>
      <p:sp>
        <p:nvSpPr>
          <p:cNvPr id="58" name="Shape 56"/>
          <p:cNvSpPr/>
          <p:nvPr/>
        </p:nvSpPr>
        <p:spPr>
          <a:xfrm>
            <a:off x="11470202" y="852382"/>
            <a:ext cx="52384" cy="52384"/>
          </a:xfrm>
          <a:prstGeom prst="ellipse">
            <a:avLst/>
          </a:prstGeom>
          <a:solidFill>
            <a:srgbClr val="000000"/>
          </a:solidFill>
          <a:ln/>
        </p:spPr>
        <p:txBody>
          <a:bodyPr/>
          <a:lstStyle/>
          <a:p>
            <a:endParaRPr/>
          </a:p>
        </p:txBody>
      </p:sp>
      <p:sp>
        <p:nvSpPr>
          <p:cNvPr id="59" name="Shape 57"/>
          <p:cNvSpPr/>
          <p:nvPr/>
        </p:nvSpPr>
        <p:spPr>
          <a:xfrm>
            <a:off x="11060774" y="864607"/>
            <a:ext cx="35627" cy="35627"/>
          </a:xfrm>
          <a:prstGeom prst="ellipse">
            <a:avLst/>
          </a:prstGeom>
          <a:solidFill>
            <a:srgbClr val="000000"/>
          </a:solidFill>
          <a:ln/>
        </p:spPr>
        <p:txBody>
          <a:bodyPr/>
          <a:lstStyle/>
          <a:p>
            <a:endParaRPr/>
          </a:p>
        </p:txBody>
      </p:sp>
      <p:sp>
        <p:nvSpPr>
          <p:cNvPr id="60" name="Shape 58"/>
          <p:cNvSpPr/>
          <p:nvPr/>
        </p:nvSpPr>
        <p:spPr>
          <a:xfrm>
            <a:off x="11548733" y="864185"/>
            <a:ext cx="35627" cy="35627"/>
          </a:xfrm>
          <a:prstGeom prst="ellipse">
            <a:avLst/>
          </a:prstGeom>
          <a:solidFill>
            <a:srgbClr val="000000"/>
          </a:solidFill>
          <a:ln/>
        </p:spPr>
        <p:txBody>
          <a:bodyPr/>
          <a:lstStyle/>
          <a:p>
            <a:endParaRPr/>
          </a:p>
        </p:txBody>
      </p:sp>
      <p:sp>
        <p:nvSpPr>
          <p:cNvPr id="61" name="Shape 59"/>
          <p:cNvSpPr/>
          <p:nvPr/>
        </p:nvSpPr>
        <p:spPr>
          <a:xfrm>
            <a:off x="11246231" y="873908"/>
            <a:ext cx="35627" cy="35627"/>
          </a:xfrm>
          <a:prstGeom prst="ellipse">
            <a:avLst/>
          </a:prstGeom>
          <a:solidFill>
            <a:srgbClr val="000000"/>
          </a:solidFill>
          <a:ln/>
        </p:spPr>
        <p:txBody>
          <a:bodyPr/>
          <a:lstStyle/>
          <a:p>
            <a:endParaRPr/>
          </a:p>
        </p:txBody>
      </p:sp>
      <p:sp>
        <p:nvSpPr>
          <p:cNvPr id="62" name="Shape 60"/>
          <p:cNvSpPr/>
          <p:nvPr/>
        </p:nvSpPr>
        <p:spPr>
          <a:xfrm>
            <a:off x="11367418" y="872896"/>
            <a:ext cx="35627" cy="35627"/>
          </a:xfrm>
          <a:prstGeom prst="ellipse">
            <a:avLst/>
          </a:prstGeom>
          <a:solidFill>
            <a:srgbClr val="000000"/>
          </a:solidFill>
          <a:ln/>
        </p:spPr>
        <p:txBody>
          <a:bodyPr/>
          <a:lstStyle/>
          <a:p>
            <a:endParaRPr/>
          </a:p>
        </p:txBody>
      </p:sp>
      <p:sp>
        <p:nvSpPr>
          <p:cNvPr id="63" name="Shape 61"/>
          <p:cNvSpPr/>
          <p:nvPr/>
        </p:nvSpPr>
        <p:spPr>
          <a:xfrm>
            <a:off x="11185366" y="897322"/>
            <a:ext cx="51936" cy="51936"/>
          </a:xfrm>
          <a:prstGeom prst="ellipse">
            <a:avLst/>
          </a:prstGeom>
          <a:solidFill>
            <a:srgbClr val="000000"/>
          </a:solidFill>
          <a:ln/>
        </p:spPr>
        <p:txBody>
          <a:bodyPr/>
          <a:lstStyle/>
          <a:p>
            <a:endParaRPr/>
          </a:p>
        </p:txBody>
      </p:sp>
      <p:sp>
        <p:nvSpPr>
          <p:cNvPr id="64" name="Shape 62"/>
          <p:cNvSpPr/>
          <p:nvPr/>
        </p:nvSpPr>
        <p:spPr>
          <a:xfrm>
            <a:off x="11407845" y="897655"/>
            <a:ext cx="52602" cy="52602"/>
          </a:xfrm>
          <a:prstGeom prst="ellipse">
            <a:avLst/>
          </a:prstGeom>
          <a:solidFill>
            <a:srgbClr val="000000"/>
          </a:solidFill>
          <a:ln/>
        </p:spPr>
        <p:txBody>
          <a:bodyPr/>
          <a:lstStyle/>
          <a:p>
            <a:endParaRPr/>
          </a:p>
        </p:txBody>
      </p:sp>
      <p:sp>
        <p:nvSpPr>
          <p:cNvPr id="65" name="Shape 63"/>
          <p:cNvSpPr/>
          <p:nvPr/>
        </p:nvSpPr>
        <p:spPr>
          <a:xfrm>
            <a:off x="11258822" y="921466"/>
            <a:ext cx="51270" cy="51270"/>
          </a:xfrm>
          <a:prstGeom prst="ellipse">
            <a:avLst/>
          </a:prstGeom>
          <a:solidFill>
            <a:srgbClr val="000000"/>
          </a:solidFill>
          <a:ln/>
        </p:spPr>
        <p:txBody>
          <a:bodyPr/>
          <a:lstStyle/>
          <a:p>
            <a:endParaRPr/>
          </a:p>
        </p:txBody>
      </p:sp>
      <p:sp>
        <p:nvSpPr>
          <p:cNvPr id="66" name="Shape 64"/>
          <p:cNvSpPr/>
          <p:nvPr/>
        </p:nvSpPr>
        <p:spPr>
          <a:xfrm>
            <a:off x="11335350" y="921504"/>
            <a:ext cx="51270" cy="51270"/>
          </a:xfrm>
          <a:prstGeom prst="ellipse">
            <a:avLst/>
          </a:prstGeom>
          <a:solidFill>
            <a:srgbClr val="000000"/>
          </a:solidFill>
          <a:ln/>
        </p:spPr>
        <p:txBody>
          <a:bodyPr/>
          <a:lstStyle/>
          <a:p>
            <a:endParaRPr/>
          </a:p>
        </p:txBody>
      </p:sp>
      <p:sp>
        <p:nvSpPr>
          <p:cNvPr id="67" name="Shape 65"/>
          <p:cNvSpPr/>
          <p:nvPr/>
        </p:nvSpPr>
        <p:spPr>
          <a:xfrm>
            <a:off x="11127388" y="931368"/>
            <a:ext cx="35294" cy="35294"/>
          </a:xfrm>
          <a:prstGeom prst="ellipse">
            <a:avLst/>
          </a:prstGeom>
          <a:solidFill>
            <a:srgbClr val="000000"/>
          </a:solidFill>
          <a:ln/>
        </p:spPr>
        <p:txBody>
          <a:bodyPr/>
          <a:lstStyle/>
          <a:p>
            <a:endParaRPr/>
          </a:p>
        </p:txBody>
      </p:sp>
      <p:sp>
        <p:nvSpPr>
          <p:cNvPr id="68" name="Shape 66"/>
          <p:cNvSpPr/>
          <p:nvPr/>
        </p:nvSpPr>
        <p:spPr>
          <a:xfrm>
            <a:off x="11481979" y="931035"/>
            <a:ext cx="35960" cy="35960"/>
          </a:xfrm>
          <a:prstGeom prst="ellipse">
            <a:avLst/>
          </a:prstGeom>
          <a:solidFill>
            <a:srgbClr val="000000"/>
          </a:solidFill>
          <a:ln/>
        </p:spPr>
        <p:txBody>
          <a:bodyPr/>
          <a:lstStyle/>
          <a:p>
            <a:endParaRPr/>
          </a:p>
        </p:txBody>
      </p:sp>
      <p:sp>
        <p:nvSpPr>
          <p:cNvPr id="69" name="Shape 67"/>
          <p:cNvSpPr/>
          <p:nvPr/>
        </p:nvSpPr>
        <p:spPr>
          <a:xfrm>
            <a:off x="11211987" y="974695"/>
            <a:ext cx="34961" cy="34961"/>
          </a:xfrm>
          <a:prstGeom prst="ellipse">
            <a:avLst/>
          </a:prstGeom>
          <a:solidFill>
            <a:srgbClr val="000000"/>
          </a:solidFill>
          <a:ln/>
        </p:spPr>
        <p:txBody>
          <a:bodyPr/>
          <a:lstStyle/>
          <a:p>
            <a:endParaRPr/>
          </a:p>
        </p:txBody>
      </p:sp>
      <p:sp>
        <p:nvSpPr>
          <p:cNvPr id="70" name="Shape 68"/>
          <p:cNvSpPr/>
          <p:nvPr/>
        </p:nvSpPr>
        <p:spPr>
          <a:xfrm>
            <a:off x="11398461" y="974695"/>
            <a:ext cx="34961" cy="34961"/>
          </a:xfrm>
          <a:prstGeom prst="ellipse">
            <a:avLst/>
          </a:prstGeom>
          <a:solidFill>
            <a:srgbClr val="000000"/>
          </a:solidFill>
          <a:ln/>
        </p:spPr>
        <p:txBody>
          <a:bodyPr/>
          <a:lstStyle/>
          <a:p>
            <a:endParaRPr/>
          </a:p>
        </p:txBody>
      </p:sp>
      <p:sp>
        <p:nvSpPr>
          <p:cNvPr id="71" name="Shape 69"/>
          <p:cNvSpPr/>
          <p:nvPr/>
        </p:nvSpPr>
        <p:spPr>
          <a:xfrm>
            <a:off x="11304837" y="988501"/>
            <a:ext cx="35627" cy="35627"/>
          </a:xfrm>
          <a:prstGeom prst="ellipse">
            <a:avLst/>
          </a:prstGeom>
          <a:solidFill>
            <a:srgbClr val="000000"/>
          </a:solidFill>
          <a:ln/>
        </p:spPr>
        <p:txBody>
          <a:bodyPr/>
          <a:lstStyle/>
          <a:p>
            <a:endParaRPr/>
          </a:p>
        </p:txBody>
      </p:sp>
      <p:sp>
        <p:nvSpPr>
          <p:cNvPr id="72" name="Text 70"/>
          <p:cNvSpPr/>
          <p:nvPr/>
        </p:nvSpPr>
        <p:spPr>
          <a:xfrm>
            <a:off x="548640" y="411480"/>
            <a:ext cx="10088575" cy="777240"/>
          </a:xfrm>
          <a:prstGeom prst="rect">
            <a:avLst/>
          </a:prstGeom>
          <a:noFill/>
          <a:ln/>
        </p:spPr>
        <p:txBody>
          <a:bodyPr wrap="square" lIns="0" tIns="0" rIns="0" bIns="0" rtlCol="0" anchor="ctr"/>
          <a:lstStyle/>
          <a:p>
            <a:pPr marL="0" indent="0" algn="l">
              <a:lnSpc>
                <a:spcPct val="105000"/>
              </a:lnSpc>
              <a:buNone/>
            </a:pPr>
            <a:r>
              <a:rPr lang="en-US" sz="3400" dirty="0">
                <a:solidFill>
                  <a:srgbClr val="3D68EC"/>
                </a:solidFill>
                <a:latin typeface="General Sans Semibold" pitchFamily="34" charset="0"/>
                <a:ea typeface="General Sans Semibold" pitchFamily="34" charset="-122"/>
                <a:cs typeface="General Sans Semibold" pitchFamily="34" charset="-120"/>
              </a:rPr>
              <a:t>Kijk mee: van skill tot dataprofiel</a:t>
            </a:r>
            <a:endParaRPr lang="en-US" sz="3400" dirty="0"/>
          </a:p>
        </p:txBody>
      </p:sp>
      <p:pic>
        <p:nvPicPr>
          <p:cNvPr id="73" name="Video 2 · 2:05 · ronde 1, de data verkennen">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2621128" y="1371600"/>
            <a:ext cx="6949440" cy="4343400"/>
          </a:xfrm>
          <a:prstGeom prst="rect">
            <a:avLst/>
          </a:prstGeom>
        </p:spPr>
      </p:pic>
      <p:sp>
        <p:nvSpPr>
          <p:cNvPr id="74" name="Text 71"/>
          <p:cNvSpPr/>
          <p:nvPr/>
        </p:nvSpPr>
        <p:spPr>
          <a:xfrm>
            <a:off x="548640" y="5852160"/>
            <a:ext cx="11094415" cy="365760"/>
          </a:xfrm>
          <a:prstGeom prst="rect">
            <a:avLst/>
          </a:prstGeom>
          <a:noFill/>
          <a:ln/>
        </p:spPr>
        <p:txBody>
          <a:bodyPr wrap="square" lIns="0" tIns="0" rIns="0" bIns="0" rtlCol="0" anchor="t"/>
          <a:lstStyle/>
          <a:p>
            <a:pPr marL="0" indent="0" algn="ctr">
              <a:lnSpc>
                <a:spcPct val="105000"/>
              </a:lnSpc>
              <a:buNone/>
            </a:pPr>
            <a:r>
              <a:rPr lang="en-US" sz="1300" dirty="0">
                <a:solidFill>
                  <a:srgbClr val="000000"/>
                </a:solidFill>
                <a:latin typeface="General Sans" pitchFamily="34" charset="0"/>
                <a:ea typeface="General Sans" pitchFamily="34" charset="-122"/>
                <a:cs typeface="General Sans" pitchFamily="34" charset="-120"/>
              </a:rPr>
              <a:t>Video 2 · 2:05 · ronde 1, de data verkennen</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DD784B"/>
        </a:solidFill>
        <a:effectLst/>
      </p:bgPr>
    </p:bg>
    <p:spTree>
      <p:nvGrpSpPr>
        <p:cNvPr id="1" name=""/>
        <p:cNvGrpSpPr/>
        <p:nvPr/>
      </p:nvGrpSpPr>
      <p:grpSpPr>
        <a:xfrm>
          <a:off x="0" y="0"/>
          <a:ext cx="0" cy="0"/>
          <a:chOff x="0" y="0"/>
          <a:chExt cx="0" cy="0"/>
        </a:xfrm>
      </p:grpSpPr>
      <p:sp>
        <p:nvSpPr>
          <p:cNvPr id="2" name="Shape 0"/>
          <p:cNvSpPr/>
          <p:nvPr/>
        </p:nvSpPr>
        <p:spPr>
          <a:xfrm>
            <a:off x="11304952" y="384048"/>
            <a:ext cx="35960" cy="35960"/>
          </a:xfrm>
          <a:prstGeom prst="ellipse">
            <a:avLst/>
          </a:prstGeom>
          <a:solidFill>
            <a:srgbClr val="000000"/>
          </a:solidFill>
          <a:ln/>
        </p:spPr>
        <p:txBody>
          <a:bodyPr/>
          <a:lstStyle/>
          <a:p>
            <a:endParaRPr lang="en-NL"/>
          </a:p>
        </p:txBody>
      </p:sp>
      <p:sp>
        <p:nvSpPr>
          <p:cNvPr id="3" name="Shape 1"/>
          <p:cNvSpPr/>
          <p:nvPr/>
        </p:nvSpPr>
        <p:spPr>
          <a:xfrm>
            <a:off x="11212173" y="399224"/>
            <a:ext cx="34616" cy="34616"/>
          </a:xfrm>
          <a:prstGeom prst="ellipse">
            <a:avLst/>
          </a:prstGeom>
          <a:solidFill>
            <a:srgbClr val="000000"/>
          </a:solidFill>
          <a:ln/>
        </p:spPr>
        <p:txBody>
          <a:bodyPr/>
          <a:lstStyle/>
          <a:p>
            <a:endParaRPr lang="en-NL"/>
          </a:p>
        </p:txBody>
      </p:sp>
      <p:sp>
        <p:nvSpPr>
          <p:cNvPr id="4" name="Shape 2"/>
          <p:cNvSpPr/>
          <p:nvPr/>
        </p:nvSpPr>
        <p:spPr>
          <a:xfrm>
            <a:off x="11398641" y="399224"/>
            <a:ext cx="34616" cy="34616"/>
          </a:xfrm>
          <a:prstGeom prst="ellipse">
            <a:avLst/>
          </a:prstGeom>
          <a:solidFill>
            <a:srgbClr val="000000"/>
          </a:solidFill>
          <a:ln/>
        </p:spPr>
        <p:txBody>
          <a:bodyPr/>
          <a:lstStyle/>
          <a:p>
            <a:endParaRPr lang="en-NL"/>
          </a:p>
        </p:txBody>
      </p:sp>
      <p:sp>
        <p:nvSpPr>
          <p:cNvPr id="5" name="Shape 3"/>
          <p:cNvSpPr/>
          <p:nvPr/>
        </p:nvSpPr>
        <p:spPr>
          <a:xfrm>
            <a:off x="11258374" y="435357"/>
            <a:ext cx="51936" cy="51936"/>
          </a:xfrm>
          <a:prstGeom prst="ellipse">
            <a:avLst/>
          </a:prstGeom>
          <a:solidFill>
            <a:srgbClr val="000000"/>
          </a:solidFill>
          <a:ln/>
        </p:spPr>
        <p:txBody>
          <a:bodyPr/>
          <a:lstStyle/>
          <a:p>
            <a:endParaRPr lang="en-NL"/>
          </a:p>
        </p:txBody>
      </p:sp>
      <p:sp>
        <p:nvSpPr>
          <p:cNvPr id="6" name="Shape 4"/>
          <p:cNvSpPr/>
          <p:nvPr/>
        </p:nvSpPr>
        <p:spPr>
          <a:xfrm>
            <a:off x="11335407" y="435306"/>
            <a:ext cx="51718" cy="51718"/>
          </a:xfrm>
          <a:prstGeom prst="ellipse">
            <a:avLst/>
          </a:prstGeom>
          <a:solidFill>
            <a:srgbClr val="000000"/>
          </a:solidFill>
          <a:ln/>
        </p:spPr>
        <p:txBody>
          <a:bodyPr/>
          <a:lstStyle/>
          <a:p>
            <a:endParaRPr lang="en-NL"/>
          </a:p>
        </p:txBody>
      </p:sp>
      <p:sp>
        <p:nvSpPr>
          <p:cNvPr id="7" name="Shape 5"/>
          <p:cNvSpPr/>
          <p:nvPr/>
        </p:nvSpPr>
        <p:spPr>
          <a:xfrm>
            <a:off x="11127388" y="442398"/>
            <a:ext cx="35294" cy="35294"/>
          </a:xfrm>
          <a:prstGeom prst="ellipse">
            <a:avLst/>
          </a:prstGeom>
          <a:solidFill>
            <a:srgbClr val="000000"/>
          </a:solidFill>
          <a:ln/>
        </p:spPr>
        <p:txBody>
          <a:bodyPr/>
          <a:lstStyle/>
          <a:p>
            <a:endParaRPr lang="en-NL"/>
          </a:p>
        </p:txBody>
      </p:sp>
      <p:sp>
        <p:nvSpPr>
          <p:cNvPr id="8" name="Shape 6"/>
          <p:cNvSpPr/>
          <p:nvPr/>
        </p:nvSpPr>
        <p:spPr>
          <a:xfrm>
            <a:off x="11482145" y="441649"/>
            <a:ext cx="35960" cy="35960"/>
          </a:xfrm>
          <a:prstGeom prst="ellipse">
            <a:avLst/>
          </a:prstGeom>
          <a:solidFill>
            <a:srgbClr val="000000"/>
          </a:solidFill>
          <a:ln/>
        </p:spPr>
        <p:txBody>
          <a:bodyPr/>
          <a:lstStyle/>
          <a:p>
            <a:endParaRPr lang="en-NL"/>
          </a:p>
        </p:txBody>
      </p:sp>
      <p:sp>
        <p:nvSpPr>
          <p:cNvPr id="9" name="Shape 7"/>
          <p:cNvSpPr/>
          <p:nvPr/>
        </p:nvSpPr>
        <p:spPr>
          <a:xfrm>
            <a:off x="11185603" y="459328"/>
            <a:ext cx="52167" cy="52167"/>
          </a:xfrm>
          <a:prstGeom prst="ellipse">
            <a:avLst/>
          </a:prstGeom>
          <a:solidFill>
            <a:srgbClr val="000000"/>
          </a:solidFill>
          <a:ln/>
        </p:spPr>
        <p:txBody>
          <a:bodyPr/>
          <a:lstStyle/>
          <a:p>
            <a:endParaRPr lang="en-NL"/>
          </a:p>
        </p:txBody>
      </p:sp>
      <p:sp>
        <p:nvSpPr>
          <p:cNvPr id="10" name="Shape 8"/>
          <p:cNvSpPr/>
          <p:nvPr/>
        </p:nvSpPr>
        <p:spPr>
          <a:xfrm>
            <a:off x="11408043" y="458713"/>
            <a:ext cx="52384" cy="52384"/>
          </a:xfrm>
          <a:prstGeom prst="ellipse">
            <a:avLst/>
          </a:prstGeom>
          <a:solidFill>
            <a:srgbClr val="000000"/>
          </a:solidFill>
          <a:ln/>
        </p:spPr>
        <p:txBody>
          <a:bodyPr/>
          <a:lstStyle/>
          <a:p>
            <a:endParaRPr lang="en-NL"/>
          </a:p>
        </p:txBody>
      </p:sp>
      <p:sp>
        <p:nvSpPr>
          <p:cNvPr id="11" name="Shape 9"/>
          <p:cNvSpPr/>
          <p:nvPr/>
        </p:nvSpPr>
        <p:spPr>
          <a:xfrm>
            <a:off x="11241891" y="499749"/>
            <a:ext cx="36613" cy="36613"/>
          </a:xfrm>
          <a:prstGeom prst="ellipse">
            <a:avLst/>
          </a:prstGeom>
          <a:solidFill>
            <a:srgbClr val="000000"/>
          </a:solidFill>
          <a:ln/>
        </p:spPr>
        <p:txBody>
          <a:bodyPr/>
          <a:lstStyle/>
          <a:p>
            <a:endParaRPr lang="en-NL"/>
          </a:p>
        </p:txBody>
      </p:sp>
      <p:sp>
        <p:nvSpPr>
          <p:cNvPr id="12" name="Shape 10"/>
          <p:cNvSpPr/>
          <p:nvPr/>
        </p:nvSpPr>
        <p:spPr>
          <a:xfrm>
            <a:off x="11294557" y="500146"/>
            <a:ext cx="57223" cy="57223"/>
          </a:xfrm>
          <a:prstGeom prst="ellipse">
            <a:avLst/>
          </a:prstGeom>
          <a:solidFill>
            <a:srgbClr val="000000"/>
          </a:solidFill>
          <a:ln/>
        </p:spPr>
        <p:txBody>
          <a:bodyPr/>
          <a:lstStyle/>
          <a:p>
            <a:endParaRPr lang="en-NL"/>
          </a:p>
        </p:txBody>
      </p:sp>
      <p:sp>
        <p:nvSpPr>
          <p:cNvPr id="13" name="Shape 11"/>
          <p:cNvSpPr/>
          <p:nvPr/>
        </p:nvSpPr>
        <p:spPr>
          <a:xfrm>
            <a:off x="11364102" y="498770"/>
            <a:ext cx="35294" cy="35294"/>
          </a:xfrm>
          <a:prstGeom prst="ellipse">
            <a:avLst/>
          </a:prstGeom>
          <a:solidFill>
            <a:srgbClr val="000000"/>
          </a:solidFill>
          <a:ln/>
        </p:spPr>
        <p:txBody>
          <a:bodyPr/>
          <a:lstStyle/>
          <a:p>
            <a:endParaRPr lang="en-NL"/>
          </a:p>
        </p:txBody>
      </p:sp>
      <p:sp>
        <p:nvSpPr>
          <p:cNvPr id="14" name="Shape 12"/>
          <p:cNvSpPr/>
          <p:nvPr/>
        </p:nvSpPr>
        <p:spPr>
          <a:xfrm>
            <a:off x="11123515" y="504524"/>
            <a:ext cx="51936" cy="51936"/>
          </a:xfrm>
          <a:prstGeom prst="ellipse">
            <a:avLst/>
          </a:prstGeom>
          <a:solidFill>
            <a:srgbClr val="000000"/>
          </a:solidFill>
          <a:ln/>
        </p:spPr>
        <p:txBody>
          <a:bodyPr/>
          <a:lstStyle/>
          <a:p>
            <a:endParaRPr lang="en-NL"/>
          </a:p>
        </p:txBody>
      </p:sp>
      <p:sp>
        <p:nvSpPr>
          <p:cNvPr id="15" name="Shape 13"/>
          <p:cNvSpPr/>
          <p:nvPr/>
        </p:nvSpPr>
        <p:spPr>
          <a:xfrm>
            <a:off x="11470202" y="504300"/>
            <a:ext cx="52384" cy="52384"/>
          </a:xfrm>
          <a:prstGeom prst="ellipse">
            <a:avLst/>
          </a:prstGeom>
          <a:solidFill>
            <a:srgbClr val="000000"/>
          </a:solidFill>
          <a:ln/>
        </p:spPr>
        <p:txBody>
          <a:bodyPr/>
          <a:lstStyle/>
          <a:p>
            <a:endParaRPr lang="en-NL"/>
          </a:p>
        </p:txBody>
      </p:sp>
      <p:sp>
        <p:nvSpPr>
          <p:cNvPr id="16" name="Shape 14"/>
          <p:cNvSpPr/>
          <p:nvPr/>
        </p:nvSpPr>
        <p:spPr>
          <a:xfrm>
            <a:off x="11060774" y="508825"/>
            <a:ext cx="35627" cy="35627"/>
          </a:xfrm>
          <a:prstGeom prst="ellipse">
            <a:avLst/>
          </a:prstGeom>
          <a:solidFill>
            <a:srgbClr val="000000"/>
          </a:solidFill>
          <a:ln/>
        </p:spPr>
        <p:txBody>
          <a:bodyPr/>
          <a:lstStyle/>
          <a:p>
            <a:endParaRPr lang="en-NL"/>
          </a:p>
        </p:txBody>
      </p:sp>
      <p:sp>
        <p:nvSpPr>
          <p:cNvPr id="17" name="Shape 15"/>
          <p:cNvSpPr/>
          <p:nvPr/>
        </p:nvSpPr>
        <p:spPr>
          <a:xfrm>
            <a:off x="11548535" y="508038"/>
            <a:ext cx="36613" cy="36613"/>
          </a:xfrm>
          <a:prstGeom prst="ellipse">
            <a:avLst/>
          </a:prstGeom>
          <a:solidFill>
            <a:srgbClr val="000000"/>
          </a:solidFill>
          <a:ln/>
        </p:spPr>
        <p:txBody>
          <a:bodyPr/>
          <a:lstStyle/>
          <a:p>
            <a:endParaRPr lang="en-NL"/>
          </a:p>
        </p:txBody>
      </p:sp>
      <p:sp>
        <p:nvSpPr>
          <p:cNvPr id="18" name="Shape 16"/>
          <p:cNvSpPr/>
          <p:nvPr/>
        </p:nvSpPr>
        <p:spPr>
          <a:xfrm>
            <a:off x="11191466" y="533379"/>
            <a:ext cx="57825" cy="57825"/>
          </a:xfrm>
          <a:prstGeom prst="ellipse">
            <a:avLst/>
          </a:prstGeom>
          <a:solidFill>
            <a:srgbClr val="000000"/>
          </a:solidFill>
          <a:ln/>
        </p:spPr>
        <p:txBody>
          <a:bodyPr/>
          <a:lstStyle/>
          <a:p>
            <a:endParaRPr lang="en-NL"/>
          </a:p>
        </p:txBody>
      </p:sp>
      <p:sp>
        <p:nvSpPr>
          <p:cNvPr id="19" name="Shape 17"/>
          <p:cNvSpPr/>
          <p:nvPr/>
        </p:nvSpPr>
        <p:spPr>
          <a:xfrm>
            <a:off x="11396535" y="533494"/>
            <a:ext cx="57428" cy="57428"/>
          </a:xfrm>
          <a:prstGeom prst="ellipse">
            <a:avLst/>
          </a:prstGeom>
          <a:solidFill>
            <a:srgbClr val="000000"/>
          </a:solidFill>
          <a:ln/>
        </p:spPr>
        <p:txBody>
          <a:bodyPr/>
          <a:lstStyle/>
          <a:p>
            <a:endParaRPr lang="en-NL"/>
          </a:p>
        </p:txBody>
      </p:sp>
      <p:sp>
        <p:nvSpPr>
          <p:cNvPr id="20" name="Shape 18"/>
          <p:cNvSpPr/>
          <p:nvPr/>
        </p:nvSpPr>
        <p:spPr>
          <a:xfrm>
            <a:off x="11079087" y="567226"/>
            <a:ext cx="51270" cy="51270"/>
          </a:xfrm>
          <a:prstGeom prst="ellipse">
            <a:avLst/>
          </a:prstGeom>
          <a:solidFill>
            <a:srgbClr val="000000"/>
          </a:solidFill>
          <a:ln/>
        </p:spPr>
        <p:txBody>
          <a:bodyPr/>
          <a:lstStyle/>
          <a:p>
            <a:endParaRPr lang="en-NL"/>
          </a:p>
        </p:txBody>
      </p:sp>
      <p:sp>
        <p:nvSpPr>
          <p:cNvPr id="21" name="Shape 19"/>
          <p:cNvSpPr/>
          <p:nvPr/>
        </p:nvSpPr>
        <p:spPr>
          <a:xfrm>
            <a:off x="11339728" y="567053"/>
            <a:ext cx="34616" cy="34616"/>
          </a:xfrm>
          <a:prstGeom prst="ellipse">
            <a:avLst/>
          </a:prstGeom>
          <a:solidFill>
            <a:srgbClr val="000000"/>
          </a:solidFill>
          <a:ln/>
        </p:spPr>
        <p:txBody>
          <a:bodyPr/>
          <a:lstStyle/>
          <a:p>
            <a:endParaRPr lang="en-NL"/>
          </a:p>
        </p:txBody>
      </p:sp>
      <p:sp>
        <p:nvSpPr>
          <p:cNvPr id="22" name="Shape 20"/>
          <p:cNvSpPr/>
          <p:nvPr/>
        </p:nvSpPr>
        <p:spPr>
          <a:xfrm>
            <a:off x="11515167" y="566234"/>
            <a:ext cx="52819" cy="52819"/>
          </a:xfrm>
          <a:prstGeom prst="ellipse">
            <a:avLst/>
          </a:prstGeom>
          <a:solidFill>
            <a:srgbClr val="000000"/>
          </a:solidFill>
          <a:ln/>
        </p:spPr>
        <p:txBody>
          <a:bodyPr/>
          <a:lstStyle/>
          <a:p>
            <a:endParaRPr lang="en-NL"/>
          </a:p>
        </p:txBody>
      </p:sp>
      <p:sp>
        <p:nvSpPr>
          <p:cNvPr id="23" name="Shape 21"/>
          <p:cNvSpPr/>
          <p:nvPr/>
        </p:nvSpPr>
        <p:spPr>
          <a:xfrm>
            <a:off x="11262860" y="569742"/>
            <a:ext cx="34961" cy="34961"/>
          </a:xfrm>
          <a:prstGeom prst="ellipse">
            <a:avLst/>
          </a:prstGeom>
          <a:solidFill>
            <a:srgbClr val="000000"/>
          </a:solidFill>
          <a:ln/>
        </p:spPr>
        <p:txBody>
          <a:bodyPr/>
          <a:lstStyle/>
          <a:p>
            <a:endParaRPr lang="en-NL"/>
          </a:p>
        </p:txBody>
      </p:sp>
      <p:sp>
        <p:nvSpPr>
          <p:cNvPr id="24" name="Shape 22"/>
          <p:cNvSpPr/>
          <p:nvPr/>
        </p:nvSpPr>
        <p:spPr>
          <a:xfrm>
            <a:off x="11462521" y="569818"/>
            <a:ext cx="35294" cy="35294"/>
          </a:xfrm>
          <a:prstGeom prst="ellipse">
            <a:avLst/>
          </a:prstGeom>
          <a:solidFill>
            <a:srgbClr val="000000"/>
          </a:solidFill>
          <a:ln/>
        </p:spPr>
        <p:txBody>
          <a:bodyPr/>
          <a:lstStyle/>
          <a:p>
            <a:endParaRPr lang="en-NL"/>
          </a:p>
        </p:txBody>
      </p:sp>
      <p:sp>
        <p:nvSpPr>
          <p:cNvPr id="25" name="Shape 23"/>
          <p:cNvSpPr/>
          <p:nvPr/>
        </p:nvSpPr>
        <p:spPr>
          <a:xfrm>
            <a:off x="11145681" y="573441"/>
            <a:ext cx="34270" cy="34270"/>
          </a:xfrm>
          <a:prstGeom prst="ellipse">
            <a:avLst/>
          </a:prstGeom>
          <a:solidFill>
            <a:srgbClr val="000000"/>
          </a:solidFill>
          <a:ln/>
        </p:spPr>
        <p:txBody>
          <a:bodyPr/>
          <a:lstStyle/>
          <a:p>
            <a:endParaRPr lang="en-NL"/>
          </a:p>
        </p:txBody>
      </p:sp>
      <p:sp>
        <p:nvSpPr>
          <p:cNvPr id="26" name="Shape 24"/>
          <p:cNvSpPr/>
          <p:nvPr/>
        </p:nvSpPr>
        <p:spPr>
          <a:xfrm>
            <a:off x="11592015" y="593213"/>
            <a:ext cx="35294" cy="35294"/>
          </a:xfrm>
          <a:prstGeom prst="ellipse">
            <a:avLst/>
          </a:prstGeom>
          <a:solidFill>
            <a:srgbClr val="000000"/>
          </a:solidFill>
          <a:ln/>
        </p:spPr>
        <p:txBody>
          <a:bodyPr/>
          <a:lstStyle/>
          <a:p>
            <a:endParaRPr lang="en-NL"/>
          </a:p>
        </p:txBody>
      </p:sp>
      <p:sp>
        <p:nvSpPr>
          <p:cNvPr id="27" name="Shape 25"/>
          <p:cNvSpPr/>
          <p:nvPr/>
        </p:nvSpPr>
        <p:spPr>
          <a:xfrm>
            <a:off x="11019124" y="593444"/>
            <a:ext cx="34616" cy="34616"/>
          </a:xfrm>
          <a:prstGeom prst="ellipse">
            <a:avLst/>
          </a:prstGeom>
          <a:solidFill>
            <a:srgbClr val="000000"/>
          </a:solidFill>
          <a:ln/>
        </p:spPr>
        <p:txBody>
          <a:bodyPr/>
          <a:lstStyle/>
          <a:p>
            <a:endParaRPr lang="en-NL"/>
          </a:p>
        </p:txBody>
      </p:sp>
      <p:sp>
        <p:nvSpPr>
          <p:cNvPr id="28" name="Shape 26"/>
          <p:cNvSpPr/>
          <p:nvPr/>
        </p:nvSpPr>
        <p:spPr>
          <a:xfrm>
            <a:off x="11403576" y="610214"/>
            <a:ext cx="34961" cy="34961"/>
          </a:xfrm>
          <a:prstGeom prst="ellipse">
            <a:avLst/>
          </a:prstGeom>
          <a:solidFill>
            <a:srgbClr val="000000"/>
          </a:solidFill>
          <a:ln/>
        </p:spPr>
        <p:txBody>
          <a:bodyPr/>
          <a:lstStyle/>
          <a:p>
            <a:endParaRPr lang="en-NL"/>
          </a:p>
        </p:txBody>
      </p:sp>
      <p:sp>
        <p:nvSpPr>
          <p:cNvPr id="29" name="Shape 27"/>
          <p:cNvSpPr/>
          <p:nvPr/>
        </p:nvSpPr>
        <p:spPr>
          <a:xfrm>
            <a:off x="11201662" y="616570"/>
            <a:ext cx="35627" cy="35627"/>
          </a:xfrm>
          <a:prstGeom prst="ellipse">
            <a:avLst/>
          </a:prstGeom>
          <a:solidFill>
            <a:srgbClr val="000000"/>
          </a:solidFill>
          <a:ln/>
        </p:spPr>
        <p:txBody>
          <a:bodyPr/>
          <a:lstStyle/>
          <a:p>
            <a:endParaRPr lang="en-NL"/>
          </a:p>
        </p:txBody>
      </p:sp>
      <p:sp>
        <p:nvSpPr>
          <p:cNvPr id="30" name="Shape 28"/>
          <p:cNvSpPr/>
          <p:nvPr/>
        </p:nvSpPr>
        <p:spPr>
          <a:xfrm>
            <a:off x="11127484" y="620705"/>
            <a:ext cx="58030" cy="58030"/>
          </a:xfrm>
          <a:prstGeom prst="ellipse">
            <a:avLst/>
          </a:prstGeom>
          <a:solidFill>
            <a:srgbClr val="000000"/>
          </a:solidFill>
          <a:ln/>
        </p:spPr>
        <p:txBody>
          <a:bodyPr/>
          <a:lstStyle/>
          <a:p>
            <a:endParaRPr lang="en-NL"/>
          </a:p>
        </p:txBody>
      </p:sp>
      <p:sp>
        <p:nvSpPr>
          <p:cNvPr id="31" name="Shape 29"/>
          <p:cNvSpPr/>
          <p:nvPr/>
        </p:nvSpPr>
        <p:spPr>
          <a:xfrm>
            <a:off x="11460767" y="620852"/>
            <a:ext cx="57428" cy="57428"/>
          </a:xfrm>
          <a:prstGeom prst="ellipse">
            <a:avLst/>
          </a:prstGeom>
          <a:solidFill>
            <a:srgbClr val="000000"/>
          </a:solidFill>
          <a:ln/>
        </p:spPr>
        <p:txBody>
          <a:bodyPr/>
          <a:lstStyle/>
          <a:p>
            <a:endParaRPr lang="en-NL"/>
          </a:p>
        </p:txBody>
      </p:sp>
      <p:sp>
        <p:nvSpPr>
          <p:cNvPr id="32" name="Shape 30"/>
          <p:cNvSpPr/>
          <p:nvPr/>
        </p:nvSpPr>
        <p:spPr>
          <a:xfrm>
            <a:off x="11055219" y="640144"/>
            <a:ext cx="51718" cy="51718"/>
          </a:xfrm>
          <a:prstGeom prst="ellipse">
            <a:avLst/>
          </a:prstGeom>
          <a:solidFill>
            <a:srgbClr val="000000"/>
          </a:solidFill>
          <a:ln/>
        </p:spPr>
        <p:txBody>
          <a:bodyPr/>
          <a:lstStyle/>
          <a:p>
            <a:endParaRPr lang="en-NL"/>
          </a:p>
        </p:txBody>
      </p:sp>
      <p:sp>
        <p:nvSpPr>
          <p:cNvPr id="33" name="Shape 31"/>
          <p:cNvSpPr/>
          <p:nvPr/>
        </p:nvSpPr>
        <p:spPr>
          <a:xfrm>
            <a:off x="11539330" y="640266"/>
            <a:ext cx="51270" cy="51270"/>
          </a:xfrm>
          <a:prstGeom prst="ellipse">
            <a:avLst/>
          </a:prstGeom>
          <a:solidFill>
            <a:srgbClr val="000000"/>
          </a:solidFill>
          <a:ln/>
        </p:spPr>
        <p:txBody>
          <a:bodyPr/>
          <a:lstStyle/>
          <a:p>
            <a:endParaRPr lang="en-NL"/>
          </a:p>
        </p:txBody>
      </p:sp>
      <p:sp>
        <p:nvSpPr>
          <p:cNvPr id="34" name="Shape 32"/>
          <p:cNvSpPr/>
          <p:nvPr/>
        </p:nvSpPr>
        <p:spPr>
          <a:xfrm>
            <a:off x="11429576" y="682274"/>
            <a:ext cx="35627" cy="35627"/>
          </a:xfrm>
          <a:prstGeom prst="ellipse">
            <a:avLst/>
          </a:prstGeom>
          <a:solidFill>
            <a:srgbClr val="000000"/>
          </a:solidFill>
          <a:ln/>
        </p:spPr>
        <p:txBody>
          <a:bodyPr/>
          <a:lstStyle/>
          <a:p>
            <a:endParaRPr lang="en-NL"/>
          </a:p>
        </p:txBody>
      </p:sp>
      <p:sp>
        <p:nvSpPr>
          <p:cNvPr id="35" name="Shape 33"/>
          <p:cNvSpPr/>
          <p:nvPr/>
        </p:nvSpPr>
        <p:spPr>
          <a:xfrm>
            <a:off x="11004076" y="687222"/>
            <a:ext cx="34616" cy="34616"/>
          </a:xfrm>
          <a:prstGeom prst="ellipse">
            <a:avLst/>
          </a:prstGeom>
          <a:solidFill>
            <a:srgbClr val="000000"/>
          </a:solidFill>
          <a:ln/>
        </p:spPr>
        <p:txBody>
          <a:bodyPr/>
          <a:lstStyle/>
          <a:p>
            <a:endParaRPr lang="en-NL"/>
          </a:p>
        </p:txBody>
      </p:sp>
      <p:sp>
        <p:nvSpPr>
          <p:cNvPr id="36" name="Shape 34"/>
          <p:cNvSpPr/>
          <p:nvPr/>
        </p:nvSpPr>
        <p:spPr>
          <a:xfrm>
            <a:off x="11502052" y="685321"/>
            <a:ext cx="34270" cy="34270"/>
          </a:xfrm>
          <a:prstGeom prst="ellipse">
            <a:avLst/>
          </a:prstGeom>
          <a:solidFill>
            <a:srgbClr val="000000"/>
          </a:solidFill>
          <a:ln/>
        </p:spPr>
        <p:txBody>
          <a:bodyPr/>
          <a:lstStyle/>
          <a:p>
            <a:endParaRPr lang="en-NL"/>
          </a:p>
        </p:txBody>
      </p:sp>
      <p:sp>
        <p:nvSpPr>
          <p:cNvPr id="37" name="Shape 35"/>
          <p:cNvSpPr/>
          <p:nvPr/>
        </p:nvSpPr>
        <p:spPr>
          <a:xfrm>
            <a:off x="11606321" y="686422"/>
            <a:ext cx="35627" cy="35627"/>
          </a:xfrm>
          <a:prstGeom prst="ellipse">
            <a:avLst/>
          </a:prstGeom>
          <a:solidFill>
            <a:srgbClr val="000000"/>
          </a:solidFill>
          <a:ln/>
        </p:spPr>
        <p:txBody>
          <a:bodyPr/>
          <a:lstStyle/>
          <a:p>
            <a:endParaRPr lang="en-NL"/>
          </a:p>
        </p:txBody>
      </p:sp>
      <p:sp>
        <p:nvSpPr>
          <p:cNvPr id="38" name="Shape 36"/>
          <p:cNvSpPr/>
          <p:nvPr/>
        </p:nvSpPr>
        <p:spPr>
          <a:xfrm>
            <a:off x="11108908" y="688957"/>
            <a:ext cx="35294" cy="35294"/>
          </a:xfrm>
          <a:prstGeom prst="ellipse">
            <a:avLst/>
          </a:prstGeom>
          <a:solidFill>
            <a:srgbClr val="000000"/>
          </a:solidFill>
          <a:ln/>
        </p:spPr>
        <p:txBody>
          <a:bodyPr/>
          <a:lstStyle/>
          <a:p>
            <a:endParaRPr lang="en-NL"/>
          </a:p>
        </p:txBody>
      </p:sp>
      <p:sp>
        <p:nvSpPr>
          <p:cNvPr id="39" name="Shape 37"/>
          <p:cNvSpPr/>
          <p:nvPr/>
        </p:nvSpPr>
        <p:spPr>
          <a:xfrm>
            <a:off x="11179733" y="690371"/>
            <a:ext cx="36613" cy="36613"/>
          </a:xfrm>
          <a:prstGeom prst="ellipse">
            <a:avLst/>
          </a:prstGeom>
          <a:solidFill>
            <a:srgbClr val="000000"/>
          </a:solidFill>
          <a:ln/>
        </p:spPr>
        <p:txBody>
          <a:bodyPr/>
          <a:lstStyle/>
          <a:p>
            <a:endParaRPr lang="en-NL"/>
          </a:p>
        </p:txBody>
      </p:sp>
      <p:sp>
        <p:nvSpPr>
          <p:cNvPr id="40" name="Shape 38"/>
          <p:cNvSpPr/>
          <p:nvPr/>
        </p:nvSpPr>
        <p:spPr>
          <a:xfrm>
            <a:off x="11054764" y="716576"/>
            <a:ext cx="51936" cy="51936"/>
          </a:xfrm>
          <a:prstGeom prst="ellipse">
            <a:avLst/>
          </a:prstGeom>
          <a:solidFill>
            <a:srgbClr val="000000"/>
          </a:solidFill>
          <a:ln/>
        </p:spPr>
        <p:txBody>
          <a:bodyPr/>
          <a:lstStyle/>
          <a:p>
            <a:endParaRPr lang="en-NL"/>
          </a:p>
        </p:txBody>
      </p:sp>
      <p:sp>
        <p:nvSpPr>
          <p:cNvPr id="41" name="Shape 39"/>
          <p:cNvSpPr/>
          <p:nvPr/>
        </p:nvSpPr>
        <p:spPr>
          <a:xfrm>
            <a:off x="11539023" y="716851"/>
            <a:ext cx="51488" cy="51488"/>
          </a:xfrm>
          <a:prstGeom prst="ellipse">
            <a:avLst/>
          </a:prstGeom>
          <a:solidFill>
            <a:srgbClr val="000000"/>
          </a:solidFill>
          <a:ln/>
        </p:spPr>
        <p:txBody>
          <a:bodyPr/>
          <a:lstStyle/>
          <a:p>
            <a:endParaRPr lang="en-NL"/>
          </a:p>
        </p:txBody>
      </p:sp>
      <p:sp>
        <p:nvSpPr>
          <p:cNvPr id="42" name="Shape 40"/>
          <p:cNvSpPr/>
          <p:nvPr/>
        </p:nvSpPr>
        <p:spPr>
          <a:xfrm>
            <a:off x="11127490" y="729288"/>
            <a:ext cx="58222" cy="58222"/>
          </a:xfrm>
          <a:prstGeom prst="ellipse">
            <a:avLst/>
          </a:prstGeom>
          <a:solidFill>
            <a:srgbClr val="000000"/>
          </a:solidFill>
          <a:ln/>
        </p:spPr>
        <p:txBody>
          <a:bodyPr/>
          <a:lstStyle/>
          <a:p>
            <a:endParaRPr lang="en-NL"/>
          </a:p>
        </p:txBody>
      </p:sp>
      <p:sp>
        <p:nvSpPr>
          <p:cNvPr id="43" name="Shape 41"/>
          <p:cNvSpPr/>
          <p:nvPr/>
        </p:nvSpPr>
        <p:spPr>
          <a:xfrm>
            <a:off x="11460671" y="729781"/>
            <a:ext cx="57633" cy="57633"/>
          </a:xfrm>
          <a:prstGeom prst="ellipse">
            <a:avLst/>
          </a:prstGeom>
          <a:solidFill>
            <a:srgbClr val="000000"/>
          </a:solidFill>
          <a:ln/>
        </p:spPr>
        <p:txBody>
          <a:bodyPr/>
          <a:lstStyle/>
          <a:p>
            <a:endParaRPr lang="en-NL"/>
          </a:p>
        </p:txBody>
      </p:sp>
      <p:sp>
        <p:nvSpPr>
          <p:cNvPr id="44" name="Shape 42"/>
          <p:cNvSpPr/>
          <p:nvPr/>
        </p:nvSpPr>
        <p:spPr>
          <a:xfrm>
            <a:off x="11407973" y="756415"/>
            <a:ext cx="35960" cy="35960"/>
          </a:xfrm>
          <a:prstGeom prst="ellipse">
            <a:avLst/>
          </a:prstGeom>
          <a:solidFill>
            <a:srgbClr val="000000"/>
          </a:solidFill>
          <a:ln/>
        </p:spPr>
        <p:txBody>
          <a:bodyPr/>
          <a:lstStyle/>
          <a:p>
            <a:endParaRPr lang="en-NL"/>
          </a:p>
        </p:txBody>
      </p:sp>
      <p:sp>
        <p:nvSpPr>
          <p:cNvPr id="45" name="Shape 43"/>
          <p:cNvSpPr/>
          <p:nvPr/>
        </p:nvSpPr>
        <p:spPr>
          <a:xfrm>
            <a:off x="11207308" y="763884"/>
            <a:ext cx="34616" cy="34616"/>
          </a:xfrm>
          <a:prstGeom prst="ellipse">
            <a:avLst/>
          </a:prstGeom>
          <a:solidFill>
            <a:srgbClr val="000000"/>
          </a:solidFill>
          <a:ln/>
        </p:spPr>
        <p:txBody>
          <a:bodyPr/>
          <a:lstStyle/>
          <a:p>
            <a:endParaRPr lang="en-NL"/>
          </a:p>
        </p:txBody>
      </p:sp>
      <p:sp>
        <p:nvSpPr>
          <p:cNvPr id="46" name="Shape 44"/>
          <p:cNvSpPr/>
          <p:nvPr/>
        </p:nvSpPr>
        <p:spPr>
          <a:xfrm>
            <a:off x="11018670" y="780462"/>
            <a:ext cx="34616" cy="34616"/>
          </a:xfrm>
          <a:prstGeom prst="ellipse">
            <a:avLst/>
          </a:prstGeom>
          <a:solidFill>
            <a:srgbClr val="000000"/>
          </a:solidFill>
          <a:ln/>
        </p:spPr>
        <p:txBody>
          <a:bodyPr/>
          <a:lstStyle/>
          <a:p>
            <a:endParaRPr lang="en-NL"/>
          </a:p>
        </p:txBody>
      </p:sp>
      <p:sp>
        <p:nvSpPr>
          <p:cNvPr id="47" name="Shape 45"/>
          <p:cNvSpPr/>
          <p:nvPr/>
        </p:nvSpPr>
        <p:spPr>
          <a:xfrm>
            <a:off x="11591670" y="780123"/>
            <a:ext cx="35294" cy="35294"/>
          </a:xfrm>
          <a:prstGeom prst="ellipse">
            <a:avLst/>
          </a:prstGeom>
          <a:solidFill>
            <a:srgbClr val="000000"/>
          </a:solidFill>
          <a:ln/>
        </p:spPr>
        <p:txBody>
          <a:bodyPr/>
          <a:lstStyle/>
          <a:p>
            <a:endParaRPr lang="en-NL"/>
          </a:p>
        </p:txBody>
      </p:sp>
      <p:sp>
        <p:nvSpPr>
          <p:cNvPr id="48" name="Shape 46"/>
          <p:cNvSpPr/>
          <p:nvPr/>
        </p:nvSpPr>
        <p:spPr>
          <a:xfrm>
            <a:off x="11079010" y="790179"/>
            <a:ext cx="51270" cy="51270"/>
          </a:xfrm>
          <a:prstGeom prst="ellipse">
            <a:avLst/>
          </a:prstGeom>
          <a:solidFill>
            <a:srgbClr val="000000"/>
          </a:solidFill>
          <a:ln/>
        </p:spPr>
        <p:txBody>
          <a:bodyPr/>
          <a:lstStyle/>
          <a:p>
            <a:endParaRPr lang="en-NL"/>
          </a:p>
        </p:txBody>
      </p:sp>
      <p:sp>
        <p:nvSpPr>
          <p:cNvPr id="49" name="Shape 47"/>
          <p:cNvSpPr/>
          <p:nvPr/>
        </p:nvSpPr>
        <p:spPr>
          <a:xfrm>
            <a:off x="11515218" y="789692"/>
            <a:ext cx="52602" cy="52602"/>
          </a:xfrm>
          <a:prstGeom prst="ellipse">
            <a:avLst/>
          </a:prstGeom>
          <a:solidFill>
            <a:srgbClr val="000000"/>
          </a:solidFill>
          <a:ln/>
        </p:spPr>
        <p:txBody>
          <a:bodyPr/>
          <a:lstStyle/>
          <a:p>
            <a:endParaRPr lang="en-NL"/>
          </a:p>
        </p:txBody>
      </p:sp>
      <p:sp>
        <p:nvSpPr>
          <p:cNvPr id="50" name="Shape 48"/>
          <p:cNvSpPr/>
          <p:nvPr/>
        </p:nvSpPr>
        <p:spPr>
          <a:xfrm>
            <a:off x="11147371" y="803460"/>
            <a:ext cx="35627" cy="35627"/>
          </a:xfrm>
          <a:prstGeom prst="ellipse">
            <a:avLst/>
          </a:prstGeom>
          <a:solidFill>
            <a:srgbClr val="000000"/>
          </a:solidFill>
          <a:ln/>
        </p:spPr>
        <p:txBody>
          <a:bodyPr/>
          <a:lstStyle/>
          <a:p>
            <a:endParaRPr lang="en-NL"/>
          </a:p>
        </p:txBody>
      </p:sp>
      <p:sp>
        <p:nvSpPr>
          <p:cNvPr id="51" name="Shape 49"/>
          <p:cNvSpPr/>
          <p:nvPr/>
        </p:nvSpPr>
        <p:spPr>
          <a:xfrm>
            <a:off x="11347786" y="804293"/>
            <a:ext cx="35294" cy="35294"/>
          </a:xfrm>
          <a:prstGeom prst="ellipse">
            <a:avLst/>
          </a:prstGeom>
          <a:solidFill>
            <a:srgbClr val="000000"/>
          </a:solidFill>
          <a:ln/>
        </p:spPr>
        <p:txBody>
          <a:bodyPr/>
          <a:lstStyle/>
          <a:p>
            <a:endParaRPr lang="en-NL"/>
          </a:p>
        </p:txBody>
      </p:sp>
      <p:sp>
        <p:nvSpPr>
          <p:cNvPr id="52" name="Shape 50"/>
          <p:cNvSpPr/>
          <p:nvPr/>
        </p:nvSpPr>
        <p:spPr>
          <a:xfrm>
            <a:off x="11465119" y="800919"/>
            <a:ext cx="34961" cy="34961"/>
          </a:xfrm>
          <a:prstGeom prst="ellipse">
            <a:avLst/>
          </a:prstGeom>
          <a:solidFill>
            <a:srgbClr val="000000"/>
          </a:solidFill>
          <a:ln/>
        </p:spPr>
        <p:txBody>
          <a:bodyPr/>
          <a:lstStyle/>
          <a:p>
            <a:endParaRPr lang="en-NL"/>
          </a:p>
        </p:txBody>
      </p:sp>
      <p:sp>
        <p:nvSpPr>
          <p:cNvPr id="53" name="Shape 51"/>
          <p:cNvSpPr/>
          <p:nvPr/>
        </p:nvSpPr>
        <p:spPr>
          <a:xfrm>
            <a:off x="11270669" y="806590"/>
            <a:ext cx="35627" cy="35627"/>
          </a:xfrm>
          <a:prstGeom prst="ellipse">
            <a:avLst/>
          </a:prstGeom>
          <a:solidFill>
            <a:srgbClr val="000000"/>
          </a:solidFill>
          <a:ln/>
        </p:spPr>
        <p:txBody>
          <a:bodyPr/>
          <a:lstStyle/>
          <a:p>
            <a:endParaRPr lang="en-NL"/>
          </a:p>
        </p:txBody>
      </p:sp>
      <p:sp>
        <p:nvSpPr>
          <p:cNvPr id="54" name="Shape 52"/>
          <p:cNvSpPr/>
          <p:nvPr/>
        </p:nvSpPr>
        <p:spPr>
          <a:xfrm>
            <a:off x="11191498" y="817766"/>
            <a:ext cx="57633" cy="57633"/>
          </a:xfrm>
          <a:prstGeom prst="ellipse">
            <a:avLst/>
          </a:prstGeom>
          <a:solidFill>
            <a:srgbClr val="000000"/>
          </a:solidFill>
          <a:ln/>
        </p:spPr>
        <p:txBody>
          <a:bodyPr/>
          <a:lstStyle/>
          <a:p>
            <a:endParaRPr lang="en-NL"/>
          </a:p>
        </p:txBody>
      </p:sp>
      <p:sp>
        <p:nvSpPr>
          <p:cNvPr id="55" name="Shape 53"/>
          <p:cNvSpPr/>
          <p:nvPr/>
        </p:nvSpPr>
        <p:spPr>
          <a:xfrm>
            <a:off x="11396573" y="817888"/>
            <a:ext cx="57633" cy="57633"/>
          </a:xfrm>
          <a:prstGeom prst="ellipse">
            <a:avLst/>
          </a:prstGeom>
          <a:solidFill>
            <a:srgbClr val="000000"/>
          </a:solidFill>
          <a:ln/>
        </p:spPr>
        <p:txBody>
          <a:bodyPr/>
          <a:lstStyle/>
          <a:p>
            <a:endParaRPr lang="en-NL"/>
          </a:p>
        </p:txBody>
      </p:sp>
      <p:sp>
        <p:nvSpPr>
          <p:cNvPr id="56" name="Shape 54"/>
          <p:cNvSpPr/>
          <p:nvPr/>
        </p:nvSpPr>
        <p:spPr>
          <a:xfrm>
            <a:off x="11123445" y="851985"/>
            <a:ext cx="52167" cy="52167"/>
          </a:xfrm>
          <a:prstGeom prst="ellipse">
            <a:avLst/>
          </a:prstGeom>
          <a:solidFill>
            <a:srgbClr val="000000"/>
          </a:solidFill>
          <a:ln/>
        </p:spPr>
        <p:txBody>
          <a:bodyPr/>
          <a:lstStyle/>
          <a:p>
            <a:endParaRPr lang="en-NL"/>
          </a:p>
        </p:txBody>
      </p:sp>
      <p:sp>
        <p:nvSpPr>
          <p:cNvPr id="57" name="Shape 55"/>
          <p:cNvSpPr/>
          <p:nvPr/>
        </p:nvSpPr>
        <p:spPr>
          <a:xfrm>
            <a:off x="11294647" y="851390"/>
            <a:ext cx="57223" cy="57223"/>
          </a:xfrm>
          <a:prstGeom prst="ellipse">
            <a:avLst/>
          </a:prstGeom>
          <a:solidFill>
            <a:srgbClr val="000000"/>
          </a:solidFill>
          <a:ln/>
        </p:spPr>
        <p:txBody>
          <a:bodyPr/>
          <a:lstStyle/>
          <a:p>
            <a:endParaRPr lang="en-NL"/>
          </a:p>
        </p:txBody>
      </p:sp>
      <p:sp>
        <p:nvSpPr>
          <p:cNvPr id="58" name="Shape 56"/>
          <p:cNvSpPr/>
          <p:nvPr/>
        </p:nvSpPr>
        <p:spPr>
          <a:xfrm>
            <a:off x="11470202" y="852382"/>
            <a:ext cx="52384" cy="52384"/>
          </a:xfrm>
          <a:prstGeom prst="ellipse">
            <a:avLst/>
          </a:prstGeom>
          <a:solidFill>
            <a:srgbClr val="000000"/>
          </a:solidFill>
          <a:ln/>
        </p:spPr>
        <p:txBody>
          <a:bodyPr/>
          <a:lstStyle/>
          <a:p>
            <a:endParaRPr lang="en-NL"/>
          </a:p>
        </p:txBody>
      </p:sp>
      <p:sp>
        <p:nvSpPr>
          <p:cNvPr id="59" name="Shape 57"/>
          <p:cNvSpPr/>
          <p:nvPr/>
        </p:nvSpPr>
        <p:spPr>
          <a:xfrm>
            <a:off x="11060774" y="864607"/>
            <a:ext cx="35627" cy="35627"/>
          </a:xfrm>
          <a:prstGeom prst="ellipse">
            <a:avLst/>
          </a:prstGeom>
          <a:solidFill>
            <a:srgbClr val="000000"/>
          </a:solidFill>
          <a:ln/>
        </p:spPr>
        <p:txBody>
          <a:bodyPr/>
          <a:lstStyle/>
          <a:p>
            <a:endParaRPr lang="en-NL"/>
          </a:p>
        </p:txBody>
      </p:sp>
      <p:sp>
        <p:nvSpPr>
          <p:cNvPr id="60" name="Shape 58"/>
          <p:cNvSpPr/>
          <p:nvPr/>
        </p:nvSpPr>
        <p:spPr>
          <a:xfrm>
            <a:off x="11548733" y="864185"/>
            <a:ext cx="35627" cy="35627"/>
          </a:xfrm>
          <a:prstGeom prst="ellipse">
            <a:avLst/>
          </a:prstGeom>
          <a:solidFill>
            <a:srgbClr val="000000"/>
          </a:solidFill>
          <a:ln/>
        </p:spPr>
        <p:txBody>
          <a:bodyPr/>
          <a:lstStyle/>
          <a:p>
            <a:endParaRPr lang="en-NL"/>
          </a:p>
        </p:txBody>
      </p:sp>
      <p:sp>
        <p:nvSpPr>
          <p:cNvPr id="61" name="Shape 59"/>
          <p:cNvSpPr/>
          <p:nvPr/>
        </p:nvSpPr>
        <p:spPr>
          <a:xfrm>
            <a:off x="11246231" y="873908"/>
            <a:ext cx="35627" cy="35627"/>
          </a:xfrm>
          <a:prstGeom prst="ellipse">
            <a:avLst/>
          </a:prstGeom>
          <a:solidFill>
            <a:srgbClr val="000000"/>
          </a:solidFill>
          <a:ln/>
        </p:spPr>
        <p:txBody>
          <a:bodyPr/>
          <a:lstStyle/>
          <a:p>
            <a:endParaRPr lang="en-NL"/>
          </a:p>
        </p:txBody>
      </p:sp>
      <p:sp>
        <p:nvSpPr>
          <p:cNvPr id="62" name="Shape 60"/>
          <p:cNvSpPr/>
          <p:nvPr/>
        </p:nvSpPr>
        <p:spPr>
          <a:xfrm>
            <a:off x="11367418" y="872896"/>
            <a:ext cx="35627" cy="35627"/>
          </a:xfrm>
          <a:prstGeom prst="ellipse">
            <a:avLst/>
          </a:prstGeom>
          <a:solidFill>
            <a:srgbClr val="000000"/>
          </a:solidFill>
          <a:ln/>
        </p:spPr>
        <p:txBody>
          <a:bodyPr/>
          <a:lstStyle/>
          <a:p>
            <a:endParaRPr lang="en-NL"/>
          </a:p>
        </p:txBody>
      </p:sp>
      <p:sp>
        <p:nvSpPr>
          <p:cNvPr id="63" name="Shape 61"/>
          <p:cNvSpPr/>
          <p:nvPr/>
        </p:nvSpPr>
        <p:spPr>
          <a:xfrm>
            <a:off x="11185366" y="897322"/>
            <a:ext cx="51936" cy="51936"/>
          </a:xfrm>
          <a:prstGeom prst="ellipse">
            <a:avLst/>
          </a:prstGeom>
          <a:solidFill>
            <a:srgbClr val="000000"/>
          </a:solidFill>
          <a:ln/>
        </p:spPr>
        <p:txBody>
          <a:bodyPr/>
          <a:lstStyle/>
          <a:p>
            <a:endParaRPr lang="en-NL"/>
          </a:p>
        </p:txBody>
      </p:sp>
      <p:sp>
        <p:nvSpPr>
          <p:cNvPr id="64" name="Shape 62"/>
          <p:cNvSpPr/>
          <p:nvPr/>
        </p:nvSpPr>
        <p:spPr>
          <a:xfrm>
            <a:off x="11407845" y="897655"/>
            <a:ext cx="52602" cy="52602"/>
          </a:xfrm>
          <a:prstGeom prst="ellipse">
            <a:avLst/>
          </a:prstGeom>
          <a:solidFill>
            <a:srgbClr val="000000"/>
          </a:solidFill>
          <a:ln/>
        </p:spPr>
        <p:txBody>
          <a:bodyPr/>
          <a:lstStyle/>
          <a:p>
            <a:endParaRPr lang="en-NL"/>
          </a:p>
        </p:txBody>
      </p:sp>
      <p:sp>
        <p:nvSpPr>
          <p:cNvPr id="65" name="Shape 63"/>
          <p:cNvSpPr/>
          <p:nvPr/>
        </p:nvSpPr>
        <p:spPr>
          <a:xfrm>
            <a:off x="11258822" y="921466"/>
            <a:ext cx="51270" cy="51270"/>
          </a:xfrm>
          <a:prstGeom prst="ellipse">
            <a:avLst/>
          </a:prstGeom>
          <a:solidFill>
            <a:srgbClr val="000000"/>
          </a:solidFill>
          <a:ln/>
        </p:spPr>
        <p:txBody>
          <a:bodyPr/>
          <a:lstStyle/>
          <a:p>
            <a:endParaRPr lang="en-NL"/>
          </a:p>
        </p:txBody>
      </p:sp>
      <p:sp>
        <p:nvSpPr>
          <p:cNvPr id="66" name="Shape 64"/>
          <p:cNvSpPr/>
          <p:nvPr/>
        </p:nvSpPr>
        <p:spPr>
          <a:xfrm>
            <a:off x="11335350" y="921504"/>
            <a:ext cx="51270" cy="51270"/>
          </a:xfrm>
          <a:prstGeom prst="ellipse">
            <a:avLst/>
          </a:prstGeom>
          <a:solidFill>
            <a:srgbClr val="000000"/>
          </a:solidFill>
          <a:ln/>
        </p:spPr>
        <p:txBody>
          <a:bodyPr/>
          <a:lstStyle/>
          <a:p>
            <a:endParaRPr lang="en-NL"/>
          </a:p>
        </p:txBody>
      </p:sp>
      <p:sp>
        <p:nvSpPr>
          <p:cNvPr id="67" name="Shape 65"/>
          <p:cNvSpPr/>
          <p:nvPr/>
        </p:nvSpPr>
        <p:spPr>
          <a:xfrm>
            <a:off x="11127388" y="931368"/>
            <a:ext cx="35294" cy="35294"/>
          </a:xfrm>
          <a:prstGeom prst="ellipse">
            <a:avLst/>
          </a:prstGeom>
          <a:solidFill>
            <a:srgbClr val="000000"/>
          </a:solidFill>
          <a:ln/>
        </p:spPr>
        <p:txBody>
          <a:bodyPr/>
          <a:lstStyle/>
          <a:p>
            <a:endParaRPr lang="en-NL"/>
          </a:p>
        </p:txBody>
      </p:sp>
      <p:sp>
        <p:nvSpPr>
          <p:cNvPr id="68" name="Shape 66"/>
          <p:cNvSpPr/>
          <p:nvPr/>
        </p:nvSpPr>
        <p:spPr>
          <a:xfrm>
            <a:off x="11481979" y="931035"/>
            <a:ext cx="35960" cy="35960"/>
          </a:xfrm>
          <a:prstGeom prst="ellipse">
            <a:avLst/>
          </a:prstGeom>
          <a:solidFill>
            <a:srgbClr val="000000"/>
          </a:solidFill>
          <a:ln/>
        </p:spPr>
        <p:txBody>
          <a:bodyPr/>
          <a:lstStyle/>
          <a:p>
            <a:endParaRPr lang="en-NL"/>
          </a:p>
        </p:txBody>
      </p:sp>
      <p:sp>
        <p:nvSpPr>
          <p:cNvPr id="69" name="Shape 67"/>
          <p:cNvSpPr/>
          <p:nvPr/>
        </p:nvSpPr>
        <p:spPr>
          <a:xfrm>
            <a:off x="11211987" y="974695"/>
            <a:ext cx="34961" cy="34961"/>
          </a:xfrm>
          <a:prstGeom prst="ellipse">
            <a:avLst/>
          </a:prstGeom>
          <a:solidFill>
            <a:srgbClr val="000000"/>
          </a:solidFill>
          <a:ln/>
        </p:spPr>
        <p:txBody>
          <a:bodyPr/>
          <a:lstStyle/>
          <a:p>
            <a:endParaRPr lang="en-NL"/>
          </a:p>
        </p:txBody>
      </p:sp>
      <p:sp>
        <p:nvSpPr>
          <p:cNvPr id="70" name="Shape 68"/>
          <p:cNvSpPr/>
          <p:nvPr/>
        </p:nvSpPr>
        <p:spPr>
          <a:xfrm>
            <a:off x="11398461" y="974695"/>
            <a:ext cx="34961" cy="34961"/>
          </a:xfrm>
          <a:prstGeom prst="ellipse">
            <a:avLst/>
          </a:prstGeom>
          <a:solidFill>
            <a:srgbClr val="000000"/>
          </a:solidFill>
          <a:ln/>
        </p:spPr>
        <p:txBody>
          <a:bodyPr/>
          <a:lstStyle/>
          <a:p>
            <a:endParaRPr lang="en-NL"/>
          </a:p>
        </p:txBody>
      </p:sp>
      <p:sp>
        <p:nvSpPr>
          <p:cNvPr id="71" name="Shape 69"/>
          <p:cNvSpPr/>
          <p:nvPr/>
        </p:nvSpPr>
        <p:spPr>
          <a:xfrm>
            <a:off x="11304837" y="988501"/>
            <a:ext cx="35627" cy="35627"/>
          </a:xfrm>
          <a:prstGeom prst="ellipse">
            <a:avLst/>
          </a:prstGeom>
          <a:solidFill>
            <a:srgbClr val="000000"/>
          </a:solidFill>
          <a:ln/>
        </p:spPr>
        <p:txBody>
          <a:bodyPr/>
          <a:lstStyle/>
          <a:p>
            <a:endParaRPr lang="en-NL"/>
          </a:p>
        </p:txBody>
      </p:sp>
      <p:sp>
        <p:nvSpPr>
          <p:cNvPr id="72" name="Shape 70"/>
          <p:cNvSpPr/>
          <p:nvPr/>
        </p:nvSpPr>
        <p:spPr>
          <a:xfrm>
            <a:off x="548640" y="1280160"/>
            <a:ext cx="1005840" cy="1005840"/>
          </a:xfrm>
          <a:prstGeom prst="ellipse">
            <a:avLst/>
          </a:prstGeom>
          <a:solidFill>
            <a:srgbClr val="F4D9DC"/>
          </a:solidFill>
          <a:ln/>
        </p:spPr>
        <p:txBody>
          <a:bodyPr/>
          <a:lstStyle/>
          <a:p>
            <a:endParaRPr lang="en-NL"/>
          </a:p>
        </p:txBody>
      </p:sp>
      <p:sp>
        <p:nvSpPr>
          <p:cNvPr id="73" name="Text 71"/>
          <p:cNvSpPr/>
          <p:nvPr/>
        </p:nvSpPr>
        <p:spPr>
          <a:xfrm>
            <a:off x="548640" y="1280160"/>
            <a:ext cx="1005840" cy="1005840"/>
          </a:xfrm>
          <a:prstGeom prst="rect">
            <a:avLst/>
          </a:prstGeom>
          <a:noFill/>
          <a:ln/>
        </p:spPr>
        <p:txBody>
          <a:bodyPr wrap="square" lIns="0" tIns="0" rIns="0" bIns="0" rtlCol="0" anchor="ctr"/>
          <a:lstStyle/>
          <a:p>
            <a:pPr marL="0" indent="0" algn="ctr">
              <a:lnSpc>
                <a:spcPct val="105000"/>
              </a:lnSpc>
              <a:buNone/>
            </a:pPr>
            <a:r>
              <a:rPr lang="en-US" sz="3200" dirty="0">
                <a:solidFill>
                  <a:srgbClr val="3D68EC"/>
                </a:solidFill>
                <a:latin typeface="General Sans Semibold" pitchFamily="34" charset="0"/>
                <a:ea typeface="General Sans Semibold" pitchFamily="34" charset="-122"/>
                <a:cs typeface="General Sans Semibold" pitchFamily="34" charset="-120"/>
              </a:rPr>
              <a:t>2</a:t>
            </a:r>
            <a:endParaRPr lang="en-US" sz="3200" dirty="0"/>
          </a:p>
        </p:txBody>
      </p:sp>
      <p:sp>
        <p:nvSpPr>
          <p:cNvPr id="74" name="Text 72"/>
          <p:cNvSpPr/>
          <p:nvPr/>
        </p:nvSpPr>
        <p:spPr>
          <a:xfrm>
            <a:off x="548640" y="2468880"/>
            <a:ext cx="7863840" cy="1828800"/>
          </a:xfrm>
          <a:prstGeom prst="rect">
            <a:avLst/>
          </a:prstGeom>
          <a:noFill/>
          <a:ln/>
        </p:spPr>
        <p:txBody>
          <a:bodyPr wrap="square" lIns="0" tIns="0" rIns="0" bIns="0" rtlCol="0" anchor="b"/>
          <a:lstStyle/>
          <a:p>
            <a:pPr marL="0" indent="0" algn="l">
              <a:lnSpc>
                <a:spcPct val="105000"/>
              </a:lnSpc>
              <a:buNone/>
            </a:pPr>
            <a:r>
              <a:rPr lang="en-US" sz="4800" dirty="0">
                <a:solidFill>
                  <a:srgbClr val="000000"/>
                </a:solidFill>
                <a:latin typeface="General Sans Semibold" pitchFamily="34" charset="0"/>
                <a:ea typeface="General Sans Semibold" pitchFamily="34" charset="-122"/>
                <a:cs typeface="General Sans Semibold" pitchFamily="34" charset="-120"/>
              </a:rPr>
              <a:t>Spiegelmoment 1: wat deed de skill voor je?</a:t>
            </a:r>
            <a:endParaRPr lang="en-US" sz="4800" dirty="0"/>
          </a:p>
        </p:txBody>
      </p:sp>
      <p:sp>
        <p:nvSpPr>
          <p:cNvPr id="75" name="Text 73"/>
          <p:cNvSpPr/>
          <p:nvPr/>
        </p:nvSpPr>
        <p:spPr>
          <a:xfrm>
            <a:off x="548640" y="4526280"/>
            <a:ext cx="7498080" cy="1280160"/>
          </a:xfrm>
          <a:prstGeom prst="rect">
            <a:avLst/>
          </a:prstGeom>
          <a:noFill/>
          <a:ln/>
        </p:spPr>
        <p:txBody>
          <a:bodyPr wrap="square" lIns="0" tIns="0" rIns="0" bIns="0" rtlCol="0" anchor="t"/>
          <a:lstStyle/>
          <a:p>
            <a:pPr marL="0" indent="0" algn="l">
              <a:lnSpc>
                <a:spcPct val="105000"/>
              </a:lnSpc>
              <a:buNone/>
            </a:pPr>
            <a:r>
              <a:rPr lang="en-US" sz="1700" dirty="0">
                <a:solidFill>
                  <a:srgbClr val="000000"/>
                </a:solidFill>
                <a:latin typeface="Cooper Lt BT" pitchFamily="34" charset="0"/>
                <a:ea typeface="Cooper Lt BT" pitchFamily="34" charset="-122"/>
                <a:cs typeface="Cooper Lt BT" pitchFamily="34" charset="-120"/>
              </a:rPr>
              <a:t>Wat vroeg de agent, en wat koos jij?</a:t>
            </a:r>
            <a:endParaRPr lang="en-US" sz="1700" dirty="0"/>
          </a:p>
          <a:p>
            <a:pPr marL="0" indent="0" algn="l">
              <a:lnSpc>
                <a:spcPct val="105000"/>
              </a:lnSpc>
              <a:buNone/>
            </a:pPr>
            <a:r>
              <a:rPr lang="en-US" sz="1700" dirty="0">
                <a:solidFill>
                  <a:srgbClr val="000000"/>
                </a:solidFill>
                <a:latin typeface="Cooper Lt BT" pitchFamily="34" charset="0"/>
                <a:ea typeface="Cooper Lt BT" pitchFamily="34" charset="-122"/>
                <a:cs typeface="Cooper Lt BT" pitchFamily="34" charset="-120"/>
              </a:rPr>
              <a:t>Wat ving de skill af dat je zelf vergeten was?</a:t>
            </a:r>
            <a:endParaRPr lang="en-US" sz="1700" dirty="0"/>
          </a:p>
          <a:p>
            <a:pPr marL="0" indent="0" algn="l">
              <a:lnSpc>
                <a:spcPct val="105000"/>
              </a:lnSpc>
              <a:buNone/>
            </a:pPr>
            <a:r>
              <a:rPr lang="en-US" sz="1700" dirty="0">
                <a:solidFill>
                  <a:srgbClr val="000000"/>
                </a:solidFill>
                <a:latin typeface="Cooper Lt BT" pitchFamily="34" charset="0"/>
                <a:ea typeface="Cooper Lt BT" pitchFamily="34" charset="-122"/>
                <a:cs typeface="Cooper Lt BT" pitchFamily="34" charset="-120"/>
              </a:rPr>
              <a:t>Waar wilde je bijsturen, en kon dat?</a:t>
            </a:r>
            <a:endParaRPr lang="en-US" sz="1700" dirty="0"/>
          </a:p>
          <a:p>
            <a:pPr marL="0" indent="0" algn="l">
              <a:lnSpc>
                <a:spcPct val="105000"/>
              </a:lnSpc>
              <a:buNone/>
            </a:pPr>
            <a:r>
              <a:rPr lang="en-US" sz="1700" dirty="0">
                <a:solidFill>
                  <a:srgbClr val="000000"/>
                </a:solidFill>
                <a:latin typeface="Cooper Lt BT" pitchFamily="34" charset="0"/>
                <a:ea typeface="Cooper Lt BT" pitchFamily="34" charset="-122"/>
                <a:cs typeface="Cooper Lt BT" pitchFamily="34" charset="-120"/>
              </a:rPr>
              <a:t>Let op: de skills zijn voor vandaag bewust afgekaderd, gericht en kort.</a:t>
            </a:r>
            <a:endParaRPr lang="en-US" sz="1700" dirty="0"/>
          </a:p>
        </p:txBody>
      </p:sp>
      <p:pic>
        <p:nvPicPr>
          <p:cNvPr id="76" name="Image 0" descr="exports\261027_workshop_rad_hulp\img\Boek puzzelstuk.png"/>
          <p:cNvPicPr>
            <a:picLocks noChangeAspect="1"/>
          </p:cNvPicPr>
          <p:nvPr/>
        </p:nvPicPr>
        <p:blipFill>
          <a:blip r:embed="rId3"/>
          <a:stretch>
            <a:fillRect/>
          </a:stretch>
        </p:blipFill>
        <p:spPr>
          <a:xfrm>
            <a:off x="8503920" y="1828800"/>
            <a:ext cx="3291840" cy="329184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D6E2FD"/>
        </a:solidFill>
        <a:effectLst/>
      </p:bgPr>
    </p:bg>
    <p:spTree>
      <p:nvGrpSpPr>
        <p:cNvPr id="1" name=""/>
        <p:cNvGrpSpPr/>
        <p:nvPr/>
      </p:nvGrpSpPr>
      <p:grpSpPr>
        <a:xfrm>
          <a:off x="0" y="0"/>
          <a:ext cx="0" cy="0"/>
          <a:chOff x="0" y="0"/>
          <a:chExt cx="0" cy="0"/>
        </a:xfrm>
      </p:grpSpPr>
      <p:sp>
        <p:nvSpPr>
          <p:cNvPr id="2" name="Shape 0"/>
          <p:cNvSpPr/>
          <p:nvPr/>
        </p:nvSpPr>
        <p:spPr>
          <a:xfrm>
            <a:off x="11304952" y="384048"/>
            <a:ext cx="35960" cy="35960"/>
          </a:xfrm>
          <a:prstGeom prst="ellipse">
            <a:avLst/>
          </a:prstGeom>
          <a:solidFill>
            <a:srgbClr val="000000"/>
          </a:solidFill>
          <a:ln/>
        </p:spPr>
        <p:txBody>
          <a:bodyPr/>
          <a:lstStyle/>
          <a:p>
            <a:endParaRPr lang="en-NL"/>
          </a:p>
        </p:txBody>
      </p:sp>
      <p:sp>
        <p:nvSpPr>
          <p:cNvPr id="3" name="Shape 1"/>
          <p:cNvSpPr/>
          <p:nvPr/>
        </p:nvSpPr>
        <p:spPr>
          <a:xfrm>
            <a:off x="11212173" y="399224"/>
            <a:ext cx="34616" cy="34616"/>
          </a:xfrm>
          <a:prstGeom prst="ellipse">
            <a:avLst/>
          </a:prstGeom>
          <a:solidFill>
            <a:srgbClr val="000000"/>
          </a:solidFill>
          <a:ln/>
        </p:spPr>
        <p:txBody>
          <a:bodyPr/>
          <a:lstStyle/>
          <a:p>
            <a:endParaRPr lang="en-NL"/>
          </a:p>
        </p:txBody>
      </p:sp>
      <p:sp>
        <p:nvSpPr>
          <p:cNvPr id="4" name="Shape 2"/>
          <p:cNvSpPr/>
          <p:nvPr/>
        </p:nvSpPr>
        <p:spPr>
          <a:xfrm>
            <a:off x="11398641" y="399224"/>
            <a:ext cx="34616" cy="34616"/>
          </a:xfrm>
          <a:prstGeom prst="ellipse">
            <a:avLst/>
          </a:prstGeom>
          <a:solidFill>
            <a:srgbClr val="000000"/>
          </a:solidFill>
          <a:ln/>
        </p:spPr>
        <p:txBody>
          <a:bodyPr/>
          <a:lstStyle/>
          <a:p>
            <a:endParaRPr lang="en-NL"/>
          </a:p>
        </p:txBody>
      </p:sp>
      <p:sp>
        <p:nvSpPr>
          <p:cNvPr id="5" name="Shape 3"/>
          <p:cNvSpPr/>
          <p:nvPr/>
        </p:nvSpPr>
        <p:spPr>
          <a:xfrm>
            <a:off x="11258374" y="435357"/>
            <a:ext cx="51936" cy="51936"/>
          </a:xfrm>
          <a:prstGeom prst="ellipse">
            <a:avLst/>
          </a:prstGeom>
          <a:solidFill>
            <a:srgbClr val="000000"/>
          </a:solidFill>
          <a:ln/>
        </p:spPr>
        <p:txBody>
          <a:bodyPr/>
          <a:lstStyle/>
          <a:p>
            <a:endParaRPr lang="en-NL"/>
          </a:p>
        </p:txBody>
      </p:sp>
      <p:sp>
        <p:nvSpPr>
          <p:cNvPr id="6" name="Shape 4"/>
          <p:cNvSpPr/>
          <p:nvPr/>
        </p:nvSpPr>
        <p:spPr>
          <a:xfrm>
            <a:off x="11335407" y="435306"/>
            <a:ext cx="51718" cy="51718"/>
          </a:xfrm>
          <a:prstGeom prst="ellipse">
            <a:avLst/>
          </a:prstGeom>
          <a:solidFill>
            <a:srgbClr val="000000"/>
          </a:solidFill>
          <a:ln/>
        </p:spPr>
        <p:txBody>
          <a:bodyPr/>
          <a:lstStyle/>
          <a:p>
            <a:endParaRPr lang="en-NL"/>
          </a:p>
        </p:txBody>
      </p:sp>
      <p:sp>
        <p:nvSpPr>
          <p:cNvPr id="7" name="Shape 5"/>
          <p:cNvSpPr/>
          <p:nvPr/>
        </p:nvSpPr>
        <p:spPr>
          <a:xfrm>
            <a:off x="11127388" y="442398"/>
            <a:ext cx="35294" cy="35294"/>
          </a:xfrm>
          <a:prstGeom prst="ellipse">
            <a:avLst/>
          </a:prstGeom>
          <a:solidFill>
            <a:srgbClr val="000000"/>
          </a:solidFill>
          <a:ln/>
        </p:spPr>
        <p:txBody>
          <a:bodyPr/>
          <a:lstStyle/>
          <a:p>
            <a:endParaRPr lang="en-NL"/>
          </a:p>
        </p:txBody>
      </p:sp>
      <p:sp>
        <p:nvSpPr>
          <p:cNvPr id="8" name="Shape 6"/>
          <p:cNvSpPr/>
          <p:nvPr/>
        </p:nvSpPr>
        <p:spPr>
          <a:xfrm>
            <a:off x="11482145" y="441649"/>
            <a:ext cx="35960" cy="35960"/>
          </a:xfrm>
          <a:prstGeom prst="ellipse">
            <a:avLst/>
          </a:prstGeom>
          <a:solidFill>
            <a:srgbClr val="000000"/>
          </a:solidFill>
          <a:ln/>
        </p:spPr>
        <p:txBody>
          <a:bodyPr/>
          <a:lstStyle/>
          <a:p>
            <a:endParaRPr lang="en-NL"/>
          </a:p>
        </p:txBody>
      </p:sp>
      <p:sp>
        <p:nvSpPr>
          <p:cNvPr id="9" name="Shape 7"/>
          <p:cNvSpPr/>
          <p:nvPr/>
        </p:nvSpPr>
        <p:spPr>
          <a:xfrm>
            <a:off x="11185603" y="459328"/>
            <a:ext cx="52167" cy="52167"/>
          </a:xfrm>
          <a:prstGeom prst="ellipse">
            <a:avLst/>
          </a:prstGeom>
          <a:solidFill>
            <a:srgbClr val="000000"/>
          </a:solidFill>
          <a:ln/>
        </p:spPr>
        <p:txBody>
          <a:bodyPr/>
          <a:lstStyle/>
          <a:p>
            <a:endParaRPr lang="en-NL"/>
          </a:p>
        </p:txBody>
      </p:sp>
      <p:sp>
        <p:nvSpPr>
          <p:cNvPr id="10" name="Shape 8"/>
          <p:cNvSpPr/>
          <p:nvPr/>
        </p:nvSpPr>
        <p:spPr>
          <a:xfrm>
            <a:off x="11408043" y="458713"/>
            <a:ext cx="52384" cy="52384"/>
          </a:xfrm>
          <a:prstGeom prst="ellipse">
            <a:avLst/>
          </a:prstGeom>
          <a:solidFill>
            <a:srgbClr val="000000"/>
          </a:solidFill>
          <a:ln/>
        </p:spPr>
        <p:txBody>
          <a:bodyPr/>
          <a:lstStyle/>
          <a:p>
            <a:endParaRPr lang="en-NL"/>
          </a:p>
        </p:txBody>
      </p:sp>
      <p:sp>
        <p:nvSpPr>
          <p:cNvPr id="11" name="Shape 9"/>
          <p:cNvSpPr/>
          <p:nvPr/>
        </p:nvSpPr>
        <p:spPr>
          <a:xfrm>
            <a:off x="11241891" y="499749"/>
            <a:ext cx="36613" cy="36613"/>
          </a:xfrm>
          <a:prstGeom prst="ellipse">
            <a:avLst/>
          </a:prstGeom>
          <a:solidFill>
            <a:srgbClr val="000000"/>
          </a:solidFill>
          <a:ln/>
        </p:spPr>
        <p:txBody>
          <a:bodyPr/>
          <a:lstStyle/>
          <a:p>
            <a:endParaRPr lang="en-NL"/>
          </a:p>
        </p:txBody>
      </p:sp>
      <p:sp>
        <p:nvSpPr>
          <p:cNvPr id="12" name="Shape 10"/>
          <p:cNvSpPr/>
          <p:nvPr/>
        </p:nvSpPr>
        <p:spPr>
          <a:xfrm>
            <a:off x="11294557" y="500146"/>
            <a:ext cx="57223" cy="57223"/>
          </a:xfrm>
          <a:prstGeom prst="ellipse">
            <a:avLst/>
          </a:prstGeom>
          <a:solidFill>
            <a:srgbClr val="000000"/>
          </a:solidFill>
          <a:ln/>
        </p:spPr>
        <p:txBody>
          <a:bodyPr/>
          <a:lstStyle/>
          <a:p>
            <a:endParaRPr lang="en-NL"/>
          </a:p>
        </p:txBody>
      </p:sp>
      <p:sp>
        <p:nvSpPr>
          <p:cNvPr id="13" name="Shape 11"/>
          <p:cNvSpPr/>
          <p:nvPr/>
        </p:nvSpPr>
        <p:spPr>
          <a:xfrm>
            <a:off x="11364102" y="498770"/>
            <a:ext cx="35294" cy="35294"/>
          </a:xfrm>
          <a:prstGeom prst="ellipse">
            <a:avLst/>
          </a:prstGeom>
          <a:solidFill>
            <a:srgbClr val="000000"/>
          </a:solidFill>
          <a:ln/>
        </p:spPr>
        <p:txBody>
          <a:bodyPr/>
          <a:lstStyle/>
          <a:p>
            <a:endParaRPr lang="en-NL"/>
          </a:p>
        </p:txBody>
      </p:sp>
      <p:sp>
        <p:nvSpPr>
          <p:cNvPr id="14" name="Shape 12"/>
          <p:cNvSpPr/>
          <p:nvPr/>
        </p:nvSpPr>
        <p:spPr>
          <a:xfrm>
            <a:off x="11123515" y="504524"/>
            <a:ext cx="51936" cy="51936"/>
          </a:xfrm>
          <a:prstGeom prst="ellipse">
            <a:avLst/>
          </a:prstGeom>
          <a:solidFill>
            <a:srgbClr val="000000"/>
          </a:solidFill>
          <a:ln/>
        </p:spPr>
        <p:txBody>
          <a:bodyPr/>
          <a:lstStyle/>
          <a:p>
            <a:endParaRPr lang="en-NL"/>
          </a:p>
        </p:txBody>
      </p:sp>
      <p:sp>
        <p:nvSpPr>
          <p:cNvPr id="15" name="Shape 13"/>
          <p:cNvSpPr/>
          <p:nvPr/>
        </p:nvSpPr>
        <p:spPr>
          <a:xfrm>
            <a:off x="11470202" y="504300"/>
            <a:ext cx="52384" cy="52384"/>
          </a:xfrm>
          <a:prstGeom prst="ellipse">
            <a:avLst/>
          </a:prstGeom>
          <a:solidFill>
            <a:srgbClr val="000000"/>
          </a:solidFill>
          <a:ln/>
        </p:spPr>
        <p:txBody>
          <a:bodyPr/>
          <a:lstStyle/>
          <a:p>
            <a:endParaRPr lang="en-NL"/>
          </a:p>
        </p:txBody>
      </p:sp>
      <p:sp>
        <p:nvSpPr>
          <p:cNvPr id="16" name="Shape 14"/>
          <p:cNvSpPr/>
          <p:nvPr/>
        </p:nvSpPr>
        <p:spPr>
          <a:xfrm>
            <a:off x="11060774" y="508825"/>
            <a:ext cx="35627" cy="35627"/>
          </a:xfrm>
          <a:prstGeom prst="ellipse">
            <a:avLst/>
          </a:prstGeom>
          <a:solidFill>
            <a:srgbClr val="000000"/>
          </a:solidFill>
          <a:ln/>
        </p:spPr>
        <p:txBody>
          <a:bodyPr/>
          <a:lstStyle/>
          <a:p>
            <a:endParaRPr lang="en-NL"/>
          </a:p>
        </p:txBody>
      </p:sp>
      <p:sp>
        <p:nvSpPr>
          <p:cNvPr id="17" name="Shape 15"/>
          <p:cNvSpPr/>
          <p:nvPr/>
        </p:nvSpPr>
        <p:spPr>
          <a:xfrm>
            <a:off x="11548535" y="508038"/>
            <a:ext cx="36613" cy="36613"/>
          </a:xfrm>
          <a:prstGeom prst="ellipse">
            <a:avLst/>
          </a:prstGeom>
          <a:solidFill>
            <a:srgbClr val="000000"/>
          </a:solidFill>
          <a:ln/>
        </p:spPr>
        <p:txBody>
          <a:bodyPr/>
          <a:lstStyle/>
          <a:p>
            <a:endParaRPr lang="en-NL"/>
          </a:p>
        </p:txBody>
      </p:sp>
      <p:sp>
        <p:nvSpPr>
          <p:cNvPr id="18" name="Shape 16"/>
          <p:cNvSpPr/>
          <p:nvPr/>
        </p:nvSpPr>
        <p:spPr>
          <a:xfrm>
            <a:off x="11191466" y="533379"/>
            <a:ext cx="57825" cy="57825"/>
          </a:xfrm>
          <a:prstGeom prst="ellipse">
            <a:avLst/>
          </a:prstGeom>
          <a:solidFill>
            <a:srgbClr val="000000"/>
          </a:solidFill>
          <a:ln/>
        </p:spPr>
        <p:txBody>
          <a:bodyPr/>
          <a:lstStyle/>
          <a:p>
            <a:endParaRPr lang="en-NL"/>
          </a:p>
        </p:txBody>
      </p:sp>
      <p:sp>
        <p:nvSpPr>
          <p:cNvPr id="19" name="Shape 17"/>
          <p:cNvSpPr/>
          <p:nvPr/>
        </p:nvSpPr>
        <p:spPr>
          <a:xfrm>
            <a:off x="11396535" y="533494"/>
            <a:ext cx="57428" cy="57428"/>
          </a:xfrm>
          <a:prstGeom prst="ellipse">
            <a:avLst/>
          </a:prstGeom>
          <a:solidFill>
            <a:srgbClr val="000000"/>
          </a:solidFill>
          <a:ln/>
        </p:spPr>
        <p:txBody>
          <a:bodyPr/>
          <a:lstStyle/>
          <a:p>
            <a:endParaRPr lang="en-NL"/>
          </a:p>
        </p:txBody>
      </p:sp>
      <p:sp>
        <p:nvSpPr>
          <p:cNvPr id="20" name="Shape 18"/>
          <p:cNvSpPr/>
          <p:nvPr/>
        </p:nvSpPr>
        <p:spPr>
          <a:xfrm>
            <a:off x="11079087" y="567226"/>
            <a:ext cx="51270" cy="51270"/>
          </a:xfrm>
          <a:prstGeom prst="ellipse">
            <a:avLst/>
          </a:prstGeom>
          <a:solidFill>
            <a:srgbClr val="000000"/>
          </a:solidFill>
          <a:ln/>
        </p:spPr>
        <p:txBody>
          <a:bodyPr/>
          <a:lstStyle/>
          <a:p>
            <a:endParaRPr lang="en-NL"/>
          </a:p>
        </p:txBody>
      </p:sp>
      <p:sp>
        <p:nvSpPr>
          <p:cNvPr id="21" name="Shape 19"/>
          <p:cNvSpPr/>
          <p:nvPr/>
        </p:nvSpPr>
        <p:spPr>
          <a:xfrm>
            <a:off x="11339728" y="567053"/>
            <a:ext cx="34616" cy="34616"/>
          </a:xfrm>
          <a:prstGeom prst="ellipse">
            <a:avLst/>
          </a:prstGeom>
          <a:solidFill>
            <a:srgbClr val="000000"/>
          </a:solidFill>
          <a:ln/>
        </p:spPr>
        <p:txBody>
          <a:bodyPr/>
          <a:lstStyle/>
          <a:p>
            <a:endParaRPr lang="en-NL"/>
          </a:p>
        </p:txBody>
      </p:sp>
      <p:sp>
        <p:nvSpPr>
          <p:cNvPr id="22" name="Shape 20"/>
          <p:cNvSpPr/>
          <p:nvPr/>
        </p:nvSpPr>
        <p:spPr>
          <a:xfrm>
            <a:off x="11515167" y="566234"/>
            <a:ext cx="52819" cy="52819"/>
          </a:xfrm>
          <a:prstGeom prst="ellipse">
            <a:avLst/>
          </a:prstGeom>
          <a:solidFill>
            <a:srgbClr val="000000"/>
          </a:solidFill>
          <a:ln/>
        </p:spPr>
        <p:txBody>
          <a:bodyPr/>
          <a:lstStyle/>
          <a:p>
            <a:endParaRPr lang="en-NL"/>
          </a:p>
        </p:txBody>
      </p:sp>
      <p:sp>
        <p:nvSpPr>
          <p:cNvPr id="23" name="Shape 21"/>
          <p:cNvSpPr/>
          <p:nvPr/>
        </p:nvSpPr>
        <p:spPr>
          <a:xfrm>
            <a:off x="11262860" y="569742"/>
            <a:ext cx="34961" cy="34961"/>
          </a:xfrm>
          <a:prstGeom prst="ellipse">
            <a:avLst/>
          </a:prstGeom>
          <a:solidFill>
            <a:srgbClr val="000000"/>
          </a:solidFill>
          <a:ln/>
        </p:spPr>
        <p:txBody>
          <a:bodyPr/>
          <a:lstStyle/>
          <a:p>
            <a:endParaRPr lang="en-NL"/>
          </a:p>
        </p:txBody>
      </p:sp>
      <p:sp>
        <p:nvSpPr>
          <p:cNvPr id="24" name="Shape 22"/>
          <p:cNvSpPr/>
          <p:nvPr/>
        </p:nvSpPr>
        <p:spPr>
          <a:xfrm>
            <a:off x="11462521" y="569818"/>
            <a:ext cx="35294" cy="35294"/>
          </a:xfrm>
          <a:prstGeom prst="ellipse">
            <a:avLst/>
          </a:prstGeom>
          <a:solidFill>
            <a:srgbClr val="000000"/>
          </a:solidFill>
          <a:ln/>
        </p:spPr>
        <p:txBody>
          <a:bodyPr/>
          <a:lstStyle/>
          <a:p>
            <a:endParaRPr lang="en-NL"/>
          </a:p>
        </p:txBody>
      </p:sp>
      <p:sp>
        <p:nvSpPr>
          <p:cNvPr id="25" name="Shape 23"/>
          <p:cNvSpPr/>
          <p:nvPr/>
        </p:nvSpPr>
        <p:spPr>
          <a:xfrm>
            <a:off x="11145681" y="573441"/>
            <a:ext cx="34270" cy="34270"/>
          </a:xfrm>
          <a:prstGeom prst="ellipse">
            <a:avLst/>
          </a:prstGeom>
          <a:solidFill>
            <a:srgbClr val="000000"/>
          </a:solidFill>
          <a:ln/>
        </p:spPr>
        <p:txBody>
          <a:bodyPr/>
          <a:lstStyle/>
          <a:p>
            <a:endParaRPr lang="en-NL"/>
          </a:p>
        </p:txBody>
      </p:sp>
      <p:sp>
        <p:nvSpPr>
          <p:cNvPr id="26" name="Shape 24"/>
          <p:cNvSpPr/>
          <p:nvPr/>
        </p:nvSpPr>
        <p:spPr>
          <a:xfrm>
            <a:off x="11592015" y="593213"/>
            <a:ext cx="35294" cy="35294"/>
          </a:xfrm>
          <a:prstGeom prst="ellipse">
            <a:avLst/>
          </a:prstGeom>
          <a:solidFill>
            <a:srgbClr val="000000"/>
          </a:solidFill>
          <a:ln/>
        </p:spPr>
        <p:txBody>
          <a:bodyPr/>
          <a:lstStyle/>
          <a:p>
            <a:endParaRPr lang="en-NL"/>
          </a:p>
        </p:txBody>
      </p:sp>
      <p:sp>
        <p:nvSpPr>
          <p:cNvPr id="27" name="Shape 25"/>
          <p:cNvSpPr/>
          <p:nvPr/>
        </p:nvSpPr>
        <p:spPr>
          <a:xfrm>
            <a:off x="11019124" y="593444"/>
            <a:ext cx="34616" cy="34616"/>
          </a:xfrm>
          <a:prstGeom prst="ellipse">
            <a:avLst/>
          </a:prstGeom>
          <a:solidFill>
            <a:srgbClr val="000000"/>
          </a:solidFill>
          <a:ln/>
        </p:spPr>
        <p:txBody>
          <a:bodyPr/>
          <a:lstStyle/>
          <a:p>
            <a:endParaRPr lang="en-NL"/>
          </a:p>
        </p:txBody>
      </p:sp>
      <p:sp>
        <p:nvSpPr>
          <p:cNvPr id="28" name="Shape 26"/>
          <p:cNvSpPr/>
          <p:nvPr/>
        </p:nvSpPr>
        <p:spPr>
          <a:xfrm>
            <a:off x="11403576" y="610214"/>
            <a:ext cx="34961" cy="34961"/>
          </a:xfrm>
          <a:prstGeom prst="ellipse">
            <a:avLst/>
          </a:prstGeom>
          <a:solidFill>
            <a:srgbClr val="000000"/>
          </a:solidFill>
          <a:ln/>
        </p:spPr>
        <p:txBody>
          <a:bodyPr/>
          <a:lstStyle/>
          <a:p>
            <a:endParaRPr lang="en-NL"/>
          </a:p>
        </p:txBody>
      </p:sp>
      <p:sp>
        <p:nvSpPr>
          <p:cNvPr id="29" name="Shape 27"/>
          <p:cNvSpPr/>
          <p:nvPr/>
        </p:nvSpPr>
        <p:spPr>
          <a:xfrm>
            <a:off x="11201662" y="616570"/>
            <a:ext cx="35627" cy="35627"/>
          </a:xfrm>
          <a:prstGeom prst="ellipse">
            <a:avLst/>
          </a:prstGeom>
          <a:solidFill>
            <a:srgbClr val="000000"/>
          </a:solidFill>
          <a:ln/>
        </p:spPr>
        <p:txBody>
          <a:bodyPr/>
          <a:lstStyle/>
          <a:p>
            <a:endParaRPr lang="en-NL"/>
          </a:p>
        </p:txBody>
      </p:sp>
      <p:sp>
        <p:nvSpPr>
          <p:cNvPr id="30" name="Shape 28"/>
          <p:cNvSpPr/>
          <p:nvPr/>
        </p:nvSpPr>
        <p:spPr>
          <a:xfrm>
            <a:off x="11127484" y="620705"/>
            <a:ext cx="58030" cy="58030"/>
          </a:xfrm>
          <a:prstGeom prst="ellipse">
            <a:avLst/>
          </a:prstGeom>
          <a:solidFill>
            <a:srgbClr val="000000"/>
          </a:solidFill>
          <a:ln/>
        </p:spPr>
        <p:txBody>
          <a:bodyPr/>
          <a:lstStyle/>
          <a:p>
            <a:endParaRPr lang="en-NL"/>
          </a:p>
        </p:txBody>
      </p:sp>
      <p:sp>
        <p:nvSpPr>
          <p:cNvPr id="31" name="Shape 29"/>
          <p:cNvSpPr/>
          <p:nvPr/>
        </p:nvSpPr>
        <p:spPr>
          <a:xfrm>
            <a:off x="11460767" y="620852"/>
            <a:ext cx="57428" cy="57428"/>
          </a:xfrm>
          <a:prstGeom prst="ellipse">
            <a:avLst/>
          </a:prstGeom>
          <a:solidFill>
            <a:srgbClr val="000000"/>
          </a:solidFill>
          <a:ln/>
        </p:spPr>
        <p:txBody>
          <a:bodyPr/>
          <a:lstStyle/>
          <a:p>
            <a:endParaRPr lang="en-NL"/>
          </a:p>
        </p:txBody>
      </p:sp>
      <p:sp>
        <p:nvSpPr>
          <p:cNvPr id="32" name="Shape 30"/>
          <p:cNvSpPr/>
          <p:nvPr/>
        </p:nvSpPr>
        <p:spPr>
          <a:xfrm>
            <a:off x="11055219" y="640144"/>
            <a:ext cx="51718" cy="51718"/>
          </a:xfrm>
          <a:prstGeom prst="ellipse">
            <a:avLst/>
          </a:prstGeom>
          <a:solidFill>
            <a:srgbClr val="000000"/>
          </a:solidFill>
          <a:ln/>
        </p:spPr>
        <p:txBody>
          <a:bodyPr/>
          <a:lstStyle/>
          <a:p>
            <a:endParaRPr lang="en-NL"/>
          </a:p>
        </p:txBody>
      </p:sp>
      <p:sp>
        <p:nvSpPr>
          <p:cNvPr id="33" name="Shape 31"/>
          <p:cNvSpPr/>
          <p:nvPr/>
        </p:nvSpPr>
        <p:spPr>
          <a:xfrm>
            <a:off x="11539330" y="640266"/>
            <a:ext cx="51270" cy="51270"/>
          </a:xfrm>
          <a:prstGeom prst="ellipse">
            <a:avLst/>
          </a:prstGeom>
          <a:solidFill>
            <a:srgbClr val="000000"/>
          </a:solidFill>
          <a:ln/>
        </p:spPr>
        <p:txBody>
          <a:bodyPr/>
          <a:lstStyle/>
          <a:p>
            <a:endParaRPr lang="en-NL"/>
          </a:p>
        </p:txBody>
      </p:sp>
      <p:sp>
        <p:nvSpPr>
          <p:cNvPr id="34" name="Shape 32"/>
          <p:cNvSpPr/>
          <p:nvPr/>
        </p:nvSpPr>
        <p:spPr>
          <a:xfrm>
            <a:off x="11429576" y="682274"/>
            <a:ext cx="35627" cy="35627"/>
          </a:xfrm>
          <a:prstGeom prst="ellipse">
            <a:avLst/>
          </a:prstGeom>
          <a:solidFill>
            <a:srgbClr val="000000"/>
          </a:solidFill>
          <a:ln/>
        </p:spPr>
        <p:txBody>
          <a:bodyPr/>
          <a:lstStyle/>
          <a:p>
            <a:endParaRPr lang="en-NL"/>
          </a:p>
        </p:txBody>
      </p:sp>
      <p:sp>
        <p:nvSpPr>
          <p:cNvPr id="35" name="Shape 33"/>
          <p:cNvSpPr/>
          <p:nvPr/>
        </p:nvSpPr>
        <p:spPr>
          <a:xfrm>
            <a:off x="11004076" y="687222"/>
            <a:ext cx="34616" cy="34616"/>
          </a:xfrm>
          <a:prstGeom prst="ellipse">
            <a:avLst/>
          </a:prstGeom>
          <a:solidFill>
            <a:srgbClr val="000000"/>
          </a:solidFill>
          <a:ln/>
        </p:spPr>
        <p:txBody>
          <a:bodyPr/>
          <a:lstStyle/>
          <a:p>
            <a:endParaRPr lang="en-NL"/>
          </a:p>
        </p:txBody>
      </p:sp>
      <p:sp>
        <p:nvSpPr>
          <p:cNvPr id="36" name="Shape 34"/>
          <p:cNvSpPr/>
          <p:nvPr/>
        </p:nvSpPr>
        <p:spPr>
          <a:xfrm>
            <a:off x="11502052" y="685321"/>
            <a:ext cx="34270" cy="34270"/>
          </a:xfrm>
          <a:prstGeom prst="ellipse">
            <a:avLst/>
          </a:prstGeom>
          <a:solidFill>
            <a:srgbClr val="000000"/>
          </a:solidFill>
          <a:ln/>
        </p:spPr>
        <p:txBody>
          <a:bodyPr/>
          <a:lstStyle/>
          <a:p>
            <a:endParaRPr lang="en-NL"/>
          </a:p>
        </p:txBody>
      </p:sp>
      <p:sp>
        <p:nvSpPr>
          <p:cNvPr id="37" name="Shape 35"/>
          <p:cNvSpPr/>
          <p:nvPr/>
        </p:nvSpPr>
        <p:spPr>
          <a:xfrm>
            <a:off x="11606321" y="686422"/>
            <a:ext cx="35627" cy="35627"/>
          </a:xfrm>
          <a:prstGeom prst="ellipse">
            <a:avLst/>
          </a:prstGeom>
          <a:solidFill>
            <a:srgbClr val="000000"/>
          </a:solidFill>
          <a:ln/>
        </p:spPr>
        <p:txBody>
          <a:bodyPr/>
          <a:lstStyle/>
          <a:p>
            <a:endParaRPr lang="en-NL"/>
          </a:p>
        </p:txBody>
      </p:sp>
      <p:sp>
        <p:nvSpPr>
          <p:cNvPr id="38" name="Shape 36"/>
          <p:cNvSpPr/>
          <p:nvPr/>
        </p:nvSpPr>
        <p:spPr>
          <a:xfrm>
            <a:off x="11108908" y="688957"/>
            <a:ext cx="35294" cy="35294"/>
          </a:xfrm>
          <a:prstGeom prst="ellipse">
            <a:avLst/>
          </a:prstGeom>
          <a:solidFill>
            <a:srgbClr val="000000"/>
          </a:solidFill>
          <a:ln/>
        </p:spPr>
        <p:txBody>
          <a:bodyPr/>
          <a:lstStyle/>
          <a:p>
            <a:endParaRPr lang="en-NL"/>
          </a:p>
        </p:txBody>
      </p:sp>
      <p:sp>
        <p:nvSpPr>
          <p:cNvPr id="39" name="Shape 37"/>
          <p:cNvSpPr/>
          <p:nvPr/>
        </p:nvSpPr>
        <p:spPr>
          <a:xfrm>
            <a:off x="11179733" y="690371"/>
            <a:ext cx="36613" cy="36613"/>
          </a:xfrm>
          <a:prstGeom prst="ellipse">
            <a:avLst/>
          </a:prstGeom>
          <a:solidFill>
            <a:srgbClr val="000000"/>
          </a:solidFill>
          <a:ln/>
        </p:spPr>
        <p:txBody>
          <a:bodyPr/>
          <a:lstStyle/>
          <a:p>
            <a:endParaRPr lang="en-NL"/>
          </a:p>
        </p:txBody>
      </p:sp>
      <p:sp>
        <p:nvSpPr>
          <p:cNvPr id="40" name="Shape 38"/>
          <p:cNvSpPr/>
          <p:nvPr/>
        </p:nvSpPr>
        <p:spPr>
          <a:xfrm>
            <a:off x="11054764" y="716576"/>
            <a:ext cx="51936" cy="51936"/>
          </a:xfrm>
          <a:prstGeom prst="ellipse">
            <a:avLst/>
          </a:prstGeom>
          <a:solidFill>
            <a:srgbClr val="000000"/>
          </a:solidFill>
          <a:ln/>
        </p:spPr>
        <p:txBody>
          <a:bodyPr/>
          <a:lstStyle/>
          <a:p>
            <a:endParaRPr lang="en-NL"/>
          </a:p>
        </p:txBody>
      </p:sp>
      <p:sp>
        <p:nvSpPr>
          <p:cNvPr id="41" name="Shape 39"/>
          <p:cNvSpPr/>
          <p:nvPr/>
        </p:nvSpPr>
        <p:spPr>
          <a:xfrm>
            <a:off x="11539023" y="716851"/>
            <a:ext cx="51488" cy="51488"/>
          </a:xfrm>
          <a:prstGeom prst="ellipse">
            <a:avLst/>
          </a:prstGeom>
          <a:solidFill>
            <a:srgbClr val="000000"/>
          </a:solidFill>
          <a:ln/>
        </p:spPr>
        <p:txBody>
          <a:bodyPr/>
          <a:lstStyle/>
          <a:p>
            <a:endParaRPr lang="en-NL"/>
          </a:p>
        </p:txBody>
      </p:sp>
      <p:sp>
        <p:nvSpPr>
          <p:cNvPr id="42" name="Shape 40"/>
          <p:cNvSpPr/>
          <p:nvPr/>
        </p:nvSpPr>
        <p:spPr>
          <a:xfrm>
            <a:off x="11127490" y="729288"/>
            <a:ext cx="58222" cy="58222"/>
          </a:xfrm>
          <a:prstGeom prst="ellipse">
            <a:avLst/>
          </a:prstGeom>
          <a:solidFill>
            <a:srgbClr val="000000"/>
          </a:solidFill>
          <a:ln/>
        </p:spPr>
        <p:txBody>
          <a:bodyPr/>
          <a:lstStyle/>
          <a:p>
            <a:endParaRPr lang="en-NL"/>
          </a:p>
        </p:txBody>
      </p:sp>
      <p:sp>
        <p:nvSpPr>
          <p:cNvPr id="43" name="Shape 41"/>
          <p:cNvSpPr/>
          <p:nvPr/>
        </p:nvSpPr>
        <p:spPr>
          <a:xfrm>
            <a:off x="11460671" y="729781"/>
            <a:ext cx="57633" cy="57633"/>
          </a:xfrm>
          <a:prstGeom prst="ellipse">
            <a:avLst/>
          </a:prstGeom>
          <a:solidFill>
            <a:srgbClr val="000000"/>
          </a:solidFill>
          <a:ln/>
        </p:spPr>
        <p:txBody>
          <a:bodyPr/>
          <a:lstStyle/>
          <a:p>
            <a:endParaRPr lang="en-NL"/>
          </a:p>
        </p:txBody>
      </p:sp>
      <p:sp>
        <p:nvSpPr>
          <p:cNvPr id="44" name="Shape 42"/>
          <p:cNvSpPr/>
          <p:nvPr/>
        </p:nvSpPr>
        <p:spPr>
          <a:xfrm>
            <a:off x="11407973" y="756415"/>
            <a:ext cx="35960" cy="35960"/>
          </a:xfrm>
          <a:prstGeom prst="ellipse">
            <a:avLst/>
          </a:prstGeom>
          <a:solidFill>
            <a:srgbClr val="000000"/>
          </a:solidFill>
          <a:ln/>
        </p:spPr>
        <p:txBody>
          <a:bodyPr/>
          <a:lstStyle/>
          <a:p>
            <a:endParaRPr lang="en-NL"/>
          </a:p>
        </p:txBody>
      </p:sp>
      <p:sp>
        <p:nvSpPr>
          <p:cNvPr id="45" name="Shape 43"/>
          <p:cNvSpPr/>
          <p:nvPr/>
        </p:nvSpPr>
        <p:spPr>
          <a:xfrm>
            <a:off x="11207308" y="763884"/>
            <a:ext cx="34616" cy="34616"/>
          </a:xfrm>
          <a:prstGeom prst="ellipse">
            <a:avLst/>
          </a:prstGeom>
          <a:solidFill>
            <a:srgbClr val="000000"/>
          </a:solidFill>
          <a:ln/>
        </p:spPr>
        <p:txBody>
          <a:bodyPr/>
          <a:lstStyle/>
          <a:p>
            <a:endParaRPr lang="en-NL"/>
          </a:p>
        </p:txBody>
      </p:sp>
      <p:sp>
        <p:nvSpPr>
          <p:cNvPr id="46" name="Shape 44"/>
          <p:cNvSpPr/>
          <p:nvPr/>
        </p:nvSpPr>
        <p:spPr>
          <a:xfrm>
            <a:off x="11018670" y="780462"/>
            <a:ext cx="34616" cy="34616"/>
          </a:xfrm>
          <a:prstGeom prst="ellipse">
            <a:avLst/>
          </a:prstGeom>
          <a:solidFill>
            <a:srgbClr val="000000"/>
          </a:solidFill>
          <a:ln/>
        </p:spPr>
        <p:txBody>
          <a:bodyPr/>
          <a:lstStyle/>
          <a:p>
            <a:endParaRPr lang="en-NL"/>
          </a:p>
        </p:txBody>
      </p:sp>
      <p:sp>
        <p:nvSpPr>
          <p:cNvPr id="47" name="Shape 45"/>
          <p:cNvSpPr/>
          <p:nvPr/>
        </p:nvSpPr>
        <p:spPr>
          <a:xfrm>
            <a:off x="11591670" y="780123"/>
            <a:ext cx="35294" cy="35294"/>
          </a:xfrm>
          <a:prstGeom prst="ellipse">
            <a:avLst/>
          </a:prstGeom>
          <a:solidFill>
            <a:srgbClr val="000000"/>
          </a:solidFill>
          <a:ln/>
        </p:spPr>
        <p:txBody>
          <a:bodyPr/>
          <a:lstStyle/>
          <a:p>
            <a:endParaRPr lang="en-NL"/>
          </a:p>
        </p:txBody>
      </p:sp>
      <p:sp>
        <p:nvSpPr>
          <p:cNvPr id="48" name="Shape 46"/>
          <p:cNvSpPr/>
          <p:nvPr/>
        </p:nvSpPr>
        <p:spPr>
          <a:xfrm>
            <a:off x="11079010" y="790179"/>
            <a:ext cx="51270" cy="51270"/>
          </a:xfrm>
          <a:prstGeom prst="ellipse">
            <a:avLst/>
          </a:prstGeom>
          <a:solidFill>
            <a:srgbClr val="000000"/>
          </a:solidFill>
          <a:ln/>
        </p:spPr>
        <p:txBody>
          <a:bodyPr/>
          <a:lstStyle/>
          <a:p>
            <a:endParaRPr lang="en-NL"/>
          </a:p>
        </p:txBody>
      </p:sp>
      <p:sp>
        <p:nvSpPr>
          <p:cNvPr id="49" name="Shape 47"/>
          <p:cNvSpPr/>
          <p:nvPr/>
        </p:nvSpPr>
        <p:spPr>
          <a:xfrm>
            <a:off x="11515218" y="789692"/>
            <a:ext cx="52602" cy="52602"/>
          </a:xfrm>
          <a:prstGeom prst="ellipse">
            <a:avLst/>
          </a:prstGeom>
          <a:solidFill>
            <a:srgbClr val="000000"/>
          </a:solidFill>
          <a:ln/>
        </p:spPr>
        <p:txBody>
          <a:bodyPr/>
          <a:lstStyle/>
          <a:p>
            <a:endParaRPr lang="en-NL"/>
          </a:p>
        </p:txBody>
      </p:sp>
      <p:sp>
        <p:nvSpPr>
          <p:cNvPr id="50" name="Shape 48"/>
          <p:cNvSpPr/>
          <p:nvPr/>
        </p:nvSpPr>
        <p:spPr>
          <a:xfrm>
            <a:off x="11147371" y="803460"/>
            <a:ext cx="35627" cy="35627"/>
          </a:xfrm>
          <a:prstGeom prst="ellipse">
            <a:avLst/>
          </a:prstGeom>
          <a:solidFill>
            <a:srgbClr val="000000"/>
          </a:solidFill>
          <a:ln/>
        </p:spPr>
        <p:txBody>
          <a:bodyPr/>
          <a:lstStyle/>
          <a:p>
            <a:endParaRPr lang="en-NL"/>
          </a:p>
        </p:txBody>
      </p:sp>
      <p:sp>
        <p:nvSpPr>
          <p:cNvPr id="51" name="Shape 49"/>
          <p:cNvSpPr/>
          <p:nvPr/>
        </p:nvSpPr>
        <p:spPr>
          <a:xfrm>
            <a:off x="11347786" y="804293"/>
            <a:ext cx="35294" cy="35294"/>
          </a:xfrm>
          <a:prstGeom prst="ellipse">
            <a:avLst/>
          </a:prstGeom>
          <a:solidFill>
            <a:srgbClr val="000000"/>
          </a:solidFill>
          <a:ln/>
        </p:spPr>
        <p:txBody>
          <a:bodyPr/>
          <a:lstStyle/>
          <a:p>
            <a:endParaRPr lang="en-NL"/>
          </a:p>
        </p:txBody>
      </p:sp>
      <p:sp>
        <p:nvSpPr>
          <p:cNvPr id="52" name="Shape 50"/>
          <p:cNvSpPr/>
          <p:nvPr/>
        </p:nvSpPr>
        <p:spPr>
          <a:xfrm>
            <a:off x="11465119" y="800919"/>
            <a:ext cx="34961" cy="34961"/>
          </a:xfrm>
          <a:prstGeom prst="ellipse">
            <a:avLst/>
          </a:prstGeom>
          <a:solidFill>
            <a:srgbClr val="000000"/>
          </a:solidFill>
          <a:ln/>
        </p:spPr>
        <p:txBody>
          <a:bodyPr/>
          <a:lstStyle/>
          <a:p>
            <a:endParaRPr lang="en-NL"/>
          </a:p>
        </p:txBody>
      </p:sp>
      <p:sp>
        <p:nvSpPr>
          <p:cNvPr id="53" name="Shape 51"/>
          <p:cNvSpPr/>
          <p:nvPr/>
        </p:nvSpPr>
        <p:spPr>
          <a:xfrm>
            <a:off x="11270669" y="806590"/>
            <a:ext cx="35627" cy="35627"/>
          </a:xfrm>
          <a:prstGeom prst="ellipse">
            <a:avLst/>
          </a:prstGeom>
          <a:solidFill>
            <a:srgbClr val="000000"/>
          </a:solidFill>
          <a:ln/>
        </p:spPr>
        <p:txBody>
          <a:bodyPr/>
          <a:lstStyle/>
          <a:p>
            <a:endParaRPr lang="en-NL"/>
          </a:p>
        </p:txBody>
      </p:sp>
      <p:sp>
        <p:nvSpPr>
          <p:cNvPr id="54" name="Shape 52"/>
          <p:cNvSpPr/>
          <p:nvPr/>
        </p:nvSpPr>
        <p:spPr>
          <a:xfrm>
            <a:off x="11191498" y="817766"/>
            <a:ext cx="57633" cy="57633"/>
          </a:xfrm>
          <a:prstGeom prst="ellipse">
            <a:avLst/>
          </a:prstGeom>
          <a:solidFill>
            <a:srgbClr val="000000"/>
          </a:solidFill>
          <a:ln/>
        </p:spPr>
        <p:txBody>
          <a:bodyPr/>
          <a:lstStyle/>
          <a:p>
            <a:endParaRPr lang="en-NL"/>
          </a:p>
        </p:txBody>
      </p:sp>
      <p:sp>
        <p:nvSpPr>
          <p:cNvPr id="55" name="Shape 53"/>
          <p:cNvSpPr/>
          <p:nvPr/>
        </p:nvSpPr>
        <p:spPr>
          <a:xfrm>
            <a:off x="11396573" y="817888"/>
            <a:ext cx="57633" cy="57633"/>
          </a:xfrm>
          <a:prstGeom prst="ellipse">
            <a:avLst/>
          </a:prstGeom>
          <a:solidFill>
            <a:srgbClr val="000000"/>
          </a:solidFill>
          <a:ln/>
        </p:spPr>
        <p:txBody>
          <a:bodyPr/>
          <a:lstStyle/>
          <a:p>
            <a:endParaRPr lang="en-NL"/>
          </a:p>
        </p:txBody>
      </p:sp>
      <p:sp>
        <p:nvSpPr>
          <p:cNvPr id="56" name="Shape 54"/>
          <p:cNvSpPr/>
          <p:nvPr/>
        </p:nvSpPr>
        <p:spPr>
          <a:xfrm>
            <a:off x="11123445" y="851985"/>
            <a:ext cx="52167" cy="52167"/>
          </a:xfrm>
          <a:prstGeom prst="ellipse">
            <a:avLst/>
          </a:prstGeom>
          <a:solidFill>
            <a:srgbClr val="000000"/>
          </a:solidFill>
          <a:ln/>
        </p:spPr>
        <p:txBody>
          <a:bodyPr/>
          <a:lstStyle/>
          <a:p>
            <a:endParaRPr lang="en-NL"/>
          </a:p>
        </p:txBody>
      </p:sp>
      <p:sp>
        <p:nvSpPr>
          <p:cNvPr id="57" name="Shape 55"/>
          <p:cNvSpPr/>
          <p:nvPr/>
        </p:nvSpPr>
        <p:spPr>
          <a:xfrm>
            <a:off x="11294647" y="851390"/>
            <a:ext cx="57223" cy="57223"/>
          </a:xfrm>
          <a:prstGeom prst="ellipse">
            <a:avLst/>
          </a:prstGeom>
          <a:solidFill>
            <a:srgbClr val="000000"/>
          </a:solidFill>
          <a:ln/>
        </p:spPr>
        <p:txBody>
          <a:bodyPr/>
          <a:lstStyle/>
          <a:p>
            <a:endParaRPr lang="en-NL"/>
          </a:p>
        </p:txBody>
      </p:sp>
      <p:sp>
        <p:nvSpPr>
          <p:cNvPr id="58" name="Shape 56"/>
          <p:cNvSpPr/>
          <p:nvPr/>
        </p:nvSpPr>
        <p:spPr>
          <a:xfrm>
            <a:off x="11470202" y="852382"/>
            <a:ext cx="52384" cy="52384"/>
          </a:xfrm>
          <a:prstGeom prst="ellipse">
            <a:avLst/>
          </a:prstGeom>
          <a:solidFill>
            <a:srgbClr val="000000"/>
          </a:solidFill>
          <a:ln/>
        </p:spPr>
        <p:txBody>
          <a:bodyPr/>
          <a:lstStyle/>
          <a:p>
            <a:endParaRPr lang="en-NL"/>
          </a:p>
        </p:txBody>
      </p:sp>
      <p:sp>
        <p:nvSpPr>
          <p:cNvPr id="59" name="Shape 57"/>
          <p:cNvSpPr/>
          <p:nvPr/>
        </p:nvSpPr>
        <p:spPr>
          <a:xfrm>
            <a:off x="11060774" y="864607"/>
            <a:ext cx="35627" cy="35627"/>
          </a:xfrm>
          <a:prstGeom prst="ellipse">
            <a:avLst/>
          </a:prstGeom>
          <a:solidFill>
            <a:srgbClr val="000000"/>
          </a:solidFill>
          <a:ln/>
        </p:spPr>
        <p:txBody>
          <a:bodyPr/>
          <a:lstStyle/>
          <a:p>
            <a:endParaRPr lang="en-NL"/>
          </a:p>
        </p:txBody>
      </p:sp>
      <p:sp>
        <p:nvSpPr>
          <p:cNvPr id="60" name="Shape 58"/>
          <p:cNvSpPr/>
          <p:nvPr/>
        </p:nvSpPr>
        <p:spPr>
          <a:xfrm>
            <a:off x="11548733" y="864185"/>
            <a:ext cx="35627" cy="35627"/>
          </a:xfrm>
          <a:prstGeom prst="ellipse">
            <a:avLst/>
          </a:prstGeom>
          <a:solidFill>
            <a:srgbClr val="000000"/>
          </a:solidFill>
          <a:ln/>
        </p:spPr>
        <p:txBody>
          <a:bodyPr/>
          <a:lstStyle/>
          <a:p>
            <a:endParaRPr lang="en-NL"/>
          </a:p>
        </p:txBody>
      </p:sp>
      <p:sp>
        <p:nvSpPr>
          <p:cNvPr id="61" name="Shape 59"/>
          <p:cNvSpPr/>
          <p:nvPr/>
        </p:nvSpPr>
        <p:spPr>
          <a:xfrm>
            <a:off x="11246231" y="873908"/>
            <a:ext cx="35627" cy="35627"/>
          </a:xfrm>
          <a:prstGeom prst="ellipse">
            <a:avLst/>
          </a:prstGeom>
          <a:solidFill>
            <a:srgbClr val="000000"/>
          </a:solidFill>
          <a:ln/>
        </p:spPr>
        <p:txBody>
          <a:bodyPr/>
          <a:lstStyle/>
          <a:p>
            <a:endParaRPr lang="en-NL"/>
          </a:p>
        </p:txBody>
      </p:sp>
      <p:sp>
        <p:nvSpPr>
          <p:cNvPr id="62" name="Shape 60"/>
          <p:cNvSpPr/>
          <p:nvPr/>
        </p:nvSpPr>
        <p:spPr>
          <a:xfrm>
            <a:off x="11367418" y="872896"/>
            <a:ext cx="35627" cy="35627"/>
          </a:xfrm>
          <a:prstGeom prst="ellipse">
            <a:avLst/>
          </a:prstGeom>
          <a:solidFill>
            <a:srgbClr val="000000"/>
          </a:solidFill>
          <a:ln/>
        </p:spPr>
        <p:txBody>
          <a:bodyPr/>
          <a:lstStyle/>
          <a:p>
            <a:endParaRPr lang="en-NL"/>
          </a:p>
        </p:txBody>
      </p:sp>
      <p:sp>
        <p:nvSpPr>
          <p:cNvPr id="63" name="Shape 61"/>
          <p:cNvSpPr/>
          <p:nvPr/>
        </p:nvSpPr>
        <p:spPr>
          <a:xfrm>
            <a:off x="11185366" y="897322"/>
            <a:ext cx="51936" cy="51936"/>
          </a:xfrm>
          <a:prstGeom prst="ellipse">
            <a:avLst/>
          </a:prstGeom>
          <a:solidFill>
            <a:srgbClr val="000000"/>
          </a:solidFill>
          <a:ln/>
        </p:spPr>
        <p:txBody>
          <a:bodyPr/>
          <a:lstStyle/>
          <a:p>
            <a:endParaRPr lang="en-NL"/>
          </a:p>
        </p:txBody>
      </p:sp>
      <p:sp>
        <p:nvSpPr>
          <p:cNvPr id="64" name="Shape 62"/>
          <p:cNvSpPr/>
          <p:nvPr/>
        </p:nvSpPr>
        <p:spPr>
          <a:xfrm>
            <a:off x="11407845" y="897655"/>
            <a:ext cx="52602" cy="52602"/>
          </a:xfrm>
          <a:prstGeom prst="ellipse">
            <a:avLst/>
          </a:prstGeom>
          <a:solidFill>
            <a:srgbClr val="000000"/>
          </a:solidFill>
          <a:ln/>
        </p:spPr>
        <p:txBody>
          <a:bodyPr/>
          <a:lstStyle/>
          <a:p>
            <a:endParaRPr lang="en-NL"/>
          </a:p>
        </p:txBody>
      </p:sp>
      <p:sp>
        <p:nvSpPr>
          <p:cNvPr id="65" name="Shape 63"/>
          <p:cNvSpPr/>
          <p:nvPr/>
        </p:nvSpPr>
        <p:spPr>
          <a:xfrm>
            <a:off x="11258822" y="921466"/>
            <a:ext cx="51270" cy="51270"/>
          </a:xfrm>
          <a:prstGeom prst="ellipse">
            <a:avLst/>
          </a:prstGeom>
          <a:solidFill>
            <a:srgbClr val="000000"/>
          </a:solidFill>
          <a:ln/>
        </p:spPr>
        <p:txBody>
          <a:bodyPr/>
          <a:lstStyle/>
          <a:p>
            <a:endParaRPr lang="en-NL"/>
          </a:p>
        </p:txBody>
      </p:sp>
      <p:sp>
        <p:nvSpPr>
          <p:cNvPr id="66" name="Shape 64"/>
          <p:cNvSpPr/>
          <p:nvPr/>
        </p:nvSpPr>
        <p:spPr>
          <a:xfrm>
            <a:off x="11335350" y="921504"/>
            <a:ext cx="51270" cy="51270"/>
          </a:xfrm>
          <a:prstGeom prst="ellipse">
            <a:avLst/>
          </a:prstGeom>
          <a:solidFill>
            <a:srgbClr val="000000"/>
          </a:solidFill>
          <a:ln/>
        </p:spPr>
        <p:txBody>
          <a:bodyPr/>
          <a:lstStyle/>
          <a:p>
            <a:endParaRPr lang="en-NL"/>
          </a:p>
        </p:txBody>
      </p:sp>
      <p:sp>
        <p:nvSpPr>
          <p:cNvPr id="67" name="Shape 65"/>
          <p:cNvSpPr/>
          <p:nvPr/>
        </p:nvSpPr>
        <p:spPr>
          <a:xfrm>
            <a:off x="11127388" y="931368"/>
            <a:ext cx="35294" cy="35294"/>
          </a:xfrm>
          <a:prstGeom prst="ellipse">
            <a:avLst/>
          </a:prstGeom>
          <a:solidFill>
            <a:srgbClr val="000000"/>
          </a:solidFill>
          <a:ln/>
        </p:spPr>
        <p:txBody>
          <a:bodyPr/>
          <a:lstStyle/>
          <a:p>
            <a:endParaRPr lang="en-NL"/>
          </a:p>
        </p:txBody>
      </p:sp>
      <p:sp>
        <p:nvSpPr>
          <p:cNvPr id="68" name="Shape 66"/>
          <p:cNvSpPr/>
          <p:nvPr/>
        </p:nvSpPr>
        <p:spPr>
          <a:xfrm>
            <a:off x="11481979" y="931035"/>
            <a:ext cx="35960" cy="35960"/>
          </a:xfrm>
          <a:prstGeom prst="ellipse">
            <a:avLst/>
          </a:prstGeom>
          <a:solidFill>
            <a:srgbClr val="000000"/>
          </a:solidFill>
          <a:ln/>
        </p:spPr>
        <p:txBody>
          <a:bodyPr/>
          <a:lstStyle/>
          <a:p>
            <a:endParaRPr lang="en-NL"/>
          </a:p>
        </p:txBody>
      </p:sp>
      <p:sp>
        <p:nvSpPr>
          <p:cNvPr id="69" name="Shape 67"/>
          <p:cNvSpPr/>
          <p:nvPr/>
        </p:nvSpPr>
        <p:spPr>
          <a:xfrm>
            <a:off x="11211987" y="974695"/>
            <a:ext cx="34961" cy="34961"/>
          </a:xfrm>
          <a:prstGeom prst="ellipse">
            <a:avLst/>
          </a:prstGeom>
          <a:solidFill>
            <a:srgbClr val="000000"/>
          </a:solidFill>
          <a:ln/>
        </p:spPr>
        <p:txBody>
          <a:bodyPr/>
          <a:lstStyle/>
          <a:p>
            <a:endParaRPr lang="en-NL"/>
          </a:p>
        </p:txBody>
      </p:sp>
      <p:sp>
        <p:nvSpPr>
          <p:cNvPr id="70" name="Shape 68"/>
          <p:cNvSpPr/>
          <p:nvPr/>
        </p:nvSpPr>
        <p:spPr>
          <a:xfrm>
            <a:off x="11398461" y="974695"/>
            <a:ext cx="34961" cy="34961"/>
          </a:xfrm>
          <a:prstGeom prst="ellipse">
            <a:avLst/>
          </a:prstGeom>
          <a:solidFill>
            <a:srgbClr val="000000"/>
          </a:solidFill>
          <a:ln/>
        </p:spPr>
        <p:txBody>
          <a:bodyPr/>
          <a:lstStyle/>
          <a:p>
            <a:endParaRPr lang="en-NL"/>
          </a:p>
        </p:txBody>
      </p:sp>
      <p:sp>
        <p:nvSpPr>
          <p:cNvPr id="71" name="Shape 69"/>
          <p:cNvSpPr/>
          <p:nvPr/>
        </p:nvSpPr>
        <p:spPr>
          <a:xfrm>
            <a:off x="11304837" y="988501"/>
            <a:ext cx="35627" cy="35627"/>
          </a:xfrm>
          <a:prstGeom prst="ellipse">
            <a:avLst/>
          </a:prstGeom>
          <a:solidFill>
            <a:srgbClr val="000000"/>
          </a:solidFill>
          <a:ln/>
        </p:spPr>
        <p:txBody>
          <a:bodyPr/>
          <a:lstStyle/>
          <a:p>
            <a:endParaRPr lang="en-NL"/>
          </a:p>
        </p:txBody>
      </p:sp>
      <p:sp>
        <p:nvSpPr>
          <p:cNvPr id="72" name="Text 70"/>
          <p:cNvSpPr/>
          <p:nvPr/>
        </p:nvSpPr>
        <p:spPr>
          <a:xfrm>
            <a:off x="548640" y="411480"/>
            <a:ext cx="10088575" cy="777240"/>
          </a:xfrm>
          <a:prstGeom prst="rect">
            <a:avLst/>
          </a:prstGeom>
          <a:noFill/>
          <a:ln/>
        </p:spPr>
        <p:txBody>
          <a:bodyPr wrap="square" lIns="0" tIns="0" rIns="0" bIns="0" rtlCol="0" anchor="ctr"/>
          <a:lstStyle/>
          <a:p>
            <a:pPr marL="0" indent="0" algn="l">
              <a:lnSpc>
                <a:spcPct val="105000"/>
              </a:lnSpc>
              <a:buNone/>
            </a:pPr>
            <a:r>
              <a:rPr lang="en-US" sz="2700" dirty="0">
                <a:solidFill>
                  <a:srgbClr val="3D68EC"/>
                </a:solidFill>
                <a:latin typeface="General Sans Semibold" pitchFamily="34" charset="0"/>
                <a:ea typeface="General Sans Semibold" pitchFamily="34" charset="-122"/>
                <a:cs typeface="General Sans Semibold" pitchFamily="34" charset="-120"/>
              </a:rPr>
              <a:t>Andere casus, dezelfde stappen: dat is een skill</a:t>
            </a:r>
            <a:endParaRPr lang="en-US" sz="2700" dirty="0"/>
          </a:p>
        </p:txBody>
      </p:sp>
      <p:sp>
        <p:nvSpPr>
          <p:cNvPr id="73" name="Text 71"/>
          <p:cNvSpPr/>
          <p:nvPr/>
        </p:nvSpPr>
        <p:spPr>
          <a:xfrm>
            <a:off x="548640" y="1371600"/>
            <a:ext cx="11094415" cy="274320"/>
          </a:xfrm>
          <a:prstGeom prst="rect">
            <a:avLst/>
          </a:prstGeom>
          <a:noFill/>
          <a:ln/>
        </p:spPr>
        <p:txBody>
          <a:bodyPr wrap="square" lIns="0" tIns="0" rIns="0" bIns="0" rtlCol="0" anchor="t"/>
          <a:lstStyle/>
          <a:p>
            <a:pPr marL="0" indent="0" algn="l">
              <a:lnSpc>
                <a:spcPct val="105000"/>
              </a:lnSpc>
              <a:buNone/>
            </a:pPr>
            <a:r>
              <a:rPr lang="en-US" sz="1100" kern="0" spc="300" dirty="0">
                <a:solidFill>
                  <a:srgbClr val="3D68EC"/>
                </a:solidFill>
                <a:latin typeface="General Sans Semibold" pitchFamily="34" charset="0"/>
                <a:ea typeface="General Sans Semibold" pitchFamily="34" charset="-122"/>
                <a:cs typeface="General Sans Semibold" pitchFamily="34" charset="-120"/>
              </a:rPr>
              <a:t>WAT DE SKILL DOET</a:t>
            </a:r>
            <a:endParaRPr lang="en-US" sz="1100" dirty="0"/>
          </a:p>
        </p:txBody>
      </p:sp>
      <p:sp>
        <p:nvSpPr>
          <p:cNvPr id="74" name="Shape 72"/>
          <p:cNvSpPr/>
          <p:nvPr/>
        </p:nvSpPr>
        <p:spPr>
          <a:xfrm>
            <a:off x="548640" y="1737360"/>
            <a:ext cx="2567864" cy="1805940"/>
          </a:xfrm>
          <a:prstGeom prst="roundRect">
            <a:avLst>
              <a:gd name="adj" fmla="val 7178"/>
            </a:avLst>
          </a:prstGeom>
          <a:solidFill>
            <a:srgbClr val="3D68EC"/>
          </a:solidFill>
          <a:ln/>
        </p:spPr>
        <p:txBody>
          <a:bodyPr/>
          <a:lstStyle/>
          <a:p>
            <a:endParaRPr lang="en-NL"/>
          </a:p>
        </p:txBody>
      </p:sp>
      <p:sp>
        <p:nvSpPr>
          <p:cNvPr id="75" name="Shape 73"/>
          <p:cNvSpPr/>
          <p:nvPr/>
        </p:nvSpPr>
        <p:spPr>
          <a:xfrm>
            <a:off x="822960" y="1920240"/>
            <a:ext cx="420624" cy="420624"/>
          </a:xfrm>
          <a:prstGeom prst="ellipse">
            <a:avLst/>
          </a:prstGeom>
          <a:solidFill>
            <a:srgbClr val="F4D74B"/>
          </a:solidFill>
          <a:ln/>
        </p:spPr>
        <p:txBody>
          <a:bodyPr/>
          <a:lstStyle/>
          <a:p>
            <a:endParaRPr lang="en-NL"/>
          </a:p>
        </p:txBody>
      </p:sp>
      <p:sp>
        <p:nvSpPr>
          <p:cNvPr id="76" name="Text 74"/>
          <p:cNvSpPr/>
          <p:nvPr/>
        </p:nvSpPr>
        <p:spPr>
          <a:xfrm>
            <a:off x="822960" y="1920240"/>
            <a:ext cx="420624" cy="420624"/>
          </a:xfrm>
          <a:prstGeom prst="rect">
            <a:avLst/>
          </a:prstGeom>
          <a:noFill/>
          <a:ln/>
        </p:spPr>
        <p:txBody>
          <a:bodyPr wrap="square" lIns="0" tIns="0" rIns="0" bIns="0" rtlCol="0" anchor="ctr"/>
          <a:lstStyle/>
          <a:p>
            <a:pPr marL="0" indent="0" algn="ctr">
              <a:lnSpc>
                <a:spcPct val="105000"/>
              </a:lnSpc>
              <a:buNone/>
            </a:pPr>
            <a:r>
              <a:rPr lang="en-US" sz="1600" dirty="0">
                <a:solidFill>
                  <a:srgbClr val="3D68EC"/>
                </a:solidFill>
                <a:latin typeface="General Sans Semibold" pitchFamily="34" charset="0"/>
                <a:ea typeface="General Sans Semibold" pitchFamily="34" charset="-122"/>
                <a:cs typeface="General Sans Semibold" pitchFamily="34" charset="-120"/>
              </a:rPr>
              <a:t>1</a:t>
            </a:r>
            <a:endParaRPr lang="en-US" sz="1600" dirty="0"/>
          </a:p>
        </p:txBody>
      </p:sp>
      <p:sp>
        <p:nvSpPr>
          <p:cNvPr id="77" name="Text 75"/>
          <p:cNvSpPr/>
          <p:nvPr/>
        </p:nvSpPr>
        <p:spPr>
          <a:xfrm>
            <a:off x="1371600" y="1938528"/>
            <a:ext cx="1470584" cy="871728"/>
          </a:xfrm>
          <a:prstGeom prst="rect">
            <a:avLst/>
          </a:prstGeom>
          <a:noFill/>
          <a:ln/>
        </p:spPr>
        <p:txBody>
          <a:bodyPr wrap="square" lIns="0" tIns="0" rIns="0" bIns="0" rtlCol="0" anchor="t"/>
          <a:lstStyle/>
          <a:p>
            <a:pPr marL="0" indent="0" algn="l">
              <a:lnSpc>
                <a:spcPct val="105000"/>
              </a:lnSpc>
              <a:buNone/>
            </a:pPr>
            <a:r>
              <a:rPr lang="en-US" sz="2000" dirty="0">
                <a:solidFill>
                  <a:srgbClr val="F4D9DC"/>
                </a:solidFill>
                <a:latin typeface="General Sans Semibold" pitchFamily="34" charset="0"/>
                <a:ea typeface="General Sans Semibold" pitchFamily="34" charset="-122"/>
                <a:cs typeface="General Sans Semibold" pitchFamily="34" charset="-120"/>
              </a:rPr>
              <a:t>Kolommen</a:t>
            </a:r>
            <a:endParaRPr lang="en-US" sz="2000" dirty="0"/>
          </a:p>
        </p:txBody>
      </p:sp>
      <p:sp>
        <p:nvSpPr>
          <p:cNvPr id="78" name="Text 76"/>
          <p:cNvSpPr/>
          <p:nvPr/>
        </p:nvSpPr>
        <p:spPr>
          <a:xfrm>
            <a:off x="822960" y="2993136"/>
            <a:ext cx="2019224" cy="413004"/>
          </a:xfrm>
          <a:prstGeom prst="rect">
            <a:avLst/>
          </a:prstGeom>
          <a:noFill/>
          <a:ln/>
        </p:spPr>
        <p:txBody>
          <a:bodyPr wrap="square" lIns="0" tIns="0" rIns="0" bIns="0" rtlCol="0" anchor="t"/>
          <a:lstStyle/>
          <a:p>
            <a:pPr marL="0" indent="0" algn="l">
              <a:lnSpc>
                <a:spcPct val="105000"/>
              </a:lnSpc>
              <a:buNone/>
            </a:pPr>
            <a:r>
              <a:rPr lang="en-US" sz="1200" dirty="0">
                <a:solidFill>
                  <a:srgbClr val="F4D9DC"/>
                </a:solidFill>
                <a:latin typeface="General Sans" pitchFamily="34" charset="0"/>
                <a:ea typeface="General Sans" pitchFamily="34" charset="-122"/>
                <a:cs typeface="General Sans" pitchFamily="34" charset="-120"/>
              </a:rPr>
              <a:t>Wat een rij is en welke kolom niet vergelijkt</a:t>
            </a:r>
            <a:endParaRPr lang="en-US" sz="1200" dirty="0"/>
          </a:p>
        </p:txBody>
      </p:sp>
      <p:sp>
        <p:nvSpPr>
          <p:cNvPr id="79" name="Shape 77"/>
          <p:cNvSpPr/>
          <p:nvPr/>
        </p:nvSpPr>
        <p:spPr>
          <a:xfrm>
            <a:off x="3390824" y="1737360"/>
            <a:ext cx="2567864" cy="1805940"/>
          </a:xfrm>
          <a:prstGeom prst="roundRect">
            <a:avLst>
              <a:gd name="adj" fmla="val 7178"/>
            </a:avLst>
          </a:prstGeom>
          <a:solidFill>
            <a:srgbClr val="3D68EC"/>
          </a:solidFill>
          <a:ln/>
        </p:spPr>
        <p:txBody>
          <a:bodyPr/>
          <a:lstStyle/>
          <a:p>
            <a:endParaRPr lang="en-NL"/>
          </a:p>
        </p:txBody>
      </p:sp>
      <p:sp>
        <p:nvSpPr>
          <p:cNvPr id="80" name="Shape 78"/>
          <p:cNvSpPr/>
          <p:nvPr/>
        </p:nvSpPr>
        <p:spPr>
          <a:xfrm>
            <a:off x="3665144" y="1920240"/>
            <a:ext cx="420624" cy="420624"/>
          </a:xfrm>
          <a:prstGeom prst="ellipse">
            <a:avLst/>
          </a:prstGeom>
          <a:solidFill>
            <a:srgbClr val="F4D74B"/>
          </a:solidFill>
          <a:ln/>
        </p:spPr>
        <p:txBody>
          <a:bodyPr/>
          <a:lstStyle/>
          <a:p>
            <a:endParaRPr lang="en-NL"/>
          </a:p>
        </p:txBody>
      </p:sp>
      <p:sp>
        <p:nvSpPr>
          <p:cNvPr id="81" name="Text 79"/>
          <p:cNvSpPr/>
          <p:nvPr/>
        </p:nvSpPr>
        <p:spPr>
          <a:xfrm>
            <a:off x="3665144" y="1920240"/>
            <a:ext cx="420624" cy="420624"/>
          </a:xfrm>
          <a:prstGeom prst="rect">
            <a:avLst/>
          </a:prstGeom>
          <a:noFill/>
          <a:ln/>
        </p:spPr>
        <p:txBody>
          <a:bodyPr wrap="square" lIns="0" tIns="0" rIns="0" bIns="0" rtlCol="0" anchor="ctr"/>
          <a:lstStyle/>
          <a:p>
            <a:pPr marL="0" indent="0" algn="ctr">
              <a:lnSpc>
                <a:spcPct val="105000"/>
              </a:lnSpc>
              <a:buNone/>
            </a:pPr>
            <a:r>
              <a:rPr lang="en-US" sz="1600" dirty="0">
                <a:solidFill>
                  <a:srgbClr val="3D68EC"/>
                </a:solidFill>
                <a:latin typeface="General Sans Semibold" pitchFamily="34" charset="0"/>
                <a:ea typeface="General Sans Semibold" pitchFamily="34" charset="-122"/>
                <a:cs typeface="General Sans Semibold" pitchFamily="34" charset="-120"/>
              </a:rPr>
              <a:t>2</a:t>
            </a:r>
            <a:endParaRPr lang="en-US" sz="1600" dirty="0"/>
          </a:p>
        </p:txBody>
      </p:sp>
      <p:sp>
        <p:nvSpPr>
          <p:cNvPr id="82" name="Text 80"/>
          <p:cNvSpPr/>
          <p:nvPr/>
        </p:nvSpPr>
        <p:spPr>
          <a:xfrm>
            <a:off x="4213784" y="1938528"/>
            <a:ext cx="1470584" cy="871728"/>
          </a:xfrm>
          <a:prstGeom prst="rect">
            <a:avLst/>
          </a:prstGeom>
          <a:noFill/>
          <a:ln/>
        </p:spPr>
        <p:txBody>
          <a:bodyPr wrap="square" lIns="0" tIns="0" rIns="0" bIns="0" rtlCol="0" anchor="t"/>
          <a:lstStyle/>
          <a:p>
            <a:pPr marL="0" indent="0" algn="l">
              <a:lnSpc>
                <a:spcPct val="105000"/>
              </a:lnSpc>
              <a:buNone/>
            </a:pPr>
            <a:r>
              <a:rPr lang="en-US" sz="1900" dirty="0">
                <a:solidFill>
                  <a:srgbClr val="F4D9DC"/>
                </a:solidFill>
                <a:latin typeface="General Sans Semibold" pitchFamily="34" charset="0"/>
                <a:ea typeface="General Sans Semibold" pitchFamily="34" charset="-122"/>
                <a:cs typeface="General Sans Semibold" pitchFamily="34" charset="-120"/>
              </a:rPr>
              <a:t>Definities en privacy</a:t>
            </a:r>
            <a:endParaRPr lang="en-US" sz="1900" dirty="0"/>
          </a:p>
        </p:txBody>
      </p:sp>
      <p:sp>
        <p:nvSpPr>
          <p:cNvPr id="83" name="Text 81"/>
          <p:cNvSpPr/>
          <p:nvPr/>
        </p:nvSpPr>
        <p:spPr>
          <a:xfrm>
            <a:off x="3665144" y="2993136"/>
            <a:ext cx="2019224" cy="413004"/>
          </a:xfrm>
          <a:prstGeom prst="rect">
            <a:avLst/>
          </a:prstGeom>
          <a:noFill/>
          <a:ln/>
        </p:spPr>
        <p:txBody>
          <a:bodyPr wrap="square" lIns="0" tIns="0" rIns="0" bIns="0" rtlCol="0" anchor="t"/>
          <a:lstStyle/>
          <a:p>
            <a:pPr marL="0" indent="0" algn="l">
              <a:lnSpc>
                <a:spcPct val="105000"/>
              </a:lnSpc>
              <a:buNone/>
            </a:pPr>
            <a:r>
              <a:rPr lang="en-US" sz="1300" dirty="0">
                <a:solidFill>
                  <a:srgbClr val="F4D9DC"/>
                </a:solidFill>
                <a:latin typeface="General Sans" pitchFamily="34" charset="0"/>
                <a:ea typeface="General Sans" pitchFamily="34" charset="-122"/>
                <a:cs typeface="General Sans" pitchFamily="34" charset="-120"/>
              </a:rPr>
              <a:t>Wat je telt, drempel kleine groepen</a:t>
            </a:r>
            <a:endParaRPr lang="en-US" sz="1300" dirty="0"/>
          </a:p>
        </p:txBody>
      </p:sp>
      <p:sp>
        <p:nvSpPr>
          <p:cNvPr id="84" name="Shape 82"/>
          <p:cNvSpPr/>
          <p:nvPr/>
        </p:nvSpPr>
        <p:spPr>
          <a:xfrm>
            <a:off x="6233008" y="1737360"/>
            <a:ext cx="2567864" cy="1805940"/>
          </a:xfrm>
          <a:prstGeom prst="roundRect">
            <a:avLst>
              <a:gd name="adj" fmla="val 7178"/>
            </a:avLst>
          </a:prstGeom>
          <a:solidFill>
            <a:srgbClr val="3D68EC"/>
          </a:solidFill>
          <a:ln/>
        </p:spPr>
        <p:txBody>
          <a:bodyPr/>
          <a:lstStyle/>
          <a:p>
            <a:endParaRPr lang="en-NL"/>
          </a:p>
        </p:txBody>
      </p:sp>
      <p:sp>
        <p:nvSpPr>
          <p:cNvPr id="85" name="Shape 83"/>
          <p:cNvSpPr/>
          <p:nvPr/>
        </p:nvSpPr>
        <p:spPr>
          <a:xfrm>
            <a:off x="6507328" y="1920240"/>
            <a:ext cx="420624" cy="420624"/>
          </a:xfrm>
          <a:prstGeom prst="ellipse">
            <a:avLst/>
          </a:prstGeom>
          <a:solidFill>
            <a:srgbClr val="F4D74B"/>
          </a:solidFill>
          <a:ln/>
        </p:spPr>
        <p:txBody>
          <a:bodyPr/>
          <a:lstStyle/>
          <a:p>
            <a:endParaRPr lang="en-NL"/>
          </a:p>
        </p:txBody>
      </p:sp>
      <p:sp>
        <p:nvSpPr>
          <p:cNvPr id="86" name="Text 84"/>
          <p:cNvSpPr/>
          <p:nvPr/>
        </p:nvSpPr>
        <p:spPr>
          <a:xfrm>
            <a:off x="6507328" y="1920240"/>
            <a:ext cx="420624" cy="420624"/>
          </a:xfrm>
          <a:prstGeom prst="rect">
            <a:avLst/>
          </a:prstGeom>
          <a:noFill/>
          <a:ln/>
        </p:spPr>
        <p:txBody>
          <a:bodyPr wrap="square" lIns="0" tIns="0" rIns="0" bIns="0" rtlCol="0" anchor="ctr"/>
          <a:lstStyle/>
          <a:p>
            <a:pPr marL="0" indent="0" algn="ctr">
              <a:lnSpc>
                <a:spcPct val="105000"/>
              </a:lnSpc>
              <a:buNone/>
            </a:pPr>
            <a:r>
              <a:rPr lang="en-US" sz="1600" dirty="0">
                <a:solidFill>
                  <a:srgbClr val="3D68EC"/>
                </a:solidFill>
                <a:latin typeface="General Sans Semibold" pitchFamily="34" charset="0"/>
                <a:ea typeface="General Sans Semibold" pitchFamily="34" charset="-122"/>
                <a:cs typeface="General Sans Semibold" pitchFamily="34" charset="-120"/>
              </a:rPr>
              <a:t>3</a:t>
            </a:r>
            <a:endParaRPr lang="en-US" sz="1600" dirty="0"/>
          </a:p>
        </p:txBody>
      </p:sp>
      <p:sp>
        <p:nvSpPr>
          <p:cNvPr id="87" name="Text 85"/>
          <p:cNvSpPr/>
          <p:nvPr/>
        </p:nvSpPr>
        <p:spPr>
          <a:xfrm>
            <a:off x="7055968" y="1938528"/>
            <a:ext cx="1470584" cy="871728"/>
          </a:xfrm>
          <a:prstGeom prst="rect">
            <a:avLst/>
          </a:prstGeom>
          <a:noFill/>
          <a:ln/>
        </p:spPr>
        <p:txBody>
          <a:bodyPr wrap="square" lIns="0" tIns="0" rIns="0" bIns="0" rtlCol="0" anchor="t"/>
          <a:lstStyle/>
          <a:p>
            <a:pPr marL="0" indent="0" algn="l">
              <a:lnSpc>
                <a:spcPct val="105000"/>
              </a:lnSpc>
              <a:buNone/>
            </a:pPr>
            <a:r>
              <a:rPr lang="en-US" sz="2000" dirty="0">
                <a:solidFill>
                  <a:srgbClr val="F4D9DC"/>
                </a:solidFill>
                <a:latin typeface="General Sans Semibold" pitchFamily="34" charset="0"/>
                <a:ea typeface="General Sans Semibold" pitchFamily="34" charset="-122"/>
                <a:cs typeface="General Sans Semibold" pitchFamily="34" charset="-120"/>
              </a:rPr>
              <a:t>Kwaliteit</a:t>
            </a:r>
            <a:endParaRPr lang="en-US" sz="2000" dirty="0"/>
          </a:p>
        </p:txBody>
      </p:sp>
      <p:sp>
        <p:nvSpPr>
          <p:cNvPr id="88" name="Text 86"/>
          <p:cNvSpPr/>
          <p:nvPr/>
        </p:nvSpPr>
        <p:spPr>
          <a:xfrm>
            <a:off x="6507328" y="2993136"/>
            <a:ext cx="2019224" cy="413004"/>
          </a:xfrm>
          <a:prstGeom prst="rect">
            <a:avLst/>
          </a:prstGeom>
          <a:noFill/>
          <a:ln/>
        </p:spPr>
        <p:txBody>
          <a:bodyPr wrap="square" lIns="0" tIns="0" rIns="0" bIns="0" rtlCol="0" anchor="t"/>
          <a:lstStyle/>
          <a:p>
            <a:pPr marL="0" indent="0" algn="l">
              <a:lnSpc>
                <a:spcPct val="105000"/>
              </a:lnSpc>
              <a:buNone/>
            </a:pPr>
            <a:r>
              <a:rPr lang="en-US" sz="1300" dirty="0">
                <a:solidFill>
                  <a:srgbClr val="F4D9DC"/>
                </a:solidFill>
                <a:latin typeface="General Sans" pitchFamily="34" charset="0"/>
                <a:ea typeface="General Sans" pitchFamily="34" charset="-122"/>
                <a:cs typeface="General Sans" pitchFamily="34" charset="-120"/>
              </a:rPr>
              <a:t>Eén keer per jaar, lege waarden</a:t>
            </a:r>
            <a:endParaRPr lang="en-US" sz="1300" dirty="0"/>
          </a:p>
        </p:txBody>
      </p:sp>
      <p:sp>
        <p:nvSpPr>
          <p:cNvPr id="89" name="Shape 87"/>
          <p:cNvSpPr/>
          <p:nvPr/>
        </p:nvSpPr>
        <p:spPr>
          <a:xfrm>
            <a:off x="9075191" y="1737360"/>
            <a:ext cx="2567864" cy="1805940"/>
          </a:xfrm>
          <a:prstGeom prst="roundRect">
            <a:avLst>
              <a:gd name="adj" fmla="val 7178"/>
            </a:avLst>
          </a:prstGeom>
          <a:solidFill>
            <a:srgbClr val="3D68EC"/>
          </a:solidFill>
          <a:ln/>
        </p:spPr>
        <p:txBody>
          <a:bodyPr/>
          <a:lstStyle/>
          <a:p>
            <a:endParaRPr lang="en-NL"/>
          </a:p>
        </p:txBody>
      </p:sp>
      <p:sp>
        <p:nvSpPr>
          <p:cNvPr id="90" name="Shape 88"/>
          <p:cNvSpPr/>
          <p:nvPr/>
        </p:nvSpPr>
        <p:spPr>
          <a:xfrm>
            <a:off x="9349511" y="1920240"/>
            <a:ext cx="420624" cy="420624"/>
          </a:xfrm>
          <a:prstGeom prst="ellipse">
            <a:avLst/>
          </a:prstGeom>
          <a:solidFill>
            <a:srgbClr val="F4D74B"/>
          </a:solidFill>
          <a:ln/>
        </p:spPr>
        <p:txBody>
          <a:bodyPr/>
          <a:lstStyle/>
          <a:p>
            <a:endParaRPr lang="en-NL"/>
          </a:p>
        </p:txBody>
      </p:sp>
      <p:sp>
        <p:nvSpPr>
          <p:cNvPr id="91" name="Text 89"/>
          <p:cNvSpPr/>
          <p:nvPr/>
        </p:nvSpPr>
        <p:spPr>
          <a:xfrm>
            <a:off x="9349511" y="1920240"/>
            <a:ext cx="420624" cy="420624"/>
          </a:xfrm>
          <a:prstGeom prst="rect">
            <a:avLst/>
          </a:prstGeom>
          <a:noFill/>
          <a:ln/>
        </p:spPr>
        <p:txBody>
          <a:bodyPr wrap="square" lIns="0" tIns="0" rIns="0" bIns="0" rtlCol="0" anchor="ctr"/>
          <a:lstStyle/>
          <a:p>
            <a:pPr marL="0" indent="0" algn="ctr">
              <a:lnSpc>
                <a:spcPct val="105000"/>
              </a:lnSpc>
              <a:buNone/>
            </a:pPr>
            <a:r>
              <a:rPr lang="en-US" sz="1600" dirty="0">
                <a:solidFill>
                  <a:srgbClr val="3D68EC"/>
                </a:solidFill>
                <a:latin typeface="General Sans Semibold" pitchFamily="34" charset="0"/>
                <a:ea typeface="General Sans Semibold" pitchFamily="34" charset="-122"/>
                <a:cs typeface="General Sans Semibold" pitchFamily="34" charset="-120"/>
              </a:rPr>
              <a:t>4</a:t>
            </a:r>
            <a:endParaRPr lang="en-US" sz="1600" dirty="0"/>
          </a:p>
        </p:txBody>
      </p:sp>
      <p:sp>
        <p:nvSpPr>
          <p:cNvPr id="92" name="Text 90"/>
          <p:cNvSpPr/>
          <p:nvPr/>
        </p:nvSpPr>
        <p:spPr>
          <a:xfrm>
            <a:off x="9898151" y="1938528"/>
            <a:ext cx="1470584" cy="871728"/>
          </a:xfrm>
          <a:prstGeom prst="rect">
            <a:avLst/>
          </a:prstGeom>
          <a:noFill/>
          <a:ln/>
        </p:spPr>
        <p:txBody>
          <a:bodyPr wrap="square" lIns="0" tIns="0" rIns="0" bIns="0" rtlCol="0" anchor="t"/>
          <a:lstStyle/>
          <a:p>
            <a:pPr marL="0" indent="0" algn="l">
              <a:lnSpc>
                <a:spcPct val="105000"/>
              </a:lnSpc>
              <a:buNone/>
            </a:pPr>
            <a:r>
              <a:rPr lang="en-US" sz="2000" dirty="0">
                <a:solidFill>
                  <a:srgbClr val="F4D9DC"/>
                </a:solidFill>
                <a:latin typeface="General Sans Semibold" pitchFamily="34" charset="0"/>
                <a:ea typeface="General Sans Semibold" pitchFamily="34" charset="-122"/>
                <a:cs typeface="General Sans Semibold" pitchFamily="34" charset="-120"/>
              </a:rPr>
              <a:t>Ideeën en aannames</a:t>
            </a:r>
            <a:endParaRPr lang="en-US" sz="2000" dirty="0"/>
          </a:p>
        </p:txBody>
      </p:sp>
      <p:sp>
        <p:nvSpPr>
          <p:cNvPr id="93" name="Text 91"/>
          <p:cNvSpPr/>
          <p:nvPr/>
        </p:nvSpPr>
        <p:spPr>
          <a:xfrm>
            <a:off x="9349511" y="2993136"/>
            <a:ext cx="2019224" cy="413004"/>
          </a:xfrm>
          <a:prstGeom prst="rect">
            <a:avLst/>
          </a:prstGeom>
          <a:noFill/>
          <a:ln/>
        </p:spPr>
        <p:txBody>
          <a:bodyPr wrap="square" lIns="0" tIns="0" rIns="0" bIns="0" rtlCol="0" anchor="t"/>
          <a:lstStyle/>
          <a:p>
            <a:pPr marL="0" indent="0" algn="l">
              <a:lnSpc>
                <a:spcPct val="105000"/>
              </a:lnSpc>
              <a:buNone/>
            </a:pPr>
            <a:r>
              <a:rPr lang="en-US" sz="1300" dirty="0">
                <a:solidFill>
                  <a:srgbClr val="F4D9DC"/>
                </a:solidFill>
                <a:latin typeface="General Sans" pitchFamily="34" charset="0"/>
                <a:ea typeface="General Sans" pitchFamily="34" charset="-122"/>
                <a:cs typeface="General Sans" pitchFamily="34" charset="-120"/>
              </a:rPr>
              <a:t>Waarop het profiel leunt</a:t>
            </a:r>
            <a:endParaRPr lang="en-US" sz="1300" dirty="0"/>
          </a:p>
        </p:txBody>
      </p:sp>
      <p:sp>
        <p:nvSpPr>
          <p:cNvPr id="94" name="Text 92"/>
          <p:cNvSpPr/>
          <p:nvPr/>
        </p:nvSpPr>
        <p:spPr>
          <a:xfrm>
            <a:off x="548640" y="3817620"/>
            <a:ext cx="11094415" cy="274320"/>
          </a:xfrm>
          <a:prstGeom prst="rect">
            <a:avLst/>
          </a:prstGeom>
          <a:noFill/>
          <a:ln/>
        </p:spPr>
        <p:txBody>
          <a:bodyPr wrap="square" lIns="0" tIns="0" rIns="0" bIns="0" rtlCol="0" anchor="t"/>
          <a:lstStyle/>
          <a:p>
            <a:pPr marL="0" indent="0" algn="l">
              <a:lnSpc>
                <a:spcPct val="105000"/>
              </a:lnSpc>
              <a:buNone/>
            </a:pPr>
            <a:r>
              <a:rPr lang="en-US" sz="1100" kern="0" spc="300" dirty="0">
                <a:solidFill>
                  <a:srgbClr val="3D68EC"/>
                </a:solidFill>
                <a:latin typeface="General Sans Semibold" pitchFamily="34" charset="0"/>
                <a:ea typeface="General Sans Semibold" pitchFamily="34" charset="-122"/>
                <a:cs typeface="General Sans Semibold" pitchFamily="34" charset="-120"/>
              </a:rPr>
              <a:t>WAT HIJ VOOR JE AFVANGT</a:t>
            </a:r>
            <a:endParaRPr lang="en-US" sz="1100" dirty="0"/>
          </a:p>
        </p:txBody>
      </p:sp>
      <p:sp>
        <p:nvSpPr>
          <p:cNvPr id="95" name="Shape 93"/>
          <p:cNvSpPr/>
          <p:nvPr/>
        </p:nvSpPr>
        <p:spPr>
          <a:xfrm>
            <a:off x="548640" y="4183380"/>
            <a:ext cx="2567864" cy="1634236"/>
          </a:xfrm>
          <a:prstGeom prst="roundRect">
            <a:avLst>
              <a:gd name="adj" fmla="val 8766"/>
            </a:avLst>
          </a:prstGeom>
          <a:solidFill>
            <a:srgbClr val="DD784B"/>
          </a:solidFill>
          <a:ln/>
        </p:spPr>
        <p:txBody>
          <a:bodyPr/>
          <a:lstStyle/>
          <a:p>
            <a:endParaRPr lang="en-NL"/>
          </a:p>
        </p:txBody>
      </p:sp>
      <p:sp>
        <p:nvSpPr>
          <p:cNvPr id="96" name="Shape 94"/>
          <p:cNvSpPr/>
          <p:nvPr/>
        </p:nvSpPr>
        <p:spPr>
          <a:xfrm>
            <a:off x="822960" y="4366260"/>
            <a:ext cx="420624" cy="420624"/>
          </a:xfrm>
          <a:prstGeom prst="ellipse">
            <a:avLst/>
          </a:prstGeom>
          <a:solidFill>
            <a:srgbClr val="F4D9DC"/>
          </a:solidFill>
          <a:ln/>
        </p:spPr>
        <p:txBody>
          <a:bodyPr/>
          <a:lstStyle/>
          <a:p>
            <a:endParaRPr lang="en-NL"/>
          </a:p>
        </p:txBody>
      </p:sp>
      <p:sp>
        <p:nvSpPr>
          <p:cNvPr id="97" name="Text 95"/>
          <p:cNvSpPr/>
          <p:nvPr/>
        </p:nvSpPr>
        <p:spPr>
          <a:xfrm>
            <a:off x="822960" y="4366260"/>
            <a:ext cx="420624" cy="420624"/>
          </a:xfrm>
          <a:prstGeom prst="rect">
            <a:avLst/>
          </a:prstGeom>
          <a:noFill/>
          <a:ln/>
        </p:spPr>
        <p:txBody>
          <a:bodyPr wrap="square" lIns="0" tIns="0" rIns="0" bIns="0" rtlCol="0" anchor="ctr"/>
          <a:lstStyle/>
          <a:p>
            <a:pPr marL="0" indent="0" algn="ctr">
              <a:lnSpc>
                <a:spcPct val="105000"/>
              </a:lnSpc>
              <a:buNone/>
            </a:pPr>
            <a:r>
              <a:rPr lang="en-US" sz="1600" dirty="0">
                <a:solidFill>
                  <a:srgbClr val="000000"/>
                </a:solidFill>
                <a:latin typeface="General Sans Semibold" pitchFamily="34" charset="0"/>
                <a:ea typeface="General Sans Semibold" pitchFamily="34" charset="-122"/>
                <a:cs typeface="General Sans Semibold" pitchFamily="34" charset="-120"/>
              </a:rPr>
              <a:t>1</a:t>
            </a:r>
            <a:endParaRPr lang="en-US" sz="1600" dirty="0"/>
          </a:p>
        </p:txBody>
      </p:sp>
      <p:sp>
        <p:nvSpPr>
          <p:cNvPr id="98" name="Text 96"/>
          <p:cNvSpPr/>
          <p:nvPr/>
        </p:nvSpPr>
        <p:spPr>
          <a:xfrm>
            <a:off x="1371600" y="4384548"/>
            <a:ext cx="1470584" cy="572008"/>
          </a:xfrm>
          <a:prstGeom prst="rect">
            <a:avLst/>
          </a:prstGeom>
          <a:noFill/>
          <a:ln/>
        </p:spPr>
        <p:txBody>
          <a:bodyPr wrap="square" lIns="0" tIns="0" rIns="0" bIns="0" rtlCol="0" anchor="t"/>
          <a:lstStyle/>
          <a:p>
            <a:pPr marL="0" indent="0" algn="l">
              <a:lnSpc>
                <a:spcPct val="105000"/>
              </a:lnSpc>
              <a:buNone/>
            </a:pPr>
            <a:r>
              <a:rPr lang="en-US" sz="1900" dirty="0">
                <a:solidFill>
                  <a:srgbClr val="000000"/>
                </a:solidFill>
                <a:latin typeface="General Sans Semibold" pitchFamily="34" charset="0"/>
                <a:ea typeface="General Sans Semibold" pitchFamily="34" charset="-122"/>
                <a:cs typeface="General Sans Semibold" pitchFamily="34" charset="-120"/>
              </a:rPr>
              <a:t>Laatste cohort</a:t>
            </a:r>
            <a:endParaRPr lang="en-US" sz="1900" dirty="0"/>
          </a:p>
        </p:txBody>
      </p:sp>
      <p:sp>
        <p:nvSpPr>
          <p:cNvPr id="99" name="Text 97"/>
          <p:cNvSpPr/>
          <p:nvPr/>
        </p:nvSpPr>
        <p:spPr>
          <a:xfrm>
            <a:off x="822960" y="5139436"/>
            <a:ext cx="2019224" cy="541020"/>
          </a:xfrm>
          <a:prstGeom prst="rect">
            <a:avLst/>
          </a:prstGeom>
          <a:noFill/>
          <a:ln/>
        </p:spPr>
        <p:txBody>
          <a:bodyPr wrap="square" lIns="0" tIns="0" rIns="0" bIns="0" rtlCol="0" anchor="t"/>
          <a:lstStyle/>
          <a:p>
            <a:pPr marL="0" indent="0" algn="l">
              <a:lnSpc>
                <a:spcPct val="105000"/>
              </a:lnSpc>
              <a:buNone/>
            </a:pPr>
            <a:r>
              <a:rPr lang="en-US" sz="1500" dirty="0">
                <a:solidFill>
                  <a:srgbClr val="000000"/>
                </a:solidFill>
                <a:latin typeface="General Sans" pitchFamily="34" charset="0"/>
                <a:ea typeface="General Sans" pitchFamily="34" charset="-122"/>
                <a:cs typeface="General Sans" pitchFamily="34" charset="-120"/>
              </a:rPr>
              <a:t>Nog niet af: valt weg</a:t>
            </a:r>
            <a:endParaRPr lang="en-US" sz="1500" dirty="0"/>
          </a:p>
        </p:txBody>
      </p:sp>
      <p:sp>
        <p:nvSpPr>
          <p:cNvPr id="100" name="Shape 98"/>
          <p:cNvSpPr/>
          <p:nvPr/>
        </p:nvSpPr>
        <p:spPr>
          <a:xfrm>
            <a:off x="3390824" y="4183380"/>
            <a:ext cx="2567864" cy="1634236"/>
          </a:xfrm>
          <a:prstGeom prst="roundRect">
            <a:avLst>
              <a:gd name="adj" fmla="val 8766"/>
            </a:avLst>
          </a:prstGeom>
          <a:solidFill>
            <a:srgbClr val="DD784B"/>
          </a:solidFill>
          <a:ln/>
        </p:spPr>
        <p:txBody>
          <a:bodyPr/>
          <a:lstStyle/>
          <a:p>
            <a:endParaRPr lang="en-NL"/>
          </a:p>
        </p:txBody>
      </p:sp>
      <p:sp>
        <p:nvSpPr>
          <p:cNvPr id="101" name="Shape 99"/>
          <p:cNvSpPr/>
          <p:nvPr/>
        </p:nvSpPr>
        <p:spPr>
          <a:xfrm>
            <a:off x="3665144" y="4366260"/>
            <a:ext cx="420624" cy="420624"/>
          </a:xfrm>
          <a:prstGeom prst="ellipse">
            <a:avLst/>
          </a:prstGeom>
          <a:solidFill>
            <a:srgbClr val="F4D9DC"/>
          </a:solidFill>
          <a:ln/>
        </p:spPr>
        <p:txBody>
          <a:bodyPr/>
          <a:lstStyle/>
          <a:p>
            <a:endParaRPr lang="en-NL"/>
          </a:p>
        </p:txBody>
      </p:sp>
      <p:sp>
        <p:nvSpPr>
          <p:cNvPr id="102" name="Text 100"/>
          <p:cNvSpPr/>
          <p:nvPr/>
        </p:nvSpPr>
        <p:spPr>
          <a:xfrm>
            <a:off x="3665144" y="4366260"/>
            <a:ext cx="420624" cy="420624"/>
          </a:xfrm>
          <a:prstGeom prst="rect">
            <a:avLst/>
          </a:prstGeom>
          <a:noFill/>
          <a:ln/>
        </p:spPr>
        <p:txBody>
          <a:bodyPr wrap="square" lIns="0" tIns="0" rIns="0" bIns="0" rtlCol="0" anchor="ctr"/>
          <a:lstStyle/>
          <a:p>
            <a:pPr marL="0" indent="0" algn="ctr">
              <a:lnSpc>
                <a:spcPct val="105000"/>
              </a:lnSpc>
              <a:buNone/>
            </a:pPr>
            <a:r>
              <a:rPr lang="en-US" sz="1600" dirty="0">
                <a:solidFill>
                  <a:srgbClr val="000000"/>
                </a:solidFill>
                <a:latin typeface="General Sans Semibold" pitchFamily="34" charset="0"/>
                <a:ea typeface="General Sans Semibold" pitchFamily="34" charset="-122"/>
                <a:cs typeface="General Sans Semibold" pitchFamily="34" charset="-120"/>
              </a:rPr>
              <a:t>2</a:t>
            </a:r>
            <a:endParaRPr lang="en-US" sz="1600" dirty="0"/>
          </a:p>
        </p:txBody>
      </p:sp>
      <p:sp>
        <p:nvSpPr>
          <p:cNvPr id="103" name="Text 101"/>
          <p:cNvSpPr/>
          <p:nvPr/>
        </p:nvSpPr>
        <p:spPr>
          <a:xfrm>
            <a:off x="4213784" y="4384548"/>
            <a:ext cx="1470584" cy="572008"/>
          </a:xfrm>
          <a:prstGeom prst="rect">
            <a:avLst/>
          </a:prstGeom>
          <a:noFill/>
          <a:ln/>
        </p:spPr>
        <p:txBody>
          <a:bodyPr wrap="square" lIns="0" tIns="0" rIns="0" bIns="0" rtlCol="0" anchor="t"/>
          <a:lstStyle/>
          <a:p>
            <a:pPr marL="0" indent="0" algn="l">
              <a:lnSpc>
                <a:spcPct val="105000"/>
              </a:lnSpc>
              <a:buNone/>
            </a:pPr>
            <a:r>
              <a:rPr lang="en-US" sz="1900" dirty="0">
                <a:solidFill>
                  <a:srgbClr val="000000"/>
                </a:solidFill>
                <a:latin typeface="General Sans Semibold" pitchFamily="34" charset="0"/>
                <a:ea typeface="General Sans Semibold" pitchFamily="34" charset="-122"/>
                <a:cs typeface="General Sans Semibold" pitchFamily="34" charset="-120"/>
              </a:rPr>
              <a:t>Eén waarde</a:t>
            </a:r>
            <a:endParaRPr lang="en-US" sz="1900" dirty="0"/>
          </a:p>
        </p:txBody>
      </p:sp>
      <p:sp>
        <p:nvSpPr>
          <p:cNvPr id="104" name="Text 102"/>
          <p:cNvSpPr/>
          <p:nvPr/>
        </p:nvSpPr>
        <p:spPr>
          <a:xfrm>
            <a:off x="3665144" y="5139436"/>
            <a:ext cx="2019224" cy="541020"/>
          </a:xfrm>
          <a:prstGeom prst="rect">
            <a:avLst/>
          </a:prstGeom>
          <a:noFill/>
          <a:ln/>
        </p:spPr>
        <p:txBody>
          <a:bodyPr wrap="square" lIns="0" tIns="0" rIns="0" bIns="0" rtlCol="0" anchor="t"/>
          <a:lstStyle/>
          <a:p>
            <a:pPr marL="0" indent="0" algn="l">
              <a:lnSpc>
                <a:spcPct val="105000"/>
              </a:lnSpc>
              <a:buNone/>
            </a:pPr>
            <a:r>
              <a:rPr lang="en-US" sz="1500" dirty="0">
                <a:solidFill>
                  <a:srgbClr val="000000"/>
                </a:solidFill>
                <a:latin typeface="General Sans" pitchFamily="34" charset="0"/>
                <a:ea typeface="General Sans" pitchFamily="34" charset="-122"/>
                <a:cs typeface="General Sans" pitchFamily="34" charset="-120"/>
              </a:rPr>
              <a:t>Kolom zonder variatie weg</a:t>
            </a:r>
            <a:endParaRPr lang="en-US" sz="1500" dirty="0"/>
          </a:p>
        </p:txBody>
      </p:sp>
      <p:sp>
        <p:nvSpPr>
          <p:cNvPr id="105" name="Shape 103"/>
          <p:cNvSpPr/>
          <p:nvPr/>
        </p:nvSpPr>
        <p:spPr>
          <a:xfrm>
            <a:off x="6233008" y="4183380"/>
            <a:ext cx="2567864" cy="1634236"/>
          </a:xfrm>
          <a:prstGeom prst="roundRect">
            <a:avLst>
              <a:gd name="adj" fmla="val 8766"/>
            </a:avLst>
          </a:prstGeom>
          <a:solidFill>
            <a:srgbClr val="DD784B"/>
          </a:solidFill>
          <a:ln/>
        </p:spPr>
        <p:txBody>
          <a:bodyPr/>
          <a:lstStyle/>
          <a:p>
            <a:endParaRPr lang="en-NL"/>
          </a:p>
        </p:txBody>
      </p:sp>
      <p:sp>
        <p:nvSpPr>
          <p:cNvPr id="106" name="Shape 104"/>
          <p:cNvSpPr/>
          <p:nvPr/>
        </p:nvSpPr>
        <p:spPr>
          <a:xfrm>
            <a:off x="6507328" y="4366260"/>
            <a:ext cx="420624" cy="420624"/>
          </a:xfrm>
          <a:prstGeom prst="ellipse">
            <a:avLst/>
          </a:prstGeom>
          <a:solidFill>
            <a:srgbClr val="F4D9DC"/>
          </a:solidFill>
          <a:ln/>
        </p:spPr>
        <p:txBody>
          <a:bodyPr/>
          <a:lstStyle/>
          <a:p>
            <a:endParaRPr lang="en-NL"/>
          </a:p>
        </p:txBody>
      </p:sp>
      <p:sp>
        <p:nvSpPr>
          <p:cNvPr id="107" name="Text 105"/>
          <p:cNvSpPr/>
          <p:nvPr/>
        </p:nvSpPr>
        <p:spPr>
          <a:xfrm>
            <a:off x="6507328" y="4366260"/>
            <a:ext cx="420624" cy="420624"/>
          </a:xfrm>
          <a:prstGeom prst="rect">
            <a:avLst/>
          </a:prstGeom>
          <a:noFill/>
          <a:ln/>
        </p:spPr>
        <p:txBody>
          <a:bodyPr wrap="square" lIns="0" tIns="0" rIns="0" bIns="0" rtlCol="0" anchor="ctr"/>
          <a:lstStyle/>
          <a:p>
            <a:pPr marL="0" indent="0" algn="ctr">
              <a:lnSpc>
                <a:spcPct val="105000"/>
              </a:lnSpc>
              <a:buNone/>
            </a:pPr>
            <a:r>
              <a:rPr lang="en-US" sz="1600" dirty="0">
                <a:solidFill>
                  <a:srgbClr val="000000"/>
                </a:solidFill>
                <a:latin typeface="General Sans Semibold" pitchFamily="34" charset="0"/>
                <a:ea typeface="General Sans Semibold" pitchFamily="34" charset="-122"/>
                <a:cs typeface="General Sans Semibold" pitchFamily="34" charset="-120"/>
              </a:rPr>
              <a:t>3</a:t>
            </a:r>
            <a:endParaRPr lang="en-US" sz="1600" dirty="0"/>
          </a:p>
        </p:txBody>
      </p:sp>
      <p:sp>
        <p:nvSpPr>
          <p:cNvPr id="108" name="Text 106"/>
          <p:cNvSpPr/>
          <p:nvPr/>
        </p:nvSpPr>
        <p:spPr>
          <a:xfrm>
            <a:off x="7055968" y="4384548"/>
            <a:ext cx="1470584" cy="572008"/>
          </a:xfrm>
          <a:prstGeom prst="rect">
            <a:avLst/>
          </a:prstGeom>
          <a:noFill/>
          <a:ln/>
        </p:spPr>
        <p:txBody>
          <a:bodyPr wrap="square" lIns="0" tIns="0" rIns="0" bIns="0" rtlCol="0" anchor="t"/>
          <a:lstStyle/>
          <a:p>
            <a:pPr marL="0" indent="0" algn="l">
              <a:lnSpc>
                <a:spcPct val="105000"/>
              </a:lnSpc>
              <a:buNone/>
            </a:pPr>
            <a:r>
              <a:rPr lang="en-US" sz="1900" dirty="0">
                <a:solidFill>
                  <a:srgbClr val="000000"/>
                </a:solidFill>
                <a:latin typeface="General Sans Semibold" pitchFamily="34" charset="0"/>
                <a:ea typeface="General Sans Semibold" pitchFamily="34" charset="-122"/>
                <a:cs typeface="General Sans Semibold" pitchFamily="34" charset="-120"/>
              </a:rPr>
              <a:t>Kleine groepen</a:t>
            </a:r>
            <a:endParaRPr lang="en-US" sz="1900" dirty="0"/>
          </a:p>
        </p:txBody>
      </p:sp>
      <p:sp>
        <p:nvSpPr>
          <p:cNvPr id="109" name="Text 107"/>
          <p:cNvSpPr/>
          <p:nvPr/>
        </p:nvSpPr>
        <p:spPr>
          <a:xfrm>
            <a:off x="6507328" y="5139436"/>
            <a:ext cx="2019224" cy="541020"/>
          </a:xfrm>
          <a:prstGeom prst="rect">
            <a:avLst/>
          </a:prstGeom>
          <a:noFill/>
          <a:ln/>
        </p:spPr>
        <p:txBody>
          <a:bodyPr wrap="square" lIns="0" tIns="0" rIns="0" bIns="0" rtlCol="0" anchor="t"/>
          <a:lstStyle/>
          <a:p>
            <a:pPr marL="0" indent="0" algn="l">
              <a:lnSpc>
                <a:spcPct val="105000"/>
              </a:lnSpc>
              <a:buNone/>
            </a:pPr>
            <a:r>
              <a:rPr lang="en-US" sz="1500" dirty="0">
                <a:solidFill>
                  <a:srgbClr val="000000"/>
                </a:solidFill>
                <a:latin typeface="General Sans" pitchFamily="34" charset="0"/>
                <a:ea typeface="General Sans" pitchFamily="34" charset="-122"/>
                <a:cs typeface="General Sans" pitchFamily="34" charset="-120"/>
              </a:rPr>
              <a:t>Drempel van 30 afgesproken</a:t>
            </a:r>
            <a:endParaRPr lang="en-US" sz="1500" dirty="0"/>
          </a:p>
        </p:txBody>
      </p:sp>
      <p:sp>
        <p:nvSpPr>
          <p:cNvPr id="110" name="Shape 108"/>
          <p:cNvSpPr/>
          <p:nvPr/>
        </p:nvSpPr>
        <p:spPr>
          <a:xfrm>
            <a:off x="9075191" y="4183380"/>
            <a:ext cx="2567864" cy="1634236"/>
          </a:xfrm>
          <a:prstGeom prst="roundRect">
            <a:avLst>
              <a:gd name="adj" fmla="val 8766"/>
            </a:avLst>
          </a:prstGeom>
          <a:solidFill>
            <a:srgbClr val="DD784B"/>
          </a:solidFill>
          <a:ln/>
        </p:spPr>
        <p:txBody>
          <a:bodyPr/>
          <a:lstStyle/>
          <a:p>
            <a:endParaRPr lang="en-NL"/>
          </a:p>
        </p:txBody>
      </p:sp>
      <p:sp>
        <p:nvSpPr>
          <p:cNvPr id="111" name="Shape 109"/>
          <p:cNvSpPr/>
          <p:nvPr/>
        </p:nvSpPr>
        <p:spPr>
          <a:xfrm>
            <a:off x="9349511" y="4366260"/>
            <a:ext cx="420624" cy="420624"/>
          </a:xfrm>
          <a:prstGeom prst="ellipse">
            <a:avLst/>
          </a:prstGeom>
          <a:solidFill>
            <a:srgbClr val="F4D9DC"/>
          </a:solidFill>
          <a:ln/>
        </p:spPr>
        <p:txBody>
          <a:bodyPr/>
          <a:lstStyle/>
          <a:p>
            <a:endParaRPr lang="en-NL"/>
          </a:p>
        </p:txBody>
      </p:sp>
      <p:sp>
        <p:nvSpPr>
          <p:cNvPr id="112" name="Text 110"/>
          <p:cNvSpPr/>
          <p:nvPr/>
        </p:nvSpPr>
        <p:spPr>
          <a:xfrm>
            <a:off x="9349511" y="4366260"/>
            <a:ext cx="420624" cy="420624"/>
          </a:xfrm>
          <a:prstGeom prst="rect">
            <a:avLst/>
          </a:prstGeom>
          <a:noFill/>
          <a:ln/>
        </p:spPr>
        <p:txBody>
          <a:bodyPr wrap="square" lIns="0" tIns="0" rIns="0" bIns="0" rtlCol="0" anchor="ctr"/>
          <a:lstStyle/>
          <a:p>
            <a:pPr marL="0" indent="0" algn="ctr">
              <a:lnSpc>
                <a:spcPct val="105000"/>
              </a:lnSpc>
              <a:buNone/>
            </a:pPr>
            <a:r>
              <a:rPr lang="en-US" sz="1600" dirty="0">
                <a:solidFill>
                  <a:srgbClr val="000000"/>
                </a:solidFill>
                <a:latin typeface="General Sans Semibold" pitchFamily="34" charset="0"/>
                <a:ea typeface="General Sans Semibold" pitchFamily="34" charset="-122"/>
                <a:cs typeface="General Sans Semibold" pitchFamily="34" charset="-120"/>
              </a:rPr>
              <a:t>4</a:t>
            </a:r>
            <a:endParaRPr lang="en-US" sz="1600" dirty="0"/>
          </a:p>
        </p:txBody>
      </p:sp>
      <p:sp>
        <p:nvSpPr>
          <p:cNvPr id="113" name="Text 111"/>
          <p:cNvSpPr/>
          <p:nvPr/>
        </p:nvSpPr>
        <p:spPr>
          <a:xfrm>
            <a:off x="9898151" y="4384548"/>
            <a:ext cx="1470584" cy="572008"/>
          </a:xfrm>
          <a:prstGeom prst="rect">
            <a:avLst/>
          </a:prstGeom>
          <a:noFill/>
          <a:ln/>
        </p:spPr>
        <p:txBody>
          <a:bodyPr wrap="square" lIns="0" tIns="0" rIns="0" bIns="0" rtlCol="0" anchor="t"/>
          <a:lstStyle/>
          <a:p>
            <a:pPr marL="0" indent="0" algn="l">
              <a:lnSpc>
                <a:spcPct val="105000"/>
              </a:lnSpc>
              <a:buNone/>
            </a:pPr>
            <a:r>
              <a:rPr lang="en-US" sz="1900" dirty="0">
                <a:solidFill>
                  <a:srgbClr val="000000"/>
                </a:solidFill>
                <a:latin typeface="General Sans Semibold" pitchFamily="34" charset="0"/>
                <a:ea typeface="General Sans Semibold" pitchFamily="34" charset="-122"/>
                <a:cs typeface="General Sans Semibold" pitchFamily="34" charset="-120"/>
              </a:rPr>
              <a:t>Geen oorzaak</a:t>
            </a:r>
            <a:endParaRPr lang="en-US" sz="1900" dirty="0"/>
          </a:p>
        </p:txBody>
      </p:sp>
      <p:sp>
        <p:nvSpPr>
          <p:cNvPr id="114" name="Text 112"/>
          <p:cNvSpPr/>
          <p:nvPr/>
        </p:nvSpPr>
        <p:spPr>
          <a:xfrm>
            <a:off x="9349511" y="5139436"/>
            <a:ext cx="2019224" cy="541020"/>
          </a:xfrm>
          <a:prstGeom prst="rect">
            <a:avLst/>
          </a:prstGeom>
          <a:noFill/>
          <a:ln/>
        </p:spPr>
        <p:txBody>
          <a:bodyPr wrap="square" lIns="0" tIns="0" rIns="0" bIns="0" rtlCol="0" anchor="t"/>
          <a:lstStyle/>
          <a:p>
            <a:pPr marL="0" indent="0" algn="l">
              <a:lnSpc>
                <a:spcPct val="105000"/>
              </a:lnSpc>
              <a:buNone/>
            </a:pPr>
            <a:r>
              <a:rPr lang="en-US" sz="1500" dirty="0">
                <a:solidFill>
                  <a:srgbClr val="000000"/>
                </a:solidFill>
                <a:latin typeface="General Sans" pitchFamily="34" charset="0"/>
                <a:ea typeface="General Sans" pitchFamily="34" charset="-122"/>
                <a:cs typeface="General Sans" pitchFamily="34" charset="-120"/>
              </a:rPr>
              <a:t>Verschil is geen effect</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CCEEE6"/>
        </a:solidFill>
        <a:effectLst/>
      </p:bgPr>
    </p:bg>
    <p:spTree>
      <p:nvGrpSpPr>
        <p:cNvPr id="1" name=""/>
        <p:cNvGrpSpPr/>
        <p:nvPr/>
      </p:nvGrpSpPr>
      <p:grpSpPr>
        <a:xfrm>
          <a:off x="0" y="0"/>
          <a:ext cx="0" cy="0"/>
          <a:chOff x="0" y="0"/>
          <a:chExt cx="0" cy="0"/>
        </a:xfrm>
      </p:grpSpPr>
      <p:sp>
        <p:nvSpPr>
          <p:cNvPr id="2" name="Shape 0"/>
          <p:cNvSpPr/>
          <p:nvPr/>
        </p:nvSpPr>
        <p:spPr>
          <a:xfrm>
            <a:off x="11304952" y="384048"/>
            <a:ext cx="35960" cy="35960"/>
          </a:xfrm>
          <a:prstGeom prst="ellipse">
            <a:avLst/>
          </a:prstGeom>
          <a:solidFill>
            <a:srgbClr val="000000"/>
          </a:solidFill>
          <a:ln/>
        </p:spPr>
        <p:txBody>
          <a:bodyPr/>
          <a:lstStyle/>
          <a:p>
            <a:endParaRPr/>
          </a:p>
        </p:txBody>
      </p:sp>
      <p:sp>
        <p:nvSpPr>
          <p:cNvPr id="3" name="Shape 1"/>
          <p:cNvSpPr/>
          <p:nvPr/>
        </p:nvSpPr>
        <p:spPr>
          <a:xfrm>
            <a:off x="11212173" y="399224"/>
            <a:ext cx="34616" cy="34616"/>
          </a:xfrm>
          <a:prstGeom prst="ellipse">
            <a:avLst/>
          </a:prstGeom>
          <a:solidFill>
            <a:srgbClr val="000000"/>
          </a:solidFill>
          <a:ln/>
        </p:spPr>
        <p:txBody>
          <a:bodyPr/>
          <a:lstStyle/>
          <a:p>
            <a:endParaRPr/>
          </a:p>
        </p:txBody>
      </p:sp>
      <p:sp>
        <p:nvSpPr>
          <p:cNvPr id="4" name="Shape 2"/>
          <p:cNvSpPr/>
          <p:nvPr/>
        </p:nvSpPr>
        <p:spPr>
          <a:xfrm>
            <a:off x="11398641" y="399224"/>
            <a:ext cx="34616" cy="34616"/>
          </a:xfrm>
          <a:prstGeom prst="ellipse">
            <a:avLst/>
          </a:prstGeom>
          <a:solidFill>
            <a:srgbClr val="000000"/>
          </a:solidFill>
          <a:ln/>
        </p:spPr>
        <p:txBody>
          <a:bodyPr/>
          <a:lstStyle/>
          <a:p>
            <a:endParaRPr/>
          </a:p>
        </p:txBody>
      </p:sp>
      <p:sp>
        <p:nvSpPr>
          <p:cNvPr id="5" name="Shape 3"/>
          <p:cNvSpPr/>
          <p:nvPr/>
        </p:nvSpPr>
        <p:spPr>
          <a:xfrm>
            <a:off x="11258374" y="435357"/>
            <a:ext cx="51936" cy="51936"/>
          </a:xfrm>
          <a:prstGeom prst="ellipse">
            <a:avLst/>
          </a:prstGeom>
          <a:solidFill>
            <a:srgbClr val="000000"/>
          </a:solidFill>
          <a:ln/>
        </p:spPr>
        <p:txBody>
          <a:bodyPr/>
          <a:lstStyle/>
          <a:p>
            <a:endParaRPr/>
          </a:p>
        </p:txBody>
      </p:sp>
      <p:sp>
        <p:nvSpPr>
          <p:cNvPr id="6" name="Shape 4"/>
          <p:cNvSpPr/>
          <p:nvPr/>
        </p:nvSpPr>
        <p:spPr>
          <a:xfrm>
            <a:off x="11335407" y="435306"/>
            <a:ext cx="51718" cy="51718"/>
          </a:xfrm>
          <a:prstGeom prst="ellipse">
            <a:avLst/>
          </a:prstGeom>
          <a:solidFill>
            <a:srgbClr val="000000"/>
          </a:solidFill>
          <a:ln/>
        </p:spPr>
        <p:txBody>
          <a:bodyPr/>
          <a:lstStyle/>
          <a:p>
            <a:endParaRPr/>
          </a:p>
        </p:txBody>
      </p:sp>
      <p:sp>
        <p:nvSpPr>
          <p:cNvPr id="7" name="Shape 5"/>
          <p:cNvSpPr/>
          <p:nvPr/>
        </p:nvSpPr>
        <p:spPr>
          <a:xfrm>
            <a:off x="11127388" y="442398"/>
            <a:ext cx="35294" cy="35294"/>
          </a:xfrm>
          <a:prstGeom prst="ellipse">
            <a:avLst/>
          </a:prstGeom>
          <a:solidFill>
            <a:srgbClr val="000000"/>
          </a:solidFill>
          <a:ln/>
        </p:spPr>
        <p:txBody>
          <a:bodyPr/>
          <a:lstStyle/>
          <a:p>
            <a:endParaRPr/>
          </a:p>
        </p:txBody>
      </p:sp>
      <p:sp>
        <p:nvSpPr>
          <p:cNvPr id="8" name="Shape 6"/>
          <p:cNvSpPr/>
          <p:nvPr/>
        </p:nvSpPr>
        <p:spPr>
          <a:xfrm>
            <a:off x="11482145" y="441649"/>
            <a:ext cx="35960" cy="35960"/>
          </a:xfrm>
          <a:prstGeom prst="ellipse">
            <a:avLst/>
          </a:prstGeom>
          <a:solidFill>
            <a:srgbClr val="000000"/>
          </a:solidFill>
          <a:ln/>
        </p:spPr>
        <p:txBody>
          <a:bodyPr/>
          <a:lstStyle/>
          <a:p>
            <a:endParaRPr/>
          </a:p>
        </p:txBody>
      </p:sp>
      <p:sp>
        <p:nvSpPr>
          <p:cNvPr id="9" name="Shape 7"/>
          <p:cNvSpPr/>
          <p:nvPr/>
        </p:nvSpPr>
        <p:spPr>
          <a:xfrm>
            <a:off x="11185603" y="459328"/>
            <a:ext cx="52167" cy="52167"/>
          </a:xfrm>
          <a:prstGeom prst="ellipse">
            <a:avLst/>
          </a:prstGeom>
          <a:solidFill>
            <a:srgbClr val="000000"/>
          </a:solidFill>
          <a:ln/>
        </p:spPr>
        <p:txBody>
          <a:bodyPr/>
          <a:lstStyle/>
          <a:p>
            <a:endParaRPr/>
          </a:p>
        </p:txBody>
      </p:sp>
      <p:sp>
        <p:nvSpPr>
          <p:cNvPr id="10" name="Shape 8"/>
          <p:cNvSpPr/>
          <p:nvPr/>
        </p:nvSpPr>
        <p:spPr>
          <a:xfrm>
            <a:off x="11408043" y="458713"/>
            <a:ext cx="52384" cy="52384"/>
          </a:xfrm>
          <a:prstGeom prst="ellipse">
            <a:avLst/>
          </a:prstGeom>
          <a:solidFill>
            <a:srgbClr val="000000"/>
          </a:solidFill>
          <a:ln/>
        </p:spPr>
        <p:txBody>
          <a:bodyPr/>
          <a:lstStyle/>
          <a:p>
            <a:endParaRPr/>
          </a:p>
        </p:txBody>
      </p:sp>
      <p:sp>
        <p:nvSpPr>
          <p:cNvPr id="11" name="Shape 9"/>
          <p:cNvSpPr/>
          <p:nvPr/>
        </p:nvSpPr>
        <p:spPr>
          <a:xfrm>
            <a:off x="11241891" y="499749"/>
            <a:ext cx="36613" cy="36613"/>
          </a:xfrm>
          <a:prstGeom prst="ellipse">
            <a:avLst/>
          </a:prstGeom>
          <a:solidFill>
            <a:srgbClr val="000000"/>
          </a:solidFill>
          <a:ln/>
        </p:spPr>
        <p:txBody>
          <a:bodyPr/>
          <a:lstStyle/>
          <a:p>
            <a:endParaRPr/>
          </a:p>
        </p:txBody>
      </p:sp>
      <p:sp>
        <p:nvSpPr>
          <p:cNvPr id="12" name="Shape 10"/>
          <p:cNvSpPr/>
          <p:nvPr/>
        </p:nvSpPr>
        <p:spPr>
          <a:xfrm>
            <a:off x="11294557" y="500146"/>
            <a:ext cx="57223" cy="57223"/>
          </a:xfrm>
          <a:prstGeom prst="ellipse">
            <a:avLst/>
          </a:prstGeom>
          <a:solidFill>
            <a:srgbClr val="000000"/>
          </a:solidFill>
          <a:ln/>
        </p:spPr>
        <p:txBody>
          <a:bodyPr/>
          <a:lstStyle/>
          <a:p>
            <a:endParaRPr/>
          </a:p>
        </p:txBody>
      </p:sp>
      <p:sp>
        <p:nvSpPr>
          <p:cNvPr id="13" name="Shape 11"/>
          <p:cNvSpPr/>
          <p:nvPr/>
        </p:nvSpPr>
        <p:spPr>
          <a:xfrm>
            <a:off x="11364102" y="498770"/>
            <a:ext cx="35294" cy="35294"/>
          </a:xfrm>
          <a:prstGeom prst="ellipse">
            <a:avLst/>
          </a:prstGeom>
          <a:solidFill>
            <a:srgbClr val="000000"/>
          </a:solidFill>
          <a:ln/>
        </p:spPr>
        <p:txBody>
          <a:bodyPr/>
          <a:lstStyle/>
          <a:p>
            <a:endParaRPr/>
          </a:p>
        </p:txBody>
      </p:sp>
      <p:sp>
        <p:nvSpPr>
          <p:cNvPr id="14" name="Shape 12"/>
          <p:cNvSpPr/>
          <p:nvPr/>
        </p:nvSpPr>
        <p:spPr>
          <a:xfrm>
            <a:off x="11123515" y="504524"/>
            <a:ext cx="51936" cy="51936"/>
          </a:xfrm>
          <a:prstGeom prst="ellipse">
            <a:avLst/>
          </a:prstGeom>
          <a:solidFill>
            <a:srgbClr val="000000"/>
          </a:solidFill>
          <a:ln/>
        </p:spPr>
        <p:txBody>
          <a:bodyPr/>
          <a:lstStyle/>
          <a:p>
            <a:endParaRPr/>
          </a:p>
        </p:txBody>
      </p:sp>
      <p:sp>
        <p:nvSpPr>
          <p:cNvPr id="15" name="Shape 13"/>
          <p:cNvSpPr/>
          <p:nvPr/>
        </p:nvSpPr>
        <p:spPr>
          <a:xfrm>
            <a:off x="11470202" y="504300"/>
            <a:ext cx="52384" cy="52384"/>
          </a:xfrm>
          <a:prstGeom prst="ellipse">
            <a:avLst/>
          </a:prstGeom>
          <a:solidFill>
            <a:srgbClr val="000000"/>
          </a:solidFill>
          <a:ln/>
        </p:spPr>
        <p:txBody>
          <a:bodyPr/>
          <a:lstStyle/>
          <a:p>
            <a:endParaRPr/>
          </a:p>
        </p:txBody>
      </p:sp>
      <p:sp>
        <p:nvSpPr>
          <p:cNvPr id="16" name="Shape 14"/>
          <p:cNvSpPr/>
          <p:nvPr/>
        </p:nvSpPr>
        <p:spPr>
          <a:xfrm>
            <a:off x="11060774" y="508825"/>
            <a:ext cx="35627" cy="35627"/>
          </a:xfrm>
          <a:prstGeom prst="ellipse">
            <a:avLst/>
          </a:prstGeom>
          <a:solidFill>
            <a:srgbClr val="000000"/>
          </a:solidFill>
          <a:ln/>
        </p:spPr>
        <p:txBody>
          <a:bodyPr/>
          <a:lstStyle/>
          <a:p>
            <a:endParaRPr/>
          </a:p>
        </p:txBody>
      </p:sp>
      <p:sp>
        <p:nvSpPr>
          <p:cNvPr id="17" name="Shape 15"/>
          <p:cNvSpPr/>
          <p:nvPr/>
        </p:nvSpPr>
        <p:spPr>
          <a:xfrm>
            <a:off x="11548535" y="508038"/>
            <a:ext cx="36613" cy="36613"/>
          </a:xfrm>
          <a:prstGeom prst="ellipse">
            <a:avLst/>
          </a:prstGeom>
          <a:solidFill>
            <a:srgbClr val="000000"/>
          </a:solidFill>
          <a:ln/>
        </p:spPr>
        <p:txBody>
          <a:bodyPr/>
          <a:lstStyle/>
          <a:p>
            <a:endParaRPr/>
          </a:p>
        </p:txBody>
      </p:sp>
      <p:sp>
        <p:nvSpPr>
          <p:cNvPr id="18" name="Shape 16"/>
          <p:cNvSpPr/>
          <p:nvPr/>
        </p:nvSpPr>
        <p:spPr>
          <a:xfrm>
            <a:off x="11191466" y="533379"/>
            <a:ext cx="57825" cy="57825"/>
          </a:xfrm>
          <a:prstGeom prst="ellipse">
            <a:avLst/>
          </a:prstGeom>
          <a:solidFill>
            <a:srgbClr val="000000"/>
          </a:solidFill>
          <a:ln/>
        </p:spPr>
        <p:txBody>
          <a:bodyPr/>
          <a:lstStyle/>
          <a:p>
            <a:endParaRPr/>
          </a:p>
        </p:txBody>
      </p:sp>
      <p:sp>
        <p:nvSpPr>
          <p:cNvPr id="19" name="Shape 17"/>
          <p:cNvSpPr/>
          <p:nvPr/>
        </p:nvSpPr>
        <p:spPr>
          <a:xfrm>
            <a:off x="11396535" y="533494"/>
            <a:ext cx="57428" cy="57428"/>
          </a:xfrm>
          <a:prstGeom prst="ellipse">
            <a:avLst/>
          </a:prstGeom>
          <a:solidFill>
            <a:srgbClr val="000000"/>
          </a:solidFill>
          <a:ln/>
        </p:spPr>
        <p:txBody>
          <a:bodyPr/>
          <a:lstStyle/>
          <a:p>
            <a:endParaRPr/>
          </a:p>
        </p:txBody>
      </p:sp>
      <p:sp>
        <p:nvSpPr>
          <p:cNvPr id="20" name="Shape 18"/>
          <p:cNvSpPr/>
          <p:nvPr/>
        </p:nvSpPr>
        <p:spPr>
          <a:xfrm>
            <a:off x="11079087" y="567226"/>
            <a:ext cx="51270" cy="51270"/>
          </a:xfrm>
          <a:prstGeom prst="ellipse">
            <a:avLst/>
          </a:prstGeom>
          <a:solidFill>
            <a:srgbClr val="000000"/>
          </a:solidFill>
          <a:ln/>
        </p:spPr>
        <p:txBody>
          <a:bodyPr/>
          <a:lstStyle/>
          <a:p>
            <a:endParaRPr/>
          </a:p>
        </p:txBody>
      </p:sp>
      <p:sp>
        <p:nvSpPr>
          <p:cNvPr id="21" name="Shape 19"/>
          <p:cNvSpPr/>
          <p:nvPr/>
        </p:nvSpPr>
        <p:spPr>
          <a:xfrm>
            <a:off x="11339728" y="567053"/>
            <a:ext cx="34616" cy="34616"/>
          </a:xfrm>
          <a:prstGeom prst="ellipse">
            <a:avLst/>
          </a:prstGeom>
          <a:solidFill>
            <a:srgbClr val="000000"/>
          </a:solidFill>
          <a:ln/>
        </p:spPr>
        <p:txBody>
          <a:bodyPr/>
          <a:lstStyle/>
          <a:p>
            <a:endParaRPr/>
          </a:p>
        </p:txBody>
      </p:sp>
      <p:sp>
        <p:nvSpPr>
          <p:cNvPr id="22" name="Shape 20"/>
          <p:cNvSpPr/>
          <p:nvPr/>
        </p:nvSpPr>
        <p:spPr>
          <a:xfrm>
            <a:off x="11515167" y="566234"/>
            <a:ext cx="52819" cy="52819"/>
          </a:xfrm>
          <a:prstGeom prst="ellipse">
            <a:avLst/>
          </a:prstGeom>
          <a:solidFill>
            <a:srgbClr val="000000"/>
          </a:solidFill>
          <a:ln/>
        </p:spPr>
        <p:txBody>
          <a:bodyPr/>
          <a:lstStyle/>
          <a:p>
            <a:endParaRPr/>
          </a:p>
        </p:txBody>
      </p:sp>
      <p:sp>
        <p:nvSpPr>
          <p:cNvPr id="23" name="Shape 21"/>
          <p:cNvSpPr/>
          <p:nvPr/>
        </p:nvSpPr>
        <p:spPr>
          <a:xfrm>
            <a:off x="11262860" y="569742"/>
            <a:ext cx="34961" cy="34961"/>
          </a:xfrm>
          <a:prstGeom prst="ellipse">
            <a:avLst/>
          </a:prstGeom>
          <a:solidFill>
            <a:srgbClr val="000000"/>
          </a:solidFill>
          <a:ln/>
        </p:spPr>
        <p:txBody>
          <a:bodyPr/>
          <a:lstStyle/>
          <a:p>
            <a:endParaRPr/>
          </a:p>
        </p:txBody>
      </p:sp>
      <p:sp>
        <p:nvSpPr>
          <p:cNvPr id="24" name="Shape 22"/>
          <p:cNvSpPr/>
          <p:nvPr/>
        </p:nvSpPr>
        <p:spPr>
          <a:xfrm>
            <a:off x="11462521" y="569818"/>
            <a:ext cx="35294" cy="35294"/>
          </a:xfrm>
          <a:prstGeom prst="ellipse">
            <a:avLst/>
          </a:prstGeom>
          <a:solidFill>
            <a:srgbClr val="000000"/>
          </a:solidFill>
          <a:ln/>
        </p:spPr>
        <p:txBody>
          <a:bodyPr/>
          <a:lstStyle/>
          <a:p>
            <a:endParaRPr/>
          </a:p>
        </p:txBody>
      </p:sp>
      <p:sp>
        <p:nvSpPr>
          <p:cNvPr id="25" name="Shape 23"/>
          <p:cNvSpPr/>
          <p:nvPr/>
        </p:nvSpPr>
        <p:spPr>
          <a:xfrm>
            <a:off x="11145681" y="573441"/>
            <a:ext cx="34270" cy="34270"/>
          </a:xfrm>
          <a:prstGeom prst="ellipse">
            <a:avLst/>
          </a:prstGeom>
          <a:solidFill>
            <a:srgbClr val="000000"/>
          </a:solidFill>
          <a:ln/>
        </p:spPr>
        <p:txBody>
          <a:bodyPr/>
          <a:lstStyle/>
          <a:p>
            <a:endParaRPr/>
          </a:p>
        </p:txBody>
      </p:sp>
      <p:sp>
        <p:nvSpPr>
          <p:cNvPr id="26" name="Shape 24"/>
          <p:cNvSpPr/>
          <p:nvPr/>
        </p:nvSpPr>
        <p:spPr>
          <a:xfrm>
            <a:off x="11592015" y="593213"/>
            <a:ext cx="35294" cy="35294"/>
          </a:xfrm>
          <a:prstGeom prst="ellipse">
            <a:avLst/>
          </a:prstGeom>
          <a:solidFill>
            <a:srgbClr val="000000"/>
          </a:solidFill>
          <a:ln/>
        </p:spPr>
        <p:txBody>
          <a:bodyPr/>
          <a:lstStyle/>
          <a:p>
            <a:endParaRPr/>
          </a:p>
        </p:txBody>
      </p:sp>
      <p:sp>
        <p:nvSpPr>
          <p:cNvPr id="27" name="Shape 25"/>
          <p:cNvSpPr/>
          <p:nvPr/>
        </p:nvSpPr>
        <p:spPr>
          <a:xfrm>
            <a:off x="11019124" y="593444"/>
            <a:ext cx="34616" cy="34616"/>
          </a:xfrm>
          <a:prstGeom prst="ellipse">
            <a:avLst/>
          </a:prstGeom>
          <a:solidFill>
            <a:srgbClr val="000000"/>
          </a:solidFill>
          <a:ln/>
        </p:spPr>
        <p:txBody>
          <a:bodyPr/>
          <a:lstStyle/>
          <a:p>
            <a:endParaRPr/>
          </a:p>
        </p:txBody>
      </p:sp>
      <p:sp>
        <p:nvSpPr>
          <p:cNvPr id="28" name="Shape 26"/>
          <p:cNvSpPr/>
          <p:nvPr/>
        </p:nvSpPr>
        <p:spPr>
          <a:xfrm>
            <a:off x="11403576" y="610214"/>
            <a:ext cx="34961" cy="34961"/>
          </a:xfrm>
          <a:prstGeom prst="ellipse">
            <a:avLst/>
          </a:prstGeom>
          <a:solidFill>
            <a:srgbClr val="000000"/>
          </a:solidFill>
          <a:ln/>
        </p:spPr>
        <p:txBody>
          <a:bodyPr/>
          <a:lstStyle/>
          <a:p>
            <a:endParaRPr/>
          </a:p>
        </p:txBody>
      </p:sp>
      <p:sp>
        <p:nvSpPr>
          <p:cNvPr id="29" name="Shape 27"/>
          <p:cNvSpPr/>
          <p:nvPr/>
        </p:nvSpPr>
        <p:spPr>
          <a:xfrm>
            <a:off x="11201662" y="616570"/>
            <a:ext cx="35627" cy="35627"/>
          </a:xfrm>
          <a:prstGeom prst="ellipse">
            <a:avLst/>
          </a:prstGeom>
          <a:solidFill>
            <a:srgbClr val="000000"/>
          </a:solidFill>
          <a:ln/>
        </p:spPr>
        <p:txBody>
          <a:bodyPr/>
          <a:lstStyle/>
          <a:p>
            <a:endParaRPr/>
          </a:p>
        </p:txBody>
      </p:sp>
      <p:sp>
        <p:nvSpPr>
          <p:cNvPr id="30" name="Shape 28"/>
          <p:cNvSpPr/>
          <p:nvPr/>
        </p:nvSpPr>
        <p:spPr>
          <a:xfrm>
            <a:off x="11127484" y="620705"/>
            <a:ext cx="58030" cy="58030"/>
          </a:xfrm>
          <a:prstGeom prst="ellipse">
            <a:avLst/>
          </a:prstGeom>
          <a:solidFill>
            <a:srgbClr val="000000"/>
          </a:solidFill>
          <a:ln/>
        </p:spPr>
        <p:txBody>
          <a:bodyPr/>
          <a:lstStyle/>
          <a:p>
            <a:endParaRPr/>
          </a:p>
        </p:txBody>
      </p:sp>
      <p:sp>
        <p:nvSpPr>
          <p:cNvPr id="31" name="Shape 29"/>
          <p:cNvSpPr/>
          <p:nvPr/>
        </p:nvSpPr>
        <p:spPr>
          <a:xfrm>
            <a:off x="11460767" y="620852"/>
            <a:ext cx="57428" cy="57428"/>
          </a:xfrm>
          <a:prstGeom prst="ellipse">
            <a:avLst/>
          </a:prstGeom>
          <a:solidFill>
            <a:srgbClr val="000000"/>
          </a:solidFill>
          <a:ln/>
        </p:spPr>
        <p:txBody>
          <a:bodyPr/>
          <a:lstStyle/>
          <a:p>
            <a:endParaRPr/>
          </a:p>
        </p:txBody>
      </p:sp>
      <p:sp>
        <p:nvSpPr>
          <p:cNvPr id="32" name="Shape 30"/>
          <p:cNvSpPr/>
          <p:nvPr/>
        </p:nvSpPr>
        <p:spPr>
          <a:xfrm>
            <a:off x="11055219" y="640144"/>
            <a:ext cx="51718" cy="51718"/>
          </a:xfrm>
          <a:prstGeom prst="ellipse">
            <a:avLst/>
          </a:prstGeom>
          <a:solidFill>
            <a:srgbClr val="000000"/>
          </a:solidFill>
          <a:ln/>
        </p:spPr>
        <p:txBody>
          <a:bodyPr/>
          <a:lstStyle/>
          <a:p>
            <a:endParaRPr/>
          </a:p>
        </p:txBody>
      </p:sp>
      <p:sp>
        <p:nvSpPr>
          <p:cNvPr id="33" name="Shape 31"/>
          <p:cNvSpPr/>
          <p:nvPr/>
        </p:nvSpPr>
        <p:spPr>
          <a:xfrm>
            <a:off x="11539330" y="640266"/>
            <a:ext cx="51270" cy="51270"/>
          </a:xfrm>
          <a:prstGeom prst="ellipse">
            <a:avLst/>
          </a:prstGeom>
          <a:solidFill>
            <a:srgbClr val="000000"/>
          </a:solidFill>
          <a:ln/>
        </p:spPr>
        <p:txBody>
          <a:bodyPr/>
          <a:lstStyle/>
          <a:p>
            <a:endParaRPr/>
          </a:p>
        </p:txBody>
      </p:sp>
      <p:sp>
        <p:nvSpPr>
          <p:cNvPr id="34" name="Shape 32"/>
          <p:cNvSpPr/>
          <p:nvPr/>
        </p:nvSpPr>
        <p:spPr>
          <a:xfrm>
            <a:off x="11429576" y="682274"/>
            <a:ext cx="35627" cy="35627"/>
          </a:xfrm>
          <a:prstGeom prst="ellipse">
            <a:avLst/>
          </a:prstGeom>
          <a:solidFill>
            <a:srgbClr val="000000"/>
          </a:solidFill>
          <a:ln/>
        </p:spPr>
        <p:txBody>
          <a:bodyPr/>
          <a:lstStyle/>
          <a:p>
            <a:endParaRPr/>
          </a:p>
        </p:txBody>
      </p:sp>
      <p:sp>
        <p:nvSpPr>
          <p:cNvPr id="35" name="Shape 33"/>
          <p:cNvSpPr/>
          <p:nvPr/>
        </p:nvSpPr>
        <p:spPr>
          <a:xfrm>
            <a:off x="11004076" y="687222"/>
            <a:ext cx="34616" cy="34616"/>
          </a:xfrm>
          <a:prstGeom prst="ellipse">
            <a:avLst/>
          </a:prstGeom>
          <a:solidFill>
            <a:srgbClr val="000000"/>
          </a:solidFill>
          <a:ln/>
        </p:spPr>
        <p:txBody>
          <a:bodyPr/>
          <a:lstStyle/>
          <a:p>
            <a:endParaRPr/>
          </a:p>
        </p:txBody>
      </p:sp>
      <p:sp>
        <p:nvSpPr>
          <p:cNvPr id="36" name="Shape 34"/>
          <p:cNvSpPr/>
          <p:nvPr/>
        </p:nvSpPr>
        <p:spPr>
          <a:xfrm>
            <a:off x="11502052" y="685321"/>
            <a:ext cx="34270" cy="34270"/>
          </a:xfrm>
          <a:prstGeom prst="ellipse">
            <a:avLst/>
          </a:prstGeom>
          <a:solidFill>
            <a:srgbClr val="000000"/>
          </a:solidFill>
          <a:ln/>
        </p:spPr>
        <p:txBody>
          <a:bodyPr/>
          <a:lstStyle/>
          <a:p>
            <a:endParaRPr/>
          </a:p>
        </p:txBody>
      </p:sp>
      <p:sp>
        <p:nvSpPr>
          <p:cNvPr id="37" name="Shape 35"/>
          <p:cNvSpPr/>
          <p:nvPr/>
        </p:nvSpPr>
        <p:spPr>
          <a:xfrm>
            <a:off x="11606321" y="686422"/>
            <a:ext cx="35627" cy="35627"/>
          </a:xfrm>
          <a:prstGeom prst="ellipse">
            <a:avLst/>
          </a:prstGeom>
          <a:solidFill>
            <a:srgbClr val="000000"/>
          </a:solidFill>
          <a:ln/>
        </p:spPr>
        <p:txBody>
          <a:bodyPr/>
          <a:lstStyle/>
          <a:p>
            <a:endParaRPr/>
          </a:p>
        </p:txBody>
      </p:sp>
      <p:sp>
        <p:nvSpPr>
          <p:cNvPr id="38" name="Shape 36"/>
          <p:cNvSpPr/>
          <p:nvPr/>
        </p:nvSpPr>
        <p:spPr>
          <a:xfrm>
            <a:off x="11108908" y="688957"/>
            <a:ext cx="35294" cy="35294"/>
          </a:xfrm>
          <a:prstGeom prst="ellipse">
            <a:avLst/>
          </a:prstGeom>
          <a:solidFill>
            <a:srgbClr val="000000"/>
          </a:solidFill>
          <a:ln/>
        </p:spPr>
        <p:txBody>
          <a:bodyPr/>
          <a:lstStyle/>
          <a:p>
            <a:endParaRPr/>
          </a:p>
        </p:txBody>
      </p:sp>
      <p:sp>
        <p:nvSpPr>
          <p:cNvPr id="39" name="Shape 37"/>
          <p:cNvSpPr/>
          <p:nvPr/>
        </p:nvSpPr>
        <p:spPr>
          <a:xfrm>
            <a:off x="11179733" y="690371"/>
            <a:ext cx="36613" cy="36613"/>
          </a:xfrm>
          <a:prstGeom prst="ellipse">
            <a:avLst/>
          </a:prstGeom>
          <a:solidFill>
            <a:srgbClr val="000000"/>
          </a:solidFill>
          <a:ln/>
        </p:spPr>
        <p:txBody>
          <a:bodyPr/>
          <a:lstStyle/>
          <a:p>
            <a:endParaRPr/>
          </a:p>
        </p:txBody>
      </p:sp>
      <p:sp>
        <p:nvSpPr>
          <p:cNvPr id="40" name="Shape 38"/>
          <p:cNvSpPr/>
          <p:nvPr/>
        </p:nvSpPr>
        <p:spPr>
          <a:xfrm>
            <a:off x="11054764" y="716576"/>
            <a:ext cx="51936" cy="51936"/>
          </a:xfrm>
          <a:prstGeom prst="ellipse">
            <a:avLst/>
          </a:prstGeom>
          <a:solidFill>
            <a:srgbClr val="000000"/>
          </a:solidFill>
          <a:ln/>
        </p:spPr>
        <p:txBody>
          <a:bodyPr/>
          <a:lstStyle/>
          <a:p>
            <a:endParaRPr/>
          </a:p>
        </p:txBody>
      </p:sp>
      <p:sp>
        <p:nvSpPr>
          <p:cNvPr id="41" name="Shape 39"/>
          <p:cNvSpPr/>
          <p:nvPr/>
        </p:nvSpPr>
        <p:spPr>
          <a:xfrm>
            <a:off x="11539023" y="716851"/>
            <a:ext cx="51488" cy="51488"/>
          </a:xfrm>
          <a:prstGeom prst="ellipse">
            <a:avLst/>
          </a:prstGeom>
          <a:solidFill>
            <a:srgbClr val="000000"/>
          </a:solidFill>
          <a:ln/>
        </p:spPr>
        <p:txBody>
          <a:bodyPr/>
          <a:lstStyle/>
          <a:p>
            <a:endParaRPr/>
          </a:p>
        </p:txBody>
      </p:sp>
      <p:sp>
        <p:nvSpPr>
          <p:cNvPr id="42" name="Shape 40"/>
          <p:cNvSpPr/>
          <p:nvPr/>
        </p:nvSpPr>
        <p:spPr>
          <a:xfrm>
            <a:off x="11127490" y="729288"/>
            <a:ext cx="58222" cy="58222"/>
          </a:xfrm>
          <a:prstGeom prst="ellipse">
            <a:avLst/>
          </a:prstGeom>
          <a:solidFill>
            <a:srgbClr val="000000"/>
          </a:solidFill>
          <a:ln/>
        </p:spPr>
        <p:txBody>
          <a:bodyPr/>
          <a:lstStyle/>
          <a:p>
            <a:endParaRPr/>
          </a:p>
        </p:txBody>
      </p:sp>
      <p:sp>
        <p:nvSpPr>
          <p:cNvPr id="43" name="Shape 41"/>
          <p:cNvSpPr/>
          <p:nvPr/>
        </p:nvSpPr>
        <p:spPr>
          <a:xfrm>
            <a:off x="11460671" y="729781"/>
            <a:ext cx="57633" cy="57633"/>
          </a:xfrm>
          <a:prstGeom prst="ellipse">
            <a:avLst/>
          </a:prstGeom>
          <a:solidFill>
            <a:srgbClr val="000000"/>
          </a:solidFill>
          <a:ln/>
        </p:spPr>
        <p:txBody>
          <a:bodyPr/>
          <a:lstStyle/>
          <a:p>
            <a:endParaRPr/>
          </a:p>
        </p:txBody>
      </p:sp>
      <p:sp>
        <p:nvSpPr>
          <p:cNvPr id="44" name="Shape 42"/>
          <p:cNvSpPr/>
          <p:nvPr/>
        </p:nvSpPr>
        <p:spPr>
          <a:xfrm>
            <a:off x="11407973" y="756415"/>
            <a:ext cx="35960" cy="35960"/>
          </a:xfrm>
          <a:prstGeom prst="ellipse">
            <a:avLst/>
          </a:prstGeom>
          <a:solidFill>
            <a:srgbClr val="000000"/>
          </a:solidFill>
          <a:ln/>
        </p:spPr>
        <p:txBody>
          <a:bodyPr/>
          <a:lstStyle/>
          <a:p>
            <a:endParaRPr/>
          </a:p>
        </p:txBody>
      </p:sp>
      <p:sp>
        <p:nvSpPr>
          <p:cNvPr id="45" name="Shape 43"/>
          <p:cNvSpPr/>
          <p:nvPr/>
        </p:nvSpPr>
        <p:spPr>
          <a:xfrm>
            <a:off x="11207308" y="763884"/>
            <a:ext cx="34616" cy="34616"/>
          </a:xfrm>
          <a:prstGeom prst="ellipse">
            <a:avLst/>
          </a:prstGeom>
          <a:solidFill>
            <a:srgbClr val="000000"/>
          </a:solidFill>
          <a:ln/>
        </p:spPr>
        <p:txBody>
          <a:bodyPr/>
          <a:lstStyle/>
          <a:p>
            <a:endParaRPr/>
          </a:p>
        </p:txBody>
      </p:sp>
      <p:sp>
        <p:nvSpPr>
          <p:cNvPr id="46" name="Shape 44"/>
          <p:cNvSpPr/>
          <p:nvPr/>
        </p:nvSpPr>
        <p:spPr>
          <a:xfrm>
            <a:off x="11018670" y="780462"/>
            <a:ext cx="34616" cy="34616"/>
          </a:xfrm>
          <a:prstGeom prst="ellipse">
            <a:avLst/>
          </a:prstGeom>
          <a:solidFill>
            <a:srgbClr val="000000"/>
          </a:solidFill>
          <a:ln/>
        </p:spPr>
        <p:txBody>
          <a:bodyPr/>
          <a:lstStyle/>
          <a:p>
            <a:endParaRPr/>
          </a:p>
        </p:txBody>
      </p:sp>
      <p:sp>
        <p:nvSpPr>
          <p:cNvPr id="47" name="Shape 45"/>
          <p:cNvSpPr/>
          <p:nvPr/>
        </p:nvSpPr>
        <p:spPr>
          <a:xfrm>
            <a:off x="11591670" y="780123"/>
            <a:ext cx="35294" cy="35294"/>
          </a:xfrm>
          <a:prstGeom prst="ellipse">
            <a:avLst/>
          </a:prstGeom>
          <a:solidFill>
            <a:srgbClr val="000000"/>
          </a:solidFill>
          <a:ln/>
        </p:spPr>
        <p:txBody>
          <a:bodyPr/>
          <a:lstStyle/>
          <a:p>
            <a:endParaRPr/>
          </a:p>
        </p:txBody>
      </p:sp>
      <p:sp>
        <p:nvSpPr>
          <p:cNvPr id="48" name="Shape 46"/>
          <p:cNvSpPr/>
          <p:nvPr/>
        </p:nvSpPr>
        <p:spPr>
          <a:xfrm>
            <a:off x="11079010" y="790179"/>
            <a:ext cx="51270" cy="51270"/>
          </a:xfrm>
          <a:prstGeom prst="ellipse">
            <a:avLst/>
          </a:prstGeom>
          <a:solidFill>
            <a:srgbClr val="000000"/>
          </a:solidFill>
          <a:ln/>
        </p:spPr>
        <p:txBody>
          <a:bodyPr/>
          <a:lstStyle/>
          <a:p>
            <a:endParaRPr/>
          </a:p>
        </p:txBody>
      </p:sp>
      <p:sp>
        <p:nvSpPr>
          <p:cNvPr id="49" name="Shape 47"/>
          <p:cNvSpPr/>
          <p:nvPr/>
        </p:nvSpPr>
        <p:spPr>
          <a:xfrm>
            <a:off x="11515218" y="789692"/>
            <a:ext cx="52602" cy="52602"/>
          </a:xfrm>
          <a:prstGeom prst="ellipse">
            <a:avLst/>
          </a:prstGeom>
          <a:solidFill>
            <a:srgbClr val="000000"/>
          </a:solidFill>
          <a:ln/>
        </p:spPr>
        <p:txBody>
          <a:bodyPr/>
          <a:lstStyle/>
          <a:p>
            <a:endParaRPr/>
          </a:p>
        </p:txBody>
      </p:sp>
      <p:sp>
        <p:nvSpPr>
          <p:cNvPr id="50" name="Shape 48"/>
          <p:cNvSpPr/>
          <p:nvPr/>
        </p:nvSpPr>
        <p:spPr>
          <a:xfrm>
            <a:off x="11147371" y="803460"/>
            <a:ext cx="35627" cy="35627"/>
          </a:xfrm>
          <a:prstGeom prst="ellipse">
            <a:avLst/>
          </a:prstGeom>
          <a:solidFill>
            <a:srgbClr val="000000"/>
          </a:solidFill>
          <a:ln/>
        </p:spPr>
        <p:txBody>
          <a:bodyPr/>
          <a:lstStyle/>
          <a:p>
            <a:endParaRPr/>
          </a:p>
        </p:txBody>
      </p:sp>
      <p:sp>
        <p:nvSpPr>
          <p:cNvPr id="51" name="Shape 49"/>
          <p:cNvSpPr/>
          <p:nvPr/>
        </p:nvSpPr>
        <p:spPr>
          <a:xfrm>
            <a:off x="11347786" y="804293"/>
            <a:ext cx="35294" cy="35294"/>
          </a:xfrm>
          <a:prstGeom prst="ellipse">
            <a:avLst/>
          </a:prstGeom>
          <a:solidFill>
            <a:srgbClr val="000000"/>
          </a:solidFill>
          <a:ln/>
        </p:spPr>
        <p:txBody>
          <a:bodyPr/>
          <a:lstStyle/>
          <a:p>
            <a:endParaRPr/>
          </a:p>
        </p:txBody>
      </p:sp>
      <p:sp>
        <p:nvSpPr>
          <p:cNvPr id="52" name="Shape 50"/>
          <p:cNvSpPr/>
          <p:nvPr/>
        </p:nvSpPr>
        <p:spPr>
          <a:xfrm>
            <a:off x="11465119" y="800919"/>
            <a:ext cx="34961" cy="34961"/>
          </a:xfrm>
          <a:prstGeom prst="ellipse">
            <a:avLst/>
          </a:prstGeom>
          <a:solidFill>
            <a:srgbClr val="000000"/>
          </a:solidFill>
          <a:ln/>
        </p:spPr>
        <p:txBody>
          <a:bodyPr/>
          <a:lstStyle/>
          <a:p>
            <a:endParaRPr/>
          </a:p>
        </p:txBody>
      </p:sp>
      <p:sp>
        <p:nvSpPr>
          <p:cNvPr id="53" name="Shape 51"/>
          <p:cNvSpPr/>
          <p:nvPr/>
        </p:nvSpPr>
        <p:spPr>
          <a:xfrm>
            <a:off x="11270669" y="806590"/>
            <a:ext cx="35627" cy="35627"/>
          </a:xfrm>
          <a:prstGeom prst="ellipse">
            <a:avLst/>
          </a:prstGeom>
          <a:solidFill>
            <a:srgbClr val="000000"/>
          </a:solidFill>
          <a:ln/>
        </p:spPr>
        <p:txBody>
          <a:bodyPr/>
          <a:lstStyle/>
          <a:p>
            <a:endParaRPr/>
          </a:p>
        </p:txBody>
      </p:sp>
      <p:sp>
        <p:nvSpPr>
          <p:cNvPr id="54" name="Shape 52"/>
          <p:cNvSpPr/>
          <p:nvPr/>
        </p:nvSpPr>
        <p:spPr>
          <a:xfrm>
            <a:off x="11191498" y="817766"/>
            <a:ext cx="57633" cy="57633"/>
          </a:xfrm>
          <a:prstGeom prst="ellipse">
            <a:avLst/>
          </a:prstGeom>
          <a:solidFill>
            <a:srgbClr val="000000"/>
          </a:solidFill>
          <a:ln/>
        </p:spPr>
        <p:txBody>
          <a:bodyPr/>
          <a:lstStyle/>
          <a:p>
            <a:endParaRPr/>
          </a:p>
        </p:txBody>
      </p:sp>
      <p:sp>
        <p:nvSpPr>
          <p:cNvPr id="55" name="Shape 53"/>
          <p:cNvSpPr/>
          <p:nvPr/>
        </p:nvSpPr>
        <p:spPr>
          <a:xfrm>
            <a:off x="11396573" y="817888"/>
            <a:ext cx="57633" cy="57633"/>
          </a:xfrm>
          <a:prstGeom prst="ellipse">
            <a:avLst/>
          </a:prstGeom>
          <a:solidFill>
            <a:srgbClr val="000000"/>
          </a:solidFill>
          <a:ln/>
        </p:spPr>
        <p:txBody>
          <a:bodyPr/>
          <a:lstStyle/>
          <a:p>
            <a:endParaRPr/>
          </a:p>
        </p:txBody>
      </p:sp>
      <p:sp>
        <p:nvSpPr>
          <p:cNvPr id="56" name="Shape 54"/>
          <p:cNvSpPr/>
          <p:nvPr/>
        </p:nvSpPr>
        <p:spPr>
          <a:xfrm>
            <a:off x="11123445" y="851985"/>
            <a:ext cx="52167" cy="52167"/>
          </a:xfrm>
          <a:prstGeom prst="ellipse">
            <a:avLst/>
          </a:prstGeom>
          <a:solidFill>
            <a:srgbClr val="000000"/>
          </a:solidFill>
          <a:ln/>
        </p:spPr>
        <p:txBody>
          <a:bodyPr/>
          <a:lstStyle/>
          <a:p>
            <a:endParaRPr/>
          </a:p>
        </p:txBody>
      </p:sp>
      <p:sp>
        <p:nvSpPr>
          <p:cNvPr id="57" name="Shape 55"/>
          <p:cNvSpPr/>
          <p:nvPr/>
        </p:nvSpPr>
        <p:spPr>
          <a:xfrm>
            <a:off x="11294647" y="851390"/>
            <a:ext cx="57223" cy="57223"/>
          </a:xfrm>
          <a:prstGeom prst="ellipse">
            <a:avLst/>
          </a:prstGeom>
          <a:solidFill>
            <a:srgbClr val="000000"/>
          </a:solidFill>
          <a:ln/>
        </p:spPr>
        <p:txBody>
          <a:bodyPr/>
          <a:lstStyle/>
          <a:p>
            <a:endParaRPr/>
          </a:p>
        </p:txBody>
      </p:sp>
      <p:sp>
        <p:nvSpPr>
          <p:cNvPr id="58" name="Shape 56"/>
          <p:cNvSpPr/>
          <p:nvPr/>
        </p:nvSpPr>
        <p:spPr>
          <a:xfrm>
            <a:off x="11470202" y="852382"/>
            <a:ext cx="52384" cy="52384"/>
          </a:xfrm>
          <a:prstGeom prst="ellipse">
            <a:avLst/>
          </a:prstGeom>
          <a:solidFill>
            <a:srgbClr val="000000"/>
          </a:solidFill>
          <a:ln/>
        </p:spPr>
        <p:txBody>
          <a:bodyPr/>
          <a:lstStyle/>
          <a:p>
            <a:endParaRPr/>
          </a:p>
        </p:txBody>
      </p:sp>
      <p:sp>
        <p:nvSpPr>
          <p:cNvPr id="59" name="Shape 57"/>
          <p:cNvSpPr/>
          <p:nvPr/>
        </p:nvSpPr>
        <p:spPr>
          <a:xfrm>
            <a:off x="11060774" y="864607"/>
            <a:ext cx="35627" cy="35627"/>
          </a:xfrm>
          <a:prstGeom prst="ellipse">
            <a:avLst/>
          </a:prstGeom>
          <a:solidFill>
            <a:srgbClr val="000000"/>
          </a:solidFill>
          <a:ln/>
        </p:spPr>
        <p:txBody>
          <a:bodyPr/>
          <a:lstStyle/>
          <a:p>
            <a:endParaRPr/>
          </a:p>
        </p:txBody>
      </p:sp>
      <p:sp>
        <p:nvSpPr>
          <p:cNvPr id="60" name="Shape 58"/>
          <p:cNvSpPr/>
          <p:nvPr/>
        </p:nvSpPr>
        <p:spPr>
          <a:xfrm>
            <a:off x="11548733" y="864185"/>
            <a:ext cx="35627" cy="35627"/>
          </a:xfrm>
          <a:prstGeom prst="ellipse">
            <a:avLst/>
          </a:prstGeom>
          <a:solidFill>
            <a:srgbClr val="000000"/>
          </a:solidFill>
          <a:ln/>
        </p:spPr>
        <p:txBody>
          <a:bodyPr/>
          <a:lstStyle/>
          <a:p>
            <a:endParaRPr/>
          </a:p>
        </p:txBody>
      </p:sp>
      <p:sp>
        <p:nvSpPr>
          <p:cNvPr id="61" name="Shape 59"/>
          <p:cNvSpPr/>
          <p:nvPr/>
        </p:nvSpPr>
        <p:spPr>
          <a:xfrm>
            <a:off x="11246231" y="873908"/>
            <a:ext cx="35627" cy="35627"/>
          </a:xfrm>
          <a:prstGeom prst="ellipse">
            <a:avLst/>
          </a:prstGeom>
          <a:solidFill>
            <a:srgbClr val="000000"/>
          </a:solidFill>
          <a:ln/>
        </p:spPr>
        <p:txBody>
          <a:bodyPr/>
          <a:lstStyle/>
          <a:p>
            <a:endParaRPr/>
          </a:p>
        </p:txBody>
      </p:sp>
      <p:sp>
        <p:nvSpPr>
          <p:cNvPr id="62" name="Shape 60"/>
          <p:cNvSpPr/>
          <p:nvPr/>
        </p:nvSpPr>
        <p:spPr>
          <a:xfrm>
            <a:off x="11367418" y="872896"/>
            <a:ext cx="35627" cy="35627"/>
          </a:xfrm>
          <a:prstGeom prst="ellipse">
            <a:avLst/>
          </a:prstGeom>
          <a:solidFill>
            <a:srgbClr val="000000"/>
          </a:solidFill>
          <a:ln/>
        </p:spPr>
        <p:txBody>
          <a:bodyPr/>
          <a:lstStyle/>
          <a:p>
            <a:endParaRPr/>
          </a:p>
        </p:txBody>
      </p:sp>
      <p:sp>
        <p:nvSpPr>
          <p:cNvPr id="63" name="Shape 61"/>
          <p:cNvSpPr/>
          <p:nvPr/>
        </p:nvSpPr>
        <p:spPr>
          <a:xfrm>
            <a:off x="11185366" y="897322"/>
            <a:ext cx="51936" cy="51936"/>
          </a:xfrm>
          <a:prstGeom prst="ellipse">
            <a:avLst/>
          </a:prstGeom>
          <a:solidFill>
            <a:srgbClr val="000000"/>
          </a:solidFill>
          <a:ln/>
        </p:spPr>
        <p:txBody>
          <a:bodyPr/>
          <a:lstStyle/>
          <a:p>
            <a:endParaRPr/>
          </a:p>
        </p:txBody>
      </p:sp>
      <p:sp>
        <p:nvSpPr>
          <p:cNvPr id="64" name="Shape 62"/>
          <p:cNvSpPr/>
          <p:nvPr/>
        </p:nvSpPr>
        <p:spPr>
          <a:xfrm>
            <a:off x="11407845" y="897655"/>
            <a:ext cx="52602" cy="52602"/>
          </a:xfrm>
          <a:prstGeom prst="ellipse">
            <a:avLst/>
          </a:prstGeom>
          <a:solidFill>
            <a:srgbClr val="000000"/>
          </a:solidFill>
          <a:ln/>
        </p:spPr>
        <p:txBody>
          <a:bodyPr/>
          <a:lstStyle/>
          <a:p>
            <a:endParaRPr/>
          </a:p>
        </p:txBody>
      </p:sp>
      <p:sp>
        <p:nvSpPr>
          <p:cNvPr id="65" name="Shape 63"/>
          <p:cNvSpPr/>
          <p:nvPr/>
        </p:nvSpPr>
        <p:spPr>
          <a:xfrm>
            <a:off x="11258822" y="921466"/>
            <a:ext cx="51270" cy="51270"/>
          </a:xfrm>
          <a:prstGeom prst="ellipse">
            <a:avLst/>
          </a:prstGeom>
          <a:solidFill>
            <a:srgbClr val="000000"/>
          </a:solidFill>
          <a:ln/>
        </p:spPr>
        <p:txBody>
          <a:bodyPr/>
          <a:lstStyle/>
          <a:p>
            <a:endParaRPr/>
          </a:p>
        </p:txBody>
      </p:sp>
      <p:sp>
        <p:nvSpPr>
          <p:cNvPr id="66" name="Shape 64"/>
          <p:cNvSpPr/>
          <p:nvPr/>
        </p:nvSpPr>
        <p:spPr>
          <a:xfrm>
            <a:off x="11335350" y="921504"/>
            <a:ext cx="51270" cy="51270"/>
          </a:xfrm>
          <a:prstGeom prst="ellipse">
            <a:avLst/>
          </a:prstGeom>
          <a:solidFill>
            <a:srgbClr val="000000"/>
          </a:solidFill>
          <a:ln/>
        </p:spPr>
        <p:txBody>
          <a:bodyPr/>
          <a:lstStyle/>
          <a:p>
            <a:endParaRPr/>
          </a:p>
        </p:txBody>
      </p:sp>
      <p:sp>
        <p:nvSpPr>
          <p:cNvPr id="67" name="Shape 65"/>
          <p:cNvSpPr/>
          <p:nvPr/>
        </p:nvSpPr>
        <p:spPr>
          <a:xfrm>
            <a:off x="11127388" y="931368"/>
            <a:ext cx="35294" cy="35294"/>
          </a:xfrm>
          <a:prstGeom prst="ellipse">
            <a:avLst/>
          </a:prstGeom>
          <a:solidFill>
            <a:srgbClr val="000000"/>
          </a:solidFill>
          <a:ln/>
        </p:spPr>
        <p:txBody>
          <a:bodyPr/>
          <a:lstStyle/>
          <a:p>
            <a:endParaRPr/>
          </a:p>
        </p:txBody>
      </p:sp>
      <p:sp>
        <p:nvSpPr>
          <p:cNvPr id="68" name="Shape 66"/>
          <p:cNvSpPr/>
          <p:nvPr/>
        </p:nvSpPr>
        <p:spPr>
          <a:xfrm>
            <a:off x="11481979" y="931035"/>
            <a:ext cx="35960" cy="35960"/>
          </a:xfrm>
          <a:prstGeom prst="ellipse">
            <a:avLst/>
          </a:prstGeom>
          <a:solidFill>
            <a:srgbClr val="000000"/>
          </a:solidFill>
          <a:ln/>
        </p:spPr>
        <p:txBody>
          <a:bodyPr/>
          <a:lstStyle/>
          <a:p>
            <a:endParaRPr/>
          </a:p>
        </p:txBody>
      </p:sp>
      <p:sp>
        <p:nvSpPr>
          <p:cNvPr id="69" name="Shape 67"/>
          <p:cNvSpPr/>
          <p:nvPr/>
        </p:nvSpPr>
        <p:spPr>
          <a:xfrm>
            <a:off x="11211987" y="974695"/>
            <a:ext cx="34961" cy="34961"/>
          </a:xfrm>
          <a:prstGeom prst="ellipse">
            <a:avLst/>
          </a:prstGeom>
          <a:solidFill>
            <a:srgbClr val="000000"/>
          </a:solidFill>
          <a:ln/>
        </p:spPr>
        <p:txBody>
          <a:bodyPr/>
          <a:lstStyle/>
          <a:p>
            <a:endParaRPr/>
          </a:p>
        </p:txBody>
      </p:sp>
      <p:sp>
        <p:nvSpPr>
          <p:cNvPr id="70" name="Shape 68"/>
          <p:cNvSpPr/>
          <p:nvPr/>
        </p:nvSpPr>
        <p:spPr>
          <a:xfrm>
            <a:off x="11398461" y="974695"/>
            <a:ext cx="34961" cy="34961"/>
          </a:xfrm>
          <a:prstGeom prst="ellipse">
            <a:avLst/>
          </a:prstGeom>
          <a:solidFill>
            <a:srgbClr val="000000"/>
          </a:solidFill>
          <a:ln/>
        </p:spPr>
        <p:txBody>
          <a:bodyPr/>
          <a:lstStyle/>
          <a:p>
            <a:endParaRPr/>
          </a:p>
        </p:txBody>
      </p:sp>
      <p:sp>
        <p:nvSpPr>
          <p:cNvPr id="71" name="Shape 69"/>
          <p:cNvSpPr/>
          <p:nvPr/>
        </p:nvSpPr>
        <p:spPr>
          <a:xfrm>
            <a:off x="11304837" y="988501"/>
            <a:ext cx="35627" cy="35627"/>
          </a:xfrm>
          <a:prstGeom prst="ellipse">
            <a:avLst/>
          </a:prstGeom>
          <a:solidFill>
            <a:srgbClr val="000000"/>
          </a:solidFill>
          <a:ln/>
        </p:spPr>
        <p:txBody>
          <a:bodyPr/>
          <a:lstStyle/>
          <a:p>
            <a:endParaRPr/>
          </a:p>
        </p:txBody>
      </p:sp>
      <p:sp>
        <p:nvSpPr>
          <p:cNvPr id="72" name="Text 70"/>
          <p:cNvSpPr/>
          <p:nvPr/>
        </p:nvSpPr>
        <p:spPr>
          <a:xfrm>
            <a:off x="548640" y="411480"/>
            <a:ext cx="10088575" cy="777240"/>
          </a:xfrm>
          <a:prstGeom prst="rect">
            <a:avLst/>
          </a:prstGeom>
          <a:noFill/>
          <a:ln/>
        </p:spPr>
        <p:txBody>
          <a:bodyPr wrap="square" lIns="0" tIns="0" rIns="0" bIns="0" rtlCol="0" anchor="ctr"/>
          <a:lstStyle/>
          <a:p>
            <a:pPr marL="0" indent="0" algn="l">
              <a:lnSpc>
                <a:spcPct val="105000"/>
              </a:lnSpc>
              <a:buNone/>
            </a:pPr>
            <a:r>
              <a:rPr lang="en-US" sz="3400" dirty="0">
                <a:solidFill>
                  <a:srgbClr val="3D68EC"/>
                </a:solidFill>
                <a:latin typeface="General Sans Semibold" pitchFamily="34" charset="0"/>
                <a:ea typeface="General Sans Semibold" pitchFamily="34" charset="-122"/>
                <a:cs typeface="General Sans Semibold" pitchFamily="34" charset="-120"/>
              </a:rPr>
              <a:t>Zo ziet het dataprofiel eruit</a:t>
            </a:r>
            <a:endParaRPr lang="en-US" sz="3400" dirty="0"/>
          </a:p>
        </p:txBody>
      </p:sp>
      <p:pic>
        <p:nvPicPr>
          <p:cNvPr id="73" name="Image 0" descr="Dataprofiel met de kerncijfers en de keuzes en aannames"/>
          <p:cNvPicPr>
            <a:picLocks noChangeAspect="1"/>
          </p:cNvPicPr>
          <p:nvPr/>
        </p:nvPicPr>
        <p:blipFill>
          <a:blip r:embed="rId3"/>
          <a:stretch>
            <a:fillRect/>
          </a:stretch>
        </p:blipFill>
        <p:spPr>
          <a:xfrm>
            <a:off x="548640" y="2049162"/>
            <a:ext cx="7071055" cy="2988277"/>
          </a:xfrm>
          <a:prstGeom prst="rect">
            <a:avLst/>
          </a:prstGeom>
        </p:spPr>
      </p:pic>
      <p:sp>
        <p:nvSpPr>
          <p:cNvPr id="74" name="Text 71"/>
          <p:cNvSpPr/>
          <p:nvPr/>
        </p:nvSpPr>
        <p:spPr>
          <a:xfrm>
            <a:off x="548640" y="5852160"/>
            <a:ext cx="7071055" cy="365760"/>
          </a:xfrm>
          <a:prstGeom prst="rect">
            <a:avLst/>
          </a:prstGeom>
          <a:noFill/>
          <a:ln/>
        </p:spPr>
        <p:txBody>
          <a:bodyPr wrap="square" lIns="0" tIns="0" rIns="0" bIns="0" rtlCol="0" anchor="t"/>
          <a:lstStyle/>
          <a:p>
            <a:pPr marL="0" indent="0" algn="ctr">
              <a:lnSpc>
                <a:spcPct val="105000"/>
              </a:lnSpc>
              <a:buNone/>
            </a:pPr>
            <a:r>
              <a:rPr lang="en-US" sz="1300" dirty="0">
                <a:solidFill>
                  <a:srgbClr val="000000"/>
                </a:solidFill>
                <a:latin typeface="General Sans" pitchFamily="34" charset="0"/>
                <a:ea typeface="General Sans" pitchFamily="34" charset="-122"/>
                <a:cs typeface="General Sans" pitchFamily="34" charset="-120"/>
              </a:rPr>
              <a:t>data-profiel.html</a:t>
            </a:r>
            <a:endParaRPr lang="en-US" sz="1300" dirty="0"/>
          </a:p>
        </p:txBody>
      </p:sp>
      <p:sp>
        <p:nvSpPr>
          <p:cNvPr id="75" name="Text 72"/>
          <p:cNvSpPr/>
          <p:nvPr/>
        </p:nvSpPr>
        <p:spPr>
          <a:xfrm>
            <a:off x="7894015" y="1463040"/>
            <a:ext cx="3749040" cy="4480560"/>
          </a:xfrm>
          <a:prstGeom prst="rect">
            <a:avLst/>
          </a:prstGeom>
          <a:noFill/>
          <a:ln/>
        </p:spPr>
        <p:txBody>
          <a:bodyPr wrap="square" lIns="0" tIns="0" rIns="0" bIns="0" rtlCol="0" anchor="t"/>
          <a:lstStyle/>
          <a:p>
            <a:pPr marL="0" indent="0" algn="l">
              <a:lnSpc>
                <a:spcPct val="105000"/>
              </a:lnSpc>
              <a:spcAft>
                <a:spcPts val="800"/>
              </a:spcAft>
              <a:buNone/>
            </a:pPr>
            <a:r>
              <a:rPr lang="en-US" sz="1800" dirty="0">
                <a:solidFill>
                  <a:srgbClr val="000000"/>
                </a:solidFill>
                <a:latin typeface="General Sans" pitchFamily="34" charset="0"/>
                <a:ea typeface="General Sans" pitchFamily="34" charset="-122"/>
                <a:cs typeface="General Sans" pitchFamily="34" charset="-120"/>
              </a:rPr>
              <a:t>Dit is de uitkomst van </a:t>
            </a:r>
            <a:r>
              <a:rPr lang="en-US" sz="1800" dirty="0">
                <a:solidFill>
                  <a:srgbClr val="00AF81"/>
                </a:solidFill>
                <a:latin typeface="General Sans Semibold" pitchFamily="34" charset="0"/>
                <a:ea typeface="General Sans Semibold" pitchFamily="34" charset="-122"/>
                <a:cs typeface="General Sans Semibold" pitchFamily="34" charset="-120"/>
              </a:rPr>
              <a:t>1-verkennen</a:t>
            </a:r>
            <a:r>
              <a:rPr lang="en-US" sz="1800" dirty="0">
                <a:solidFill>
                  <a:srgbClr val="000000"/>
                </a:solidFill>
                <a:latin typeface="General Sans" pitchFamily="34" charset="0"/>
                <a:ea typeface="General Sans" pitchFamily="34" charset="-122"/>
                <a:cs typeface="General Sans" pitchFamily="34" charset="-120"/>
              </a:rPr>
              <a:t>: tegels met de kerncijfers en een tabel met je </a:t>
            </a:r>
            <a:r>
              <a:rPr lang="en-US" sz="1800" dirty="0">
                <a:solidFill>
                  <a:srgbClr val="00AF81"/>
                </a:solidFill>
                <a:latin typeface="General Sans Semibold" pitchFamily="34" charset="0"/>
                <a:ea typeface="General Sans Semibold" pitchFamily="34" charset="-122"/>
                <a:cs typeface="General Sans Semibold" pitchFamily="34" charset="-120"/>
              </a:rPr>
              <a:t>keuzes en aannames</a:t>
            </a:r>
            <a:r>
              <a:rPr lang="en-US" sz="1800" dirty="0">
                <a:solidFill>
                  <a:srgbClr val="000000"/>
                </a:solidFill>
                <a:latin typeface="General Sans" pitchFamily="34" charset="0"/>
                <a:ea typeface="General Sans" pitchFamily="34" charset="-122"/>
                <a:cs typeface="General Sans" pitchFamily="34" charset="-120"/>
              </a:rPr>
              <a:t>. Klik in Claude op </a:t>
            </a:r>
            <a:r>
              <a:rPr lang="en-US" sz="1800" dirty="0">
                <a:solidFill>
                  <a:srgbClr val="00AF81"/>
                </a:solidFill>
                <a:latin typeface="General Sans Semibold" pitchFamily="34" charset="0"/>
                <a:ea typeface="General Sans Semibold" pitchFamily="34" charset="-122"/>
                <a:cs typeface="General Sans Semibold" pitchFamily="34" charset="-120"/>
              </a:rPr>
              <a:t>Open je dataprofiel</a:t>
            </a:r>
            <a:r>
              <a:rPr lang="en-US" sz="1800" dirty="0">
                <a:solidFill>
                  <a:srgbClr val="000000"/>
                </a:solidFill>
                <a:latin typeface="General Sans" pitchFamily="34" charset="0"/>
                <a:ea typeface="General Sans" pitchFamily="34" charset="-122"/>
                <a:cs typeface="General Sans" pitchFamily="34" charset="-120"/>
              </a:rPr>
              <a:t>.</a:t>
            </a:r>
            <a:endParaRPr lang="en-US" sz="1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9">
    <p:bg>
      <p:bgPr>
        <a:solidFill>
          <a:srgbClr val="3D68EC"/>
        </a:solidFill>
        <a:effectLst/>
      </p:bgPr>
    </p:bg>
    <p:spTree>
      <p:nvGrpSpPr>
        <p:cNvPr id="1" name=""/>
        <p:cNvGrpSpPr/>
        <p:nvPr/>
      </p:nvGrpSpPr>
      <p:grpSpPr>
        <a:xfrm>
          <a:off x="0" y="0"/>
          <a:ext cx="0" cy="0"/>
          <a:chOff x="0" y="0"/>
          <a:chExt cx="0" cy="0"/>
        </a:xfrm>
      </p:grpSpPr>
      <p:sp>
        <p:nvSpPr>
          <p:cNvPr id="2" name="Shape 0"/>
          <p:cNvSpPr/>
          <p:nvPr/>
        </p:nvSpPr>
        <p:spPr>
          <a:xfrm>
            <a:off x="11304952" y="384048"/>
            <a:ext cx="35960" cy="35960"/>
          </a:xfrm>
          <a:prstGeom prst="ellipse">
            <a:avLst/>
          </a:prstGeom>
          <a:solidFill>
            <a:srgbClr val="F4D9DC"/>
          </a:solidFill>
          <a:ln/>
        </p:spPr>
        <p:txBody>
          <a:bodyPr/>
          <a:lstStyle/>
          <a:p>
            <a:endParaRPr/>
          </a:p>
        </p:txBody>
      </p:sp>
      <p:sp>
        <p:nvSpPr>
          <p:cNvPr id="3" name="Shape 1"/>
          <p:cNvSpPr/>
          <p:nvPr/>
        </p:nvSpPr>
        <p:spPr>
          <a:xfrm>
            <a:off x="11212173" y="399224"/>
            <a:ext cx="34616" cy="34616"/>
          </a:xfrm>
          <a:prstGeom prst="ellipse">
            <a:avLst/>
          </a:prstGeom>
          <a:solidFill>
            <a:srgbClr val="F4D9DC"/>
          </a:solidFill>
          <a:ln/>
        </p:spPr>
        <p:txBody>
          <a:bodyPr/>
          <a:lstStyle/>
          <a:p>
            <a:endParaRPr/>
          </a:p>
        </p:txBody>
      </p:sp>
      <p:sp>
        <p:nvSpPr>
          <p:cNvPr id="4" name="Shape 2"/>
          <p:cNvSpPr/>
          <p:nvPr/>
        </p:nvSpPr>
        <p:spPr>
          <a:xfrm>
            <a:off x="11398641" y="399224"/>
            <a:ext cx="34616" cy="34616"/>
          </a:xfrm>
          <a:prstGeom prst="ellipse">
            <a:avLst/>
          </a:prstGeom>
          <a:solidFill>
            <a:srgbClr val="F4D9DC"/>
          </a:solidFill>
          <a:ln/>
        </p:spPr>
        <p:txBody>
          <a:bodyPr/>
          <a:lstStyle/>
          <a:p>
            <a:endParaRPr/>
          </a:p>
        </p:txBody>
      </p:sp>
      <p:sp>
        <p:nvSpPr>
          <p:cNvPr id="5" name="Shape 3"/>
          <p:cNvSpPr/>
          <p:nvPr/>
        </p:nvSpPr>
        <p:spPr>
          <a:xfrm>
            <a:off x="11258374" y="435357"/>
            <a:ext cx="51936" cy="51936"/>
          </a:xfrm>
          <a:prstGeom prst="ellipse">
            <a:avLst/>
          </a:prstGeom>
          <a:solidFill>
            <a:srgbClr val="F4D9DC"/>
          </a:solidFill>
          <a:ln/>
        </p:spPr>
        <p:txBody>
          <a:bodyPr/>
          <a:lstStyle/>
          <a:p>
            <a:endParaRPr/>
          </a:p>
        </p:txBody>
      </p:sp>
      <p:sp>
        <p:nvSpPr>
          <p:cNvPr id="6" name="Shape 4"/>
          <p:cNvSpPr/>
          <p:nvPr/>
        </p:nvSpPr>
        <p:spPr>
          <a:xfrm>
            <a:off x="11335407" y="435306"/>
            <a:ext cx="51718" cy="51718"/>
          </a:xfrm>
          <a:prstGeom prst="ellipse">
            <a:avLst/>
          </a:prstGeom>
          <a:solidFill>
            <a:srgbClr val="F4D9DC"/>
          </a:solidFill>
          <a:ln/>
        </p:spPr>
        <p:txBody>
          <a:bodyPr/>
          <a:lstStyle/>
          <a:p>
            <a:endParaRPr/>
          </a:p>
        </p:txBody>
      </p:sp>
      <p:sp>
        <p:nvSpPr>
          <p:cNvPr id="7" name="Shape 5"/>
          <p:cNvSpPr/>
          <p:nvPr/>
        </p:nvSpPr>
        <p:spPr>
          <a:xfrm>
            <a:off x="11127388" y="442398"/>
            <a:ext cx="35294" cy="35294"/>
          </a:xfrm>
          <a:prstGeom prst="ellipse">
            <a:avLst/>
          </a:prstGeom>
          <a:solidFill>
            <a:srgbClr val="F4D9DC"/>
          </a:solidFill>
          <a:ln/>
        </p:spPr>
        <p:txBody>
          <a:bodyPr/>
          <a:lstStyle/>
          <a:p>
            <a:endParaRPr/>
          </a:p>
        </p:txBody>
      </p:sp>
      <p:sp>
        <p:nvSpPr>
          <p:cNvPr id="8" name="Shape 6"/>
          <p:cNvSpPr/>
          <p:nvPr/>
        </p:nvSpPr>
        <p:spPr>
          <a:xfrm>
            <a:off x="11482145" y="441649"/>
            <a:ext cx="35960" cy="35960"/>
          </a:xfrm>
          <a:prstGeom prst="ellipse">
            <a:avLst/>
          </a:prstGeom>
          <a:solidFill>
            <a:srgbClr val="F4D9DC"/>
          </a:solidFill>
          <a:ln/>
        </p:spPr>
        <p:txBody>
          <a:bodyPr/>
          <a:lstStyle/>
          <a:p>
            <a:endParaRPr/>
          </a:p>
        </p:txBody>
      </p:sp>
      <p:sp>
        <p:nvSpPr>
          <p:cNvPr id="9" name="Shape 7"/>
          <p:cNvSpPr/>
          <p:nvPr/>
        </p:nvSpPr>
        <p:spPr>
          <a:xfrm>
            <a:off x="11185603" y="459328"/>
            <a:ext cx="52167" cy="52167"/>
          </a:xfrm>
          <a:prstGeom prst="ellipse">
            <a:avLst/>
          </a:prstGeom>
          <a:solidFill>
            <a:srgbClr val="F4D9DC"/>
          </a:solidFill>
          <a:ln/>
        </p:spPr>
        <p:txBody>
          <a:bodyPr/>
          <a:lstStyle/>
          <a:p>
            <a:endParaRPr/>
          </a:p>
        </p:txBody>
      </p:sp>
      <p:sp>
        <p:nvSpPr>
          <p:cNvPr id="10" name="Shape 8"/>
          <p:cNvSpPr/>
          <p:nvPr/>
        </p:nvSpPr>
        <p:spPr>
          <a:xfrm>
            <a:off x="11408043" y="458713"/>
            <a:ext cx="52384" cy="52384"/>
          </a:xfrm>
          <a:prstGeom prst="ellipse">
            <a:avLst/>
          </a:prstGeom>
          <a:solidFill>
            <a:srgbClr val="F4D9DC"/>
          </a:solidFill>
          <a:ln/>
        </p:spPr>
        <p:txBody>
          <a:bodyPr/>
          <a:lstStyle/>
          <a:p>
            <a:endParaRPr/>
          </a:p>
        </p:txBody>
      </p:sp>
      <p:sp>
        <p:nvSpPr>
          <p:cNvPr id="11" name="Shape 9"/>
          <p:cNvSpPr/>
          <p:nvPr/>
        </p:nvSpPr>
        <p:spPr>
          <a:xfrm>
            <a:off x="11241891" y="499749"/>
            <a:ext cx="36613" cy="36613"/>
          </a:xfrm>
          <a:prstGeom prst="ellipse">
            <a:avLst/>
          </a:prstGeom>
          <a:solidFill>
            <a:srgbClr val="F4D9DC"/>
          </a:solidFill>
          <a:ln/>
        </p:spPr>
        <p:txBody>
          <a:bodyPr/>
          <a:lstStyle/>
          <a:p>
            <a:endParaRPr/>
          </a:p>
        </p:txBody>
      </p:sp>
      <p:sp>
        <p:nvSpPr>
          <p:cNvPr id="12" name="Shape 10"/>
          <p:cNvSpPr/>
          <p:nvPr/>
        </p:nvSpPr>
        <p:spPr>
          <a:xfrm>
            <a:off x="11294557" y="500146"/>
            <a:ext cx="57223" cy="57223"/>
          </a:xfrm>
          <a:prstGeom prst="ellipse">
            <a:avLst/>
          </a:prstGeom>
          <a:solidFill>
            <a:srgbClr val="F4D9DC"/>
          </a:solidFill>
          <a:ln/>
        </p:spPr>
        <p:txBody>
          <a:bodyPr/>
          <a:lstStyle/>
          <a:p>
            <a:endParaRPr/>
          </a:p>
        </p:txBody>
      </p:sp>
      <p:sp>
        <p:nvSpPr>
          <p:cNvPr id="13" name="Shape 11"/>
          <p:cNvSpPr/>
          <p:nvPr/>
        </p:nvSpPr>
        <p:spPr>
          <a:xfrm>
            <a:off x="11364102" y="498770"/>
            <a:ext cx="35294" cy="35294"/>
          </a:xfrm>
          <a:prstGeom prst="ellipse">
            <a:avLst/>
          </a:prstGeom>
          <a:solidFill>
            <a:srgbClr val="F4D9DC"/>
          </a:solidFill>
          <a:ln/>
        </p:spPr>
        <p:txBody>
          <a:bodyPr/>
          <a:lstStyle/>
          <a:p>
            <a:endParaRPr/>
          </a:p>
        </p:txBody>
      </p:sp>
      <p:sp>
        <p:nvSpPr>
          <p:cNvPr id="14" name="Shape 12"/>
          <p:cNvSpPr/>
          <p:nvPr/>
        </p:nvSpPr>
        <p:spPr>
          <a:xfrm>
            <a:off x="11123515" y="504524"/>
            <a:ext cx="51936" cy="51936"/>
          </a:xfrm>
          <a:prstGeom prst="ellipse">
            <a:avLst/>
          </a:prstGeom>
          <a:solidFill>
            <a:srgbClr val="F4D9DC"/>
          </a:solidFill>
          <a:ln/>
        </p:spPr>
        <p:txBody>
          <a:bodyPr/>
          <a:lstStyle/>
          <a:p>
            <a:endParaRPr/>
          </a:p>
        </p:txBody>
      </p:sp>
      <p:sp>
        <p:nvSpPr>
          <p:cNvPr id="15" name="Shape 13"/>
          <p:cNvSpPr/>
          <p:nvPr/>
        </p:nvSpPr>
        <p:spPr>
          <a:xfrm>
            <a:off x="11470202" y="504300"/>
            <a:ext cx="52384" cy="52384"/>
          </a:xfrm>
          <a:prstGeom prst="ellipse">
            <a:avLst/>
          </a:prstGeom>
          <a:solidFill>
            <a:srgbClr val="F4D9DC"/>
          </a:solidFill>
          <a:ln/>
        </p:spPr>
        <p:txBody>
          <a:bodyPr/>
          <a:lstStyle/>
          <a:p>
            <a:endParaRPr/>
          </a:p>
        </p:txBody>
      </p:sp>
      <p:sp>
        <p:nvSpPr>
          <p:cNvPr id="16" name="Shape 14"/>
          <p:cNvSpPr/>
          <p:nvPr/>
        </p:nvSpPr>
        <p:spPr>
          <a:xfrm>
            <a:off x="11060774" y="508825"/>
            <a:ext cx="35627" cy="35627"/>
          </a:xfrm>
          <a:prstGeom prst="ellipse">
            <a:avLst/>
          </a:prstGeom>
          <a:solidFill>
            <a:srgbClr val="F4D9DC"/>
          </a:solidFill>
          <a:ln/>
        </p:spPr>
        <p:txBody>
          <a:bodyPr/>
          <a:lstStyle/>
          <a:p>
            <a:endParaRPr/>
          </a:p>
        </p:txBody>
      </p:sp>
      <p:sp>
        <p:nvSpPr>
          <p:cNvPr id="17" name="Shape 15"/>
          <p:cNvSpPr/>
          <p:nvPr/>
        </p:nvSpPr>
        <p:spPr>
          <a:xfrm>
            <a:off x="11548535" y="508038"/>
            <a:ext cx="36613" cy="36613"/>
          </a:xfrm>
          <a:prstGeom prst="ellipse">
            <a:avLst/>
          </a:prstGeom>
          <a:solidFill>
            <a:srgbClr val="F4D9DC"/>
          </a:solidFill>
          <a:ln/>
        </p:spPr>
        <p:txBody>
          <a:bodyPr/>
          <a:lstStyle/>
          <a:p>
            <a:endParaRPr/>
          </a:p>
        </p:txBody>
      </p:sp>
      <p:sp>
        <p:nvSpPr>
          <p:cNvPr id="18" name="Shape 16"/>
          <p:cNvSpPr/>
          <p:nvPr/>
        </p:nvSpPr>
        <p:spPr>
          <a:xfrm>
            <a:off x="11191466" y="533379"/>
            <a:ext cx="57825" cy="57825"/>
          </a:xfrm>
          <a:prstGeom prst="ellipse">
            <a:avLst/>
          </a:prstGeom>
          <a:solidFill>
            <a:srgbClr val="F4D9DC"/>
          </a:solidFill>
          <a:ln/>
        </p:spPr>
        <p:txBody>
          <a:bodyPr/>
          <a:lstStyle/>
          <a:p>
            <a:endParaRPr/>
          </a:p>
        </p:txBody>
      </p:sp>
      <p:sp>
        <p:nvSpPr>
          <p:cNvPr id="19" name="Shape 17"/>
          <p:cNvSpPr/>
          <p:nvPr/>
        </p:nvSpPr>
        <p:spPr>
          <a:xfrm>
            <a:off x="11396535" y="533494"/>
            <a:ext cx="57428" cy="57428"/>
          </a:xfrm>
          <a:prstGeom prst="ellipse">
            <a:avLst/>
          </a:prstGeom>
          <a:solidFill>
            <a:srgbClr val="F4D9DC"/>
          </a:solidFill>
          <a:ln/>
        </p:spPr>
        <p:txBody>
          <a:bodyPr/>
          <a:lstStyle/>
          <a:p>
            <a:endParaRPr/>
          </a:p>
        </p:txBody>
      </p:sp>
      <p:sp>
        <p:nvSpPr>
          <p:cNvPr id="20" name="Shape 18"/>
          <p:cNvSpPr/>
          <p:nvPr/>
        </p:nvSpPr>
        <p:spPr>
          <a:xfrm>
            <a:off x="11079087" y="567226"/>
            <a:ext cx="51270" cy="51270"/>
          </a:xfrm>
          <a:prstGeom prst="ellipse">
            <a:avLst/>
          </a:prstGeom>
          <a:solidFill>
            <a:srgbClr val="F4D9DC"/>
          </a:solidFill>
          <a:ln/>
        </p:spPr>
        <p:txBody>
          <a:bodyPr/>
          <a:lstStyle/>
          <a:p>
            <a:endParaRPr/>
          </a:p>
        </p:txBody>
      </p:sp>
      <p:sp>
        <p:nvSpPr>
          <p:cNvPr id="21" name="Shape 19"/>
          <p:cNvSpPr/>
          <p:nvPr/>
        </p:nvSpPr>
        <p:spPr>
          <a:xfrm>
            <a:off x="11339728" y="567053"/>
            <a:ext cx="34616" cy="34616"/>
          </a:xfrm>
          <a:prstGeom prst="ellipse">
            <a:avLst/>
          </a:prstGeom>
          <a:solidFill>
            <a:srgbClr val="F4D9DC"/>
          </a:solidFill>
          <a:ln/>
        </p:spPr>
        <p:txBody>
          <a:bodyPr/>
          <a:lstStyle/>
          <a:p>
            <a:endParaRPr/>
          </a:p>
        </p:txBody>
      </p:sp>
      <p:sp>
        <p:nvSpPr>
          <p:cNvPr id="22" name="Shape 20"/>
          <p:cNvSpPr/>
          <p:nvPr/>
        </p:nvSpPr>
        <p:spPr>
          <a:xfrm>
            <a:off x="11515167" y="566234"/>
            <a:ext cx="52819" cy="52819"/>
          </a:xfrm>
          <a:prstGeom prst="ellipse">
            <a:avLst/>
          </a:prstGeom>
          <a:solidFill>
            <a:srgbClr val="F4D9DC"/>
          </a:solidFill>
          <a:ln/>
        </p:spPr>
        <p:txBody>
          <a:bodyPr/>
          <a:lstStyle/>
          <a:p>
            <a:endParaRPr/>
          </a:p>
        </p:txBody>
      </p:sp>
      <p:sp>
        <p:nvSpPr>
          <p:cNvPr id="23" name="Shape 21"/>
          <p:cNvSpPr/>
          <p:nvPr/>
        </p:nvSpPr>
        <p:spPr>
          <a:xfrm>
            <a:off x="11262860" y="569742"/>
            <a:ext cx="34961" cy="34961"/>
          </a:xfrm>
          <a:prstGeom prst="ellipse">
            <a:avLst/>
          </a:prstGeom>
          <a:solidFill>
            <a:srgbClr val="F4D9DC"/>
          </a:solidFill>
          <a:ln/>
        </p:spPr>
        <p:txBody>
          <a:bodyPr/>
          <a:lstStyle/>
          <a:p>
            <a:endParaRPr/>
          </a:p>
        </p:txBody>
      </p:sp>
      <p:sp>
        <p:nvSpPr>
          <p:cNvPr id="24" name="Shape 22"/>
          <p:cNvSpPr/>
          <p:nvPr/>
        </p:nvSpPr>
        <p:spPr>
          <a:xfrm>
            <a:off x="11462521" y="569818"/>
            <a:ext cx="35294" cy="35294"/>
          </a:xfrm>
          <a:prstGeom prst="ellipse">
            <a:avLst/>
          </a:prstGeom>
          <a:solidFill>
            <a:srgbClr val="F4D9DC"/>
          </a:solidFill>
          <a:ln/>
        </p:spPr>
        <p:txBody>
          <a:bodyPr/>
          <a:lstStyle/>
          <a:p>
            <a:endParaRPr/>
          </a:p>
        </p:txBody>
      </p:sp>
      <p:sp>
        <p:nvSpPr>
          <p:cNvPr id="25" name="Shape 23"/>
          <p:cNvSpPr/>
          <p:nvPr/>
        </p:nvSpPr>
        <p:spPr>
          <a:xfrm>
            <a:off x="11145681" y="573441"/>
            <a:ext cx="34270" cy="34270"/>
          </a:xfrm>
          <a:prstGeom prst="ellipse">
            <a:avLst/>
          </a:prstGeom>
          <a:solidFill>
            <a:srgbClr val="F4D9DC"/>
          </a:solidFill>
          <a:ln/>
        </p:spPr>
        <p:txBody>
          <a:bodyPr/>
          <a:lstStyle/>
          <a:p>
            <a:endParaRPr/>
          </a:p>
        </p:txBody>
      </p:sp>
      <p:sp>
        <p:nvSpPr>
          <p:cNvPr id="26" name="Shape 24"/>
          <p:cNvSpPr/>
          <p:nvPr/>
        </p:nvSpPr>
        <p:spPr>
          <a:xfrm>
            <a:off x="11592015" y="593213"/>
            <a:ext cx="35294" cy="35294"/>
          </a:xfrm>
          <a:prstGeom prst="ellipse">
            <a:avLst/>
          </a:prstGeom>
          <a:solidFill>
            <a:srgbClr val="F4D9DC"/>
          </a:solidFill>
          <a:ln/>
        </p:spPr>
        <p:txBody>
          <a:bodyPr/>
          <a:lstStyle/>
          <a:p>
            <a:endParaRPr/>
          </a:p>
        </p:txBody>
      </p:sp>
      <p:sp>
        <p:nvSpPr>
          <p:cNvPr id="27" name="Shape 25"/>
          <p:cNvSpPr/>
          <p:nvPr/>
        </p:nvSpPr>
        <p:spPr>
          <a:xfrm>
            <a:off x="11019124" y="593444"/>
            <a:ext cx="34616" cy="34616"/>
          </a:xfrm>
          <a:prstGeom prst="ellipse">
            <a:avLst/>
          </a:prstGeom>
          <a:solidFill>
            <a:srgbClr val="F4D9DC"/>
          </a:solidFill>
          <a:ln/>
        </p:spPr>
        <p:txBody>
          <a:bodyPr/>
          <a:lstStyle/>
          <a:p>
            <a:endParaRPr/>
          </a:p>
        </p:txBody>
      </p:sp>
      <p:sp>
        <p:nvSpPr>
          <p:cNvPr id="28" name="Shape 26"/>
          <p:cNvSpPr/>
          <p:nvPr/>
        </p:nvSpPr>
        <p:spPr>
          <a:xfrm>
            <a:off x="11403576" y="610214"/>
            <a:ext cx="34961" cy="34961"/>
          </a:xfrm>
          <a:prstGeom prst="ellipse">
            <a:avLst/>
          </a:prstGeom>
          <a:solidFill>
            <a:srgbClr val="F4D9DC"/>
          </a:solidFill>
          <a:ln/>
        </p:spPr>
        <p:txBody>
          <a:bodyPr/>
          <a:lstStyle/>
          <a:p>
            <a:endParaRPr/>
          </a:p>
        </p:txBody>
      </p:sp>
      <p:sp>
        <p:nvSpPr>
          <p:cNvPr id="29" name="Shape 27"/>
          <p:cNvSpPr/>
          <p:nvPr/>
        </p:nvSpPr>
        <p:spPr>
          <a:xfrm>
            <a:off x="11201662" y="616570"/>
            <a:ext cx="35627" cy="35627"/>
          </a:xfrm>
          <a:prstGeom prst="ellipse">
            <a:avLst/>
          </a:prstGeom>
          <a:solidFill>
            <a:srgbClr val="F4D9DC"/>
          </a:solidFill>
          <a:ln/>
        </p:spPr>
        <p:txBody>
          <a:bodyPr/>
          <a:lstStyle/>
          <a:p>
            <a:endParaRPr/>
          </a:p>
        </p:txBody>
      </p:sp>
      <p:sp>
        <p:nvSpPr>
          <p:cNvPr id="30" name="Shape 28"/>
          <p:cNvSpPr/>
          <p:nvPr/>
        </p:nvSpPr>
        <p:spPr>
          <a:xfrm>
            <a:off x="11127484" y="620705"/>
            <a:ext cx="58030" cy="58030"/>
          </a:xfrm>
          <a:prstGeom prst="ellipse">
            <a:avLst/>
          </a:prstGeom>
          <a:solidFill>
            <a:srgbClr val="F4D9DC"/>
          </a:solidFill>
          <a:ln/>
        </p:spPr>
        <p:txBody>
          <a:bodyPr/>
          <a:lstStyle/>
          <a:p>
            <a:endParaRPr/>
          </a:p>
        </p:txBody>
      </p:sp>
      <p:sp>
        <p:nvSpPr>
          <p:cNvPr id="31" name="Shape 29"/>
          <p:cNvSpPr/>
          <p:nvPr/>
        </p:nvSpPr>
        <p:spPr>
          <a:xfrm>
            <a:off x="11460767" y="620852"/>
            <a:ext cx="57428" cy="57428"/>
          </a:xfrm>
          <a:prstGeom prst="ellipse">
            <a:avLst/>
          </a:prstGeom>
          <a:solidFill>
            <a:srgbClr val="F4D9DC"/>
          </a:solidFill>
          <a:ln/>
        </p:spPr>
        <p:txBody>
          <a:bodyPr/>
          <a:lstStyle/>
          <a:p>
            <a:endParaRPr/>
          </a:p>
        </p:txBody>
      </p:sp>
      <p:sp>
        <p:nvSpPr>
          <p:cNvPr id="32" name="Shape 30"/>
          <p:cNvSpPr/>
          <p:nvPr/>
        </p:nvSpPr>
        <p:spPr>
          <a:xfrm>
            <a:off x="11055219" y="640144"/>
            <a:ext cx="51718" cy="51718"/>
          </a:xfrm>
          <a:prstGeom prst="ellipse">
            <a:avLst/>
          </a:prstGeom>
          <a:solidFill>
            <a:srgbClr val="F4D9DC"/>
          </a:solidFill>
          <a:ln/>
        </p:spPr>
        <p:txBody>
          <a:bodyPr/>
          <a:lstStyle/>
          <a:p>
            <a:endParaRPr/>
          </a:p>
        </p:txBody>
      </p:sp>
      <p:sp>
        <p:nvSpPr>
          <p:cNvPr id="33" name="Shape 31"/>
          <p:cNvSpPr/>
          <p:nvPr/>
        </p:nvSpPr>
        <p:spPr>
          <a:xfrm>
            <a:off x="11539330" y="640266"/>
            <a:ext cx="51270" cy="51270"/>
          </a:xfrm>
          <a:prstGeom prst="ellipse">
            <a:avLst/>
          </a:prstGeom>
          <a:solidFill>
            <a:srgbClr val="F4D9DC"/>
          </a:solidFill>
          <a:ln/>
        </p:spPr>
        <p:txBody>
          <a:bodyPr/>
          <a:lstStyle/>
          <a:p>
            <a:endParaRPr/>
          </a:p>
        </p:txBody>
      </p:sp>
      <p:sp>
        <p:nvSpPr>
          <p:cNvPr id="34" name="Shape 32"/>
          <p:cNvSpPr/>
          <p:nvPr/>
        </p:nvSpPr>
        <p:spPr>
          <a:xfrm>
            <a:off x="11429576" y="682274"/>
            <a:ext cx="35627" cy="35627"/>
          </a:xfrm>
          <a:prstGeom prst="ellipse">
            <a:avLst/>
          </a:prstGeom>
          <a:solidFill>
            <a:srgbClr val="F4D9DC"/>
          </a:solidFill>
          <a:ln/>
        </p:spPr>
        <p:txBody>
          <a:bodyPr/>
          <a:lstStyle/>
          <a:p>
            <a:endParaRPr/>
          </a:p>
        </p:txBody>
      </p:sp>
      <p:sp>
        <p:nvSpPr>
          <p:cNvPr id="35" name="Shape 33"/>
          <p:cNvSpPr/>
          <p:nvPr/>
        </p:nvSpPr>
        <p:spPr>
          <a:xfrm>
            <a:off x="11004076" y="687222"/>
            <a:ext cx="34616" cy="34616"/>
          </a:xfrm>
          <a:prstGeom prst="ellipse">
            <a:avLst/>
          </a:prstGeom>
          <a:solidFill>
            <a:srgbClr val="F4D9DC"/>
          </a:solidFill>
          <a:ln/>
        </p:spPr>
        <p:txBody>
          <a:bodyPr/>
          <a:lstStyle/>
          <a:p>
            <a:endParaRPr/>
          </a:p>
        </p:txBody>
      </p:sp>
      <p:sp>
        <p:nvSpPr>
          <p:cNvPr id="36" name="Shape 34"/>
          <p:cNvSpPr/>
          <p:nvPr/>
        </p:nvSpPr>
        <p:spPr>
          <a:xfrm>
            <a:off x="11502052" y="685321"/>
            <a:ext cx="34270" cy="34270"/>
          </a:xfrm>
          <a:prstGeom prst="ellipse">
            <a:avLst/>
          </a:prstGeom>
          <a:solidFill>
            <a:srgbClr val="F4D9DC"/>
          </a:solidFill>
          <a:ln/>
        </p:spPr>
        <p:txBody>
          <a:bodyPr/>
          <a:lstStyle/>
          <a:p>
            <a:endParaRPr/>
          </a:p>
        </p:txBody>
      </p:sp>
      <p:sp>
        <p:nvSpPr>
          <p:cNvPr id="37" name="Shape 35"/>
          <p:cNvSpPr/>
          <p:nvPr/>
        </p:nvSpPr>
        <p:spPr>
          <a:xfrm>
            <a:off x="11606321" y="686422"/>
            <a:ext cx="35627" cy="35627"/>
          </a:xfrm>
          <a:prstGeom prst="ellipse">
            <a:avLst/>
          </a:prstGeom>
          <a:solidFill>
            <a:srgbClr val="F4D9DC"/>
          </a:solidFill>
          <a:ln/>
        </p:spPr>
        <p:txBody>
          <a:bodyPr/>
          <a:lstStyle/>
          <a:p>
            <a:endParaRPr/>
          </a:p>
        </p:txBody>
      </p:sp>
      <p:sp>
        <p:nvSpPr>
          <p:cNvPr id="38" name="Shape 36"/>
          <p:cNvSpPr/>
          <p:nvPr/>
        </p:nvSpPr>
        <p:spPr>
          <a:xfrm>
            <a:off x="11108908" y="688957"/>
            <a:ext cx="35294" cy="35294"/>
          </a:xfrm>
          <a:prstGeom prst="ellipse">
            <a:avLst/>
          </a:prstGeom>
          <a:solidFill>
            <a:srgbClr val="F4D9DC"/>
          </a:solidFill>
          <a:ln/>
        </p:spPr>
        <p:txBody>
          <a:bodyPr/>
          <a:lstStyle/>
          <a:p>
            <a:endParaRPr/>
          </a:p>
        </p:txBody>
      </p:sp>
      <p:sp>
        <p:nvSpPr>
          <p:cNvPr id="39" name="Shape 37"/>
          <p:cNvSpPr/>
          <p:nvPr/>
        </p:nvSpPr>
        <p:spPr>
          <a:xfrm>
            <a:off x="11179733" y="690371"/>
            <a:ext cx="36613" cy="36613"/>
          </a:xfrm>
          <a:prstGeom prst="ellipse">
            <a:avLst/>
          </a:prstGeom>
          <a:solidFill>
            <a:srgbClr val="F4D9DC"/>
          </a:solidFill>
          <a:ln/>
        </p:spPr>
        <p:txBody>
          <a:bodyPr/>
          <a:lstStyle/>
          <a:p>
            <a:endParaRPr/>
          </a:p>
        </p:txBody>
      </p:sp>
      <p:sp>
        <p:nvSpPr>
          <p:cNvPr id="40" name="Shape 38"/>
          <p:cNvSpPr/>
          <p:nvPr/>
        </p:nvSpPr>
        <p:spPr>
          <a:xfrm>
            <a:off x="11054764" y="716576"/>
            <a:ext cx="51936" cy="51936"/>
          </a:xfrm>
          <a:prstGeom prst="ellipse">
            <a:avLst/>
          </a:prstGeom>
          <a:solidFill>
            <a:srgbClr val="F4D9DC"/>
          </a:solidFill>
          <a:ln/>
        </p:spPr>
        <p:txBody>
          <a:bodyPr/>
          <a:lstStyle/>
          <a:p>
            <a:endParaRPr/>
          </a:p>
        </p:txBody>
      </p:sp>
      <p:sp>
        <p:nvSpPr>
          <p:cNvPr id="41" name="Shape 39"/>
          <p:cNvSpPr/>
          <p:nvPr/>
        </p:nvSpPr>
        <p:spPr>
          <a:xfrm>
            <a:off x="11539023" y="716851"/>
            <a:ext cx="51488" cy="51488"/>
          </a:xfrm>
          <a:prstGeom prst="ellipse">
            <a:avLst/>
          </a:prstGeom>
          <a:solidFill>
            <a:srgbClr val="F4D9DC"/>
          </a:solidFill>
          <a:ln/>
        </p:spPr>
        <p:txBody>
          <a:bodyPr/>
          <a:lstStyle/>
          <a:p>
            <a:endParaRPr/>
          </a:p>
        </p:txBody>
      </p:sp>
      <p:sp>
        <p:nvSpPr>
          <p:cNvPr id="42" name="Shape 40"/>
          <p:cNvSpPr/>
          <p:nvPr/>
        </p:nvSpPr>
        <p:spPr>
          <a:xfrm>
            <a:off x="11127490" y="729288"/>
            <a:ext cx="58222" cy="58222"/>
          </a:xfrm>
          <a:prstGeom prst="ellipse">
            <a:avLst/>
          </a:prstGeom>
          <a:solidFill>
            <a:srgbClr val="F4D9DC"/>
          </a:solidFill>
          <a:ln/>
        </p:spPr>
        <p:txBody>
          <a:bodyPr/>
          <a:lstStyle/>
          <a:p>
            <a:endParaRPr/>
          </a:p>
        </p:txBody>
      </p:sp>
      <p:sp>
        <p:nvSpPr>
          <p:cNvPr id="43" name="Shape 41"/>
          <p:cNvSpPr/>
          <p:nvPr/>
        </p:nvSpPr>
        <p:spPr>
          <a:xfrm>
            <a:off x="11460671" y="729781"/>
            <a:ext cx="57633" cy="57633"/>
          </a:xfrm>
          <a:prstGeom prst="ellipse">
            <a:avLst/>
          </a:prstGeom>
          <a:solidFill>
            <a:srgbClr val="F4D9DC"/>
          </a:solidFill>
          <a:ln/>
        </p:spPr>
        <p:txBody>
          <a:bodyPr/>
          <a:lstStyle/>
          <a:p>
            <a:endParaRPr/>
          </a:p>
        </p:txBody>
      </p:sp>
      <p:sp>
        <p:nvSpPr>
          <p:cNvPr id="44" name="Shape 42"/>
          <p:cNvSpPr/>
          <p:nvPr/>
        </p:nvSpPr>
        <p:spPr>
          <a:xfrm>
            <a:off x="11407973" y="756415"/>
            <a:ext cx="35960" cy="35960"/>
          </a:xfrm>
          <a:prstGeom prst="ellipse">
            <a:avLst/>
          </a:prstGeom>
          <a:solidFill>
            <a:srgbClr val="F4D9DC"/>
          </a:solidFill>
          <a:ln/>
        </p:spPr>
        <p:txBody>
          <a:bodyPr/>
          <a:lstStyle/>
          <a:p>
            <a:endParaRPr/>
          </a:p>
        </p:txBody>
      </p:sp>
      <p:sp>
        <p:nvSpPr>
          <p:cNvPr id="45" name="Shape 43"/>
          <p:cNvSpPr/>
          <p:nvPr/>
        </p:nvSpPr>
        <p:spPr>
          <a:xfrm>
            <a:off x="11207308" y="763884"/>
            <a:ext cx="34616" cy="34616"/>
          </a:xfrm>
          <a:prstGeom prst="ellipse">
            <a:avLst/>
          </a:prstGeom>
          <a:solidFill>
            <a:srgbClr val="F4D9DC"/>
          </a:solidFill>
          <a:ln/>
        </p:spPr>
        <p:txBody>
          <a:bodyPr/>
          <a:lstStyle/>
          <a:p>
            <a:endParaRPr/>
          </a:p>
        </p:txBody>
      </p:sp>
      <p:sp>
        <p:nvSpPr>
          <p:cNvPr id="46" name="Shape 44"/>
          <p:cNvSpPr/>
          <p:nvPr/>
        </p:nvSpPr>
        <p:spPr>
          <a:xfrm>
            <a:off x="11018670" y="780462"/>
            <a:ext cx="34616" cy="34616"/>
          </a:xfrm>
          <a:prstGeom prst="ellipse">
            <a:avLst/>
          </a:prstGeom>
          <a:solidFill>
            <a:srgbClr val="F4D9DC"/>
          </a:solidFill>
          <a:ln/>
        </p:spPr>
        <p:txBody>
          <a:bodyPr/>
          <a:lstStyle/>
          <a:p>
            <a:endParaRPr/>
          </a:p>
        </p:txBody>
      </p:sp>
      <p:sp>
        <p:nvSpPr>
          <p:cNvPr id="47" name="Shape 45"/>
          <p:cNvSpPr/>
          <p:nvPr/>
        </p:nvSpPr>
        <p:spPr>
          <a:xfrm>
            <a:off x="11591670" y="780123"/>
            <a:ext cx="35294" cy="35294"/>
          </a:xfrm>
          <a:prstGeom prst="ellipse">
            <a:avLst/>
          </a:prstGeom>
          <a:solidFill>
            <a:srgbClr val="F4D9DC"/>
          </a:solidFill>
          <a:ln/>
        </p:spPr>
        <p:txBody>
          <a:bodyPr/>
          <a:lstStyle/>
          <a:p>
            <a:endParaRPr/>
          </a:p>
        </p:txBody>
      </p:sp>
      <p:sp>
        <p:nvSpPr>
          <p:cNvPr id="48" name="Shape 46"/>
          <p:cNvSpPr/>
          <p:nvPr/>
        </p:nvSpPr>
        <p:spPr>
          <a:xfrm>
            <a:off x="11079010" y="790179"/>
            <a:ext cx="51270" cy="51270"/>
          </a:xfrm>
          <a:prstGeom prst="ellipse">
            <a:avLst/>
          </a:prstGeom>
          <a:solidFill>
            <a:srgbClr val="F4D9DC"/>
          </a:solidFill>
          <a:ln/>
        </p:spPr>
        <p:txBody>
          <a:bodyPr/>
          <a:lstStyle/>
          <a:p>
            <a:endParaRPr/>
          </a:p>
        </p:txBody>
      </p:sp>
      <p:sp>
        <p:nvSpPr>
          <p:cNvPr id="49" name="Shape 47"/>
          <p:cNvSpPr/>
          <p:nvPr/>
        </p:nvSpPr>
        <p:spPr>
          <a:xfrm>
            <a:off x="11515218" y="789692"/>
            <a:ext cx="52602" cy="52602"/>
          </a:xfrm>
          <a:prstGeom prst="ellipse">
            <a:avLst/>
          </a:prstGeom>
          <a:solidFill>
            <a:srgbClr val="F4D9DC"/>
          </a:solidFill>
          <a:ln/>
        </p:spPr>
        <p:txBody>
          <a:bodyPr/>
          <a:lstStyle/>
          <a:p>
            <a:endParaRPr/>
          </a:p>
        </p:txBody>
      </p:sp>
      <p:sp>
        <p:nvSpPr>
          <p:cNvPr id="50" name="Shape 48"/>
          <p:cNvSpPr/>
          <p:nvPr/>
        </p:nvSpPr>
        <p:spPr>
          <a:xfrm>
            <a:off x="11147371" y="803460"/>
            <a:ext cx="35627" cy="35627"/>
          </a:xfrm>
          <a:prstGeom prst="ellipse">
            <a:avLst/>
          </a:prstGeom>
          <a:solidFill>
            <a:srgbClr val="F4D9DC"/>
          </a:solidFill>
          <a:ln/>
        </p:spPr>
        <p:txBody>
          <a:bodyPr/>
          <a:lstStyle/>
          <a:p>
            <a:endParaRPr/>
          </a:p>
        </p:txBody>
      </p:sp>
      <p:sp>
        <p:nvSpPr>
          <p:cNvPr id="51" name="Shape 49"/>
          <p:cNvSpPr/>
          <p:nvPr/>
        </p:nvSpPr>
        <p:spPr>
          <a:xfrm>
            <a:off x="11347786" y="804293"/>
            <a:ext cx="35294" cy="35294"/>
          </a:xfrm>
          <a:prstGeom prst="ellipse">
            <a:avLst/>
          </a:prstGeom>
          <a:solidFill>
            <a:srgbClr val="F4D9DC"/>
          </a:solidFill>
          <a:ln/>
        </p:spPr>
        <p:txBody>
          <a:bodyPr/>
          <a:lstStyle/>
          <a:p>
            <a:endParaRPr/>
          </a:p>
        </p:txBody>
      </p:sp>
      <p:sp>
        <p:nvSpPr>
          <p:cNvPr id="52" name="Shape 50"/>
          <p:cNvSpPr/>
          <p:nvPr/>
        </p:nvSpPr>
        <p:spPr>
          <a:xfrm>
            <a:off x="11465119" y="800919"/>
            <a:ext cx="34961" cy="34961"/>
          </a:xfrm>
          <a:prstGeom prst="ellipse">
            <a:avLst/>
          </a:prstGeom>
          <a:solidFill>
            <a:srgbClr val="F4D9DC"/>
          </a:solidFill>
          <a:ln/>
        </p:spPr>
        <p:txBody>
          <a:bodyPr/>
          <a:lstStyle/>
          <a:p>
            <a:endParaRPr/>
          </a:p>
        </p:txBody>
      </p:sp>
      <p:sp>
        <p:nvSpPr>
          <p:cNvPr id="53" name="Shape 51"/>
          <p:cNvSpPr/>
          <p:nvPr/>
        </p:nvSpPr>
        <p:spPr>
          <a:xfrm>
            <a:off x="11270669" y="806590"/>
            <a:ext cx="35627" cy="35627"/>
          </a:xfrm>
          <a:prstGeom prst="ellipse">
            <a:avLst/>
          </a:prstGeom>
          <a:solidFill>
            <a:srgbClr val="F4D9DC"/>
          </a:solidFill>
          <a:ln/>
        </p:spPr>
        <p:txBody>
          <a:bodyPr/>
          <a:lstStyle/>
          <a:p>
            <a:endParaRPr/>
          </a:p>
        </p:txBody>
      </p:sp>
      <p:sp>
        <p:nvSpPr>
          <p:cNvPr id="54" name="Shape 52"/>
          <p:cNvSpPr/>
          <p:nvPr/>
        </p:nvSpPr>
        <p:spPr>
          <a:xfrm>
            <a:off x="11191498" y="817766"/>
            <a:ext cx="57633" cy="57633"/>
          </a:xfrm>
          <a:prstGeom prst="ellipse">
            <a:avLst/>
          </a:prstGeom>
          <a:solidFill>
            <a:srgbClr val="F4D9DC"/>
          </a:solidFill>
          <a:ln/>
        </p:spPr>
        <p:txBody>
          <a:bodyPr/>
          <a:lstStyle/>
          <a:p>
            <a:endParaRPr/>
          </a:p>
        </p:txBody>
      </p:sp>
      <p:sp>
        <p:nvSpPr>
          <p:cNvPr id="55" name="Shape 53"/>
          <p:cNvSpPr/>
          <p:nvPr/>
        </p:nvSpPr>
        <p:spPr>
          <a:xfrm>
            <a:off x="11396573" y="817888"/>
            <a:ext cx="57633" cy="57633"/>
          </a:xfrm>
          <a:prstGeom prst="ellipse">
            <a:avLst/>
          </a:prstGeom>
          <a:solidFill>
            <a:srgbClr val="F4D9DC"/>
          </a:solidFill>
          <a:ln/>
        </p:spPr>
        <p:txBody>
          <a:bodyPr/>
          <a:lstStyle/>
          <a:p>
            <a:endParaRPr/>
          </a:p>
        </p:txBody>
      </p:sp>
      <p:sp>
        <p:nvSpPr>
          <p:cNvPr id="56" name="Shape 54"/>
          <p:cNvSpPr/>
          <p:nvPr/>
        </p:nvSpPr>
        <p:spPr>
          <a:xfrm>
            <a:off x="11123445" y="851985"/>
            <a:ext cx="52167" cy="52167"/>
          </a:xfrm>
          <a:prstGeom prst="ellipse">
            <a:avLst/>
          </a:prstGeom>
          <a:solidFill>
            <a:srgbClr val="F4D9DC"/>
          </a:solidFill>
          <a:ln/>
        </p:spPr>
        <p:txBody>
          <a:bodyPr/>
          <a:lstStyle/>
          <a:p>
            <a:endParaRPr/>
          </a:p>
        </p:txBody>
      </p:sp>
      <p:sp>
        <p:nvSpPr>
          <p:cNvPr id="57" name="Shape 55"/>
          <p:cNvSpPr/>
          <p:nvPr/>
        </p:nvSpPr>
        <p:spPr>
          <a:xfrm>
            <a:off x="11294647" y="851390"/>
            <a:ext cx="57223" cy="57223"/>
          </a:xfrm>
          <a:prstGeom prst="ellipse">
            <a:avLst/>
          </a:prstGeom>
          <a:solidFill>
            <a:srgbClr val="F4D9DC"/>
          </a:solidFill>
          <a:ln/>
        </p:spPr>
        <p:txBody>
          <a:bodyPr/>
          <a:lstStyle/>
          <a:p>
            <a:endParaRPr/>
          </a:p>
        </p:txBody>
      </p:sp>
      <p:sp>
        <p:nvSpPr>
          <p:cNvPr id="58" name="Shape 56"/>
          <p:cNvSpPr/>
          <p:nvPr/>
        </p:nvSpPr>
        <p:spPr>
          <a:xfrm>
            <a:off x="11470202" y="852382"/>
            <a:ext cx="52384" cy="52384"/>
          </a:xfrm>
          <a:prstGeom prst="ellipse">
            <a:avLst/>
          </a:prstGeom>
          <a:solidFill>
            <a:srgbClr val="F4D9DC"/>
          </a:solidFill>
          <a:ln/>
        </p:spPr>
        <p:txBody>
          <a:bodyPr/>
          <a:lstStyle/>
          <a:p>
            <a:endParaRPr/>
          </a:p>
        </p:txBody>
      </p:sp>
      <p:sp>
        <p:nvSpPr>
          <p:cNvPr id="59" name="Shape 57"/>
          <p:cNvSpPr/>
          <p:nvPr/>
        </p:nvSpPr>
        <p:spPr>
          <a:xfrm>
            <a:off x="11060774" y="864607"/>
            <a:ext cx="35627" cy="35627"/>
          </a:xfrm>
          <a:prstGeom prst="ellipse">
            <a:avLst/>
          </a:prstGeom>
          <a:solidFill>
            <a:srgbClr val="F4D9DC"/>
          </a:solidFill>
          <a:ln/>
        </p:spPr>
        <p:txBody>
          <a:bodyPr/>
          <a:lstStyle/>
          <a:p>
            <a:endParaRPr/>
          </a:p>
        </p:txBody>
      </p:sp>
      <p:sp>
        <p:nvSpPr>
          <p:cNvPr id="60" name="Shape 58"/>
          <p:cNvSpPr/>
          <p:nvPr/>
        </p:nvSpPr>
        <p:spPr>
          <a:xfrm>
            <a:off x="11548733" y="864185"/>
            <a:ext cx="35627" cy="35627"/>
          </a:xfrm>
          <a:prstGeom prst="ellipse">
            <a:avLst/>
          </a:prstGeom>
          <a:solidFill>
            <a:srgbClr val="F4D9DC"/>
          </a:solidFill>
          <a:ln/>
        </p:spPr>
        <p:txBody>
          <a:bodyPr/>
          <a:lstStyle/>
          <a:p>
            <a:endParaRPr/>
          </a:p>
        </p:txBody>
      </p:sp>
      <p:sp>
        <p:nvSpPr>
          <p:cNvPr id="61" name="Shape 59"/>
          <p:cNvSpPr/>
          <p:nvPr/>
        </p:nvSpPr>
        <p:spPr>
          <a:xfrm>
            <a:off x="11246231" y="873908"/>
            <a:ext cx="35627" cy="35627"/>
          </a:xfrm>
          <a:prstGeom prst="ellipse">
            <a:avLst/>
          </a:prstGeom>
          <a:solidFill>
            <a:srgbClr val="F4D9DC"/>
          </a:solidFill>
          <a:ln/>
        </p:spPr>
        <p:txBody>
          <a:bodyPr/>
          <a:lstStyle/>
          <a:p>
            <a:endParaRPr/>
          </a:p>
        </p:txBody>
      </p:sp>
      <p:sp>
        <p:nvSpPr>
          <p:cNvPr id="62" name="Shape 60"/>
          <p:cNvSpPr/>
          <p:nvPr/>
        </p:nvSpPr>
        <p:spPr>
          <a:xfrm>
            <a:off x="11367418" y="872896"/>
            <a:ext cx="35627" cy="35627"/>
          </a:xfrm>
          <a:prstGeom prst="ellipse">
            <a:avLst/>
          </a:prstGeom>
          <a:solidFill>
            <a:srgbClr val="F4D9DC"/>
          </a:solidFill>
          <a:ln/>
        </p:spPr>
        <p:txBody>
          <a:bodyPr/>
          <a:lstStyle/>
          <a:p>
            <a:endParaRPr/>
          </a:p>
        </p:txBody>
      </p:sp>
      <p:sp>
        <p:nvSpPr>
          <p:cNvPr id="63" name="Shape 61"/>
          <p:cNvSpPr/>
          <p:nvPr/>
        </p:nvSpPr>
        <p:spPr>
          <a:xfrm>
            <a:off x="11185366" y="897322"/>
            <a:ext cx="51936" cy="51936"/>
          </a:xfrm>
          <a:prstGeom prst="ellipse">
            <a:avLst/>
          </a:prstGeom>
          <a:solidFill>
            <a:srgbClr val="F4D9DC"/>
          </a:solidFill>
          <a:ln/>
        </p:spPr>
        <p:txBody>
          <a:bodyPr/>
          <a:lstStyle/>
          <a:p>
            <a:endParaRPr/>
          </a:p>
        </p:txBody>
      </p:sp>
      <p:sp>
        <p:nvSpPr>
          <p:cNvPr id="64" name="Shape 62"/>
          <p:cNvSpPr/>
          <p:nvPr/>
        </p:nvSpPr>
        <p:spPr>
          <a:xfrm>
            <a:off x="11407845" y="897655"/>
            <a:ext cx="52602" cy="52602"/>
          </a:xfrm>
          <a:prstGeom prst="ellipse">
            <a:avLst/>
          </a:prstGeom>
          <a:solidFill>
            <a:srgbClr val="F4D9DC"/>
          </a:solidFill>
          <a:ln/>
        </p:spPr>
        <p:txBody>
          <a:bodyPr/>
          <a:lstStyle/>
          <a:p>
            <a:endParaRPr/>
          </a:p>
        </p:txBody>
      </p:sp>
      <p:sp>
        <p:nvSpPr>
          <p:cNvPr id="65" name="Shape 63"/>
          <p:cNvSpPr/>
          <p:nvPr/>
        </p:nvSpPr>
        <p:spPr>
          <a:xfrm>
            <a:off x="11258822" y="921466"/>
            <a:ext cx="51270" cy="51270"/>
          </a:xfrm>
          <a:prstGeom prst="ellipse">
            <a:avLst/>
          </a:prstGeom>
          <a:solidFill>
            <a:srgbClr val="F4D9DC"/>
          </a:solidFill>
          <a:ln/>
        </p:spPr>
        <p:txBody>
          <a:bodyPr/>
          <a:lstStyle/>
          <a:p>
            <a:endParaRPr/>
          </a:p>
        </p:txBody>
      </p:sp>
      <p:sp>
        <p:nvSpPr>
          <p:cNvPr id="66" name="Shape 64"/>
          <p:cNvSpPr/>
          <p:nvPr/>
        </p:nvSpPr>
        <p:spPr>
          <a:xfrm>
            <a:off x="11335350" y="921504"/>
            <a:ext cx="51270" cy="51270"/>
          </a:xfrm>
          <a:prstGeom prst="ellipse">
            <a:avLst/>
          </a:prstGeom>
          <a:solidFill>
            <a:srgbClr val="F4D9DC"/>
          </a:solidFill>
          <a:ln/>
        </p:spPr>
        <p:txBody>
          <a:bodyPr/>
          <a:lstStyle/>
          <a:p>
            <a:endParaRPr/>
          </a:p>
        </p:txBody>
      </p:sp>
      <p:sp>
        <p:nvSpPr>
          <p:cNvPr id="67" name="Shape 65"/>
          <p:cNvSpPr/>
          <p:nvPr/>
        </p:nvSpPr>
        <p:spPr>
          <a:xfrm>
            <a:off x="11127388" y="931368"/>
            <a:ext cx="35294" cy="35294"/>
          </a:xfrm>
          <a:prstGeom prst="ellipse">
            <a:avLst/>
          </a:prstGeom>
          <a:solidFill>
            <a:srgbClr val="F4D9DC"/>
          </a:solidFill>
          <a:ln/>
        </p:spPr>
        <p:txBody>
          <a:bodyPr/>
          <a:lstStyle/>
          <a:p>
            <a:endParaRPr/>
          </a:p>
        </p:txBody>
      </p:sp>
      <p:sp>
        <p:nvSpPr>
          <p:cNvPr id="68" name="Shape 66"/>
          <p:cNvSpPr/>
          <p:nvPr/>
        </p:nvSpPr>
        <p:spPr>
          <a:xfrm>
            <a:off x="11481979" y="931035"/>
            <a:ext cx="35960" cy="35960"/>
          </a:xfrm>
          <a:prstGeom prst="ellipse">
            <a:avLst/>
          </a:prstGeom>
          <a:solidFill>
            <a:srgbClr val="F4D9DC"/>
          </a:solidFill>
          <a:ln/>
        </p:spPr>
        <p:txBody>
          <a:bodyPr/>
          <a:lstStyle/>
          <a:p>
            <a:endParaRPr/>
          </a:p>
        </p:txBody>
      </p:sp>
      <p:sp>
        <p:nvSpPr>
          <p:cNvPr id="69" name="Shape 67"/>
          <p:cNvSpPr/>
          <p:nvPr/>
        </p:nvSpPr>
        <p:spPr>
          <a:xfrm>
            <a:off x="11211987" y="974695"/>
            <a:ext cx="34961" cy="34961"/>
          </a:xfrm>
          <a:prstGeom prst="ellipse">
            <a:avLst/>
          </a:prstGeom>
          <a:solidFill>
            <a:srgbClr val="F4D9DC"/>
          </a:solidFill>
          <a:ln/>
        </p:spPr>
        <p:txBody>
          <a:bodyPr/>
          <a:lstStyle/>
          <a:p>
            <a:endParaRPr/>
          </a:p>
        </p:txBody>
      </p:sp>
      <p:sp>
        <p:nvSpPr>
          <p:cNvPr id="70" name="Shape 68"/>
          <p:cNvSpPr/>
          <p:nvPr/>
        </p:nvSpPr>
        <p:spPr>
          <a:xfrm>
            <a:off x="11398461" y="974695"/>
            <a:ext cx="34961" cy="34961"/>
          </a:xfrm>
          <a:prstGeom prst="ellipse">
            <a:avLst/>
          </a:prstGeom>
          <a:solidFill>
            <a:srgbClr val="F4D9DC"/>
          </a:solidFill>
          <a:ln/>
        </p:spPr>
        <p:txBody>
          <a:bodyPr/>
          <a:lstStyle/>
          <a:p>
            <a:endParaRPr/>
          </a:p>
        </p:txBody>
      </p:sp>
      <p:sp>
        <p:nvSpPr>
          <p:cNvPr id="71" name="Shape 69"/>
          <p:cNvSpPr/>
          <p:nvPr/>
        </p:nvSpPr>
        <p:spPr>
          <a:xfrm>
            <a:off x="11304837" y="988501"/>
            <a:ext cx="35627" cy="35627"/>
          </a:xfrm>
          <a:prstGeom prst="ellipse">
            <a:avLst/>
          </a:prstGeom>
          <a:solidFill>
            <a:srgbClr val="F4D9DC"/>
          </a:solidFill>
          <a:ln/>
        </p:spPr>
        <p:txBody>
          <a:bodyPr/>
          <a:lstStyle/>
          <a:p>
            <a:endParaRPr/>
          </a:p>
        </p:txBody>
      </p:sp>
      <p:sp>
        <p:nvSpPr>
          <p:cNvPr id="72" name="Shape 70"/>
          <p:cNvSpPr/>
          <p:nvPr/>
        </p:nvSpPr>
        <p:spPr>
          <a:xfrm>
            <a:off x="548640" y="1280160"/>
            <a:ext cx="1005840" cy="1005840"/>
          </a:xfrm>
          <a:prstGeom prst="ellipse">
            <a:avLst/>
          </a:prstGeom>
          <a:solidFill>
            <a:srgbClr val="F4D74B"/>
          </a:solidFill>
          <a:ln/>
        </p:spPr>
        <p:txBody>
          <a:bodyPr/>
          <a:lstStyle/>
          <a:p>
            <a:endParaRPr/>
          </a:p>
        </p:txBody>
      </p:sp>
      <p:sp>
        <p:nvSpPr>
          <p:cNvPr id="73" name="Text 71"/>
          <p:cNvSpPr/>
          <p:nvPr/>
        </p:nvSpPr>
        <p:spPr>
          <a:xfrm>
            <a:off x="548640" y="1280160"/>
            <a:ext cx="1005840" cy="1005840"/>
          </a:xfrm>
          <a:prstGeom prst="rect">
            <a:avLst/>
          </a:prstGeom>
          <a:noFill/>
          <a:ln/>
        </p:spPr>
        <p:txBody>
          <a:bodyPr wrap="square" lIns="0" tIns="0" rIns="0" bIns="0" rtlCol="0" anchor="ctr"/>
          <a:lstStyle/>
          <a:p>
            <a:pPr marL="0" indent="0" algn="ctr">
              <a:lnSpc>
                <a:spcPct val="105000"/>
              </a:lnSpc>
              <a:buNone/>
            </a:pPr>
            <a:r>
              <a:rPr lang="en-US" sz="3200" dirty="0">
                <a:solidFill>
                  <a:srgbClr val="3D68EC"/>
                </a:solidFill>
                <a:latin typeface="General Sans Semibold" pitchFamily="34" charset="0"/>
                <a:ea typeface="General Sans Semibold" pitchFamily="34" charset="-122"/>
                <a:cs typeface="General Sans Semibold" pitchFamily="34" charset="-120"/>
              </a:rPr>
              <a:t>3</a:t>
            </a:r>
            <a:endParaRPr lang="en-US" sz="3200" dirty="0"/>
          </a:p>
        </p:txBody>
      </p:sp>
      <p:sp>
        <p:nvSpPr>
          <p:cNvPr id="74" name="Text 72"/>
          <p:cNvSpPr/>
          <p:nvPr/>
        </p:nvSpPr>
        <p:spPr>
          <a:xfrm>
            <a:off x="548640" y="2468880"/>
            <a:ext cx="7863840" cy="1828800"/>
          </a:xfrm>
          <a:prstGeom prst="rect">
            <a:avLst/>
          </a:prstGeom>
          <a:noFill/>
          <a:ln/>
        </p:spPr>
        <p:txBody>
          <a:bodyPr wrap="square" lIns="0" tIns="0" rIns="0" bIns="0" rtlCol="0" anchor="b"/>
          <a:lstStyle/>
          <a:p>
            <a:pPr marL="0" indent="0" algn="l">
              <a:lnSpc>
                <a:spcPct val="105000"/>
              </a:lnSpc>
              <a:buNone/>
            </a:pPr>
            <a:r>
              <a:rPr lang="en-US" sz="4800" dirty="0">
                <a:solidFill>
                  <a:srgbClr val="F4D9DC"/>
                </a:solidFill>
                <a:latin typeface="General Sans Semibold" pitchFamily="34" charset="0"/>
                <a:ea typeface="General Sans Semibold" pitchFamily="34" charset="-122"/>
                <a:cs typeface="General Sans Semibold" pitchFamily="34" charset="-120"/>
              </a:rPr>
              <a:t>Ronde 2: bouw het dashboard</a:t>
            </a:r>
            <a:endParaRPr lang="en-US" sz="4800" dirty="0"/>
          </a:p>
        </p:txBody>
      </p:sp>
      <p:sp>
        <p:nvSpPr>
          <p:cNvPr id="75" name="Text 73"/>
          <p:cNvSpPr/>
          <p:nvPr/>
        </p:nvSpPr>
        <p:spPr>
          <a:xfrm>
            <a:off x="548640" y="4526280"/>
            <a:ext cx="7498080" cy="1280160"/>
          </a:xfrm>
          <a:prstGeom prst="rect">
            <a:avLst/>
          </a:prstGeom>
          <a:noFill/>
          <a:ln/>
        </p:spPr>
        <p:txBody>
          <a:bodyPr wrap="square" lIns="0" tIns="0" rIns="0" bIns="0" rtlCol="0" anchor="t"/>
          <a:lstStyle/>
          <a:p>
            <a:pPr marL="0" indent="0" algn="l">
              <a:lnSpc>
                <a:spcPct val="105000"/>
              </a:lnSpc>
              <a:buNone/>
            </a:pPr>
            <a:r>
              <a:rPr lang="en-US" sz="2200" dirty="0">
                <a:solidFill>
                  <a:srgbClr val="F4D74B"/>
                </a:solidFill>
                <a:latin typeface="Cooper Lt BT" pitchFamily="34" charset="0"/>
                <a:ea typeface="Cooper Lt BT" pitchFamily="34" charset="-122"/>
                <a:cs typeface="Cooper Lt BT" pitchFamily="34" charset="-120"/>
              </a:rPr>
              <a:t>20 minuten. Wissel van rol: wie prompter was, wordt nu checker. Let op de vier vragen.</a:t>
            </a:r>
            <a:endParaRPr lang="en-US" sz="2200" dirty="0"/>
          </a:p>
        </p:txBody>
      </p:sp>
      <p:pic>
        <p:nvPicPr>
          <p:cNvPr id="76" name="Image 0" descr="exports\261005_workshop_rad_uitvoering\img\Laptopman.png"/>
          <p:cNvPicPr>
            <a:picLocks noChangeAspect="1"/>
          </p:cNvPicPr>
          <p:nvPr/>
        </p:nvPicPr>
        <p:blipFill>
          <a:blip r:embed="rId3"/>
          <a:stretch>
            <a:fillRect/>
          </a:stretch>
        </p:blipFill>
        <p:spPr>
          <a:xfrm>
            <a:off x="8503920" y="1828800"/>
            <a:ext cx="3291840" cy="329184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CCEEE6"/>
        </a:solidFill>
        <a:effectLst/>
      </p:bgPr>
    </p:bg>
    <p:spTree>
      <p:nvGrpSpPr>
        <p:cNvPr id="1" name=""/>
        <p:cNvGrpSpPr/>
        <p:nvPr/>
      </p:nvGrpSpPr>
      <p:grpSpPr>
        <a:xfrm>
          <a:off x="0" y="0"/>
          <a:ext cx="0" cy="0"/>
          <a:chOff x="0" y="0"/>
          <a:chExt cx="0" cy="0"/>
        </a:xfrm>
      </p:grpSpPr>
      <p:sp>
        <p:nvSpPr>
          <p:cNvPr id="2" name="Shape 0"/>
          <p:cNvSpPr/>
          <p:nvPr/>
        </p:nvSpPr>
        <p:spPr>
          <a:xfrm>
            <a:off x="11304952" y="384048"/>
            <a:ext cx="35960" cy="35960"/>
          </a:xfrm>
          <a:prstGeom prst="ellipse">
            <a:avLst/>
          </a:prstGeom>
          <a:solidFill>
            <a:srgbClr val="000000"/>
          </a:solidFill>
          <a:ln/>
        </p:spPr>
        <p:txBody>
          <a:bodyPr/>
          <a:lstStyle/>
          <a:p>
            <a:endParaRPr/>
          </a:p>
        </p:txBody>
      </p:sp>
      <p:sp>
        <p:nvSpPr>
          <p:cNvPr id="3" name="Shape 1"/>
          <p:cNvSpPr/>
          <p:nvPr/>
        </p:nvSpPr>
        <p:spPr>
          <a:xfrm>
            <a:off x="11212173" y="399224"/>
            <a:ext cx="34616" cy="34616"/>
          </a:xfrm>
          <a:prstGeom prst="ellipse">
            <a:avLst/>
          </a:prstGeom>
          <a:solidFill>
            <a:srgbClr val="000000"/>
          </a:solidFill>
          <a:ln/>
        </p:spPr>
        <p:txBody>
          <a:bodyPr/>
          <a:lstStyle/>
          <a:p>
            <a:endParaRPr/>
          </a:p>
        </p:txBody>
      </p:sp>
      <p:sp>
        <p:nvSpPr>
          <p:cNvPr id="4" name="Shape 2"/>
          <p:cNvSpPr/>
          <p:nvPr/>
        </p:nvSpPr>
        <p:spPr>
          <a:xfrm>
            <a:off x="11398641" y="399224"/>
            <a:ext cx="34616" cy="34616"/>
          </a:xfrm>
          <a:prstGeom prst="ellipse">
            <a:avLst/>
          </a:prstGeom>
          <a:solidFill>
            <a:srgbClr val="000000"/>
          </a:solidFill>
          <a:ln/>
        </p:spPr>
        <p:txBody>
          <a:bodyPr/>
          <a:lstStyle/>
          <a:p>
            <a:endParaRPr/>
          </a:p>
        </p:txBody>
      </p:sp>
      <p:sp>
        <p:nvSpPr>
          <p:cNvPr id="5" name="Shape 3"/>
          <p:cNvSpPr/>
          <p:nvPr/>
        </p:nvSpPr>
        <p:spPr>
          <a:xfrm>
            <a:off x="11258374" y="435357"/>
            <a:ext cx="51936" cy="51936"/>
          </a:xfrm>
          <a:prstGeom prst="ellipse">
            <a:avLst/>
          </a:prstGeom>
          <a:solidFill>
            <a:srgbClr val="000000"/>
          </a:solidFill>
          <a:ln/>
        </p:spPr>
        <p:txBody>
          <a:bodyPr/>
          <a:lstStyle/>
          <a:p>
            <a:endParaRPr/>
          </a:p>
        </p:txBody>
      </p:sp>
      <p:sp>
        <p:nvSpPr>
          <p:cNvPr id="6" name="Shape 4"/>
          <p:cNvSpPr/>
          <p:nvPr/>
        </p:nvSpPr>
        <p:spPr>
          <a:xfrm>
            <a:off x="11335407" y="435306"/>
            <a:ext cx="51718" cy="51718"/>
          </a:xfrm>
          <a:prstGeom prst="ellipse">
            <a:avLst/>
          </a:prstGeom>
          <a:solidFill>
            <a:srgbClr val="000000"/>
          </a:solidFill>
          <a:ln/>
        </p:spPr>
        <p:txBody>
          <a:bodyPr/>
          <a:lstStyle/>
          <a:p>
            <a:endParaRPr/>
          </a:p>
        </p:txBody>
      </p:sp>
      <p:sp>
        <p:nvSpPr>
          <p:cNvPr id="7" name="Shape 5"/>
          <p:cNvSpPr/>
          <p:nvPr/>
        </p:nvSpPr>
        <p:spPr>
          <a:xfrm>
            <a:off x="11127388" y="442398"/>
            <a:ext cx="35294" cy="35294"/>
          </a:xfrm>
          <a:prstGeom prst="ellipse">
            <a:avLst/>
          </a:prstGeom>
          <a:solidFill>
            <a:srgbClr val="000000"/>
          </a:solidFill>
          <a:ln/>
        </p:spPr>
        <p:txBody>
          <a:bodyPr/>
          <a:lstStyle/>
          <a:p>
            <a:endParaRPr/>
          </a:p>
        </p:txBody>
      </p:sp>
      <p:sp>
        <p:nvSpPr>
          <p:cNvPr id="8" name="Shape 6"/>
          <p:cNvSpPr/>
          <p:nvPr/>
        </p:nvSpPr>
        <p:spPr>
          <a:xfrm>
            <a:off x="11482145" y="441649"/>
            <a:ext cx="35960" cy="35960"/>
          </a:xfrm>
          <a:prstGeom prst="ellipse">
            <a:avLst/>
          </a:prstGeom>
          <a:solidFill>
            <a:srgbClr val="000000"/>
          </a:solidFill>
          <a:ln/>
        </p:spPr>
        <p:txBody>
          <a:bodyPr/>
          <a:lstStyle/>
          <a:p>
            <a:endParaRPr/>
          </a:p>
        </p:txBody>
      </p:sp>
      <p:sp>
        <p:nvSpPr>
          <p:cNvPr id="9" name="Shape 7"/>
          <p:cNvSpPr/>
          <p:nvPr/>
        </p:nvSpPr>
        <p:spPr>
          <a:xfrm>
            <a:off x="11185603" y="459328"/>
            <a:ext cx="52167" cy="52167"/>
          </a:xfrm>
          <a:prstGeom prst="ellipse">
            <a:avLst/>
          </a:prstGeom>
          <a:solidFill>
            <a:srgbClr val="000000"/>
          </a:solidFill>
          <a:ln/>
        </p:spPr>
        <p:txBody>
          <a:bodyPr/>
          <a:lstStyle/>
          <a:p>
            <a:endParaRPr/>
          </a:p>
        </p:txBody>
      </p:sp>
      <p:sp>
        <p:nvSpPr>
          <p:cNvPr id="10" name="Shape 8"/>
          <p:cNvSpPr/>
          <p:nvPr/>
        </p:nvSpPr>
        <p:spPr>
          <a:xfrm>
            <a:off x="11408043" y="458713"/>
            <a:ext cx="52384" cy="52384"/>
          </a:xfrm>
          <a:prstGeom prst="ellipse">
            <a:avLst/>
          </a:prstGeom>
          <a:solidFill>
            <a:srgbClr val="000000"/>
          </a:solidFill>
          <a:ln/>
        </p:spPr>
        <p:txBody>
          <a:bodyPr/>
          <a:lstStyle/>
          <a:p>
            <a:endParaRPr/>
          </a:p>
        </p:txBody>
      </p:sp>
      <p:sp>
        <p:nvSpPr>
          <p:cNvPr id="11" name="Shape 9"/>
          <p:cNvSpPr/>
          <p:nvPr/>
        </p:nvSpPr>
        <p:spPr>
          <a:xfrm>
            <a:off x="11241891" y="499749"/>
            <a:ext cx="36613" cy="36613"/>
          </a:xfrm>
          <a:prstGeom prst="ellipse">
            <a:avLst/>
          </a:prstGeom>
          <a:solidFill>
            <a:srgbClr val="000000"/>
          </a:solidFill>
          <a:ln/>
        </p:spPr>
        <p:txBody>
          <a:bodyPr/>
          <a:lstStyle/>
          <a:p>
            <a:endParaRPr/>
          </a:p>
        </p:txBody>
      </p:sp>
      <p:sp>
        <p:nvSpPr>
          <p:cNvPr id="12" name="Shape 10"/>
          <p:cNvSpPr/>
          <p:nvPr/>
        </p:nvSpPr>
        <p:spPr>
          <a:xfrm>
            <a:off x="11294557" y="500146"/>
            <a:ext cx="57223" cy="57223"/>
          </a:xfrm>
          <a:prstGeom prst="ellipse">
            <a:avLst/>
          </a:prstGeom>
          <a:solidFill>
            <a:srgbClr val="000000"/>
          </a:solidFill>
          <a:ln/>
        </p:spPr>
        <p:txBody>
          <a:bodyPr/>
          <a:lstStyle/>
          <a:p>
            <a:endParaRPr/>
          </a:p>
        </p:txBody>
      </p:sp>
      <p:sp>
        <p:nvSpPr>
          <p:cNvPr id="13" name="Shape 11"/>
          <p:cNvSpPr/>
          <p:nvPr/>
        </p:nvSpPr>
        <p:spPr>
          <a:xfrm>
            <a:off x="11364102" y="498770"/>
            <a:ext cx="35294" cy="35294"/>
          </a:xfrm>
          <a:prstGeom prst="ellipse">
            <a:avLst/>
          </a:prstGeom>
          <a:solidFill>
            <a:srgbClr val="000000"/>
          </a:solidFill>
          <a:ln/>
        </p:spPr>
        <p:txBody>
          <a:bodyPr/>
          <a:lstStyle/>
          <a:p>
            <a:endParaRPr/>
          </a:p>
        </p:txBody>
      </p:sp>
      <p:sp>
        <p:nvSpPr>
          <p:cNvPr id="14" name="Shape 12"/>
          <p:cNvSpPr/>
          <p:nvPr/>
        </p:nvSpPr>
        <p:spPr>
          <a:xfrm>
            <a:off x="11123515" y="504524"/>
            <a:ext cx="51936" cy="51936"/>
          </a:xfrm>
          <a:prstGeom prst="ellipse">
            <a:avLst/>
          </a:prstGeom>
          <a:solidFill>
            <a:srgbClr val="000000"/>
          </a:solidFill>
          <a:ln/>
        </p:spPr>
        <p:txBody>
          <a:bodyPr/>
          <a:lstStyle/>
          <a:p>
            <a:endParaRPr/>
          </a:p>
        </p:txBody>
      </p:sp>
      <p:sp>
        <p:nvSpPr>
          <p:cNvPr id="15" name="Shape 13"/>
          <p:cNvSpPr/>
          <p:nvPr/>
        </p:nvSpPr>
        <p:spPr>
          <a:xfrm>
            <a:off x="11470202" y="504300"/>
            <a:ext cx="52384" cy="52384"/>
          </a:xfrm>
          <a:prstGeom prst="ellipse">
            <a:avLst/>
          </a:prstGeom>
          <a:solidFill>
            <a:srgbClr val="000000"/>
          </a:solidFill>
          <a:ln/>
        </p:spPr>
        <p:txBody>
          <a:bodyPr/>
          <a:lstStyle/>
          <a:p>
            <a:endParaRPr/>
          </a:p>
        </p:txBody>
      </p:sp>
      <p:sp>
        <p:nvSpPr>
          <p:cNvPr id="16" name="Shape 14"/>
          <p:cNvSpPr/>
          <p:nvPr/>
        </p:nvSpPr>
        <p:spPr>
          <a:xfrm>
            <a:off x="11060774" y="508825"/>
            <a:ext cx="35627" cy="35627"/>
          </a:xfrm>
          <a:prstGeom prst="ellipse">
            <a:avLst/>
          </a:prstGeom>
          <a:solidFill>
            <a:srgbClr val="000000"/>
          </a:solidFill>
          <a:ln/>
        </p:spPr>
        <p:txBody>
          <a:bodyPr/>
          <a:lstStyle/>
          <a:p>
            <a:endParaRPr/>
          </a:p>
        </p:txBody>
      </p:sp>
      <p:sp>
        <p:nvSpPr>
          <p:cNvPr id="17" name="Shape 15"/>
          <p:cNvSpPr/>
          <p:nvPr/>
        </p:nvSpPr>
        <p:spPr>
          <a:xfrm>
            <a:off x="11548535" y="508038"/>
            <a:ext cx="36613" cy="36613"/>
          </a:xfrm>
          <a:prstGeom prst="ellipse">
            <a:avLst/>
          </a:prstGeom>
          <a:solidFill>
            <a:srgbClr val="000000"/>
          </a:solidFill>
          <a:ln/>
        </p:spPr>
        <p:txBody>
          <a:bodyPr/>
          <a:lstStyle/>
          <a:p>
            <a:endParaRPr/>
          </a:p>
        </p:txBody>
      </p:sp>
      <p:sp>
        <p:nvSpPr>
          <p:cNvPr id="18" name="Shape 16"/>
          <p:cNvSpPr/>
          <p:nvPr/>
        </p:nvSpPr>
        <p:spPr>
          <a:xfrm>
            <a:off x="11191466" y="533379"/>
            <a:ext cx="57825" cy="57825"/>
          </a:xfrm>
          <a:prstGeom prst="ellipse">
            <a:avLst/>
          </a:prstGeom>
          <a:solidFill>
            <a:srgbClr val="000000"/>
          </a:solidFill>
          <a:ln/>
        </p:spPr>
        <p:txBody>
          <a:bodyPr/>
          <a:lstStyle/>
          <a:p>
            <a:endParaRPr/>
          </a:p>
        </p:txBody>
      </p:sp>
      <p:sp>
        <p:nvSpPr>
          <p:cNvPr id="19" name="Shape 17"/>
          <p:cNvSpPr/>
          <p:nvPr/>
        </p:nvSpPr>
        <p:spPr>
          <a:xfrm>
            <a:off x="11396535" y="533494"/>
            <a:ext cx="57428" cy="57428"/>
          </a:xfrm>
          <a:prstGeom prst="ellipse">
            <a:avLst/>
          </a:prstGeom>
          <a:solidFill>
            <a:srgbClr val="000000"/>
          </a:solidFill>
          <a:ln/>
        </p:spPr>
        <p:txBody>
          <a:bodyPr/>
          <a:lstStyle/>
          <a:p>
            <a:endParaRPr/>
          </a:p>
        </p:txBody>
      </p:sp>
      <p:sp>
        <p:nvSpPr>
          <p:cNvPr id="20" name="Shape 18"/>
          <p:cNvSpPr/>
          <p:nvPr/>
        </p:nvSpPr>
        <p:spPr>
          <a:xfrm>
            <a:off x="11079087" y="567226"/>
            <a:ext cx="51270" cy="51270"/>
          </a:xfrm>
          <a:prstGeom prst="ellipse">
            <a:avLst/>
          </a:prstGeom>
          <a:solidFill>
            <a:srgbClr val="000000"/>
          </a:solidFill>
          <a:ln/>
        </p:spPr>
        <p:txBody>
          <a:bodyPr/>
          <a:lstStyle/>
          <a:p>
            <a:endParaRPr/>
          </a:p>
        </p:txBody>
      </p:sp>
      <p:sp>
        <p:nvSpPr>
          <p:cNvPr id="21" name="Shape 19"/>
          <p:cNvSpPr/>
          <p:nvPr/>
        </p:nvSpPr>
        <p:spPr>
          <a:xfrm>
            <a:off x="11339728" y="567053"/>
            <a:ext cx="34616" cy="34616"/>
          </a:xfrm>
          <a:prstGeom prst="ellipse">
            <a:avLst/>
          </a:prstGeom>
          <a:solidFill>
            <a:srgbClr val="000000"/>
          </a:solidFill>
          <a:ln/>
        </p:spPr>
        <p:txBody>
          <a:bodyPr/>
          <a:lstStyle/>
          <a:p>
            <a:endParaRPr/>
          </a:p>
        </p:txBody>
      </p:sp>
      <p:sp>
        <p:nvSpPr>
          <p:cNvPr id="22" name="Shape 20"/>
          <p:cNvSpPr/>
          <p:nvPr/>
        </p:nvSpPr>
        <p:spPr>
          <a:xfrm>
            <a:off x="11515167" y="566234"/>
            <a:ext cx="52819" cy="52819"/>
          </a:xfrm>
          <a:prstGeom prst="ellipse">
            <a:avLst/>
          </a:prstGeom>
          <a:solidFill>
            <a:srgbClr val="000000"/>
          </a:solidFill>
          <a:ln/>
        </p:spPr>
        <p:txBody>
          <a:bodyPr/>
          <a:lstStyle/>
          <a:p>
            <a:endParaRPr/>
          </a:p>
        </p:txBody>
      </p:sp>
      <p:sp>
        <p:nvSpPr>
          <p:cNvPr id="23" name="Shape 21"/>
          <p:cNvSpPr/>
          <p:nvPr/>
        </p:nvSpPr>
        <p:spPr>
          <a:xfrm>
            <a:off x="11262860" y="569742"/>
            <a:ext cx="34961" cy="34961"/>
          </a:xfrm>
          <a:prstGeom prst="ellipse">
            <a:avLst/>
          </a:prstGeom>
          <a:solidFill>
            <a:srgbClr val="000000"/>
          </a:solidFill>
          <a:ln/>
        </p:spPr>
        <p:txBody>
          <a:bodyPr/>
          <a:lstStyle/>
          <a:p>
            <a:endParaRPr/>
          </a:p>
        </p:txBody>
      </p:sp>
      <p:sp>
        <p:nvSpPr>
          <p:cNvPr id="24" name="Shape 22"/>
          <p:cNvSpPr/>
          <p:nvPr/>
        </p:nvSpPr>
        <p:spPr>
          <a:xfrm>
            <a:off x="11462521" y="569818"/>
            <a:ext cx="35294" cy="35294"/>
          </a:xfrm>
          <a:prstGeom prst="ellipse">
            <a:avLst/>
          </a:prstGeom>
          <a:solidFill>
            <a:srgbClr val="000000"/>
          </a:solidFill>
          <a:ln/>
        </p:spPr>
        <p:txBody>
          <a:bodyPr/>
          <a:lstStyle/>
          <a:p>
            <a:endParaRPr/>
          </a:p>
        </p:txBody>
      </p:sp>
      <p:sp>
        <p:nvSpPr>
          <p:cNvPr id="25" name="Shape 23"/>
          <p:cNvSpPr/>
          <p:nvPr/>
        </p:nvSpPr>
        <p:spPr>
          <a:xfrm>
            <a:off x="11145681" y="573441"/>
            <a:ext cx="34270" cy="34270"/>
          </a:xfrm>
          <a:prstGeom prst="ellipse">
            <a:avLst/>
          </a:prstGeom>
          <a:solidFill>
            <a:srgbClr val="000000"/>
          </a:solidFill>
          <a:ln/>
        </p:spPr>
        <p:txBody>
          <a:bodyPr/>
          <a:lstStyle/>
          <a:p>
            <a:endParaRPr/>
          </a:p>
        </p:txBody>
      </p:sp>
      <p:sp>
        <p:nvSpPr>
          <p:cNvPr id="26" name="Shape 24"/>
          <p:cNvSpPr/>
          <p:nvPr/>
        </p:nvSpPr>
        <p:spPr>
          <a:xfrm>
            <a:off x="11592015" y="593213"/>
            <a:ext cx="35294" cy="35294"/>
          </a:xfrm>
          <a:prstGeom prst="ellipse">
            <a:avLst/>
          </a:prstGeom>
          <a:solidFill>
            <a:srgbClr val="000000"/>
          </a:solidFill>
          <a:ln/>
        </p:spPr>
        <p:txBody>
          <a:bodyPr/>
          <a:lstStyle/>
          <a:p>
            <a:endParaRPr/>
          </a:p>
        </p:txBody>
      </p:sp>
      <p:sp>
        <p:nvSpPr>
          <p:cNvPr id="27" name="Shape 25"/>
          <p:cNvSpPr/>
          <p:nvPr/>
        </p:nvSpPr>
        <p:spPr>
          <a:xfrm>
            <a:off x="11019124" y="593444"/>
            <a:ext cx="34616" cy="34616"/>
          </a:xfrm>
          <a:prstGeom prst="ellipse">
            <a:avLst/>
          </a:prstGeom>
          <a:solidFill>
            <a:srgbClr val="000000"/>
          </a:solidFill>
          <a:ln/>
        </p:spPr>
        <p:txBody>
          <a:bodyPr/>
          <a:lstStyle/>
          <a:p>
            <a:endParaRPr/>
          </a:p>
        </p:txBody>
      </p:sp>
      <p:sp>
        <p:nvSpPr>
          <p:cNvPr id="28" name="Shape 26"/>
          <p:cNvSpPr/>
          <p:nvPr/>
        </p:nvSpPr>
        <p:spPr>
          <a:xfrm>
            <a:off x="11403576" y="610214"/>
            <a:ext cx="34961" cy="34961"/>
          </a:xfrm>
          <a:prstGeom prst="ellipse">
            <a:avLst/>
          </a:prstGeom>
          <a:solidFill>
            <a:srgbClr val="000000"/>
          </a:solidFill>
          <a:ln/>
        </p:spPr>
        <p:txBody>
          <a:bodyPr/>
          <a:lstStyle/>
          <a:p>
            <a:endParaRPr/>
          </a:p>
        </p:txBody>
      </p:sp>
      <p:sp>
        <p:nvSpPr>
          <p:cNvPr id="29" name="Shape 27"/>
          <p:cNvSpPr/>
          <p:nvPr/>
        </p:nvSpPr>
        <p:spPr>
          <a:xfrm>
            <a:off x="11201662" y="616570"/>
            <a:ext cx="35627" cy="35627"/>
          </a:xfrm>
          <a:prstGeom prst="ellipse">
            <a:avLst/>
          </a:prstGeom>
          <a:solidFill>
            <a:srgbClr val="000000"/>
          </a:solidFill>
          <a:ln/>
        </p:spPr>
        <p:txBody>
          <a:bodyPr/>
          <a:lstStyle/>
          <a:p>
            <a:endParaRPr/>
          </a:p>
        </p:txBody>
      </p:sp>
      <p:sp>
        <p:nvSpPr>
          <p:cNvPr id="30" name="Shape 28"/>
          <p:cNvSpPr/>
          <p:nvPr/>
        </p:nvSpPr>
        <p:spPr>
          <a:xfrm>
            <a:off x="11127484" y="620705"/>
            <a:ext cx="58030" cy="58030"/>
          </a:xfrm>
          <a:prstGeom prst="ellipse">
            <a:avLst/>
          </a:prstGeom>
          <a:solidFill>
            <a:srgbClr val="000000"/>
          </a:solidFill>
          <a:ln/>
        </p:spPr>
        <p:txBody>
          <a:bodyPr/>
          <a:lstStyle/>
          <a:p>
            <a:endParaRPr/>
          </a:p>
        </p:txBody>
      </p:sp>
      <p:sp>
        <p:nvSpPr>
          <p:cNvPr id="31" name="Shape 29"/>
          <p:cNvSpPr/>
          <p:nvPr/>
        </p:nvSpPr>
        <p:spPr>
          <a:xfrm>
            <a:off x="11460767" y="620852"/>
            <a:ext cx="57428" cy="57428"/>
          </a:xfrm>
          <a:prstGeom prst="ellipse">
            <a:avLst/>
          </a:prstGeom>
          <a:solidFill>
            <a:srgbClr val="000000"/>
          </a:solidFill>
          <a:ln/>
        </p:spPr>
        <p:txBody>
          <a:bodyPr/>
          <a:lstStyle/>
          <a:p>
            <a:endParaRPr/>
          </a:p>
        </p:txBody>
      </p:sp>
      <p:sp>
        <p:nvSpPr>
          <p:cNvPr id="32" name="Shape 30"/>
          <p:cNvSpPr/>
          <p:nvPr/>
        </p:nvSpPr>
        <p:spPr>
          <a:xfrm>
            <a:off x="11055219" y="640144"/>
            <a:ext cx="51718" cy="51718"/>
          </a:xfrm>
          <a:prstGeom prst="ellipse">
            <a:avLst/>
          </a:prstGeom>
          <a:solidFill>
            <a:srgbClr val="000000"/>
          </a:solidFill>
          <a:ln/>
        </p:spPr>
        <p:txBody>
          <a:bodyPr/>
          <a:lstStyle/>
          <a:p>
            <a:endParaRPr/>
          </a:p>
        </p:txBody>
      </p:sp>
      <p:sp>
        <p:nvSpPr>
          <p:cNvPr id="33" name="Shape 31"/>
          <p:cNvSpPr/>
          <p:nvPr/>
        </p:nvSpPr>
        <p:spPr>
          <a:xfrm>
            <a:off x="11539330" y="640266"/>
            <a:ext cx="51270" cy="51270"/>
          </a:xfrm>
          <a:prstGeom prst="ellipse">
            <a:avLst/>
          </a:prstGeom>
          <a:solidFill>
            <a:srgbClr val="000000"/>
          </a:solidFill>
          <a:ln/>
        </p:spPr>
        <p:txBody>
          <a:bodyPr/>
          <a:lstStyle/>
          <a:p>
            <a:endParaRPr/>
          </a:p>
        </p:txBody>
      </p:sp>
      <p:sp>
        <p:nvSpPr>
          <p:cNvPr id="34" name="Shape 32"/>
          <p:cNvSpPr/>
          <p:nvPr/>
        </p:nvSpPr>
        <p:spPr>
          <a:xfrm>
            <a:off x="11429576" y="682274"/>
            <a:ext cx="35627" cy="35627"/>
          </a:xfrm>
          <a:prstGeom prst="ellipse">
            <a:avLst/>
          </a:prstGeom>
          <a:solidFill>
            <a:srgbClr val="000000"/>
          </a:solidFill>
          <a:ln/>
        </p:spPr>
        <p:txBody>
          <a:bodyPr/>
          <a:lstStyle/>
          <a:p>
            <a:endParaRPr/>
          </a:p>
        </p:txBody>
      </p:sp>
      <p:sp>
        <p:nvSpPr>
          <p:cNvPr id="35" name="Shape 33"/>
          <p:cNvSpPr/>
          <p:nvPr/>
        </p:nvSpPr>
        <p:spPr>
          <a:xfrm>
            <a:off x="11004076" y="687222"/>
            <a:ext cx="34616" cy="34616"/>
          </a:xfrm>
          <a:prstGeom prst="ellipse">
            <a:avLst/>
          </a:prstGeom>
          <a:solidFill>
            <a:srgbClr val="000000"/>
          </a:solidFill>
          <a:ln/>
        </p:spPr>
        <p:txBody>
          <a:bodyPr/>
          <a:lstStyle/>
          <a:p>
            <a:endParaRPr/>
          </a:p>
        </p:txBody>
      </p:sp>
      <p:sp>
        <p:nvSpPr>
          <p:cNvPr id="36" name="Shape 34"/>
          <p:cNvSpPr/>
          <p:nvPr/>
        </p:nvSpPr>
        <p:spPr>
          <a:xfrm>
            <a:off x="11502052" y="685321"/>
            <a:ext cx="34270" cy="34270"/>
          </a:xfrm>
          <a:prstGeom prst="ellipse">
            <a:avLst/>
          </a:prstGeom>
          <a:solidFill>
            <a:srgbClr val="000000"/>
          </a:solidFill>
          <a:ln/>
        </p:spPr>
        <p:txBody>
          <a:bodyPr/>
          <a:lstStyle/>
          <a:p>
            <a:endParaRPr/>
          </a:p>
        </p:txBody>
      </p:sp>
      <p:sp>
        <p:nvSpPr>
          <p:cNvPr id="37" name="Shape 35"/>
          <p:cNvSpPr/>
          <p:nvPr/>
        </p:nvSpPr>
        <p:spPr>
          <a:xfrm>
            <a:off x="11606321" y="686422"/>
            <a:ext cx="35627" cy="35627"/>
          </a:xfrm>
          <a:prstGeom prst="ellipse">
            <a:avLst/>
          </a:prstGeom>
          <a:solidFill>
            <a:srgbClr val="000000"/>
          </a:solidFill>
          <a:ln/>
        </p:spPr>
        <p:txBody>
          <a:bodyPr/>
          <a:lstStyle/>
          <a:p>
            <a:endParaRPr/>
          </a:p>
        </p:txBody>
      </p:sp>
      <p:sp>
        <p:nvSpPr>
          <p:cNvPr id="38" name="Shape 36"/>
          <p:cNvSpPr/>
          <p:nvPr/>
        </p:nvSpPr>
        <p:spPr>
          <a:xfrm>
            <a:off x="11108908" y="688957"/>
            <a:ext cx="35294" cy="35294"/>
          </a:xfrm>
          <a:prstGeom prst="ellipse">
            <a:avLst/>
          </a:prstGeom>
          <a:solidFill>
            <a:srgbClr val="000000"/>
          </a:solidFill>
          <a:ln/>
        </p:spPr>
        <p:txBody>
          <a:bodyPr/>
          <a:lstStyle/>
          <a:p>
            <a:endParaRPr/>
          </a:p>
        </p:txBody>
      </p:sp>
      <p:sp>
        <p:nvSpPr>
          <p:cNvPr id="39" name="Shape 37"/>
          <p:cNvSpPr/>
          <p:nvPr/>
        </p:nvSpPr>
        <p:spPr>
          <a:xfrm>
            <a:off x="11179733" y="690371"/>
            <a:ext cx="36613" cy="36613"/>
          </a:xfrm>
          <a:prstGeom prst="ellipse">
            <a:avLst/>
          </a:prstGeom>
          <a:solidFill>
            <a:srgbClr val="000000"/>
          </a:solidFill>
          <a:ln/>
        </p:spPr>
        <p:txBody>
          <a:bodyPr/>
          <a:lstStyle/>
          <a:p>
            <a:endParaRPr/>
          </a:p>
        </p:txBody>
      </p:sp>
      <p:sp>
        <p:nvSpPr>
          <p:cNvPr id="40" name="Shape 38"/>
          <p:cNvSpPr/>
          <p:nvPr/>
        </p:nvSpPr>
        <p:spPr>
          <a:xfrm>
            <a:off x="11054764" y="716576"/>
            <a:ext cx="51936" cy="51936"/>
          </a:xfrm>
          <a:prstGeom prst="ellipse">
            <a:avLst/>
          </a:prstGeom>
          <a:solidFill>
            <a:srgbClr val="000000"/>
          </a:solidFill>
          <a:ln/>
        </p:spPr>
        <p:txBody>
          <a:bodyPr/>
          <a:lstStyle/>
          <a:p>
            <a:endParaRPr/>
          </a:p>
        </p:txBody>
      </p:sp>
      <p:sp>
        <p:nvSpPr>
          <p:cNvPr id="41" name="Shape 39"/>
          <p:cNvSpPr/>
          <p:nvPr/>
        </p:nvSpPr>
        <p:spPr>
          <a:xfrm>
            <a:off x="11539023" y="716851"/>
            <a:ext cx="51488" cy="51488"/>
          </a:xfrm>
          <a:prstGeom prst="ellipse">
            <a:avLst/>
          </a:prstGeom>
          <a:solidFill>
            <a:srgbClr val="000000"/>
          </a:solidFill>
          <a:ln/>
        </p:spPr>
        <p:txBody>
          <a:bodyPr/>
          <a:lstStyle/>
          <a:p>
            <a:endParaRPr/>
          </a:p>
        </p:txBody>
      </p:sp>
      <p:sp>
        <p:nvSpPr>
          <p:cNvPr id="42" name="Shape 40"/>
          <p:cNvSpPr/>
          <p:nvPr/>
        </p:nvSpPr>
        <p:spPr>
          <a:xfrm>
            <a:off x="11127490" y="729288"/>
            <a:ext cx="58222" cy="58222"/>
          </a:xfrm>
          <a:prstGeom prst="ellipse">
            <a:avLst/>
          </a:prstGeom>
          <a:solidFill>
            <a:srgbClr val="000000"/>
          </a:solidFill>
          <a:ln/>
        </p:spPr>
        <p:txBody>
          <a:bodyPr/>
          <a:lstStyle/>
          <a:p>
            <a:endParaRPr/>
          </a:p>
        </p:txBody>
      </p:sp>
      <p:sp>
        <p:nvSpPr>
          <p:cNvPr id="43" name="Shape 41"/>
          <p:cNvSpPr/>
          <p:nvPr/>
        </p:nvSpPr>
        <p:spPr>
          <a:xfrm>
            <a:off x="11460671" y="729781"/>
            <a:ext cx="57633" cy="57633"/>
          </a:xfrm>
          <a:prstGeom prst="ellipse">
            <a:avLst/>
          </a:prstGeom>
          <a:solidFill>
            <a:srgbClr val="000000"/>
          </a:solidFill>
          <a:ln/>
        </p:spPr>
        <p:txBody>
          <a:bodyPr/>
          <a:lstStyle/>
          <a:p>
            <a:endParaRPr/>
          </a:p>
        </p:txBody>
      </p:sp>
      <p:sp>
        <p:nvSpPr>
          <p:cNvPr id="44" name="Shape 42"/>
          <p:cNvSpPr/>
          <p:nvPr/>
        </p:nvSpPr>
        <p:spPr>
          <a:xfrm>
            <a:off x="11407973" y="756415"/>
            <a:ext cx="35960" cy="35960"/>
          </a:xfrm>
          <a:prstGeom prst="ellipse">
            <a:avLst/>
          </a:prstGeom>
          <a:solidFill>
            <a:srgbClr val="000000"/>
          </a:solidFill>
          <a:ln/>
        </p:spPr>
        <p:txBody>
          <a:bodyPr/>
          <a:lstStyle/>
          <a:p>
            <a:endParaRPr/>
          </a:p>
        </p:txBody>
      </p:sp>
      <p:sp>
        <p:nvSpPr>
          <p:cNvPr id="45" name="Shape 43"/>
          <p:cNvSpPr/>
          <p:nvPr/>
        </p:nvSpPr>
        <p:spPr>
          <a:xfrm>
            <a:off x="11207308" y="763884"/>
            <a:ext cx="34616" cy="34616"/>
          </a:xfrm>
          <a:prstGeom prst="ellipse">
            <a:avLst/>
          </a:prstGeom>
          <a:solidFill>
            <a:srgbClr val="000000"/>
          </a:solidFill>
          <a:ln/>
        </p:spPr>
        <p:txBody>
          <a:bodyPr/>
          <a:lstStyle/>
          <a:p>
            <a:endParaRPr/>
          </a:p>
        </p:txBody>
      </p:sp>
      <p:sp>
        <p:nvSpPr>
          <p:cNvPr id="46" name="Shape 44"/>
          <p:cNvSpPr/>
          <p:nvPr/>
        </p:nvSpPr>
        <p:spPr>
          <a:xfrm>
            <a:off x="11018670" y="780462"/>
            <a:ext cx="34616" cy="34616"/>
          </a:xfrm>
          <a:prstGeom prst="ellipse">
            <a:avLst/>
          </a:prstGeom>
          <a:solidFill>
            <a:srgbClr val="000000"/>
          </a:solidFill>
          <a:ln/>
        </p:spPr>
        <p:txBody>
          <a:bodyPr/>
          <a:lstStyle/>
          <a:p>
            <a:endParaRPr/>
          </a:p>
        </p:txBody>
      </p:sp>
      <p:sp>
        <p:nvSpPr>
          <p:cNvPr id="47" name="Shape 45"/>
          <p:cNvSpPr/>
          <p:nvPr/>
        </p:nvSpPr>
        <p:spPr>
          <a:xfrm>
            <a:off x="11591670" y="780123"/>
            <a:ext cx="35294" cy="35294"/>
          </a:xfrm>
          <a:prstGeom prst="ellipse">
            <a:avLst/>
          </a:prstGeom>
          <a:solidFill>
            <a:srgbClr val="000000"/>
          </a:solidFill>
          <a:ln/>
        </p:spPr>
        <p:txBody>
          <a:bodyPr/>
          <a:lstStyle/>
          <a:p>
            <a:endParaRPr/>
          </a:p>
        </p:txBody>
      </p:sp>
      <p:sp>
        <p:nvSpPr>
          <p:cNvPr id="48" name="Shape 46"/>
          <p:cNvSpPr/>
          <p:nvPr/>
        </p:nvSpPr>
        <p:spPr>
          <a:xfrm>
            <a:off x="11079010" y="790179"/>
            <a:ext cx="51270" cy="51270"/>
          </a:xfrm>
          <a:prstGeom prst="ellipse">
            <a:avLst/>
          </a:prstGeom>
          <a:solidFill>
            <a:srgbClr val="000000"/>
          </a:solidFill>
          <a:ln/>
        </p:spPr>
        <p:txBody>
          <a:bodyPr/>
          <a:lstStyle/>
          <a:p>
            <a:endParaRPr/>
          </a:p>
        </p:txBody>
      </p:sp>
      <p:sp>
        <p:nvSpPr>
          <p:cNvPr id="49" name="Shape 47"/>
          <p:cNvSpPr/>
          <p:nvPr/>
        </p:nvSpPr>
        <p:spPr>
          <a:xfrm>
            <a:off x="11515218" y="789692"/>
            <a:ext cx="52602" cy="52602"/>
          </a:xfrm>
          <a:prstGeom prst="ellipse">
            <a:avLst/>
          </a:prstGeom>
          <a:solidFill>
            <a:srgbClr val="000000"/>
          </a:solidFill>
          <a:ln/>
        </p:spPr>
        <p:txBody>
          <a:bodyPr/>
          <a:lstStyle/>
          <a:p>
            <a:endParaRPr/>
          </a:p>
        </p:txBody>
      </p:sp>
      <p:sp>
        <p:nvSpPr>
          <p:cNvPr id="50" name="Shape 48"/>
          <p:cNvSpPr/>
          <p:nvPr/>
        </p:nvSpPr>
        <p:spPr>
          <a:xfrm>
            <a:off x="11147371" y="803460"/>
            <a:ext cx="35627" cy="35627"/>
          </a:xfrm>
          <a:prstGeom prst="ellipse">
            <a:avLst/>
          </a:prstGeom>
          <a:solidFill>
            <a:srgbClr val="000000"/>
          </a:solidFill>
          <a:ln/>
        </p:spPr>
        <p:txBody>
          <a:bodyPr/>
          <a:lstStyle/>
          <a:p>
            <a:endParaRPr/>
          </a:p>
        </p:txBody>
      </p:sp>
      <p:sp>
        <p:nvSpPr>
          <p:cNvPr id="51" name="Shape 49"/>
          <p:cNvSpPr/>
          <p:nvPr/>
        </p:nvSpPr>
        <p:spPr>
          <a:xfrm>
            <a:off x="11347786" y="804293"/>
            <a:ext cx="35294" cy="35294"/>
          </a:xfrm>
          <a:prstGeom prst="ellipse">
            <a:avLst/>
          </a:prstGeom>
          <a:solidFill>
            <a:srgbClr val="000000"/>
          </a:solidFill>
          <a:ln/>
        </p:spPr>
        <p:txBody>
          <a:bodyPr/>
          <a:lstStyle/>
          <a:p>
            <a:endParaRPr/>
          </a:p>
        </p:txBody>
      </p:sp>
      <p:sp>
        <p:nvSpPr>
          <p:cNvPr id="52" name="Shape 50"/>
          <p:cNvSpPr/>
          <p:nvPr/>
        </p:nvSpPr>
        <p:spPr>
          <a:xfrm>
            <a:off x="11465119" y="800919"/>
            <a:ext cx="34961" cy="34961"/>
          </a:xfrm>
          <a:prstGeom prst="ellipse">
            <a:avLst/>
          </a:prstGeom>
          <a:solidFill>
            <a:srgbClr val="000000"/>
          </a:solidFill>
          <a:ln/>
        </p:spPr>
        <p:txBody>
          <a:bodyPr/>
          <a:lstStyle/>
          <a:p>
            <a:endParaRPr/>
          </a:p>
        </p:txBody>
      </p:sp>
      <p:sp>
        <p:nvSpPr>
          <p:cNvPr id="53" name="Shape 51"/>
          <p:cNvSpPr/>
          <p:nvPr/>
        </p:nvSpPr>
        <p:spPr>
          <a:xfrm>
            <a:off x="11270669" y="806590"/>
            <a:ext cx="35627" cy="35627"/>
          </a:xfrm>
          <a:prstGeom prst="ellipse">
            <a:avLst/>
          </a:prstGeom>
          <a:solidFill>
            <a:srgbClr val="000000"/>
          </a:solidFill>
          <a:ln/>
        </p:spPr>
        <p:txBody>
          <a:bodyPr/>
          <a:lstStyle/>
          <a:p>
            <a:endParaRPr/>
          </a:p>
        </p:txBody>
      </p:sp>
      <p:sp>
        <p:nvSpPr>
          <p:cNvPr id="54" name="Shape 52"/>
          <p:cNvSpPr/>
          <p:nvPr/>
        </p:nvSpPr>
        <p:spPr>
          <a:xfrm>
            <a:off x="11191498" y="817766"/>
            <a:ext cx="57633" cy="57633"/>
          </a:xfrm>
          <a:prstGeom prst="ellipse">
            <a:avLst/>
          </a:prstGeom>
          <a:solidFill>
            <a:srgbClr val="000000"/>
          </a:solidFill>
          <a:ln/>
        </p:spPr>
        <p:txBody>
          <a:bodyPr/>
          <a:lstStyle/>
          <a:p>
            <a:endParaRPr/>
          </a:p>
        </p:txBody>
      </p:sp>
      <p:sp>
        <p:nvSpPr>
          <p:cNvPr id="55" name="Shape 53"/>
          <p:cNvSpPr/>
          <p:nvPr/>
        </p:nvSpPr>
        <p:spPr>
          <a:xfrm>
            <a:off x="11396573" y="817888"/>
            <a:ext cx="57633" cy="57633"/>
          </a:xfrm>
          <a:prstGeom prst="ellipse">
            <a:avLst/>
          </a:prstGeom>
          <a:solidFill>
            <a:srgbClr val="000000"/>
          </a:solidFill>
          <a:ln/>
        </p:spPr>
        <p:txBody>
          <a:bodyPr/>
          <a:lstStyle/>
          <a:p>
            <a:endParaRPr/>
          </a:p>
        </p:txBody>
      </p:sp>
      <p:sp>
        <p:nvSpPr>
          <p:cNvPr id="56" name="Shape 54"/>
          <p:cNvSpPr/>
          <p:nvPr/>
        </p:nvSpPr>
        <p:spPr>
          <a:xfrm>
            <a:off x="11123445" y="851985"/>
            <a:ext cx="52167" cy="52167"/>
          </a:xfrm>
          <a:prstGeom prst="ellipse">
            <a:avLst/>
          </a:prstGeom>
          <a:solidFill>
            <a:srgbClr val="000000"/>
          </a:solidFill>
          <a:ln/>
        </p:spPr>
        <p:txBody>
          <a:bodyPr/>
          <a:lstStyle/>
          <a:p>
            <a:endParaRPr/>
          </a:p>
        </p:txBody>
      </p:sp>
      <p:sp>
        <p:nvSpPr>
          <p:cNvPr id="57" name="Shape 55"/>
          <p:cNvSpPr/>
          <p:nvPr/>
        </p:nvSpPr>
        <p:spPr>
          <a:xfrm>
            <a:off x="11294647" y="851390"/>
            <a:ext cx="57223" cy="57223"/>
          </a:xfrm>
          <a:prstGeom prst="ellipse">
            <a:avLst/>
          </a:prstGeom>
          <a:solidFill>
            <a:srgbClr val="000000"/>
          </a:solidFill>
          <a:ln/>
        </p:spPr>
        <p:txBody>
          <a:bodyPr/>
          <a:lstStyle/>
          <a:p>
            <a:endParaRPr/>
          </a:p>
        </p:txBody>
      </p:sp>
      <p:sp>
        <p:nvSpPr>
          <p:cNvPr id="58" name="Shape 56"/>
          <p:cNvSpPr/>
          <p:nvPr/>
        </p:nvSpPr>
        <p:spPr>
          <a:xfrm>
            <a:off x="11470202" y="852382"/>
            <a:ext cx="52384" cy="52384"/>
          </a:xfrm>
          <a:prstGeom prst="ellipse">
            <a:avLst/>
          </a:prstGeom>
          <a:solidFill>
            <a:srgbClr val="000000"/>
          </a:solidFill>
          <a:ln/>
        </p:spPr>
        <p:txBody>
          <a:bodyPr/>
          <a:lstStyle/>
          <a:p>
            <a:endParaRPr/>
          </a:p>
        </p:txBody>
      </p:sp>
      <p:sp>
        <p:nvSpPr>
          <p:cNvPr id="59" name="Shape 57"/>
          <p:cNvSpPr/>
          <p:nvPr/>
        </p:nvSpPr>
        <p:spPr>
          <a:xfrm>
            <a:off x="11060774" y="864607"/>
            <a:ext cx="35627" cy="35627"/>
          </a:xfrm>
          <a:prstGeom prst="ellipse">
            <a:avLst/>
          </a:prstGeom>
          <a:solidFill>
            <a:srgbClr val="000000"/>
          </a:solidFill>
          <a:ln/>
        </p:spPr>
        <p:txBody>
          <a:bodyPr/>
          <a:lstStyle/>
          <a:p>
            <a:endParaRPr/>
          </a:p>
        </p:txBody>
      </p:sp>
      <p:sp>
        <p:nvSpPr>
          <p:cNvPr id="60" name="Shape 58"/>
          <p:cNvSpPr/>
          <p:nvPr/>
        </p:nvSpPr>
        <p:spPr>
          <a:xfrm>
            <a:off x="11548733" y="864185"/>
            <a:ext cx="35627" cy="35627"/>
          </a:xfrm>
          <a:prstGeom prst="ellipse">
            <a:avLst/>
          </a:prstGeom>
          <a:solidFill>
            <a:srgbClr val="000000"/>
          </a:solidFill>
          <a:ln/>
        </p:spPr>
        <p:txBody>
          <a:bodyPr/>
          <a:lstStyle/>
          <a:p>
            <a:endParaRPr/>
          </a:p>
        </p:txBody>
      </p:sp>
      <p:sp>
        <p:nvSpPr>
          <p:cNvPr id="61" name="Shape 59"/>
          <p:cNvSpPr/>
          <p:nvPr/>
        </p:nvSpPr>
        <p:spPr>
          <a:xfrm>
            <a:off x="11246231" y="873908"/>
            <a:ext cx="35627" cy="35627"/>
          </a:xfrm>
          <a:prstGeom prst="ellipse">
            <a:avLst/>
          </a:prstGeom>
          <a:solidFill>
            <a:srgbClr val="000000"/>
          </a:solidFill>
          <a:ln/>
        </p:spPr>
        <p:txBody>
          <a:bodyPr/>
          <a:lstStyle/>
          <a:p>
            <a:endParaRPr/>
          </a:p>
        </p:txBody>
      </p:sp>
      <p:sp>
        <p:nvSpPr>
          <p:cNvPr id="62" name="Shape 60"/>
          <p:cNvSpPr/>
          <p:nvPr/>
        </p:nvSpPr>
        <p:spPr>
          <a:xfrm>
            <a:off x="11367418" y="872896"/>
            <a:ext cx="35627" cy="35627"/>
          </a:xfrm>
          <a:prstGeom prst="ellipse">
            <a:avLst/>
          </a:prstGeom>
          <a:solidFill>
            <a:srgbClr val="000000"/>
          </a:solidFill>
          <a:ln/>
        </p:spPr>
        <p:txBody>
          <a:bodyPr/>
          <a:lstStyle/>
          <a:p>
            <a:endParaRPr/>
          </a:p>
        </p:txBody>
      </p:sp>
      <p:sp>
        <p:nvSpPr>
          <p:cNvPr id="63" name="Shape 61"/>
          <p:cNvSpPr/>
          <p:nvPr/>
        </p:nvSpPr>
        <p:spPr>
          <a:xfrm>
            <a:off x="11185366" y="897322"/>
            <a:ext cx="51936" cy="51936"/>
          </a:xfrm>
          <a:prstGeom prst="ellipse">
            <a:avLst/>
          </a:prstGeom>
          <a:solidFill>
            <a:srgbClr val="000000"/>
          </a:solidFill>
          <a:ln/>
        </p:spPr>
        <p:txBody>
          <a:bodyPr/>
          <a:lstStyle/>
          <a:p>
            <a:endParaRPr/>
          </a:p>
        </p:txBody>
      </p:sp>
      <p:sp>
        <p:nvSpPr>
          <p:cNvPr id="64" name="Shape 62"/>
          <p:cNvSpPr/>
          <p:nvPr/>
        </p:nvSpPr>
        <p:spPr>
          <a:xfrm>
            <a:off x="11407845" y="897655"/>
            <a:ext cx="52602" cy="52602"/>
          </a:xfrm>
          <a:prstGeom prst="ellipse">
            <a:avLst/>
          </a:prstGeom>
          <a:solidFill>
            <a:srgbClr val="000000"/>
          </a:solidFill>
          <a:ln/>
        </p:spPr>
        <p:txBody>
          <a:bodyPr/>
          <a:lstStyle/>
          <a:p>
            <a:endParaRPr/>
          </a:p>
        </p:txBody>
      </p:sp>
      <p:sp>
        <p:nvSpPr>
          <p:cNvPr id="65" name="Shape 63"/>
          <p:cNvSpPr/>
          <p:nvPr/>
        </p:nvSpPr>
        <p:spPr>
          <a:xfrm>
            <a:off x="11258822" y="921466"/>
            <a:ext cx="51270" cy="51270"/>
          </a:xfrm>
          <a:prstGeom prst="ellipse">
            <a:avLst/>
          </a:prstGeom>
          <a:solidFill>
            <a:srgbClr val="000000"/>
          </a:solidFill>
          <a:ln/>
        </p:spPr>
        <p:txBody>
          <a:bodyPr/>
          <a:lstStyle/>
          <a:p>
            <a:endParaRPr/>
          </a:p>
        </p:txBody>
      </p:sp>
      <p:sp>
        <p:nvSpPr>
          <p:cNvPr id="66" name="Shape 64"/>
          <p:cNvSpPr/>
          <p:nvPr/>
        </p:nvSpPr>
        <p:spPr>
          <a:xfrm>
            <a:off x="11335350" y="921504"/>
            <a:ext cx="51270" cy="51270"/>
          </a:xfrm>
          <a:prstGeom prst="ellipse">
            <a:avLst/>
          </a:prstGeom>
          <a:solidFill>
            <a:srgbClr val="000000"/>
          </a:solidFill>
          <a:ln/>
        </p:spPr>
        <p:txBody>
          <a:bodyPr/>
          <a:lstStyle/>
          <a:p>
            <a:endParaRPr/>
          </a:p>
        </p:txBody>
      </p:sp>
      <p:sp>
        <p:nvSpPr>
          <p:cNvPr id="67" name="Shape 65"/>
          <p:cNvSpPr/>
          <p:nvPr/>
        </p:nvSpPr>
        <p:spPr>
          <a:xfrm>
            <a:off x="11127388" y="931368"/>
            <a:ext cx="35294" cy="35294"/>
          </a:xfrm>
          <a:prstGeom prst="ellipse">
            <a:avLst/>
          </a:prstGeom>
          <a:solidFill>
            <a:srgbClr val="000000"/>
          </a:solidFill>
          <a:ln/>
        </p:spPr>
        <p:txBody>
          <a:bodyPr/>
          <a:lstStyle/>
          <a:p>
            <a:endParaRPr/>
          </a:p>
        </p:txBody>
      </p:sp>
      <p:sp>
        <p:nvSpPr>
          <p:cNvPr id="68" name="Shape 66"/>
          <p:cNvSpPr/>
          <p:nvPr/>
        </p:nvSpPr>
        <p:spPr>
          <a:xfrm>
            <a:off x="11481979" y="931035"/>
            <a:ext cx="35960" cy="35960"/>
          </a:xfrm>
          <a:prstGeom prst="ellipse">
            <a:avLst/>
          </a:prstGeom>
          <a:solidFill>
            <a:srgbClr val="000000"/>
          </a:solidFill>
          <a:ln/>
        </p:spPr>
        <p:txBody>
          <a:bodyPr/>
          <a:lstStyle/>
          <a:p>
            <a:endParaRPr/>
          </a:p>
        </p:txBody>
      </p:sp>
      <p:sp>
        <p:nvSpPr>
          <p:cNvPr id="69" name="Shape 67"/>
          <p:cNvSpPr/>
          <p:nvPr/>
        </p:nvSpPr>
        <p:spPr>
          <a:xfrm>
            <a:off x="11211987" y="974695"/>
            <a:ext cx="34961" cy="34961"/>
          </a:xfrm>
          <a:prstGeom prst="ellipse">
            <a:avLst/>
          </a:prstGeom>
          <a:solidFill>
            <a:srgbClr val="000000"/>
          </a:solidFill>
          <a:ln/>
        </p:spPr>
        <p:txBody>
          <a:bodyPr/>
          <a:lstStyle/>
          <a:p>
            <a:endParaRPr/>
          </a:p>
        </p:txBody>
      </p:sp>
      <p:sp>
        <p:nvSpPr>
          <p:cNvPr id="70" name="Shape 68"/>
          <p:cNvSpPr/>
          <p:nvPr/>
        </p:nvSpPr>
        <p:spPr>
          <a:xfrm>
            <a:off x="11398461" y="974695"/>
            <a:ext cx="34961" cy="34961"/>
          </a:xfrm>
          <a:prstGeom prst="ellipse">
            <a:avLst/>
          </a:prstGeom>
          <a:solidFill>
            <a:srgbClr val="000000"/>
          </a:solidFill>
          <a:ln/>
        </p:spPr>
        <p:txBody>
          <a:bodyPr/>
          <a:lstStyle/>
          <a:p>
            <a:endParaRPr/>
          </a:p>
        </p:txBody>
      </p:sp>
      <p:sp>
        <p:nvSpPr>
          <p:cNvPr id="71" name="Shape 69"/>
          <p:cNvSpPr/>
          <p:nvPr/>
        </p:nvSpPr>
        <p:spPr>
          <a:xfrm>
            <a:off x="11304837" y="988501"/>
            <a:ext cx="35627" cy="35627"/>
          </a:xfrm>
          <a:prstGeom prst="ellipse">
            <a:avLst/>
          </a:prstGeom>
          <a:solidFill>
            <a:srgbClr val="000000"/>
          </a:solidFill>
          <a:ln/>
        </p:spPr>
        <p:txBody>
          <a:bodyPr/>
          <a:lstStyle/>
          <a:p>
            <a:endParaRPr/>
          </a:p>
        </p:txBody>
      </p:sp>
      <p:sp>
        <p:nvSpPr>
          <p:cNvPr id="72" name="Text 70"/>
          <p:cNvSpPr/>
          <p:nvPr/>
        </p:nvSpPr>
        <p:spPr>
          <a:xfrm>
            <a:off x="548640" y="411480"/>
            <a:ext cx="10088575" cy="777240"/>
          </a:xfrm>
          <a:prstGeom prst="rect">
            <a:avLst/>
          </a:prstGeom>
          <a:noFill/>
          <a:ln/>
        </p:spPr>
        <p:txBody>
          <a:bodyPr wrap="square" lIns="0" tIns="0" rIns="0" bIns="0" rtlCol="0" anchor="ctr"/>
          <a:lstStyle/>
          <a:p>
            <a:pPr marL="0" indent="0" algn="l">
              <a:lnSpc>
                <a:spcPct val="105000"/>
              </a:lnSpc>
              <a:buNone/>
            </a:pPr>
            <a:r>
              <a:rPr lang="en-US" sz="3400" dirty="0">
                <a:solidFill>
                  <a:srgbClr val="3D68EC"/>
                </a:solidFill>
                <a:latin typeface="General Sans Semibold" pitchFamily="34" charset="0"/>
                <a:ea typeface="General Sans Semibold" pitchFamily="34" charset="-122"/>
                <a:cs typeface="General Sans Semibold" pitchFamily="34" charset="-120"/>
              </a:rPr>
              <a:t>Ronde 2: eerst schetsen, dan bouwen</a:t>
            </a:r>
            <a:endParaRPr lang="en-US" sz="3400" dirty="0"/>
          </a:p>
        </p:txBody>
      </p:sp>
      <p:sp>
        <p:nvSpPr>
          <p:cNvPr id="73" name="Shape 71"/>
          <p:cNvSpPr/>
          <p:nvPr/>
        </p:nvSpPr>
        <p:spPr>
          <a:xfrm>
            <a:off x="548640" y="1371600"/>
            <a:ext cx="5318608" cy="2560320"/>
          </a:xfrm>
          <a:prstGeom prst="roundRect">
            <a:avLst>
              <a:gd name="adj" fmla="val 3571"/>
            </a:avLst>
          </a:prstGeom>
          <a:solidFill>
            <a:srgbClr val="3D68EC"/>
          </a:solidFill>
          <a:ln/>
        </p:spPr>
        <p:txBody>
          <a:bodyPr/>
          <a:lstStyle/>
          <a:p>
            <a:endParaRPr/>
          </a:p>
        </p:txBody>
      </p:sp>
      <p:pic>
        <p:nvPicPr>
          <p:cNvPr id="74" name="Image 0" descr="exports\_hulp2\img\Document.png"/>
          <p:cNvPicPr>
            <a:picLocks noChangeAspect="1"/>
          </p:cNvPicPr>
          <p:nvPr/>
        </p:nvPicPr>
        <p:blipFill>
          <a:blip r:embed="rId3"/>
          <a:stretch>
            <a:fillRect/>
          </a:stretch>
        </p:blipFill>
        <p:spPr>
          <a:xfrm>
            <a:off x="4678528" y="1554480"/>
            <a:ext cx="1005840" cy="1005840"/>
          </a:xfrm>
          <a:prstGeom prst="rect">
            <a:avLst/>
          </a:prstGeom>
        </p:spPr>
      </p:pic>
      <p:sp>
        <p:nvSpPr>
          <p:cNvPr id="75" name="Text 72"/>
          <p:cNvSpPr/>
          <p:nvPr/>
        </p:nvSpPr>
        <p:spPr>
          <a:xfrm>
            <a:off x="822960" y="1645920"/>
            <a:ext cx="4769968" cy="338328"/>
          </a:xfrm>
          <a:prstGeom prst="rect">
            <a:avLst/>
          </a:prstGeom>
          <a:noFill/>
          <a:ln/>
        </p:spPr>
        <p:txBody>
          <a:bodyPr wrap="square" lIns="0" tIns="0" rIns="0" bIns="0" rtlCol="0" anchor="t"/>
          <a:lstStyle/>
          <a:p>
            <a:pPr marL="0" indent="0" algn="l">
              <a:lnSpc>
                <a:spcPct val="105000"/>
              </a:lnSpc>
              <a:buNone/>
            </a:pPr>
            <a:r>
              <a:rPr lang="en-US" sz="2200" dirty="0">
                <a:solidFill>
                  <a:srgbClr val="F4D9DC"/>
                </a:solidFill>
                <a:latin typeface="General Sans Semibold" pitchFamily="34" charset="0"/>
                <a:ea typeface="General Sans Semibold" pitchFamily="34" charset="-122"/>
                <a:cs typeface="General Sans Semibold" pitchFamily="34" charset="-120"/>
              </a:rPr>
              <a:t>/2-schetsen</a:t>
            </a:r>
            <a:endParaRPr lang="en-US" sz="2200" dirty="0"/>
          </a:p>
        </p:txBody>
      </p:sp>
      <p:sp>
        <p:nvSpPr>
          <p:cNvPr id="76" name="Text 73"/>
          <p:cNvSpPr/>
          <p:nvPr/>
        </p:nvSpPr>
        <p:spPr>
          <a:xfrm>
            <a:off x="822960" y="2258568"/>
            <a:ext cx="4769968" cy="316230"/>
          </a:xfrm>
          <a:prstGeom prst="rect">
            <a:avLst/>
          </a:prstGeom>
          <a:noFill/>
          <a:ln/>
        </p:spPr>
        <p:txBody>
          <a:bodyPr wrap="square" lIns="0" tIns="0" rIns="0" bIns="0" rtlCol="0" anchor="t"/>
          <a:lstStyle/>
          <a:p>
            <a:pPr marL="0" indent="0" algn="l">
              <a:lnSpc>
                <a:spcPct val="105000"/>
              </a:lnSpc>
              <a:buNone/>
            </a:pPr>
            <a:r>
              <a:rPr lang="en-US" sz="1500" dirty="0">
                <a:solidFill>
                  <a:srgbClr val="F4D9DC"/>
                </a:solidFill>
                <a:latin typeface="General Sans" pitchFamily="34" charset="0"/>
                <a:ea typeface="General Sans" pitchFamily="34" charset="-122"/>
                <a:cs typeface="General Sans" pitchFamily="34" charset="-120"/>
              </a:rPr>
              <a:t>Je dashboard in grijs, nog zonder getallen.</a:t>
            </a:r>
            <a:endParaRPr lang="en-US" sz="1500" dirty="0"/>
          </a:p>
        </p:txBody>
      </p:sp>
      <p:sp>
        <p:nvSpPr>
          <p:cNvPr id="77" name="Text 74"/>
          <p:cNvSpPr/>
          <p:nvPr/>
        </p:nvSpPr>
        <p:spPr>
          <a:xfrm>
            <a:off x="822960" y="2711958"/>
            <a:ext cx="4769968" cy="274320"/>
          </a:xfrm>
          <a:prstGeom prst="rect">
            <a:avLst/>
          </a:prstGeom>
          <a:noFill/>
          <a:ln/>
        </p:spPr>
        <p:txBody>
          <a:bodyPr wrap="square" lIns="0" tIns="0" rIns="0" bIns="0" rtlCol="0" anchor="t"/>
          <a:lstStyle/>
          <a:p>
            <a:pPr marL="0" indent="0" algn="l">
              <a:lnSpc>
                <a:spcPct val="105000"/>
              </a:lnSpc>
              <a:buNone/>
            </a:pPr>
            <a:r>
              <a:rPr lang="en-US" sz="1100" kern="0" spc="300" dirty="0">
                <a:solidFill>
                  <a:srgbClr val="F4D74B"/>
                </a:solidFill>
                <a:latin typeface="General Sans Semibold" pitchFamily="34" charset="0"/>
                <a:ea typeface="General Sans Semibold" pitchFamily="34" charset="-122"/>
                <a:cs typeface="General Sans Semibold" pitchFamily="34" charset="-120"/>
              </a:rPr>
              <a:t>LEVERT</a:t>
            </a:r>
            <a:endParaRPr lang="en-US" sz="1100" dirty="0"/>
          </a:p>
        </p:txBody>
      </p:sp>
      <p:sp>
        <p:nvSpPr>
          <p:cNvPr id="78" name="Text 75"/>
          <p:cNvSpPr/>
          <p:nvPr/>
        </p:nvSpPr>
        <p:spPr>
          <a:xfrm>
            <a:off x="822960" y="3059430"/>
            <a:ext cx="4769968" cy="316230"/>
          </a:xfrm>
          <a:prstGeom prst="rect">
            <a:avLst/>
          </a:prstGeom>
          <a:noFill/>
          <a:ln/>
        </p:spPr>
        <p:txBody>
          <a:bodyPr wrap="square" lIns="0" tIns="0" rIns="0" bIns="0" rtlCol="0" anchor="t"/>
          <a:lstStyle/>
          <a:p>
            <a:pPr marL="0" indent="0" algn="l">
              <a:lnSpc>
                <a:spcPct val="105000"/>
              </a:lnSpc>
              <a:buNone/>
            </a:pPr>
            <a:r>
              <a:rPr lang="en-US" sz="1500" dirty="0">
                <a:solidFill>
                  <a:srgbClr val="F4D9DC"/>
                </a:solidFill>
                <a:latin typeface="General Sans" pitchFamily="34" charset="0"/>
                <a:ea typeface="General Sans" pitchFamily="34" charset="-122"/>
                <a:cs typeface="General Sans" pitchFamily="34" charset="-120"/>
              </a:rPr>
              <a:t>schets.html</a:t>
            </a:r>
            <a:endParaRPr lang="en-US" sz="1500" dirty="0"/>
          </a:p>
        </p:txBody>
      </p:sp>
      <p:sp>
        <p:nvSpPr>
          <p:cNvPr id="79" name="Shape 76"/>
          <p:cNvSpPr/>
          <p:nvPr/>
        </p:nvSpPr>
        <p:spPr>
          <a:xfrm>
            <a:off x="5976976" y="2377440"/>
            <a:ext cx="237744" cy="548640"/>
          </a:xfrm>
          <a:prstGeom prst="chevron">
            <a:avLst/>
          </a:prstGeom>
          <a:solidFill>
            <a:srgbClr val="3D68EC"/>
          </a:solidFill>
          <a:ln/>
        </p:spPr>
        <p:txBody>
          <a:bodyPr/>
          <a:lstStyle/>
          <a:p>
            <a:endParaRPr/>
          </a:p>
        </p:txBody>
      </p:sp>
      <p:sp>
        <p:nvSpPr>
          <p:cNvPr id="80" name="Shape 77"/>
          <p:cNvSpPr/>
          <p:nvPr/>
        </p:nvSpPr>
        <p:spPr>
          <a:xfrm>
            <a:off x="6324448" y="1371600"/>
            <a:ext cx="5318608" cy="2560320"/>
          </a:xfrm>
          <a:prstGeom prst="roundRect">
            <a:avLst>
              <a:gd name="adj" fmla="val 3571"/>
            </a:avLst>
          </a:prstGeom>
          <a:solidFill>
            <a:srgbClr val="DD784B"/>
          </a:solidFill>
          <a:ln/>
        </p:spPr>
        <p:txBody>
          <a:bodyPr/>
          <a:lstStyle/>
          <a:p>
            <a:endParaRPr/>
          </a:p>
        </p:txBody>
      </p:sp>
      <p:pic>
        <p:nvPicPr>
          <p:cNvPr id="81" name="Image 1" descr="exports\_hulp2\img\learninganalystics.png"/>
          <p:cNvPicPr>
            <a:picLocks noChangeAspect="1"/>
          </p:cNvPicPr>
          <p:nvPr/>
        </p:nvPicPr>
        <p:blipFill>
          <a:blip r:embed="rId4"/>
          <a:stretch>
            <a:fillRect/>
          </a:stretch>
        </p:blipFill>
        <p:spPr>
          <a:xfrm>
            <a:off x="10454335" y="1554480"/>
            <a:ext cx="1005840" cy="1005840"/>
          </a:xfrm>
          <a:prstGeom prst="rect">
            <a:avLst/>
          </a:prstGeom>
        </p:spPr>
      </p:pic>
      <p:sp>
        <p:nvSpPr>
          <p:cNvPr id="82" name="Text 78"/>
          <p:cNvSpPr/>
          <p:nvPr/>
        </p:nvSpPr>
        <p:spPr>
          <a:xfrm>
            <a:off x="6598768" y="1645920"/>
            <a:ext cx="4769968" cy="338328"/>
          </a:xfrm>
          <a:prstGeom prst="rect">
            <a:avLst/>
          </a:prstGeom>
          <a:noFill/>
          <a:ln/>
        </p:spPr>
        <p:txBody>
          <a:bodyPr wrap="square" lIns="0" tIns="0" rIns="0" bIns="0" rtlCol="0" anchor="t"/>
          <a:lstStyle/>
          <a:p>
            <a:pPr marL="0" indent="0" algn="l">
              <a:lnSpc>
                <a:spcPct val="105000"/>
              </a:lnSpc>
              <a:buNone/>
            </a:pPr>
            <a:r>
              <a:rPr lang="en-US" sz="2200" dirty="0">
                <a:solidFill>
                  <a:srgbClr val="000000"/>
                </a:solidFill>
                <a:latin typeface="General Sans Semibold" pitchFamily="34" charset="0"/>
                <a:ea typeface="General Sans Semibold" pitchFamily="34" charset="-122"/>
                <a:cs typeface="General Sans Semibold" pitchFamily="34" charset="-120"/>
              </a:rPr>
              <a:t>/3-bouwen</a:t>
            </a:r>
            <a:endParaRPr lang="en-US" sz="2200" dirty="0"/>
          </a:p>
        </p:txBody>
      </p:sp>
      <p:sp>
        <p:nvSpPr>
          <p:cNvPr id="83" name="Text 79"/>
          <p:cNvSpPr/>
          <p:nvPr/>
        </p:nvSpPr>
        <p:spPr>
          <a:xfrm>
            <a:off x="6598768" y="2258568"/>
            <a:ext cx="4769968" cy="316230"/>
          </a:xfrm>
          <a:prstGeom prst="rect">
            <a:avLst/>
          </a:prstGeom>
          <a:noFill/>
          <a:ln/>
        </p:spPr>
        <p:txBody>
          <a:bodyPr wrap="square" lIns="0" tIns="0" rIns="0" bIns="0" rtlCol="0" anchor="t"/>
          <a:lstStyle/>
          <a:p>
            <a:pPr marL="0" indent="0" algn="l">
              <a:lnSpc>
                <a:spcPct val="105000"/>
              </a:lnSpc>
              <a:buNone/>
            </a:pPr>
            <a:r>
              <a:rPr lang="en-US" sz="1500" dirty="0">
                <a:solidFill>
                  <a:srgbClr val="000000"/>
                </a:solidFill>
                <a:latin typeface="General Sans" pitchFamily="34" charset="0"/>
                <a:ea typeface="General Sans" pitchFamily="34" charset="-122"/>
                <a:cs typeface="General Sans" pitchFamily="34" charset="-120"/>
              </a:rPr>
              <a:t>Bouwt alle grafieken uit de schets.</a:t>
            </a:r>
            <a:endParaRPr lang="en-US" sz="1500" dirty="0"/>
          </a:p>
        </p:txBody>
      </p:sp>
      <p:sp>
        <p:nvSpPr>
          <p:cNvPr id="84" name="Text 80"/>
          <p:cNvSpPr/>
          <p:nvPr/>
        </p:nvSpPr>
        <p:spPr>
          <a:xfrm>
            <a:off x="6598768" y="2711958"/>
            <a:ext cx="4769968" cy="274320"/>
          </a:xfrm>
          <a:prstGeom prst="rect">
            <a:avLst/>
          </a:prstGeom>
          <a:noFill/>
          <a:ln/>
        </p:spPr>
        <p:txBody>
          <a:bodyPr wrap="square" lIns="0" tIns="0" rIns="0" bIns="0" rtlCol="0" anchor="t"/>
          <a:lstStyle/>
          <a:p>
            <a:pPr marL="0" indent="0" algn="l">
              <a:lnSpc>
                <a:spcPct val="105000"/>
              </a:lnSpc>
              <a:buNone/>
            </a:pPr>
            <a:r>
              <a:rPr lang="en-US" sz="1100" kern="0" spc="300" dirty="0">
                <a:solidFill>
                  <a:srgbClr val="000000"/>
                </a:solidFill>
                <a:latin typeface="General Sans Semibold" pitchFamily="34" charset="0"/>
                <a:ea typeface="General Sans Semibold" pitchFamily="34" charset="-122"/>
                <a:cs typeface="General Sans Semibold" pitchFamily="34" charset="-120"/>
              </a:rPr>
              <a:t>LEVERT</a:t>
            </a:r>
            <a:endParaRPr lang="en-US" sz="1100" dirty="0"/>
          </a:p>
        </p:txBody>
      </p:sp>
      <p:sp>
        <p:nvSpPr>
          <p:cNvPr id="85" name="Text 81"/>
          <p:cNvSpPr/>
          <p:nvPr/>
        </p:nvSpPr>
        <p:spPr>
          <a:xfrm>
            <a:off x="6598768" y="3059430"/>
            <a:ext cx="4769968" cy="316230"/>
          </a:xfrm>
          <a:prstGeom prst="rect">
            <a:avLst/>
          </a:prstGeom>
          <a:noFill/>
          <a:ln/>
        </p:spPr>
        <p:txBody>
          <a:bodyPr wrap="square" lIns="0" tIns="0" rIns="0" bIns="0" rtlCol="0" anchor="t"/>
          <a:lstStyle/>
          <a:p>
            <a:pPr marL="0" indent="0" algn="l">
              <a:lnSpc>
                <a:spcPct val="105000"/>
              </a:lnSpc>
              <a:buNone/>
            </a:pPr>
            <a:r>
              <a:rPr lang="en-US" sz="1500" dirty="0">
                <a:solidFill>
                  <a:srgbClr val="000000"/>
                </a:solidFill>
                <a:latin typeface="General Sans" pitchFamily="34" charset="0"/>
                <a:ea typeface="General Sans" pitchFamily="34" charset="-122"/>
                <a:cs typeface="General Sans" pitchFamily="34" charset="-120"/>
              </a:rPr>
              <a:t>dashboard.html</a:t>
            </a:r>
            <a:endParaRPr lang="en-US" sz="15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CCEEE6"/>
        </a:solidFill>
        <a:effectLst/>
      </p:bgPr>
    </p:bg>
    <p:spTree>
      <p:nvGrpSpPr>
        <p:cNvPr id="1" name=""/>
        <p:cNvGrpSpPr/>
        <p:nvPr/>
      </p:nvGrpSpPr>
      <p:grpSpPr>
        <a:xfrm>
          <a:off x="0" y="0"/>
          <a:ext cx="0" cy="0"/>
          <a:chOff x="0" y="0"/>
          <a:chExt cx="0" cy="0"/>
        </a:xfrm>
      </p:grpSpPr>
      <p:sp>
        <p:nvSpPr>
          <p:cNvPr id="2" name="Shape 0"/>
          <p:cNvSpPr/>
          <p:nvPr/>
        </p:nvSpPr>
        <p:spPr>
          <a:xfrm>
            <a:off x="11304952" y="384048"/>
            <a:ext cx="35960" cy="35960"/>
          </a:xfrm>
          <a:prstGeom prst="ellipse">
            <a:avLst/>
          </a:prstGeom>
          <a:solidFill>
            <a:srgbClr val="000000"/>
          </a:solidFill>
          <a:ln/>
        </p:spPr>
        <p:txBody>
          <a:bodyPr/>
          <a:lstStyle/>
          <a:p>
            <a:endParaRPr/>
          </a:p>
        </p:txBody>
      </p:sp>
      <p:sp>
        <p:nvSpPr>
          <p:cNvPr id="3" name="Shape 1"/>
          <p:cNvSpPr/>
          <p:nvPr/>
        </p:nvSpPr>
        <p:spPr>
          <a:xfrm>
            <a:off x="11212173" y="399224"/>
            <a:ext cx="34616" cy="34616"/>
          </a:xfrm>
          <a:prstGeom prst="ellipse">
            <a:avLst/>
          </a:prstGeom>
          <a:solidFill>
            <a:srgbClr val="000000"/>
          </a:solidFill>
          <a:ln/>
        </p:spPr>
        <p:txBody>
          <a:bodyPr/>
          <a:lstStyle/>
          <a:p>
            <a:endParaRPr/>
          </a:p>
        </p:txBody>
      </p:sp>
      <p:sp>
        <p:nvSpPr>
          <p:cNvPr id="4" name="Shape 2"/>
          <p:cNvSpPr/>
          <p:nvPr/>
        </p:nvSpPr>
        <p:spPr>
          <a:xfrm>
            <a:off x="11398641" y="399224"/>
            <a:ext cx="34616" cy="34616"/>
          </a:xfrm>
          <a:prstGeom prst="ellipse">
            <a:avLst/>
          </a:prstGeom>
          <a:solidFill>
            <a:srgbClr val="000000"/>
          </a:solidFill>
          <a:ln/>
        </p:spPr>
        <p:txBody>
          <a:bodyPr/>
          <a:lstStyle/>
          <a:p>
            <a:endParaRPr/>
          </a:p>
        </p:txBody>
      </p:sp>
      <p:sp>
        <p:nvSpPr>
          <p:cNvPr id="5" name="Shape 3"/>
          <p:cNvSpPr/>
          <p:nvPr/>
        </p:nvSpPr>
        <p:spPr>
          <a:xfrm>
            <a:off x="11258374" y="435357"/>
            <a:ext cx="51936" cy="51936"/>
          </a:xfrm>
          <a:prstGeom prst="ellipse">
            <a:avLst/>
          </a:prstGeom>
          <a:solidFill>
            <a:srgbClr val="000000"/>
          </a:solidFill>
          <a:ln/>
        </p:spPr>
        <p:txBody>
          <a:bodyPr/>
          <a:lstStyle/>
          <a:p>
            <a:endParaRPr/>
          </a:p>
        </p:txBody>
      </p:sp>
      <p:sp>
        <p:nvSpPr>
          <p:cNvPr id="6" name="Shape 4"/>
          <p:cNvSpPr/>
          <p:nvPr/>
        </p:nvSpPr>
        <p:spPr>
          <a:xfrm>
            <a:off x="11335407" y="435306"/>
            <a:ext cx="51718" cy="51718"/>
          </a:xfrm>
          <a:prstGeom prst="ellipse">
            <a:avLst/>
          </a:prstGeom>
          <a:solidFill>
            <a:srgbClr val="000000"/>
          </a:solidFill>
          <a:ln/>
        </p:spPr>
        <p:txBody>
          <a:bodyPr/>
          <a:lstStyle/>
          <a:p>
            <a:endParaRPr/>
          </a:p>
        </p:txBody>
      </p:sp>
      <p:sp>
        <p:nvSpPr>
          <p:cNvPr id="7" name="Shape 5"/>
          <p:cNvSpPr/>
          <p:nvPr/>
        </p:nvSpPr>
        <p:spPr>
          <a:xfrm>
            <a:off x="11127388" y="442398"/>
            <a:ext cx="35294" cy="35294"/>
          </a:xfrm>
          <a:prstGeom prst="ellipse">
            <a:avLst/>
          </a:prstGeom>
          <a:solidFill>
            <a:srgbClr val="000000"/>
          </a:solidFill>
          <a:ln/>
        </p:spPr>
        <p:txBody>
          <a:bodyPr/>
          <a:lstStyle/>
          <a:p>
            <a:endParaRPr/>
          </a:p>
        </p:txBody>
      </p:sp>
      <p:sp>
        <p:nvSpPr>
          <p:cNvPr id="8" name="Shape 6"/>
          <p:cNvSpPr/>
          <p:nvPr/>
        </p:nvSpPr>
        <p:spPr>
          <a:xfrm>
            <a:off x="11482145" y="441649"/>
            <a:ext cx="35960" cy="35960"/>
          </a:xfrm>
          <a:prstGeom prst="ellipse">
            <a:avLst/>
          </a:prstGeom>
          <a:solidFill>
            <a:srgbClr val="000000"/>
          </a:solidFill>
          <a:ln/>
        </p:spPr>
        <p:txBody>
          <a:bodyPr/>
          <a:lstStyle/>
          <a:p>
            <a:endParaRPr/>
          </a:p>
        </p:txBody>
      </p:sp>
      <p:sp>
        <p:nvSpPr>
          <p:cNvPr id="9" name="Shape 7"/>
          <p:cNvSpPr/>
          <p:nvPr/>
        </p:nvSpPr>
        <p:spPr>
          <a:xfrm>
            <a:off x="11185603" y="459328"/>
            <a:ext cx="52167" cy="52167"/>
          </a:xfrm>
          <a:prstGeom prst="ellipse">
            <a:avLst/>
          </a:prstGeom>
          <a:solidFill>
            <a:srgbClr val="000000"/>
          </a:solidFill>
          <a:ln/>
        </p:spPr>
        <p:txBody>
          <a:bodyPr/>
          <a:lstStyle/>
          <a:p>
            <a:endParaRPr/>
          </a:p>
        </p:txBody>
      </p:sp>
      <p:sp>
        <p:nvSpPr>
          <p:cNvPr id="10" name="Shape 8"/>
          <p:cNvSpPr/>
          <p:nvPr/>
        </p:nvSpPr>
        <p:spPr>
          <a:xfrm>
            <a:off x="11408043" y="458713"/>
            <a:ext cx="52384" cy="52384"/>
          </a:xfrm>
          <a:prstGeom prst="ellipse">
            <a:avLst/>
          </a:prstGeom>
          <a:solidFill>
            <a:srgbClr val="000000"/>
          </a:solidFill>
          <a:ln/>
        </p:spPr>
        <p:txBody>
          <a:bodyPr/>
          <a:lstStyle/>
          <a:p>
            <a:endParaRPr/>
          </a:p>
        </p:txBody>
      </p:sp>
      <p:sp>
        <p:nvSpPr>
          <p:cNvPr id="11" name="Shape 9"/>
          <p:cNvSpPr/>
          <p:nvPr/>
        </p:nvSpPr>
        <p:spPr>
          <a:xfrm>
            <a:off x="11241891" y="499749"/>
            <a:ext cx="36613" cy="36613"/>
          </a:xfrm>
          <a:prstGeom prst="ellipse">
            <a:avLst/>
          </a:prstGeom>
          <a:solidFill>
            <a:srgbClr val="000000"/>
          </a:solidFill>
          <a:ln/>
        </p:spPr>
        <p:txBody>
          <a:bodyPr/>
          <a:lstStyle/>
          <a:p>
            <a:endParaRPr/>
          </a:p>
        </p:txBody>
      </p:sp>
      <p:sp>
        <p:nvSpPr>
          <p:cNvPr id="12" name="Shape 10"/>
          <p:cNvSpPr/>
          <p:nvPr/>
        </p:nvSpPr>
        <p:spPr>
          <a:xfrm>
            <a:off x="11294557" y="500146"/>
            <a:ext cx="57223" cy="57223"/>
          </a:xfrm>
          <a:prstGeom prst="ellipse">
            <a:avLst/>
          </a:prstGeom>
          <a:solidFill>
            <a:srgbClr val="000000"/>
          </a:solidFill>
          <a:ln/>
        </p:spPr>
        <p:txBody>
          <a:bodyPr/>
          <a:lstStyle/>
          <a:p>
            <a:endParaRPr/>
          </a:p>
        </p:txBody>
      </p:sp>
      <p:sp>
        <p:nvSpPr>
          <p:cNvPr id="13" name="Shape 11"/>
          <p:cNvSpPr/>
          <p:nvPr/>
        </p:nvSpPr>
        <p:spPr>
          <a:xfrm>
            <a:off x="11364102" y="498770"/>
            <a:ext cx="35294" cy="35294"/>
          </a:xfrm>
          <a:prstGeom prst="ellipse">
            <a:avLst/>
          </a:prstGeom>
          <a:solidFill>
            <a:srgbClr val="000000"/>
          </a:solidFill>
          <a:ln/>
        </p:spPr>
        <p:txBody>
          <a:bodyPr/>
          <a:lstStyle/>
          <a:p>
            <a:endParaRPr/>
          </a:p>
        </p:txBody>
      </p:sp>
      <p:sp>
        <p:nvSpPr>
          <p:cNvPr id="14" name="Shape 12"/>
          <p:cNvSpPr/>
          <p:nvPr/>
        </p:nvSpPr>
        <p:spPr>
          <a:xfrm>
            <a:off x="11123515" y="504524"/>
            <a:ext cx="51936" cy="51936"/>
          </a:xfrm>
          <a:prstGeom prst="ellipse">
            <a:avLst/>
          </a:prstGeom>
          <a:solidFill>
            <a:srgbClr val="000000"/>
          </a:solidFill>
          <a:ln/>
        </p:spPr>
        <p:txBody>
          <a:bodyPr/>
          <a:lstStyle/>
          <a:p>
            <a:endParaRPr/>
          </a:p>
        </p:txBody>
      </p:sp>
      <p:sp>
        <p:nvSpPr>
          <p:cNvPr id="15" name="Shape 13"/>
          <p:cNvSpPr/>
          <p:nvPr/>
        </p:nvSpPr>
        <p:spPr>
          <a:xfrm>
            <a:off x="11470202" y="504300"/>
            <a:ext cx="52384" cy="52384"/>
          </a:xfrm>
          <a:prstGeom prst="ellipse">
            <a:avLst/>
          </a:prstGeom>
          <a:solidFill>
            <a:srgbClr val="000000"/>
          </a:solidFill>
          <a:ln/>
        </p:spPr>
        <p:txBody>
          <a:bodyPr/>
          <a:lstStyle/>
          <a:p>
            <a:endParaRPr/>
          </a:p>
        </p:txBody>
      </p:sp>
      <p:sp>
        <p:nvSpPr>
          <p:cNvPr id="16" name="Shape 14"/>
          <p:cNvSpPr/>
          <p:nvPr/>
        </p:nvSpPr>
        <p:spPr>
          <a:xfrm>
            <a:off x="11060774" y="508825"/>
            <a:ext cx="35627" cy="35627"/>
          </a:xfrm>
          <a:prstGeom prst="ellipse">
            <a:avLst/>
          </a:prstGeom>
          <a:solidFill>
            <a:srgbClr val="000000"/>
          </a:solidFill>
          <a:ln/>
        </p:spPr>
        <p:txBody>
          <a:bodyPr/>
          <a:lstStyle/>
          <a:p>
            <a:endParaRPr/>
          </a:p>
        </p:txBody>
      </p:sp>
      <p:sp>
        <p:nvSpPr>
          <p:cNvPr id="17" name="Shape 15"/>
          <p:cNvSpPr/>
          <p:nvPr/>
        </p:nvSpPr>
        <p:spPr>
          <a:xfrm>
            <a:off x="11548535" y="508038"/>
            <a:ext cx="36613" cy="36613"/>
          </a:xfrm>
          <a:prstGeom prst="ellipse">
            <a:avLst/>
          </a:prstGeom>
          <a:solidFill>
            <a:srgbClr val="000000"/>
          </a:solidFill>
          <a:ln/>
        </p:spPr>
        <p:txBody>
          <a:bodyPr/>
          <a:lstStyle/>
          <a:p>
            <a:endParaRPr/>
          </a:p>
        </p:txBody>
      </p:sp>
      <p:sp>
        <p:nvSpPr>
          <p:cNvPr id="18" name="Shape 16"/>
          <p:cNvSpPr/>
          <p:nvPr/>
        </p:nvSpPr>
        <p:spPr>
          <a:xfrm>
            <a:off x="11191466" y="533379"/>
            <a:ext cx="57825" cy="57825"/>
          </a:xfrm>
          <a:prstGeom prst="ellipse">
            <a:avLst/>
          </a:prstGeom>
          <a:solidFill>
            <a:srgbClr val="000000"/>
          </a:solidFill>
          <a:ln/>
        </p:spPr>
        <p:txBody>
          <a:bodyPr/>
          <a:lstStyle/>
          <a:p>
            <a:endParaRPr/>
          </a:p>
        </p:txBody>
      </p:sp>
      <p:sp>
        <p:nvSpPr>
          <p:cNvPr id="19" name="Shape 17"/>
          <p:cNvSpPr/>
          <p:nvPr/>
        </p:nvSpPr>
        <p:spPr>
          <a:xfrm>
            <a:off x="11396535" y="533494"/>
            <a:ext cx="57428" cy="57428"/>
          </a:xfrm>
          <a:prstGeom prst="ellipse">
            <a:avLst/>
          </a:prstGeom>
          <a:solidFill>
            <a:srgbClr val="000000"/>
          </a:solidFill>
          <a:ln/>
        </p:spPr>
        <p:txBody>
          <a:bodyPr/>
          <a:lstStyle/>
          <a:p>
            <a:endParaRPr/>
          </a:p>
        </p:txBody>
      </p:sp>
      <p:sp>
        <p:nvSpPr>
          <p:cNvPr id="20" name="Shape 18"/>
          <p:cNvSpPr/>
          <p:nvPr/>
        </p:nvSpPr>
        <p:spPr>
          <a:xfrm>
            <a:off x="11079087" y="567226"/>
            <a:ext cx="51270" cy="51270"/>
          </a:xfrm>
          <a:prstGeom prst="ellipse">
            <a:avLst/>
          </a:prstGeom>
          <a:solidFill>
            <a:srgbClr val="000000"/>
          </a:solidFill>
          <a:ln/>
        </p:spPr>
        <p:txBody>
          <a:bodyPr/>
          <a:lstStyle/>
          <a:p>
            <a:endParaRPr/>
          </a:p>
        </p:txBody>
      </p:sp>
      <p:sp>
        <p:nvSpPr>
          <p:cNvPr id="21" name="Shape 19"/>
          <p:cNvSpPr/>
          <p:nvPr/>
        </p:nvSpPr>
        <p:spPr>
          <a:xfrm>
            <a:off x="11339728" y="567053"/>
            <a:ext cx="34616" cy="34616"/>
          </a:xfrm>
          <a:prstGeom prst="ellipse">
            <a:avLst/>
          </a:prstGeom>
          <a:solidFill>
            <a:srgbClr val="000000"/>
          </a:solidFill>
          <a:ln/>
        </p:spPr>
        <p:txBody>
          <a:bodyPr/>
          <a:lstStyle/>
          <a:p>
            <a:endParaRPr/>
          </a:p>
        </p:txBody>
      </p:sp>
      <p:sp>
        <p:nvSpPr>
          <p:cNvPr id="22" name="Shape 20"/>
          <p:cNvSpPr/>
          <p:nvPr/>
        </p:nvSpPr>
        <p:spPr>
          <a:xfrm>
            <a:off x="11515167" y="566234"/>
            <a:ext cx="52819" cy="52819"/>
          </a:xfrm>
          <a:prstGeom prst="ellipse">
            <a:avLst/>
          </a:prstGeom>
          <a:solidFill>
            <a:srgbClr val="000000"/>
          </a:solidFill>
          <a:ln/>
        </p:spPr>
        <p:txBody>
          <a:bodyPr/>
          <a:lstStyle/>
          <a:p>
            <a:endParaRPr/>
          </a:p>
        </p:txBody>
      </p:sp>
      <p:sp>
        <p:nvSpPr>
          <p:cNvPr id="23" name="Shape 21"/>
          <p:cNvSpPr/>
          <p:nvPr/>
        </p:nvSpPr>
        <p:spPr>
          <a:xfrm>
            <a:off x="11262860" y="569742"/>
            <a:ext cx="34961" cy="34961"/>
          </a:xfrm>
          <a:prstGeom prst="ellipse">
            <a:avLst/>
          </a:prstGeom>
          <a:solidFill>
            <a:srgbClr val="000000"/>
          </a:solidFill>
          <a:ln/>
        </p:spPr>
        <p:txBody>
          <a:bodyPr/>
          <a:lstStyle/>
          <a:p>
            <a:endParaRPr/>
          </a:p>
        </p:txBody>
      </p:sp>
      <p:sp>
        <p:nvSpPr>
          <p:cNvPr id="24" name="Shape 22"/>
          <p:cNvSpPr/>
          <p:nvPr/>
        </p:nvSpPr>
        <p:spPr>
          <a:xfrm>
            <a:off x="11462521" y="569818"/>
            <a:ext cx="35294" cy="35294"/>
          </a:xfrm>
          <a:prstGeom prst="ellipse">
            <a:avLst/>
          </a:prstGeom>
          <a:solidFill>
            <a:srgbClr val="000000"/>
          </a:solidFill>
          <a:ln/>
        </p:spPr>
        <p:txBody>
          <a:bodyPr/>
          <a:lstStyle/>
          <a:p>
            <a:endParaRPr/>
          </a:p>
        </p:txBody>
      </p:sp>
      <p:sp>
        <p:nvSpPr>
          <p:cNvPr id="25" name="Shape 23"/>
          <p:cNvSpPr/>
          <p:nvPr/>
        </p:nvSpPr>
        <p:spPr>
          <a:xfrm>
            <a:off x="11145681" y="573441"/>
            <a:ext cx="34270" cy="34270"/>
          </a:xfrm>
          <a:prstGeom prst="ellipse">
            <a:avLst/>
          </a:prstGeom>
          <a:solidFill>
            <a:srgbClr val="000000"/>
          </a:solidFill>
          <a:ln/>
        </p:spPr>
        <p:txBody>
          <a:bodyPr/>
          <a:lstStyle/>
          <a:p>
            <a:endParaRPr/>
          </a:p>
        </p:txBody>
      </p:sp>
      <p:sp>
        <p:nvSpPr>
          <p:cNvPr id="26" name="Shape 24"/>
          <p:cNvSpPr/>
          <p:nvPr/>
        </p:nvSpPr>
        <p:spPr>
          <a:xfrm>
            <a:off x="11592015" y="593213"/>
            <a:ext cx="35294" cy="35294"/>
          </a:xfrm>
          <a:prstGeom prst="ellipse">
            <a:avLst/>
          </a:prstGeom>
          <a:solidFill>
            <a:srgbClr val="000000"/>
          </a:solidFill>
          <a:ln/>
        </p:spPr>
        <p:txBody>
          <a:bodyPr/>
          <a:lstStyle/>
          <a:p>
            <a:endParaRPr/>
          </a:p>
        </p:txBody>
      </p:sp>
      <p:sp>
        <p:nvSpPr>
          <p:cNvPr id="27" name="Shape 25"/>
          <p:cNvSpPr/>
          <p:nvPr/>
        </p:nvSpPr>
        <p:spPr>
          <a:xfrm>
            <a:off x="11019124" y="593444"/>
            <a:ext cx="34616" cy="34616"/>
          </a:xfrm>
          <a:prstGeom prst="ellipse">
            <a:avLst/>
          </a:prstGeom>
          <a:solidFill>
            <a:srgbClr val="000000"/>
          </a:solidFill>
          <a:ln/>
        </p:spPr>
        <p:txBody>
          <a:bodyPr/>
          <a:lstStyle/>
          <a:p>
            <a:endParaRPr/>
          </a:p>
        </p:txBody>
      </p:sp>
      <p:sp>
        <p:nvSpPr>
          <p:cNvPr id="28" name="Shape 26"/>
          <p:cNvSpPr/>
          <p:nvPr/>
        </p:nvSpPr>
        <p:spPr>
          <a:xfrm>
            <a:off x="11403576" y="610214"/>
            <a:ext cx="34961" cy="34961"/>
          </a:xfrm>
          <a:prstGeom prst="ellipse">
            <a:avLst/>
          </a:prstGeom>
          <a:solidFill>
            <a:srgbClr val="000000"/>
          </a:solidFill>
          <a:ln/>
        </p:spPr>
        <p:txBody>
          <a:bodyPr/>
          <a:lstStyle/>
          <a:p>
            <a:endParaRPr/>
          </a:p>
        </p:txBody>
      </p:sp>
      <p:sp>
        <p:nvSpPr>
          <p:cNvPr id="29" name="Shape 27"/>
          <p:cNvSpPr/>
          <p:nvPr/>
        </p:nvSpPr>
        <p:spPr>
          <a:xfrm>
            <a:off x="11201662" y="616570"/>
            <a:ext cx="35627" cy="35627"/>
          </a:xfrm>
          <a:prstGeom prst="ellipse">
            <a:avLst/>
          </a:prstGeom>
          <a:solidFill>
            <a:srgbClr val="000000"/>
          </a:solidFill>
          <a:ln/>
        </p:spPr>
        <p:txBody>
          <a:bodyPr/>
          <a:lstStyle/>
          <a:p>
            <a:endParaRPr/>
          </a:p>
        </p:txBody>
      </p:sp>
      <p:sp>
        <p:nvSpPr>
          <p:cNvPr id="30" name="Shape 28"/>
          <p:cNvSpPr/>
          <p:nvPr/>
        </p:nvSpPr>
        <p:spPr>
          <a:xfrm>
            <a:off x="11127484" y="620705"/>
            <a:ext cx="58030" cy="58030"/>
          </a:xfrm>
          <a:prstGeom prst="ellipse">
            <a:avLst/>
          </a:prstGeom>
          <a:solidFill>
            <a:srgbClr val="000000"/>
          </a:solidFill>
          <a:ln/>
        </p:spPr>
        <p:txBody>
          <a:bodyPr/>
          <a:lstStyle/>
          <a:p>
            <a:endParaRPr/>
          </a:p>
        </p:txBody>
      </p:sp>
      <p:sp>
        <p:nvSpPr>
          <p:cNvPr id="31" name="Shape 29"/>
          <p:cNvSpPr/>
          <p:nvPr/>
        </p:nvSpPr>
        <p:spPr>
          <a:xfrm>
            <a:off x="11460767" y="620852"/>
            <a:ext cx="57428" cy="57428"/>
          </a:xfrm>
          <a:prstGeom prst="ellipse">
            <a:avLst/>
          </a:prstGeom>
          <a:solidFill>
            <a:srgbClr val="000000"/>
          </a:solidFill>
          <a:ln/>
        </p:spPr>
        <p:txBody>
          <a:bodyPr/>
          <a:lstStyle/>
          <a:p>
            <a:endParaRPr/>
          </a:p>
        </p:txBody>
      </p:sp>
      <p:sp>
        <p:nvSpPr>
          <p:cNvPr id="32" name="Shape 30"/>
          <p:cNvSpPr/>
          <p:nvPr/>
        </p:nvSpPr>
        <p:spPr>
          <a:xfrm>
            <a:off x="11055219" y="640144"/>
            <a:ext cx="51718" cy="51718"/>
          </a:xfrm>
          <a:prstGeom prst="ellipse">
            <a:avLst/>
          </a:prstGeom>
          <a:solidFill>
            <a:srgbClr val="000000"/>
          </a:solidFill>
          <a:ln/>
        </p:spPr>
        <p:txBody>
          <a:bodyPr/>
          <a:lstStyle/>
          <a:p>
            <a:endParaRPr/>
          </a:p>
        </p:txBody>
      </p:sp>
      <p:sp>
        <p:nvSpPr>
          <p:cNvPr id="33" name="Shape 31"/>
          <p:cNvSpPr/>
          <p:nvPr/>
        </p:nvSpPr>
        <p:spPr>
          <a:xfrm>
            <a:off x="11539330" y="640266"/>
            <a:ext cx="51270" cy="51270"/>
          </a:xfrm>
          <a:prstGeom prst="ellipse">
            <a:avLst/>
          </a:prstGeom>
          <a:solidFill>
            <a:srgbClr val="000000"/>
          </a:solidFill>
          <a:ln/>
        </p:spPr>
        <p:txBody>
          <a:bodyPr/>
          <a:lstStyle/>
          <a:p>
            <a:endParaRPr/>
          </a:p>
        </p:txBody>
      </p:sp>
      <p:sp>
        <p:nvSpPr>
          <p:cNvPr id="34" name="Shape 32"/>
          <p:cNvSpPr/>
          <p:nvPr/>
        </p:nvSpPr>
        <p:spPr>
          <a:xfrm>
            <a:off x="11429576" y="682274"/>
            <a:ext cx="35627" cy="35627"/>
          </a:xfrm>
          <a:prstGeom prst="ellipse">
            <a:avLst/>
          </a:prstGeom>
          <a:solidFill>
            <a:srgbClr val="000000"/>
          </a:solidFill>
          <a:ln/>
        </p:spPr>
        <p:txBody>
          <a:bodyPr/>
          <a:lstStyle/>
          <a:p>
            <a:endParaRPr/>
          </a:p>
        </p:txBody>
      </p:sp>
      <p:sp>
        <p:nvSpPr>
          <p:cNvPr id="35" name="Shape 33"/>
          <p:cNvSpPr/>
          <p:nvPr/>
        </p:nvSpPr>
        <p:spPr>
          <a:xfrm>
            <a:off x="11004076" y="687222"/>
            <a:ext cx="34616" cy="34616"/>
          </a:xfrm>
          <a:prstGeom prst="ellipse">
            <a:avLst/>
          </a:prstGeom>
          <a:solidFill>
            <a:srgbClr val="000000"/>
          </a:solidFill>
          <a:ln/>
        </p:spPr>
        <p:txBody>
          <a:bodyPr/>
          <a:lstStyle/>
          <a:p>
            <a:endParaRPr/>
          </a:p>
        </p:txBody>
      </p:sp>
      <p:sp>
        <p:nvSpPr>
          <p:cNvPr id="36" name="Shape 34"/>
          <p:cNvSpPr/>
          <p:nvPr/>
        </p:nvSpPr>
        <p:spPr>
          <a:xfrm>
            <a:off x="11502052" y="685321"/>
            <a:ext cx="34270" cy="34270"/>
          </a:xfrm>
          <a:prstGeom prst="ellipse">
            <a:avLst/>
          </a:prstGeom>
          <a:solidFill>
            <a:srgbClr val="000000"/>
          </a:solidFill>
          <a:ln/>
        </p:spPr>
        <p:txBody>
          <a:bodyPr/>
          <a:lstStyle/>
          <a:p>
            <a:endParaRPr/>
          </a:p>
        </p:txBody>
      </p:sp>
      <p:sp>
        <p:nvSpPr>
          <p:cNvPr id="37" name="Shape 35"/>
          <p:cNvSpPr/>
          <p:nvPr/>
        </p:nvSpPr>
        <p:spPr>
          <a:xfrm>
            <a:off x="11606321" y="686422"/>
            <a:ext cx="35627" cy="35627"/>
          </a:xfrm>
          <a:prstGeom prst="ellipse">
            <a:avLst/>
          </a:prstGeom>
          <a:solidFill>
            <a:srgbClr val="000000"/>
          </a:solidFill>
          <a:ln/>
        </p:spPr>
        <p:txBody>
          <a:bodyPr/>
          <a:lstStyle/>
          <a:p>
            <a:endParaRPr/>
          </a:p>
        </p:txBody>
      </p:sp>
      <p:sp>
        <p:nvSpPr>
          <p:cNvPr id="38" name="Shape 36"/>
          <p:cNvSpPr/>
          <p:nvPr/>
        </p:nvSpPr>
        <p:spPr>
          <a:xfrm>
            <a:off x="11108908" y="688957"/>
            <a:ext cx="35294" cy="35294"/>
          </a:xfrm>
          <a:prstGeom prst="ellipse">
            <a:avLst/>
          </a:prstGeom>
          <a:solidFill>
            <a:srgbClr val="000000"/>
          </a:solidFill>
          <a:ln/>
        </p:spPr>
        <p:txBody>
          <a:bodyPr/>
          <a:lstStyle/>
          <a:p>
            <a:endParaRPr/>
          </a:p>
        </p:txBody>
      </p:sp>
      <p:sp>
        <p:nvSpPr>
          <p:cNvPr id="39" name="Shape 37"/>
          <p:cNvSpPr/>
          <p:nvPr/>
        </p:nvSpPr>
        <p:spPr>
          <a:xfrm>
            <a:off x="11179733" y="690371"/>
            <a:ext cx="36613" cy="36613"/>
          </a:xfrm>
          <a:prstGeom prst="ellipse">
            <a:avLst/>
          </a:prstGeom>
          <a:solidFill>
            <a:srgbClr val="000000"/>
          </a:solidFill>
          <a:ln/>
        </p:spPr>
        <p:txBody>
          <a:bodyPr/>
          <a:lstStyle/>
          <a:p>
            <a:endParaRPr/>
          </a:p>
        </p:txBody>
      </p:sp>
      <p:sp>
        <p:nvSpPr>
          <p:cNvPr id="40" name="Shape 38"/>
          <p:cNvSpPr/>
          <p:nvPr/>
        </p:nvSpPr>
        <p:spPr>
          <a:xfrm>
            <a:off x="11054764" y="716576"/>
            <a:ext cx="51936" cy="51936"/>
          </a:xfrm>
          <a:prstGeom prst="ellipse">
            <a:avLst/>
          </a:prstGeom>
          <a:solidFill>
            <a:srgbClr val="000000"/>
          </a:solidFill>
          <a:ln/>
        </p:spPr>
        <p:txBody>
          <a:bodyPr/>
          <a:lstStyle/>
          <a:p>
            <a:endParaRPr/>
          </a:p>
        </p:txBody>
      </p:sp>
      <p:sp>
        <p:nvSpPr>
          <p:cNvPr id="41" name="Shape 39"/>
          <p:cNvSpPr/>
          <p:nvPr/>
        </p:nvSpPr>
        <p:spPr>
          <a:xfrm>
            <a:off x="11539023" y="716851"/>
            <a:ext cx="51488" cy="51488"/>
          </a:xfrm>
          <a:prstGeom prst="ellipse">
            <a:avLst/>
          </a:prstGeom>
          <a:solidFill>
            <a:srgbClr val="000000"/>
          </a:solidFill>
          <a:ln/>
        </p:spPr>
        <p:txBody>
          <a:bodyPr/>
          <a:lstStyle/>
          <a:p>
            <a:endParaRPr/>
          </a:p>
        </p:txBody>
      </p:sp>
      <p:sp>
        <p:nvSpPr>
          <p:cNvPr id="42" name="Shape 40"/>
          <p:cNvSpPr/>
          <p:nvPr/>
        </p:nvSpPr>
        <p:spPr>
          <a:xfrm>
            <a:off x="11127490" y="729288"/>
            <a:ext cx="58222" cy="58222"/>
          </a:xfrm>
          <a:prstGeom prst="ellipse">
            <a:avLst/>
          </a:prstGeom>
          <a:solidFill>
            <a:srgbClr val="000000"/>
          </a:solidFill>
          <a:ln/>
        </p:spPr>
        <p:txBody>
          <a:bodyPr/>
          <a:lstStyle/>
          <a:p>
            <a:endParaRPr/>
          </a:p>
        </p:txBody>
      </p:sp>
      <p:sp>
        <p:nvSpPr>
          <p:cNvPr id="43" name="Shape 41"/>
          <p:cNvSpPr/>
          <p:nvPr/>
        </p:nvSpPr>
        <p:spPr>
          <a:xfrm>
            <a:off x="11460671" y="729781"/>
            <a:ext cx="57633" cy="57633"/>
          </a:xfrm>
          <a:prstGeom prst="ellipse">
            <a:avLst/>
          </a:prstGeom>
          <a:solidFill>
            <a:srgbClr val="000000"/>
          </a:solidFill>
          <a:ln/>
        </p:spPr>
        <p:txBody>
          <a:bodyPr/>
          <a:lstStyle/>
          <a:p>
            <a:endParaRPr/>
          </a:p>
        </p:txBody>
      </p:sp>
      <p:sp>
        <p:nvSpPr>
          <p:cNvPr id="44" name="Shape 42"/>
          <p:cNvSpPr/>
          <p:nvPr/>
        </p:nvSpPr>
        <p:spPr>
          <a:xfrm>
            <a:off x="11407973" y="756415"/>
            <a:ext cx="35960" cy="35960"/>
          </a:xfrm>
          <a:prstGeom prst="ellipse">
            <a:avLst/>
          </a:prstGeom>
          <a:solidFill>
            <a:srgbClr val="000000"/>
          </a:solidFill>
          <a:ln/>
        </p:spPr>
        <p:txBody>
          <a:bodyPr/>
          <a:lstStyle/>
          <a:p>
            <a:endParaRPr/>
          </a:p>
        </p:txBody>
      </p:sp>
      <p:sp>
        <p:nvSpPr>
          <p:cNvPr id="45" name="Shape 43"/>
          <p:cNvSpPr/>
          <p:nvPr/>
        </p:nvSpPr>
        <p:spPr>
          <a:xfrm>
            <a:off x="11207308" y="763884"/>
            <a:ext cx="34616" cy="34616"/>
          </a:xfrm>
          <a:prstGeom prst="ellipse">
            <a:avLst/>
          </a:prstGeom>
          <a:solidFill>
            <a:srgbClr val="000000"/>
          </a:solidFill>
          <a:ln/>
        </p:spPr>
        <p:txBody>
          <a:bodyPr/>
          <a:lstStyle/>
          <a:p>
            <a:endParaRPr/>
          </a:p>
        </p:txBody>
      </p:sp>
      <p:sp>
        <p:nvSpPr>
          <p:cNvPr id="46" name="Shape 44"/>
          <p:cNvSpPr/>
          <p:nvPr/>
        </p:nvSpPr>
        <p:spPr>
          <a:xfrm>
            <a:off x="11018670" y="780462"/>
            <a:ext cx="34616" cy="34616"/>
          </a:xfrm>
          <a:prstGeom prst="ellipse">
            <a:avLst/>
          </a:prstGeom>
          <a:solidFill>
            <a:srgbClr val="000000"/>
          </a:solidFill>
          <a:ln/>
        </p:spPr>
        <p:txBody>
          <a:bodyPr/>
          <a:lstStyle/>
          <a:p>
            <a:endParaRPr/>
          </a:p>
        </p:txBody>
      </p:sp>
      <p:sp>
        <p:nvSpPr>
          <p:cNvPr id="47" name="Shape 45"/>
          <p:cNvSpPr/>
          <p:nvPr/>
        </p:nvSpPr>
        <p:spPr>
          <a:xfrm>
            <a:off x="11591670" y="780123"/>
            <a:ext cx="35294" cy="35294"/>
          </a:xfrm>
          <a:prstGeom prst="ellipse">
            <a:avLst/>
          </a:prstGeom>
          <a:solidFill>
            <a:srgbClr val="000000"/>
          </a:solidFill>
          <a:ln/>
        </p:spPr>
        <p:txBody>
          <a:bodyPr/>
          <a:lstStyle/>
          <a:p>
            <a:endParaRPr/>
          </a:p>
        </p:txBody>
      </p:sp>
      <p:sp>
        <p:nvSpPr>
          <p:cNvPr id="48" name="Shape 46"/>
          <p:cNvSpPr/>
          <p:nvPr/>
        </p:nvSpPr>
        <p:spPr>
          <a:xfrm>
            <a:off x="11079010" y="790179"/>
            <a:ext cx="51270" cy="51270"/>
          </a:xfrm>
          <a:prstGeom prst="ellipse">
            <a:avLst/>
          </a:prstGeom>
          <a:solidFill>
            <a:srgbClr val="000000"/>
          </a:solidFill>
          <a:ln/>
        </p:spPr>
        <p:txBody>
          <a:bodyPr/>
          <a:lstStyle/>
          <a:p>
            <a:endParaRPr/>
          </a:p>
        </p:txBody>
      </p:sp>
      <p:sp>
        <p:nvSpPr>
          <p:cNvPr id="49" name="Shape 47"/>
          <p:cNvSpPr/>
          <p:nvPr/>
        </p:nvSpPr>
        <p:spPr>
          <a:xfrm>
            <a:off x="11515218" y="789692"/>
            <a:ext cx="52602" cy="52602"/>
          </a:xfrm>
          <a:prstGeom prst="ellipse">
            <a:avLst/>
          </a:prstGeom>
          <a:solidFill>
            <a:srgbClr val="000000"/>
          </a:solidFill>
          <a:ln/>
        </p:spPr>
        <p:txBody>
          <a:bodyPr/>
          <a:lstStyle/>
          <a:p>
            <a:endParaRPr/>
          </a:p>
        </p:txBody>
      </p:sp>
      <p:sp>
        <p:nvSpPr>
          <p:cNvPr id="50" name="Shape 48"/>
          <p:cNvSpPr/>
          <p:nvPr/>
        </p:nvSpPr>
        <p:spPr>
          <a:xfrm>
            <a:off x="11147371" y="803460"/>
            <a:ext cx="35627" cy="35627"/>
          </a:xfrm>
          <a:prstGeom prst="ellipse">
            <a:avLst/>
          </a:prstGeom>
          <a:solidFill>
            <a:srgbClr val="000000"/>
          </a:solidFill>
          <a:ln/>
        </p:spPr>
        <p:txBody>
          <a:bodyPr/>
          <a:lstStyle/>
          <a:p>
            <a:endParaRPr/>
          </a:p>
        </p:txBody>
      </p:sp>
      <p:sp>
        <p:nvSpPr>
          <p:cNvPr id="51" name="Shape 49"/>
          <p:cNvSpPr/>
          <p:nvPr/>
        </p:nvSpPr>
        <p:spPr>
          <a:xfrm>
            <a:off x="11347786" y="804293"/>
            <a:ext cx="35294" cy="35294"/>
          </a:xfrm>
          <a:prstGeom prst="ellipse">
            <a:avLst/>
          </a:prstGeom>
          <a:solidFill>
            <a:srgbClr val="000000"/>
          </a:solidFill>
          <a:ln/>
        </p:spPr>
        <p:txBody>
          <a:bodyPr/>
          <a:lstStyle/>
          <a:p>
            <a:endParaRPr/>
          </a:p>
        </p:txBody>
      </p:sp>
      <p:sp>
        <p:nvSpPr>
          <p:cNvPr id="52" name="Shape 50"/>
          <p:cNvSpPr/>
          <p:nvPr/>
        </p:nvSpPr>
        <p:spPr>
          <a:xfrm>
            <a:off x="11465119" y="800919"/>
            <a:ext cx="34961" cy="34961"/>
          </a:xfrm>
          <a:prstGeom prst="ellipse">
            <a:avLst/>
          </a:prstGeom>
          <a:solidFill>
            <a:srgbClr val="000000"/>
          </a:solidFill>
          <a:ln/>
        </p:spPr>
        <p:txBody>
          <a:bodyPr/>
          <a:lstStyle/>
          <a:p>
            <a:endParaRPr/>
          </a:p>
        </p:txBody>
      </p:sp>
      <p:sp>
        <p:nvSpPr>
          <p:cNvPr id="53" name="Shape 51"/>
          <p:cNvSpPr/>
          <p:nvPr/>
        </p:nvSpPr>
        <p:spPr>
          <a:xfrm>
            <a:off x="11270669" y="806590"/>
            <a:ext cx="35627" cy="35627"/>
          </a:xfrm>
          <a:prstGeom prst="ellipse">
            <a:avLst/>
          </a:prstGeom>
          <a:solidFill>
            <a:srgbClr val="000000"/>
          </a:solidFill>
          <a:ln/>
        </p:spPr>
        <p:txBody>
          <a:bodyPr/>
          <a:lstStyle/>
          <a:p>
            <a:endParaRPr/>
          </a:p>
        </p:txBody>
      </p:sp>
      <p:sp>
        <p:nvSpPr>
          <p:cNvPr id="54" name="Shape 52"/>
          <p:cNvSpPr/>
          <p:nvPr/>
        </p:nvSpPr>
        <p:spPr>
          <a:xfrm>
            <a:off x="11191498" y="817766"/>
            <a:ext cx="57633" cy="57633"/>
          </a:xfrm>
          <a:prstGeom prst="ellipse">
            <a:avLst/>
          </a:prstGeom>
          <a:solidFill>
            <a:srgbClr val="000000"/>
          </a:solidFill>
          <a:ln/>
        </p:spPr>
        <p:txBody>
          <a:bodyPr/>
          <a:lstStyle/>
          <a:p>
            <a:endParaRPr/>
          </a:p>
        </p:txBody>
      </p:sp>
      <p:sp>
        <p:nvSpPr>
          <p:cNvPr id="55" name="Shape 53"/>
          <p:cNvSpPr/>
          <p:nvPr/>
        </p:nvSpPr>
        <p:spPr>
          <a:xfrm>
            <a:off x="11396573" y="817888"/>
            <a:ext cx="57633" cy="57633"/>
          </a:xfrm>
          <a:prstGeom prst="ellipse">
            <a:avLst/>
          </a:prstGeom>
          <a:solidFill>
            <a:srgbClr val="000000"/>
          </a:solidFill>
          <a:ln/>
        </p:spPr>
        <p:txBody>
          <a:bodyPr/>
          <a:lstStyle/>
          <a:p>
            <a:endParaRPr/>
          </a:p>
        </p:txBody>
      </p:sp>
      <p:sp>
        <p:nvSpPr>
          <p:cNvPr id="56" name="Shape 54"/>
          <p:cNvSpPr/>
          <p:nvPr/>
        </p:nvSpPr>
        <p:spPr>
          <a:xfrm>
            <a:off x="11123445" y="851985"/>
            <a:ext cx="52167" cy="52167"/>
          </a:xfrm>
          <a:prstGeom prst="ellipse">
            <a:avLst/>
          </a:prstGeom>
          <a:solidFill>
            <a:srgbClr val="000000"/>
          </a:solidFill>
          <a:ln/>
        </p:spPr>
        <p:txBody>
          <a:bodyPr/>
          <a:lstStyle/>
          <a:p>
            <a:endParaRPr/>
          </a:p>
        </p:txBody>
      </p:sp>
      <p:sp>
        <p:nvSpPr>
          <p:cNvPr id="57" name="Shape 55"/>
          <p:cNvSpPr/>
          <p:nvPr/>
        </p:nvSpPr>
        <p:spPr>
          <a:xfrm>
            <a:off x="11294647" y="851390"/>
            <a:ext cx="57223" cy="57223"/>
          </a:xfrm>
          <a:prstGeom prst="ellipse">
            <a:avLst/>
          </a:prstGeom>
          <a:solidFill>
            <a:srgbClr val="000000"/>
          </a:solidFill>
          <a:ln/>
        </p:spPr>
        <p:txBody>
          <a:bodyPr/>
          <a:lstStyle/>
          <a:p>
            <a:endParaRPr/>
          </a:p>
        </p:txBody>
      </p:sp>
      <p:sp>
        <p:nvSpPr>
          <p:cNvPr id="58" name="Shape 56"/>
          <p:cNvSpPr/>
          <p:nvPr/>
        </p:nvSpPr>
        <p:spPr>
          <a:xfrm>
            <a:off x="11470202" y="852382"/>
            <a:ext cx="52384" cy="52384"/>
          </a:xfrm>
          <a:prstGeom prst="ellipse">
            <a:avLst/>
          </a:prstGeom>
          <a:solidFill>
            <a:srgbClr val="000000"/>
          </a:solidFill>
          <a:ln/>
        </p:spPr>
        <p:txBody>
          <a:bodyPr/>
          <a:lstStyle/>
          <a:p>
            <a:endParaRPr/>
          </a:p>
        </p:txBody>
      </p:sp>
      <p:sp>
        <p:nvSpPr>
          <p:cNvPr id="59" name="Shape 57"/>
          <p:cNvSpPr/>
          <p:nvPr/>
        </p:nvSpPr>
        <p:spPr>
          <a:xfrm>
            <a:off x="11060774" y="864607"/>
            <a:ext cx="35627" cy="35627"/>
          </a:xfrm>
          <a:prstGeom prst="ellipse">
            <a:avLst/>
          </a:prstGeom>
          <a:solidFill>
            <a:srgbClr val="000000"/>
          </a:solidFill>
          <a:ln/>
        </p:spPr>
        <p:txBody>
          <a:bodyPr/>
          <a:lstStyle/>
          <a:p>
            <a:endParaRPr/>
          </a:p>
        </p:txBody>
      </p:sp>
      <p:sp>
        <p:nvSpPr>
          <p:cNvPr id="60" name="Shape 58"/>
          <p:cNvSpPr/>
          <p:nvPr/>
        </p:nvSpPr>
        <p:spPr>
          <a:xfrm>
            <a:off x="11548733" y="864185"/>
            <a:ext cx="35627" cy="35627"/>
          </a:xfrm>
          <a:prstGeom prst="ellipse">
            <a:avLst/>
          </a:prstGeom>
          <a:solidFill>
            <a:srgbClr val="000000"/>
          </a:solidFill>
          <a:ln/>
        </p:spPr>
        <p:txBody>
          <a:bodyPr/>
          <a:lstStyle/>
          <a:p>
            <a:endParaRPr/>
          </a:p>
        </p:txBody>
      </p:sp>
      <p:sp>
        <p:nvSpPr>
          <p:cNvPr id="61" name="Shape 59"/>
          <p:cNvSpPr/>
          <p:nvPr/>
        </p:nvSpPr>
        <p:spPr>
          <a:xfrm>
            <a:off x="11246231" y="873908"/>
            <a:ext cx="35627" cy="35627"/>
          </a:xfrm>
          <a:prstGeom prst="ellipse">
            <a:avLst/>
          </a:prstGeom>
          <a:solidFill>
            <a:srgbClr val="000000"/>
          </a:solidFill>
          <a:ln/>
        </p:spPr>
        <p:txBody>
          <a:bodyPr/>
          <a:lstStyle/>
          <a:p>
            <a:endParaRPr/>
          </a:p>
        </p:txBody>
      </p:sp>
      <p:sp>
        <p:nvSpPr>
          <p:cNvPr id="62" name="Shape 60"/>
          <p:cNvSpPr/>
          <p:nvPr/>
        </p:nvSpPr>
        <p:spPr>
          <a:xfrm>
            <a:off x="11367418" y="872896"/>
            <a:ext cx="35627" cy="35627"/>
          </a:xfrm>
          <a:prstGeom prst="ellipse">
            <a:avLst/>
          </a:prstGeom>
          <a:solidFill>
            <a:srgbClr val="000000"/>
          </a:solidFill>
          <a:ln/>
        </p:spPr>
        <p:txBody>
          <a:bodyPr/>
          <a:lstStyle/>
          <a:p>
            <a:endParaRPr/>
          </a:p>
        </p:txBody>
      </p:sp>
      <p:sp>
        <p:nvSpPr>
          <p:cNvPr id="63" name="Shape 61"/>
          <p:cNvSpPr/>
          <p:nvPr/>
        </p:nvSpPr>
        <p:spPr>
          <a:xfrm>
            <a:off x="11185366" y="897322"/>
            <a:ext cx="51936" cy="51936"/>
          </a:xfrm>
          <a:prstGeom prst="ellipse">
            <a:avLst/>
          </a:prstGeom>
          <a:solidFill>
            <a:srgbClr val="000000"/>
          </a:solidFill>
          <a:ln/>
        </p:spPr>
        <p:txBody>
          <a:bodyPr/>
          <a:lstStyle/>
          <a:p>
            <a:endParaRPr/>
          </a:p>
        </p:txBody>
      </p:sp>
      <p:sp>
        <p:nvSpPr>
          <p:cNvPr id="64" name="Shape 62"/>
          <p:cNvSpPr/>
          <p:nvPr/>
        </p:nvSpPr>
        <p:spPr>
          <a:xfrm>
            <a:off x="11407845" y="897655"/>
            <a:ext cx="52602" cy="52602"/>
          </a:xfrm>
          <a:prstGeom prst="ellipse">
            <a:avLst/>
          </a:prstGeom>
          <a:solidFill>
            <a:srgbClr val="000000"/>
          </a:solidFill>
          <a:ln/>
        </p:spPr>
        <p:txBody>
          <a:bodyPr/>
          <a:lstStyle/>
          <a:p>
            <a:endParaRPr/>
          </a:p>
        </p:txBody>
      </p:sp>
      <p:sp>
        <p:nvSpPr>
          <p:cNvPr id="65" name="Shape 63"/>
          <p:cNvSpPr/>
          <p:nvPr/>
        </p:nvSpPr>
        <p:spPr>
          <a:xfrm>
            <a:off x="11258822" y="921466"/>
            <a:ext cx="51270" cy="51270"/>
          </a:xfrm>
          <a:prstGeom prst="ellipse">
            <a:avLst/>
          </a:prstGeom>
          <a:solidFill>
            <a:srgbClr val="000000"/>
          </a:solidFill>
          <a:ln/>
        </p:spPr>
        <p:txBody>
          <a:bodyPr/>
          <a:lstStyle/>
          <a:p>
            <a:endParaRPr/>
          </a:p>
        </p:txBody>
      </p:sp>
      <p:sp>
        <p:nvSpPr>
          <p:cNvPr id="66" name="Shape 64"/>
          <p:cNvSpPr/>
          <p:nvPr/>
        </p:nvSpPr>
        <p:spPr>
          <a:xfrm>
            <a:off x="11335350" y="921504"/>
            <a:ext cx="51270" cy="51270"/>
          </a:xfrm>
          <a:prstGeom prst="ellipse">
            <a:avLst/>
          </a:prstGeom>
          <a:solidFill>
            <a:srgbClr val="000000"/>
          </a:solidFill>
          <a:ln/>
        </p:spPr>
        <p:txBody>
          <a:bodyPr/>
          <a:lstStyle/>
          <a:p>
            <a:endParaRPr/>
          </a:p>
        </p:txBody>
      </p:sp>
      <p:sp>
        <p:nvSpPr>
          <p:cNvPr id="67" name="Shape 65"/>
          <p:cNvSpPr/>
          <p:nvPr/>
        </p:nvSpPr>
        <p:spPr>
          <a:xfrm>
            <a:off x="11127388" y="931368"/>
            <a:ext cx="35294" cy="35294"/>
          </a:xfrm>
          <a:prstGeom prst="ellipse">
            <a:avLst/>
          </a:prstGeom>
          <a:solidFill>
            <a:srgbClr val="000000"/>
          </a:solidFill>
          <a:ln/>
        </p:spPr>
        <p:txBody>
          <a:bodyPr/>
          <a:lstStyle/>
          <a:p>
            <a:endParaRPr/>
          </a:p>
        </p:txBody>
      </p:sp>
      <p:sp>
        <p:nvSpPr>
          <p:cNvPr id="68" name="Shape 66"/>
          <p:cNvSpPr/>
          <p:nvPr/>
        </p:nvSpPr>
        <p:spPr>
          <a:xfrm>
            <a:off x="11481979" y="931035"/>
            <a:ext cx="35960" cy="35960"/>
          </a:xfrm>
          <a:prstGeom prst="ellipse">
            <a:avLst/>
          </a:prstGeom>
          <a:solidFill>
            <a:srgbClr val="000000"/>
          </a:solidFill>
          <a:ln/>
        </p:spPr>
        <p:txBody>
          <a:bodyPr/>
          <a:lstStyle/>
          <a:p>
            <a:endParaRPr/>
          </a:p>
        </p:txBody>
      </p:sp>
      <p:sp>
        <p:nvSpPr>
          <p:cNvPr id="69" name="Shape 67"/>
          <p:cNvSpPr/>
          <p:nvPr/>
        </p:nvSpPr>
        <p:spPr>
          <a:xfrm>
            <a:off x="11211987" y="974695"/>
            <a:ext cx="34961" cy="34961"/>
          </a:xfrm>
          <a:prstGeom prst="ellipse">
            <a:avLst/>
          </a:prstGeom>
          <a:solidFill>
            <a:srgbClr val="000000"/>
          </a:solidFill>
          <a:ln/>
        </p:spPr>
        <p:txBody>
          <a:bodyPr/>
          <a:lstStyle/>
          <a:p>
            <a:endParaRPr/>
          </a:p>
        </p:txBody>
      </p:sp>
      <p:sp>
        <p:nvSpPr>
          <p:cNvPr id="70" name="Shape 68"/>
          <p:cNvSpPr/>
          <p:nvPr/>
        </p:nvSpPr>
        <p:spPr>
          <a:xfrm>
            <a:off x="11398461" y="974695"/>
            <a:ext cx="34961" cy="34961"/>
          </a:xfrm>
          <a:prstGeom prst="ellipse">
            <a:avLst/>
          </a:prstGeom>
          <a:solidFill>
            <a:srgbClr val="000000"/>
          </a:solidFill>
          <a:ln/>
        </p:spPr>
        <p:txBody>
          <a:bodyPr/>
          <a:lstStyle/>
          <a:p>
            <a:endParaRPr/>
          </a:p>
        </p:txBody>
      </p:sp>
      <p:sp>
        <p:nvSpPr>
          <p:cNvPr id="71" name="Shape 69"/>
          <p:cNvSpPr/>
          <p:nvPr/>
        </p:nvSpPr>
        <p:spPr>
          <a:xfrm>
            <a:off x="11304837" y="988501"/>
            <a:ext cx="35627" cy="35627"/>
          </a:xfrm>
          <a:prstGeom prst="ellipse">
            <a:avLst/>
          </a:prstGeom>
          <a:solidFill>
            <a:srgbClr val="000000"/>
          </a:solidFill>
          <a:ln/>
        </p:spPr>
        <p:txBody>
          <a:bodyPr/>
          <a:lstStyle/>
          <a:p>
            <a:endParaRPr/>
          </a:p>
        </p:txBody>
      </p:sp>
      <p:sp>
        <p:nvSpPr>
          <p:cNvPr id="72" name="Text 70"/>
          <p:cNvSpPr/>
          <p:nvPr/>
        </p:nvSpPr>
        <p:spPr>
          <a:xfrm>
            <a:off x="548640" y="411480"/>
            <a:ext cx="10088575" cy="777240"/>
          </a:xfrm>
          <a:prstGeom prst="rect">
            <a:avLst/>
          </a:prstGeom>
          <a:noFill/>
          <a:ln/>
        </p:spPr>
        <p:txBody>
          <a:bodyPr wrap="square" lIns="0" tIns="0" rIns="0" bIns="0" rtlCol="0" anchor="ctr"/>
          <a:lstStyle/>
          <a:p>
            <a:pPr marL="0" indent="0" algn="l">
              <a:lnSpc>
                <a:spcPct val="105000"/>
              </a:lnSpc>
              <a:buNone/>
            </a:pPr>
            <a:r>
              <a:rPr lang="en-US" sz="3400" dirty="0">
                <a:solidFill>
                  <a:srgbClr val="3D68EC"/>
                </a:solidFill>
                <a:latin typeface="General Sans Semibold" pitchFamily="34" charset="0"/>
                <a:ea typeface="General Sans Semibold" pitchFamily="34" charset="-122"/>
                <a:cs typeface="General Sans Semibold" pitchFamily="34" charset="-120"/>
              </a:rPr>
              <a:t>Kijk mee: van schets tot dashboard</a:t>
            </a:r>
            <a:endParaRPr lang="en-US" sz="3400" dirty="0"/>
          </a:p>
        </p:txBody>
      </p:sp>
      <p:pic>
        <p:nvPicPr>
          <p:cNvPr id="73" name="Video 3 · 2:13 · ronde 2, schetsen en bouwen">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2621128" y="1371600"/>
            <a:ext cx="6949440" cy="4343400"/>
          </a:xfrm>
          <a:prstGeom prst="rect">
            <a:avLst/>
          </a:prstGeom>
        </p:spPr>
      </p:pic>
      <p:sp>
        <p:nvSpPr>
          <p:cNvPr id="74" name="Text 71"/>
          <p:cNvSpPr/>
          <p:nvPr/>
        </p:nvSpPr>
        <p:spPr>
          <a:xfrm>
            <a:off x="548640" y="5852160"/>
            <a:ext cx="11094415" cy="365760"/>
          </a:xfrm>
          <a:prstGeom prst="rect">
            <a:avLst/>
          </a:prstGeom>
          <a:noFill/>
          <a:ln/>
        </p:spPr>
        <p:txBody>
          <a:bodyPr wrap="square" lIns="0" tIns="0" rIns="0" bIns="0" rtlCol="0" anchor="t"/>
          <a:lstStyle/>
          <a:p>
            <a:pPr marL="0" indent="0" algn="ctr">
              <a:lnSpc>
                <a:spcPct val="105000"/>
              </a:lnSpc>
              <a:buNone/>
            </a:pPr>
            <a:r>
              <a:rPr lang="en-US" sz="1300" dirty="0">
                <a:solidFill>
                  <a:srgbClr val="000000"/>
                </a:solidFill>
                <a:latin typeface="General Sans" pitchFamily="34" charset="0"/>
                <a:ea typeface="General Sans" pitchFamily="34" charset="-122"/>
                <a:cs typeface="General Sans" pitchFamily="34" charset="-120"/>
              </a:rPr>
              <a:t>Video 3 · 2:13 · ronde 2, schetsen en bouwen</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DD784B"/>
        </a:solidFill>
        <a:effectLst/>
      </p:bgPr>
    </p:bg>
    <p:spTree>
      <p:nvGrpSpPr>
        <p:cNvPr id="1" name=""/>
        <p:cNvGrpSpPr/>
        <p:nvPr/>
      </p:nvGrpSpPr>
      <p:grpSpPr>
        <a:xfrm>
          <a:off x="0" y="0"/>
          <a:ext cx="0" cy="0"/>
          <a:chOff x="0" y="0"/>
          <a:chExt cx="0" cy="0"/>
        </a:xfrm>
      </p:grpSpPr>
      <p:sp>
        <p:nvSpPr>
          <p:cNvPr id="2" name="Shape 0"/>
          <p:cNvSpPr/>
          <p:nvPr/>
        </p:nvSpPr>
        <p:spPr>
          <a:xfrm>
            <a:off x="11304952" y="384048"/>
            <a:ext cx="35960" cy="35960"/>
          </a:xfrm>
          <a:prstGeom prst="ellipse">
            <a:avLst/>
          </a:prstGeom>
          <a:solidFill>
            <a:srgbClr val="000000"/>
          </a:solidFill>
          <a:ln/>
        </p:spPr>
        <p:txBody>
          <a:bodyPr/>
          <a:lstStyle/>
          <a:p>
            <a:endParaRPr lang="en-NL"/>
          </a:p>
        </p:txBody>
      </p:sp>
      <p:sp>
        <p:nvSpPr>
          <p:cNvPr id="3" name="Shape 1"/>
          <p:cNvSpPr/>
          <p:nvPr/>
        </p:nvSpPr>
        <p:spPr>
          <a:xfrm>
            <a:off x="11212173" y="399224"/>
            <a:ext cx="34616" cy="34616"/>
          </a:xfrm>
          <a:prstGeom prst="ellipse">
            <a:avLst/>
          </a:prstGeom>
          <a:solidFill>
            <a:srgbClr val="000000"/>
          </a:solidFill>
          <a:ln/>
        </p:spPr>
        <p:txBody>
          <a:bodyPr/>
          <a:lstStyle/>
          <a:p>
            <a:endParaRPr lang="en-NL"/>
          </a:p>
        </p:txBody>
      </p:sp>
      <p:sp>
        <p:nvSpPr>
          <p:cNvPr id="4" name="Shape 2"/>
          <p:cNvSpPr/>
          <p:nvPr/>
        </p:nvSpPr>
        <p:spPr>
          <a:xfrm>
            <a:off x="11398641" y="399224"/>
            <a:ext cx="34616" cy="34616"/>
          </a:xfrm>
          <a:prstGeom prst="ellipse">
            <a:avLst/>
          </a:prstGeom>
          <a:solidFill>
            <a:srgbClr val="000000"/>
          </a:solidFill>
          <a:ln/>
        </p:spPr>
        <p:txBody>
          <a:bodyPr/>
          <a:lstStyle/>
          <a:p>
            <a:endParaRPr lang="en-NL"/>
          </a:p>
        </p:txBody>
      </p:sp>
      <p:sp>
        <p:nvSpPr>
          <p:cNvPr id="5" name="Shape 3"/>
          <p:cNvSpPr/>
          <p:nvPr/>
        </p:nvSpPr>
        <p:spPr>
          <a:xfrm>
            <a:off x="11258374" y="435357"/>
            <a:ext cx="51936" cy="51936"/>
          </a:xfrm>
          <a:prstGeom prst="ellipse">
            <a:avLst/>
          </a:prstGeom>
          <a:solidFill>
            <a:srgbClr val="000000"/>
          </a:solidFill>
          <a:ln/>
        </p:spPr>
        <p:txBody>
          <a:bodyPr/>
          <a:lstStyle/>
          <a:p>
            <a:endParaRPr lang="en-NL"/>
          </a:p>
        </p:txBody>
      </p:sp>
      <p:sp>
        <p:nvSpPr>
          <p:cNvPr id="6" name="Shape 4"/>
          <p:cNvSpPr/>
          <p:nvPr/>
        </p:nvSpPr>
        <p:spPr>
          <a:xfrm>
            <a:off x="11335407" y="435306"/>
            <a:ext cx="51718" cy="51718"/>
          </a:xfrm>
          <a:prstGeom prst="ellipse">
            <a:avLst/>
          </a:prstGeom>
          <a:solidFill>
            <a:srgbClr val="000000"/>
          </a:solidFill>
          <a:ln/>
        </p:spPr>
        <p:txBody>
          <a:bodyPr/>
          <a:lstStyle/>
          <a:p>
            <a:endParaRPr lang="en-NL"/>
          </a:p>
        </p:txBody>
      </p:sp>
      <p:sp>
        <p:nvSpPr>
          <p:cNvPr id="7" name="Shape 5"/>
          <p:cNvSpPr/>
          <p:nvPr/>
        </p:nvSpPr>
        <p:spPr>
          <a:xfrm>
            <a:off x="11127388" y="442398"/>
            <a:ext cx="35294" cy="35294"/>
          </a:xfrm>
          <a:prstGeom prst="ellipse">
            <a:avLst/>
          </a:prstGeom>
          <a:solidFill>
            <a:srgbClr val="000000"/>
          </a:solidFill>
          <a:ln/>
        </p:spPr>
        <p:txBody>
          <a:bodyPr/>
          <a:lstStyle/>
          <a:p>
            <a:endParaRPr lang="en-NL"/>
          </a:p>
        </p:txBody>
      </p:sp>
      <p:sp>
        <p:nvSpPr>
          <p:cNvPr id="8" name="Shape 6"/>
          <p:cNvSpPr/>
          <p:nvPr/>
        </p:nvSpPr>
        <p:spPr>
          <a:xfrm>
            <a:off x="11482145" y="441649"/>
            <a:ext cx="35960" cy="35960"/>
          </a:xfrm>
          <a:prstGeom prst="ellipse">
            <a:avLst/>
          </a:prstGeom>
          <a:solidFill>
            <a:srgbClr val="000000"/>
          </a:solidFill>
          <a:ln/>
        </p:spPr>
        <p:txBody>
          <a:bodyPr/>
          <a:lstStyle/>
          <a:p>
            <a:endParaRPr lang="en-NL"/>
          </a:p>
        </p:txBody>
      </p:sp>
      <p:sp>
        <p:nvSpPr>
          <p:cNvPr id="9" name="Shape 7"/>
          <p:cNvSpPr/>
          <p:nvPr/>
        </p:nvSpPr>
        <p:spPr>
          <a:xfrm>
            <a:off x="11185603" y="459328"/>
            <a:ext cx="52167" cy="52167"/>
          </a:xfrm>
          <a:prstGeom prst="ellipse">
            <a:avLst/>
          </a:prstGeom>
          <a:solidFill>
            <a:srgbClr val="000000"/>
          </a:solidFill>
          <a:ln/>
        </p:spPr>
        <p:txBody>
          <a:bodyPr/>
          <a:lstStyle/>
          <a:p>
            <a:endParaRPr lang="en-NL"/>
          </a:p>
        </p:txBody>
      </p:sp>
      <p:sp>
        <p:nvSpPr>
          <p:cNvPr id="10" name="Shape 8"/>
          <p:cNvSpPr/>
          <p:nvPr/>
        </p:nvSpPr>
        <p:spPr>
          <a:xfrm>
            <a:off x="11408043" y="458713"/>
            <a:ext cx="52384" cy="52384"/>
          </a:xfrm>
          <a:prstGeom prst="ellipse">
            <a:avLst/>
          </a:prstGeom>
          <a:solidFill>
            <a:srgbClr val="000000"/>
          </a:solidFill>
          <a:ln/>
        </p:spPr>
        <p:txBody>
          <a:bodyPr/>
          <a:lstStyle/>
          <a:p>
            <a:endParaRPr lang="en-NL"/>
          </a:p>
        </p:txBody>
      </p:sp>
      <p:sp>
        <p:nvSpPr>
          <p:cNvPr id="11" name="Shape 9"/>
          <p:cNvSpPr/>
          <p:nvPr/>
        </p:nvSpPr>
        <p:spPr>
          <a:xfrm>
            <a:off x="11241891" y="499749"/>
            <a:ext cx="36613" cy="36613"/>
          </a:xfrm>
          <a:prstGeom prst="ellipse">
            <a:avLst/>
          </a:prstGeom>
          <a:solidFill>
            <a:srgbClr val="000000"/>
          </a:solidFill>
          <a:ln/>
        </p:spPr>
        <p:txBody>
          <a:bodyPr/>
          <a:lstStyle/>
          <a:p>
            <a:endParaRPr lang="en-NL"/>
          </a:p>
        </p:txBody>
      </p:sp>
      <p:sp>
        <p:nvSpPr>
          <p:cNvPr id="12" name="Shape 10"/>
          <p:cNvSpPr/>
          <p:nvPr/>
        </p:nvSpPr>
        <p:spPr>
          <a:xfrm>
            <a:off x="11294557" y="500146"/>
            <a:ext cx="57223" cy="57223"/>
          </a:xfrm>
          <a:prstGeom prst="ellipse">
            <a:avLst/>
          </a:prstGeom>
          <a:solidFill>
            <a:srgbClr val="000000"/>
          </a:solidFill>
          <a:ln/>
        </p:spPr>
        <p:txBody>
          <a:bodyPr/>
          <a:lstStyle/>
          <a:p>
            <a:endParaRPr lang="en-NL"/>
          </a:p>
        </p:txBody>
      </p:sp>
      <p:sp>
        <p:nvSpPr>
          <p:cNvPr id="13" name="Shape 11"/>
          <p:cNvSpPr/>
          <p:nvPr/>
        </p:nvSpPr>
        <p:spPr>
          <a:xfrm>
            <a:off x="11364102" y="498770"/>
            <a:ext cx="35294" cy="35294"/>
          </a:xfrm>
          <a:prstGeom prst="ellipse">
            <a:avLst/>
          </a:prstGeom>
          <a:solidFill>
            <a:srgbClr val="000000"/>
          </a:solidFill>
          <a:ln/>
        </p:spPr>
        <p:txBody>
          <a:bodyPr/>
          <a:lstStyle/>
          <a:p>
            <a:endParaRPr lang="en-NL"/>
          </a:p>
        </p:txBody>
      </p:sp>
      <p:sp>
        <p:nvSpPr>
          <p:cNvPr id="14" name="Shape 12"/>
          <p:cNvSpPr/>
          <p:nvPr/>
        </p:nvSpPr>
        <p:spPr>
          <a:xfrm>
            <a:off x="11123515" y="504524"/>
            <a:ext cx="51936" cy="51936"/>
          </a:xfrm>
          <a:prstGeom prst="ellipse">
            <a:avLst/>
          </a:prstGeom>
          <a:solidFill>
            <a:srgbClr val="000000"/>
          </a:solidFill>
          <a:ln/>
        </p:spPr>
        <p:txBody>
          <a:bodyPr/>
          <a:lstStyle/>
          <a:p>
            <a:endParaRPr lang="en-NL"/>
          </a:p>
        </p:txBody>
      </p:sp>
      <p:sp>
        <p:nvSpPr>
          <p:cNvPr id="15" name="Shape 13"/>
          <p:cNvSpPr/>
          <p:nvPr/>
        </p:nvSpPr>
        <p:spPr>
          <a:xfrm>
            <a:off x="11470202" y="504300"/>
            <a:ext cx="52384" cy="52384"/>
          </a:xfrm>
          <a:prstGeom prst="ellipse">
            <a:avLst/>
          </a:prstGeom>
          <a:solidFill>
            <a:srgbClr val="000000"/>
          </a:solidFill>
          <a:ln/>
        </p:spPr>
        <p:txBody>
          <a:bodyPr/>
          <a:lstStyle/>
          <a:p>
            <a:endParaRPr lang="en-NL"/>
          </a:p>
        </p:txBody>
      </p:sp>
      <p:sp>
        <p:nvSpPr>
          <p:cNvPr id="16" name="Shape 14"/>
          <p:cNvSpPr/>
          <p:nvPr/>
        </p:nvSpPr>
        <p:spPr>
          <a:xfrm>
            <a:off x="11060774" y="508825"/>
            <a:ext cx="35627" cy="35627"/>
          </a:xfrm>
          <a:prstGeom prst="ellipse">
            <a:avLst/>
          </a:prstGeom>
          <a:solidFill>
            <a:srgbClr val="000000"/>
          </a:solidFill>
          <a:ln/>
        </p:spPr>
        <p:txBody>
          <a:bodyPr/>
          <a:lstStyle/>
          <a:p>
            <a:endParaRPr lang="en-NL"/>
          </a:p>
        </p:txBody>
      </p:sp>
      <p:sp>
        <p:nvSpPr>
          <p:cNvPr id="17" name="Shape 15"/>
          <p:cNvSpPr/>
          <p:nvPr/>
        </p:nvSpPr>
        <p:spPr>
          <a:xfrm>
            <a:off x="11548535" y="508038"/>
            <a:ext cx="36613" cy="36613"/>
          </a:xfrm>
          <a:prstGeom prst="ellipse">
            <a:avLst/>
          </a:prstGeom>
          <a:solidFill>
            <a:srgbClr val="000000"/>
          </a:solidFill>
          <a:ln/>
        </p:spPr>
        <p:txBody>
          <a:bodyPr/>
          <a:lstStyle/>
          <a:p>
            <a:endParaRPr lang="en-NL"/>
          </a:p>
        </p:txBody>
      </p:sp>
      <p:sp>
        <p:nvSpPr>
          <p:cNvPr id="18" name="Shape 16"/>
          <p:cNvSpPr/>
          <p:nvPr/>
        </p:nvSpPr>
        <p:spPr>
          <a:xfrm>
            <a:off x="11191466" y="533379"/>
            <a:ext cx="57825" cy="57825"/>
          </a:xfrm>
          <a:prstGeom prst="ellipse">
            <a:avLst/>
          </a:prstGeom>
          <a:solidFill>
            <a:srgbClr val="000000"/>
          </a:solidFill>
          <a:ln/>
        </p:spPr>
        <p:txBody>
          <a:bodyPr/>
          <a:lstStyle/>
          <a:p>
            <a:endParaRPr lang="en-NL"/>
          </a:p>
        </p:txBody>
      </p:sp>
      <p:sp>
        <p:nvSpPr>
          <p:cNvPr id="19" name="Shape 17"/>
          <p:cNvSpPr/>
          <p:nvPr/>
        </p:nvSpPr>
        <p:spPr>
          <a:xfrm>
            <a:off x="11396535" y="533494"/>
            <a:ext cx="57428" cy="57428"/>
          </a:xfrm>
          <a:prstGeom prst="ellipse">
            <a:avLst/>
          </a:prstGeom>
          <a:solidFill>
            <a:srgbClr val="000000"/>
          </a:solidFill>
          <a:ln/>
        </p:spPr>
        <p:txBody>
          <a:bodyPr/>
          <a:lstStyle/>
          <a:p>
            <a:endParaRPr lang="en-NL"/>
          </a:p>
        </p:txBody>
      </p:sp>
      <p:sp>
        <p:nvSpPr>
          <p:cNvPr id="20" name="Shape 18"/>
          <p:cNvSpPr/>
          <p:nvPr/>
        </p:nvSpPr>
        <p:spPr>
          <a:xfrm>
            <a:off x="11079087" y="567226"/>
            <a:ext cx="51270" cy="51270"/>
          </a:xfrm>
          <a:prstGeom prst="ellipse">
            <a:avLst/>
          </a:prstGeom>
          <a:solidFill>
            <a:srgbClr val="000000"/>
          </a:solidFill>
          <a:ln/>
        </p:spPr>
        <p:txBody>
          <a:bodyPr/>
          <a:lstStyle/>
          <a:p>
            <a:endParaRPr lang="en-NL"/>
          </a:p>
        </p:txBody>
      </p:sp>
      <p:sp>
        <p:nvSpPr>
          <p:cNvPr id="21" name="Shape 19"/>
          <p:cNvSpPr/>
          <p:nvPr/>
        </p:nvSpPr>
        <p:spPr>
          <a:xfrm>
            <a:off x="11339728" y="567053"/>
            <a:ext cx="34616" cy="34616"/>
          </a:xfrm>
          <a:prstGeom prst="ellipse">
            <a:avLst/>
          </a:prstGeom>
          <a:solidFill>
            <a:srgbClr val="000000"/>
          </a:solidFill>
          <a:ln/>
        </p:spPr>
        <p:txBody>
          <a:bodyPr/>
          <a:lstStyle/>
          <a:p>
            <a:endParaRPr lang="en-NL"/>
          </a:p>
        </p:txBody>
      </p:sp>
      <p:sp>
        <p:nvSpPr>
          <p:cNvPr id="22" name="Shape 20"/>
          <p:cNvSpPr/>
          <p:nvPr/>
        </p:nvSpPr>
        <p:spPr>
          <a:xfrm>
            <a:off x="11515167" y="566234"/>
            <a:ext cx="52819" cy="52819"/>
          </a:xfrm>
          <a:prstGeom prst="ellipse">
            <a:avLst/>
          </a:prstGeom>
          <a:solidFill>
            <a:srgbClr val="000000"/>
          </a:solidFill>
          <a:ln/>
        </p:spPr>
        <p:txBody>
          <a:bodyPr/>
          <a:lstStyle/>
          <a:p>
            <a:endParaRPr lang="en-NL"/>
          </a:p>
        </p:txBody>
      </p:sp>
      <p:sp>
        <p:nvSpPr>
          <p:cNvPr id="23" name="Shape 21"/>
          <p:cNvSpPr/>
          <p:nvPr/>
        </p:nvSpPr>
        <p:spPr>
          <a:xfrm>
            <a:off x="11262860" y="569742"/>
            <a:ext cx="34961" cy="34961"/>
          </a:xfrm>
          <a:prstGeom prst="ellipse">
            <a:avLst/>
          </a:prstGeom>
          <a:solidFill>
            <a:srgbClr val="000000"/>
          </a:solidFill>
          <a:ln/>
        </p:spPr>
        <p:txBody>
          <a:bodyPr/>
          <a:lstStyle/>
          <a:p>
            <a:endParaRPr lang="en-NL"/>
          </a:p>
        </p:txBody>
      </p:sp>
      <p:sp>
        <p:nvSpPr>
          <p:cNvPr id="24" name="Shape 22"/>
          <p:cNvSpPr/>
          <p:nvPr/>
        </p:nvSpPr>
        <p:spPr>
          <a:xfrm>
            <a:off x="11462521" y="569818"/>
            <a:ext cx="35294" cy="35294"/>
          </a:xfrm>
          <a:prstGeom prst="ellipse">
            <a:avLst/>
          </a:prstGeom>
          <a:solidFill>
            <a:srgbClr val="000000"/>
          </a:solidFill>
          <a:ln/>
        </p:spPr>
        <p:txBody>
          <a:bodyPr/>
          <a:lstStyle/>
          <a:p>
            <a:endParaRPr lang="en-NL"/>
          </a:p>
        </p:txBody>
      </p:sp>
      <p:sp>
        <p:nvSpPr>
          <p:cNvPr id="25" name="Shape 23"/>
          <p:cNvSpPr/>
          <p:nvPr/>
        </p:nvSpPr>
        <p:spPr>
          <a:xfrm>
            <a:off x="11145681" y="573441"/>
            <a:ext cx="34270" cy="34270"/>
          </a:xfrm>
          <a:prstGeom prst="ellipse">
            <a:avLst/>
          </a:prstGeom>
          <a:solidFill>
            <a:srgbClr val="000000"/>
          </a:solidFill>
          <a:ln/>
        </p:spPr>
        <p:txBody>
          <a:bodyPr/>
          <a:lstStyle/>
          <a:p>
            <a:endParaRPr lang="en-NL"/>
          </a:p>
        </p:txBody>
      </p:sp>
      <p:sp>
        <p:nvSpPr>
          <p:cNvPr id="26" name="Shape 24"/>
          <p:cNvSpPr/>
          <p:nvPr/>
        </p:nvSpPr>
        <p:spPr>
          <a:xfrm>
            <a:off x="11592015" y="593213"/>
            <a:ext cx="35294" cy="35294"/>
          </a:xfrm>
          <a:prstGeom prst="ellipse">
            <a:avLst/>
          </a:prstGeom>
          <a:solidFill>
            <a:srgbClr val="000000"/>
          </a:solidFill>
          <a:ln/>
        </p:spPr>
        <p:txBody>
          <a:bodyPr/>
          <a:lstStyle/>
          <a:p>
            <a:endParaRPr lang="en-NL"/>
          </a:p>
        </p:txBody>
      </p:sp>
      <p:sp>
        <p:nvSpPr>
          <p:cNvPr id="27" name="Shape 25"/>
          <p:cNvSpPr/>
          <p:nvPr/>
        </p:nvSpPr>
        <p:spPr>
          <a:xfrm>
            <a:off x="11019124" y="593444"/>
            <a:ext cx="34616" cy="34616"/>
          </a:xfrm>
          <a:prstGeom prst="ellipse">
            <a:avLst/>
          </a:prstGeom>
          <a:solidFill>
            <a:srgbClr val="000000"/>
          </a:solidFill>
          <a:ln/>
        </p:spPr>
        <p:txBody>
          <a:bodyPr/>
          <a:lstStyle/>
          <a:p>
            <a:endParaRPr lang="en-NL"/>
          </a:p>
        </p:txBody>
      </p:sp>
      <p:sp>
        <p:nvSpPr>
          <p:cNvPr id="28" name="Shape 26"/>
          <p:cNvSpPr/>
          <p:nvPr/>
        </p:nvSpPr>
        <p:spPr>
          <a:xfrm>
            <a:off x="11403576" y="610214"/>
            <a:ext cx="34961" cy="34961"/>
          </a:xfrm>
          <a:prstGeom prst="ellipse">
            <a:avLst/>
          </a:prstGeom>
          <a:solidFill>
            <a:srgbClr val="000000"/>
          </a:solidFill>
          <a:ln/>
        </p:spPr>
        <p:txBody>
          <a:bodyPr/>
          <a:lstStyle/>
          <a:p>
            <a:endParaRPr lang="en-NL"/>
          </a:p>
        </p:txBody>
      </p:sp>
      <p:sp>
        <p:nvSpPr>
          <p:cNvPr id="29" name="Shape 27"/>
          <p:cNvSpPr/>
          <p:nvPr/>
        </p:nvSpPr>
        <p:spPr>
          <a:xfrm>
            <a:off x="11201662" y="616570"/>
            <a:ext cx="35627" cy="35627"/>
          </a:xfrm>
          <a:prstGeom prst="ellipse">
            <a:avLst/>
          </a:prstGeom>
          <a:solidFill>
            <a:srgbClr val="000000"/>
          </a:solidFill>
          <a:ln/>
        </p:spPr>
        <p:txBody>
          <a:bodyPr/>
          <a:lstStyle/>
          <a:p>
            <a:endParaRPr lang="en-NL"/>
          </a:p>
        </p:txBody>
      </p:sp>
      <p:sp>
        <p:nvSpPr>
          <p:cNvPr id="30" name="Shape 28"/>
          <p:cNvSpPr/>
          <p:nvPr/>
        </p:nvSpPr>
        <p:spPr>
          <a:xfrm>
            <a:off x="11127484" y="620705"/>
            <a:ext cx="58030" cy="58030"/>
          </a:xfrm>
          <a:prstGeom prst="ellipse">
            <a:avLst/>
          </a:prstGeom>
          <a:solidFill>
            <a:srgbClr val="000000"/>
          </a:solidFill>
          <a:ln/>
        </p:spPr>
        <p:txBody>
          <a:bodyPr/>
          <a:lstStyle/>
          <a:p>
            <a:endParaRPr lang="en-NL"/>
          </a:p>
        </p:txBody>
      </p:sp>
      <p:sp>
        <p:nvSpPr>
          <p:cNvPr id="31" name="Shape 29"/>
          <p:cNvSpPr/>
          <p:nvPr/>
        </p:nvSpPr>
        <p:spPr>
          <a:xfrm>
            <a:off x="11460767" y="620852"/>
            <a:ext cx="57428" cy="57428"/>
          </a:xfrm>
          <a:prstGeom prst="ellipse">
            <a:avLst/>
          </a:prstGeom>
          <a:solidFill>
            <a:srgbClr val="000000"/>
          </a:solidFill>
          <a:ln/>
        </p:spPr>
        <p:txBody>
          <a:bodyPr/>
          <a:lstStyle/>
          <a:p>
            <a:endParaRPr lang="en-NL"/>
          </a:p>
        </p:txBody>
      </p:sp>
      <p:sp>
        <p:nvSpPr>
          <p:cNvPr id="32" name="Shape 30"/>
          <p:cNvSpPr/>
          <p:nvPr/>
        </p:nvSpPr>
        <p:spPr>
          <a:xfrm>
            <a:off x="11055219" y="640144"/>
            <a:ext cx="51718" cy="51718"/>
          </a:xfrm>
          <a:prstGeom prst="ellipse">
            <a:avLst/>
          </a:prstGeom>
          <a:solidFill>
            <a:srgbClr val="000000"/>
          </a:solidFill>
          <a:ln/>
        </p:spPr>
        <p:txBody>
          <a:bodyPr/>
          <a:lstStyle/>
          <a:p>
            <a:endParaRPr lang="en-NL"/>
          </a:p>
        </p:txBody>
      </p:sp>
      <p:sp>
        <p:nvSpPr>
          <p:cNvPr id="33" name="Shape 31"/>
          <p:cNvSpPr/>
          <p:nvPr/>
        </p:nvSpPr>
        <p:spPr>
          <a:xfrm>
            <a:off x="11539330" y="640266"/>
            <a:ext cx="51270" cy="51270"/>
          </a:xfrm>
          <a:prstGeom prst="ellipse">
            <a:avLst/>
          </a:prstGeom>
          <a:solidFill>
            <a:srgbClr val="000000"/>
          </a:solidFill>
          <a:ln/>
        </p:spPr>
        <p:txBody>
          <a:bodyPr/>
          <a:lstStyle/>
          <a:p>
            <a:endParaRPr lang="en-NL"/>
          </a:p>
        </p:txBody>
      </p:sp>
      <p:sp>
        <p:nvSpPr>
          <p:cNvPr id="34" name="Shape 32"/>
          <p:cNvSpPr/>
          <p:nvPr/>
        </p:nvSpPr>
        <p:spPr>
          <a:xfrm>
            <a:off x="11429576" y="682274"/>
            <a:ext cx="35627" cy="35627"/>
          </a:xfrm>
          <a:prstGeom prst="ellipse">
            <a:avLst/>
          </a:prstGeom>
          <a:solidFill>
            <a:srgbClr val="000000"/>
          </a:solidFill>
          <a:ln/>
        </p:spPr>
        <p:txBody>
          <a:bodyPr/>
          <a:lstStyle/>
          <a:p>
            <a:endParaRPr lang="en-NL"/>
          </a:p>
        </p:txBody>
      </p:sp>
      <p:sp>
        <p:nvSpPr>
          <p:cNvPr id="35" name="Shape 33"/>
          <p:cNvSpPr/>
          <p:nvPr/>
        </p:nvSpPr>
        <p:spPr>
          <a:xfrm>
            <a:off x="11004076" y="687222"/>
            <a:ext cx="34616" cy="34616"/>
          </a:xfrm>
          <a:prstGeom prst="ellipse">
            <a:avLst/>
          </a:prstGeom>
          <a:solidFill>
            <a:srgbClr val="000000"/>
          </a:solidFill>
          <a:ln/>
        </p:spPr>
        <p:txBody>
          <a:bodyPr/>
          <a:lstStyle/>
          <a:p>
            <a:endParaRPr lang="en-NL"/>
          </a:p>
        </p:txBody>
      </p:sp>
      <p:sp>
        <p:nvSpPr>
          <p:cNvPr id="36" name="Shape 34"/>
          <p:cNvSpPr/>
          <p:nvPr/>
        </p:nvSpPr>
        <p:spPr>
          <a:xfrm>
            <a:off x="11502052" y="685321"/>
            <a:ext cx="34270" cy="34270"/>
          </a:xfrm>
          <a:prstGeom prst="ellipse">
            <a:avLst/>
          </a:prstGeom>
          <a:solidFill>
            <a:srgbClr val="000000"/>
          </a:solidFill>
          <a:ln/>
        </p:spPr>
        <p:txBody>
          <a:bodyPr/>
          <a:lstStyle/>
          <a:p>
            <a:endParaRPr lang="en-NL"/>
          </a:p>
        </p:txBody>
      </p:sp>
      <p:sp>
        <p:nvSpPr>
          <p:cNvPr id="37" name="Shape 35"/>
          <p:cNvSpPr/>
          <p:nvPr/>
        </p:nvSpPr>
        <p:spPr>
          <a:xfrm>
            <a:off x="11606321" y="686422"/>
            <a:ext cx="35627" cy="35627"/>
          </a:xfrm>
          <a:prstGeom prst="ellipse">
            <a:avLst/>
          </a:prstGeom>
          <a:solidFill>
            <a:srgbClr val="000000"/>
          </a:solidFill>
          <a:ln/>
        </p:spPr>
        <p:txBody>
          <a:bodyPr/>
          <a:lstStyle/>
          <a:p>
            <a:endParaRPr lang="en-NL"/>
          </a:p>
        </p:txBody>
      </p:sp>
      <p:sp>
        <p:nvSpPr>
          <p:cNvPr id="38" name="Shape 36"/>
          <p:cNvSpPr/>
          <p:nvPr/>
        </p:nvSpPr>
        <p:spPr>
          <a:xfrm>
            <a:off x="11108908" y="688957"/>
            <a:ext cx="35294" cy="35294"/>
          </a:xfrm>
          <a:prstGeom prst="ellipse">
            <a:avLst/>
          </a:prstGeom>
          <a:solidFill>
            <a:srgbClr val="000000"/>
          </a:solidFill>
          <a:ln/>
        </p:spPr>
        <p:txBody>
          <a:bodyPr/>
          <a:lstStyle/>
          <a:p>
            <a:endParaRPr lang="en-NL"/>
          </a:p>
        </p:txBody>
      </p:sp>
      <p:sp>
        <p:nvSpPr>
          <p:cNvPr id="39" name="Shape 37"/>
          <p:cNvSpPr/>
          <p:nvPr/>
        </p:nvSpPr>
        <p:spPr>
          <a:xfrm>
            <a:off x="11179733" y="690371"/>
            <a:ext cx="36613" cy="36613"/>
          </a:xfrm>
          <a:prstGeom prst="ellipse">
            <a:avLst/>
          </a:prstGeom>
          <a:solidFill>
            <a:srgbClr val="000000"/>
          </a:solidFill>
          <a:ln/>
        </p:spPr>
        <p:txBody>
          <a:bodyPr/>
          <a:lstStyle/>
          <a:p>
            <a:endParaRPr lang="en-NL"/>
          </a:p>
        </p:txBody>
      </p:sp>
      <p:sp>
        <p:nvSpPr>
          <p:cNvPr id="40" name="Shape 38"/>
          <p:cNvSpPr/>
          <p:nvPr/>
        </p:nvSpPr>
        <p:spPr>
          <a:xfrm>
            <a:off x="11054764" y="716576"/>
            <a:ext cx="51936" cy="51936"/>
          </a:xfrm>
          <a:prstGeom prst="ellipse">
            <a:avLst/>
          </a:prstGeom>
          <a:solidFill>
            <a:srgbClr val="000000"/>
          </a:solidFill>
          <a:ln/>
        </p:spPr>
        <p:txBody>
          <a:bodyPr/>
          <a:lstStyle/>
          <a:p>
            <a:endParaRPr lang="en-NL"/>
          </a:p>
        </p:txBody>
      </p:sp>
      <p:sp>
        <p:nvSpPr>
          <p:cNvPr id="41" name="Shape 39"/>
          <p:cNvSpPr/>
          <p:nvPr/>
        </p:nvSpPr>
        <p:spPr>
          <a:xfrm>
            <a:off x="11539023" y="716851"/>
            <a:ext cx="51488" cy="51488"/>
          </a:xfrm>
          <a:prstGeom prst="ellipse">
            <a:avLst/>
          </a:prstGeom>
          <a:solidFill>
            <a:srgbClr val="000000"/>
          </a:solidFill>
          <a:ln/>
        </p:spPr>
        <p:txBody>
          <a:bodyPr/>
          <a:lstStyle/>
          <a:p>
            <a:endParaRPr lang="en-NL"/>
          </a:p>
        </p:txBody>
      </p:sp>
      <p:sp>
        <p:nvSpPr>
          <p:cNvPr id="42" name="Shape 40"/>
          <p:cNvSpPr/>
          <p:nvPr/>
        </p:nvSpPr>
        <p:spPr>
          <a:xfrm>
            <a:off x="11127490" y="729288"/>
            <a:ext cx="58222" cy="58222"/>
          </a:xfrm>
          <a:prstGeom prst="ellipse">
            <a:avLst/>
          </a:prstGeom>
          <a:solidFill>
            <a:srgbClr val="000000"/>
          </a:solidFill>
          <a:ln/>
        </p:spPr>
        <p:txBody>
          <a:bodyPr/>
          <a:lstStyle/>
          <a:p>
            <a:endParaRPr lang="en-NL"/>
          </a:p>
        </p:txBody>
      </p:sp>
      <p:sp>
        <p:nvSpPr>
          <p:cNvPr id="43" name="Shape 41"/>
          <p:cNvSpPr/>
          <p:nvPr/>
        </p:nvSpPr>
        <p:spPr>
          <a:xfrm>
            <a:off x="11460671" y="729781"/>
            <a:ext cx="57633" cy="57633"/>
          </a:xfrm>
          <a:prstGeom prst="ellipse">
            <a:avLst/>
          </a:prstGeom>
          <a:solidFill>
            <a:srgbClr val="000000"/>
          </a:solidFill>
          <a:ln/>
        </p:spPr>
        <p:txBody>
          <a:bodyPr/>
          <a:lstStyle/>
          <a:p>
            <a:endParaRPr lang="en-NL"/>
          </a:p>
        </p:txBody>
      </p:sp>
      <p:sp>
        <p:nvSpPr>
          <p:cNvPr id="44" name="Shape 42"/>
          <p:cNvSpPr/>
          <p:nvPr/>
        </p:nvSpPr>
        <p:spPr>
          <a:xfrm>
            <a:off x="11407973" y="756415"/>
            <a:ext cx="35960" cy="35960"/>
          </a:xfrm>
          <a:prstGeom prst="ellipse">
            <a:avLst/>
          </a:prstGeom>
          <a:solidFill>
            <a:srgbClr val="000000"/>
          </a:solidFill>
          <a:ln/>
        </p:spPr>
        <p:txBody>
          <a:bodyPr/>
          <a:lstStyle/>
          <a:p>
            <a:endParaRPr lang="en-NL"/>
          </a:p>
        </p:txBody>
      </p:sp>
      <p:sp>
        <p:nvSpPr>
          <p:cNvPr id="45" name="Shape 43"/>
          <p:cNvSpPr/>
          <p:nvPr/>
        </p:nvSpPr>
        <p:spPr>
          <a:xfrm>
            <a:off x="11207308" y="763884"/>
            <a:ext cx="34616" cy="34616"/>
          </a:xfrm>
          <a:prstGeom prst="ellipse">
            <a:avLst/>
          </a:prstGeom>
          <a:solidFill>
            <a:srgbClr val="000000"/>
          </a:solidFill>
          <a:ln/>
        </p:spPr>
        <p:txBody>
          <a:bodyPr/>
          <a:lstStyle/>
          <a:p>
            <a:endParaRPr lang="en-NL"/>
          </a:p>
        </p:txBody>
      </p:sp>
      <p:sp>
        <p:nvSpPr>
          <p:cNvPr id="46" name="Shape 44"/>
          <p:cNvSpPr/>
          <p:nvPr/>
        </p:nvSpPr>
        <p:spPr>
          <a:xfrm>
            <a:off x="11018670" y="780462"/>
            <a:ext cx="34616" cy="34616"/>
          </a:xfrm>
          <a:prstGeom prst="ellipse">
            <a:avLst/>
          </a:prstGeom>
          <a:solidFill>
            <a:srgbClr val="000000"/>
          </a:solidFill>
          <a:ln/>
        </p:spPr>
        <p:txBody>
          <a:bodyPr/>
          <a:lstStyle/>
          <a:p>
            <a:endParaRPr lang="en-NL"/>
          </a:p>
        </p:txBody>
      </p:sp>
      <p:sp>
        <p:nvSpPr>
          <p:cNvPr id="47" name="Shape 45"/>
          <p:cNvSpPr/>
          <p:nvPr/>
        </p:nvSpPr>
        <p:spPr>
          <a:xfrm>
            <a:off x="11591670" y="780123"/>
            <a:ext cx="35294" cy="35294"/>
          </a:xfrm>
          <a:prstGeom prst="ellipse">
            <a:avLst/>
          </a:prstGeom>
          <a:solidFill>
            <a:srgbClr val="000000"/>
          </a:solidFill>
          <a:ln/>
        </p:spPr>
        <p:txBody>
          <a:bodyPr/>
          <a:lstStyle/>
          <a:p>
            <a:endParaRPr lang="en-NL"/>
          </a:p>
        </p:txBody>
      </p:sp>
      <p:sp>
        <p:nvSpPr>
          <p:cNvPr id="48" name="Shape 46"/>
          <p:cNvSpPr/>
          <p:nvPr/>
        </p:nvSpPr>
        <p:spPr>
          <a:xfrm>
            <a:off x="11079010" y="790179"/>
            <a:ext cx="51270" cy="51270"/>
          </a:xfrm>
          <a:prstGeom prst="ellipse">
            <a:avLst/>
          </a:prstGeom>
          <a:solidFill>
            <a:srgbClr val="000000"/>
          </a:solidFill>
          <a:ln/>
        </p:spPr>
        <p:txBody>
          <a:bodyPr/>
          <a:lstStyle/>
          <a:p>
            <a:endParaRPr lang="en-NL"/>
          </a:p>
        </p:txBody>
      </p:sp>
      <p:sp>
        <p:nvSpPr>
          <p:cNvPr id="49" name="Shape 47"/>
          <p:cNvSpPr/>
          <p:nvPr/>
        </p:nvSpPr>
        <p:spPr>
          <a:xfrm>
            <a:off x="11515218" y="789692"/>
            <a:ext cx="52602" cy="52602"/>
          </a:xfrm>
          <a:prstGeom prst="ellipse">
            <a:avLst/>
          </a:prstGeom>
          <a:solidFill>
            <a:srgbClr val="000000"/>
          </a:solidFill>
          <a:ln/>
        </p:spPr>
        <p:txBody>
          <a:bodyPr/>
          <a:lstStyle/>
          <a:p>
            <a:endParaRPr lang="en-NL"/>
          </a:p>
        </p:txBody>
      </p:sp>
      <p:sp>
        <p:nvSpPr>
          <p:cNvPr id="50" name="Shape 48"/>
          <p:cNvSpPr/>
          <p:nvPr/>
        </p:nvSpPr>
        <p:spPr>
          <a:xfrm>
            <a:off x="11147371" y="803460"/>
            <a:ext cx="35627" cy="35627"/>
          </a:xfrm>
          <a:prstGeom prst="ellipse">
            <a:avLst/>
          </a:prstGeom>
          <a:solidFill>
            <a:srgbClr val="000000"/>
          </a:solidFill>
          <a:ln/>
        </p:spPr>
        <p:txBody>
          <a:bodyPr/>
          <a:lstStyle/>
          <a:p>
            <a:endParaRPr lang="en-NL"/>
          </a:p>
        </p:txBody>
      </p:sp>
      <p:sp>
        <p:nvSpPr>
          <p:cNvPr id="51" name="Shape 49"/>
          <p:cNvSpPr/>
          <p:nvPr/>
        </p:nvSpPr>
        <p:spPr>
          <a:xfrm>
            <a:off x="11347786" y="804293"/>
            <a:ext cx="35294" cy="35294"/>
          </a:xfrm>
          <a:prstGeom prst="ellipse">
            <a:avLst/>
          </a:prstGeom>
          <a:solidFill>
            <a:srgbClr val="000000"/>
          </a:solidFill>
          <a:ln/>
        </p:spPr>
        <p:txBody>
          <a:bodyPr/>
          <a:lstStyle/>
          <a:p>
            <a:endParaRPr lang="en-NL"/>
          </a:p>
        </p:txBody>
      </p:sp>
      <p:sp>
        <p:nvSpPr>
          <p:cNvPr id="52" name="Shape 50"/>
          <p:cNvSpPr/>
          <p:nvPr/>
        </p:nvSpPr>
        <p:spPr>
          <a:xfrm>
            <a:off x="11465119" y="800919"/>
            <a:ext cx="34961" cy="34961"/>
          </a:xfrm>
          <a:prstGeom prst="ellipse">
            <a:avLst/>
          </a:prstGeom>
          <a:solidFill>
            <a:srgbClr val="000000"/>
          </a:solidFill>
          <a:ln/>
        </p:spPr>
        <p:txBody>
          <a:bodyPr/>
          <a:lstStyle/>
          <a:p>
            <a:endParaRPr lang="en-NL"/>
          </a:p>
        </p:txBody>
      </p:sp>
      <p:sp>
        <p:nvSpPr>
          <p:cNvPr id="53" name="Shape 51"/>
          <p:cNvSpPr/>
          <p:nvPr/>
        </p:nvSpPr>
        <p:spPr>
          <a:xfrm>
            <a:off x="11270669" y="806590"/>
            <a:ext cx="35627" cy="35627"/>
          </a:xfrm>
          <a:prstGeom prst="ellipse">
            <a:avLst/>
          </a:prstGeom>
          <a:solidFill>
            <a:srgbClr val="000000"/>
          </a:solidFill>
          <a:ln/>
        </p:spPr>
        <p:txBody>
          <a:bodyPr/>
          <a:lstStyle/>
          <a:p>
            <a:endParaRPr lang="en-NL"/>
          </a:p>
        </p:txBody>
      </p:sp>
      <p:sp>
        <p:nvSpPr>
          <p:cNvPr id="54" name="Shape 52"/>
          <p:cNvSpPr/>
          <p:nvPr/>
        </p:nvSpPr>
        <p:spPr>
          <a:xfrm>
            <a:off x="11191498" y="817766"/>
            <a:ext cx="57633" cy="57633"/>
          </a:xfrm>
          <a:prstGeom prst="ellipse">
            <a:avLst/>
          </a:prstGeom>
          <a:solidFill>
            <a:srgbClr val="000000"/>
          </a:solidFill>
          <a:ln/>
        </p:spPr>
        <p:txBody>
          <a:bodyPr/>
          <a:lstStyle/>
          <a:p>
            <a:endParaRPr lang="en-NL"/>
          </a:p>
        </p:txBody>
      </p:sp>
      <p:sp>
        <p:nvSpPr>
          <p:cNvPr id="55" name="Shape 53"/>
          <p:cNvSpPr/>
          <p:nvPr/>
        </p:nvSpPr>
        <p:spPr>
          <a:xfrm>
            <a:off x="11396573" y="817888"/>
            <a:ext cx="57633" cy="57633"/>
          </a:xfrm>
          <a:prstGeom prst="ellipse">
            <a:avLst/>
          </a:prstGeom>
          <a:solidFill>
            <a:srgbClr val="000000"/>
          </a:solidFill>
          <a:ln/>
        </p:spPr>
        <p:txBody>
          <a:bodyPr/>
          <a:lstStyle/>
          <a:p>
            <a:endParaRPr lang="en-NL"/>
          </a:p>
        </p:txBody>
      </p:sp>
      <p:sp>
        <p:nvSpPr>
          <p:cNvPr id="56" name="Shape 54"/>
          <p:cNvSpPr/>
          <p:nvPr/>
        </p:nvSpPr>
        <p:spPr>
          <a:xfrm>
            <a:off x="11123445" y="851985"/>
            <a:ext cx="52167" cy="52167"/>
          </a:xfrm>
          <a:prstGeom prst="ellipse">
            <a:avLst/>
          </a:prstGeom>
          <a:solidFill>
            <a:srgbClr val="000000"/>
          </a:solidFill>
          <a:ln/>
        </p:spPr>
        <p:txBody>
          <a:bodyPr/>
          <a:lstStyle/>
          <a:p>
            <a:endParaRPr lang="en-NL"/>
          </a:p>
        </p:txBody>
      </p:sp>
      <p:sp>
        <p:nvSpPr>
          <p:cNvPr id="57" name="Shape 55"/>
          <p:cNvSpPr/>
          <p:nvPr/>
        </p:nvSpPr>
        <p:spPr>
          <a:xfrm>
            <a:off x="11294647" y="851390"/>
            <a:ext cx="57223" cy="57223"/>
          </a:xfrm>
          <a:prstGeom prst="ellipse">
            <a:avLst/>
          </a:prstGeom>
          <a:solidFill>
            <a:srgbClr val="000000"/>
          </a:solidFill>
          <a:ln/>
        </p:spPr>
        <p:txBody>
          <a:bodyPr/>
          <a:lstStyle/>
          <a:p>
            <a:endParaRPr lang="en-NL"/>
          </a:p>
        </p:txBody>
      </p:sp>
      <p:sp>
        <p:nvSpPr>
          <p:cNvPr id="58" name="Shape 56"/>
          <p:cNvSpPr/>
          <p:nvPr/>
        </p:nvSpPr>
        <p:spPr>
          <a:xfrm>
            <a:off x="11470202" y="852382"/>
            <a:ext cx="52384" cy="52384"/>
          </a:xfrm>
          <a:prstGeom prst="ellipse">
            <a:avLst/>
          </a:prstGeom>
          <a:solidFill>
            <a:srgbClr val="000000"/>
          </a:solidFill>
          <a:ln/>
        </p:spPr>
        <p:txBody>
          <a:bodyPr/>
          <a:lstStyle/>
          <a:p>
            <a:endParaRPr lang="en-NL"/>
          </a:p>
        </p:txBody>
      </p:sp>
      <p:sp>
        <p:nvSpPr>
          <p:cNvPr id="59" name="Shape 57"/>
          <p:cNvSpPr/>
          <p:nvPr/>
        </p:nvSpPr>
        <p:spPr>
          <a:xfrm>
            <a:off x="11060774" y="864607"/>
            <a:ext cx="35627" cy="35627"/>
          </a:xfrm>
          <a:prstGeom prst="ellipse">
            <a:avLst/>
          </a:prstGeom>
          <a:solidFill>
            <a:srgbClr val="000000"/>
          </a:solidFill>
          <a:ln/>
        </p:spPr>
        <p:txBody>
          <a:bodyPr/>
          <a:lstStyle/>
          <a:p>
            <a:endParaRPr lang="en-NL"/>
          </a:p>
        </p:txBody>
      </p:sp>
      <p:sp>
        <p:nvSpPr>
          <p:cNvPr id="60" name="Shape 58"/>
          <p:cNvSpPr/>
          <p:nvPr/>
        </p:nvSpPr>
        <p:spPr>
          <a:xfrm>
            <a:off x="11548733" y="864185"/>
            <a:ext cx="35627" cy="35627"/>
          </a:xfrm>
          <a:prstGeom prst="ellipse">
            <a:avLst/>
          </a:prstGeom>
          <a:solidFill>
            <a:srgbClr val="000000"/>
          </a:solidFill>
          <a:ln/>
        </p:spPr>
        <p:txBody>
          <a:bodyPr/>
          <a:lstStyle/>
          <a:p>
            <a:endParaRPr lang="en-NL"/>
          </a:p>
        </p:txBody>
      </p:sp>
      <p:sp>
        <p:nvSpPr>
          <p:cNvPr id="61" name="Shape 59"/>
          <p:cNvSpPr/>
          <p:nvPr/>
        </p:nvSpPr>
        <p:spPr>
          <a:xfrm>
            <a:off x="11246231" y="873908"/>
            <a:ext cx="35627" cy="35627"/>
          </a:xfrm>
          <a:prstGeom prst="ellipse">
            <a:avLst/>
          </a:prstGeom>
          <a:solidFill>
            <a:srgbClr val="000000"/>
          </a:solidFill>
          <a:ln/>
        </p:spPr>
        <p:txBody>
          <a:bodyPr/>
          <a:lstStyle/>
          <a:p>
            <a:endParaRPr lang="en-NL"/>
          </a:p>
        </p:txBody>
      </p:sp>
      <p:sp>
        <p:nvSpPr>
          <p:cNvPr id="62" name="Shape 60"/>
          <p:cNvSpPr/>
          <p:nvPr/>
        </p:nvSpPr>
        <p:spPr>
          <a:xfrm>
            <a:off x="11367418" y="872896"/>
            <a:ext cx="35627" cy="35627"/>
          </a:xfrm>
          <a:prstGeom prst="ellipse">
            <a:avLst/>
          </a:prstGeom>
          <a:solidFill>
            <a:srgbClr val="000000"/>
          </a:solidFill>
          <a:ln/>
        </p:spPr>
        <p:txBody>
          <a:bodyPr/>
          <a:lstStyle/>
          <a:p>
            <a:endParaRPr lang="en-NL"/>
          </a:p>
        </p:txBody>
      </p:sp>
      <p:sp>
        <p:nvSpPr>
          <p:cNvPr id="63" name="Shape 61"/>
          <p:cNvSpPr/>
          <p:nvPr/>
        </p:nvSpPr>
        <p:spPr>
          <a:xfrm>
            <a:off x="11185366" y="897322"/>
            <a:ext cx="51936" cy="51936"/>
          </a:xfrm>
          <a:prstGeom prst="ellipse">
            <a:avLst/>
          </a:prstGeom>
          <a:solidFill>
            <a:srgbClr val="000000"/>
          </a:solidFill>
          <a:ln/>
        </p:spPr>
        <p:txBody>
          <a:bodyPr/>
          <a:lstStyle/>
          <a:p>
            <a:endParaRPr lang="en-NL"/>
          </a:p>
        </p:txBody>
      </p:sp>
      <p:sp>
        <p:nvSpPr>
          <p:cNvPr id="64" name="Shape 62"/>
          <p:cNvSpPr/>
          <p:nvPr/>
        </p:nvSpPr>
        <p:spPr>
          <a:xfrm>
            <a:off x="11407845" y="897655"/>
            <a:ext cx="52602" cy="52602"/>
          </a:xfrm>
          <a:prstGeom prst="ellipse">
            <a:avLst/>
          </a:prstGeom>
          <a:solidFill>
            <a:srgbClr val="000000"/>
          </a:solidFill>
          <a:ln/>
        </p:spPr>
        <p:txBody>
          <a:bodyPr/>
          <a:lstStyle/>
          <a:p>
            <a:endParaRPr lang="en-NL"/>
          </a:p>
        </p:txBody>
      </p:sp>
      <p:sp>
        <p:nvSpPr>
          <p:cNvPr id="65" name="Shape 63"/>
          <p:cNvSpPr/>
          <p:nvPr/>
        </p:nvSpPr>
        <p:spPr>
          <a:xfrm>
            <a:off x="11258822" y="921466"/>
            <a:ext cx="51270" cy="51270"/>
          </a:xfrm>
          <a:prstGeom prst="ellipse">
            <a:avLst/>
          </a:prstGeom>
          <a:solidFill>
            <a:srgbClr val="000000"/>
          </a:solidFill>
          <a:ln/>
        </p:spPr>
        <p:txBody>
          <a:bodyPr/>
          <a:lstStyle/>
          <a:p>
            <a:endParaRPr lang="en-NL"/>
          </a:p>
        </p:txBody>
      </p:sp>
      <p:sp>
        <p:nvSpPr>
          <p:cNvPr id="66" name="Shape 64"/>
          <p:cNvSpPr/>
          <p:nvPr/>
        </p:nvSpPr>
        <p:spPr>
          <a:xfrm>
            <a:off x="11335350" y="921504"/>
            <a:ext cx="51270" cy="51270"/>
          </a:xfrm>
          <a:prstGeom prst="ellipse">
            <a:avLst/>
          </a:prstGeom>
          <a:solidFill>
            <a:srgbClr val="000000"/>
          </a:solidFill>
          <a:ln/>
        </p:spPr>
        <p:txBody>
          <a:bodyPr/>
          <a:lstStyle/>
          <a:p>
            <a:endParaRPr lang="en-NL"/>
          </a:p>
        </p:txBody>
      </p:sp>
      <p:sp>
        <p:nvSpPr>
          <p:cNvPr id="67" name="Shape 65"/>
          <p:cNvSpPr/>
          <p:nvPr/>
        </p:nvSpPr>
        <p:spPr>
          <a:xfrm>
            <a:off x="11127388" y="931368"/>
            <a:ext cx="35294" cy="35294"/>
          </a:xfrm>
          <a:prstGeom prst="ellipse">
            <a:avLst/>
          </a:prstGeom>
          <a:solidFill>
            <a:srgbClr val="000000"/>
          </a:solidFill>
          <a:ln/>
        </p:spPr>
        <p:txBody>
          <a:bodyPr/>
          <a:lstStyle/>
          <a:p>
            <a:endParaRPr lang="en-NL"/>
          </a:p>
        </p:txBody>
      </p:sp>
      <p:sp>
        <p:nvSpPr>
          <p:cNvPr id="68" name="Shape 66"/>
          <p:cNvSpPr/>
          <p:nvPr/>
        </p:nvSpPr>
        <p:spPr>
          <a:xfrm>
            <a:off x="11481979" y="931035"/>
            <a:ext cx="35960" cy="35960"/>
          </a:xfrm>
          <a:prstGeom prst="ellipse">
            <a:avLst/>
          </a:prstGeom>
          <a:solidFill>
            <a:srgbClr val="000000"/>
          </a:solidFill>
          <a:ln/>
        </p:spPr>
        <p:txBody>
          <a:bodyPr/>
          <a:lstStyle/>
          <a:p>
            <a:endParaRPr lang="en-NL"/>
          </a:p>
        </p:txBody>
      </p:sp>
      <p:sp>
        <p:nvSpPr>
          <p:cNvPr id="69" name="Shape 67"/>
          <p:cNvSpPr/>
          <p:nvPr/>
        </p:nvSpPr>
        <p:spPr>
          <a:xfrm>
            <a:off x="11211987" y="974695"/>
            <a:ext cx="34961" cy="34961"/>
          </a:xfrm>
          <a:prstGeom prst="ellipse">
            <a:avLst/>
          </a:prstGeom>
          <a:solidFill>
            <a:srgbClr val="000000"/>
          </a:solidFill>
          <a:ln/>
        </p:spPr>
        <p:txBody>
          <a:bodyPr/>
          <a:lstStyle/>
          <a:p>
            <a:endParaRPr lang="en-NL"/>
          </a:p>
        </p:txBody>
      </p:sp>
      <p:sp>
        <p:nvSpPr>
          <p:cNvPr id="70" name="Shape 68"/>
          <p:cNvSpPr/>
          <p:nvPr/>
        </p:nvSpPr>
        <p:spPr>
          <a:xfrm>
            <a:off x="11398461" y="974695"/>
            <a:ext cx="34961" cy="34961"/>
          </a:xfrm>
          <a:prstGeom prst="ellipse">
            <a:avLst/>
          </a:prstGeom>
          <a:solidFill>
            <a:srgbClr val="000000"/>
          </a:solidFill>
          <a:ln/>
        </p:spPr>
        <p:txBody>
          <a:bodyPr/>
          <a:lstStyle/>
          <a:p>
            <a:endParaRPr lang="en-NL"/>
          </a:p>
        </p:txBody>
      </p:sp>
      <p:sp>
        <p:nvSpPr>
          <p:cNvPr id="71" name="Shape 69"/>
          <p:cNvSpPr/>
          <p:nvPr/>
        </p:nvSpPr>
        <p:spPr>
          <a:xfrm>
            <a:off x="11304837" y="988501"/>
            <a:ext cx="35627" cy="35627"/>
          </a:xfrm>
          <a:prstGeom prst="ellipse">
            <a:avLst/>
          </a:prstGeom>
          <a:solidFill>
            <a:srgbClr val="000000"/>
          </a:solidFill>
          <a:ln/>
        </p:spPr>
        <p:txBody>
          <a:bodyPr/>
          <a:lstStyle/>
          <a:p>
            <a:endParaRPr lang="en-NL"/>
          </a:p>
        </p:txBody>
      </p:sp>
      <p:sp>
        <p:nvSpPr>
          <p:cNvPr id="72" name="Shape 70"/>
          <p:cNvSpPr/>
          <p:nvPr/>
        </p:nvSpPr>
        <p:spPr>
          <a:xfrm>
            <a:off x="548640" y="1280160"/>
            <a:ext cx="1005840" cy="1005840"/>
          </a:xfrm>
          <a:prstGeom prst="ellipse">
            <a:avLst/>
          </a:prstGeom>
          <a:solidFill>
            <a:srgbClr val="F4D9DC"/>
          </a:solidFill>
          <a:ln/>
        </p:spPr>
        <p:txBody>
          <a:bodyPr/>
          <a:lstStyle/>
          <a:p>
            <a:endParaRPr lang="en-NL"/>
          </a:p>
        </p:txBody>
      </p:sp>
      <p:sp>
        <p:nvSpPr>
          <p:cNvPr id="73" name="Text 71"/>
          <p:cNvSpPr/>
          <p:nvPr/>
        </p:nvSpPr>
        <p:spPr>
          <a:xfrm>
            <a:off x="548640" y="1280160"/>
            <a:ext cx="1005840" cy="1005840"/>
          </a:xfrm>
          <a:prstGeom prst="rect">
            <a:avLst/>
          </a:prstGeom>
          <a:noFill/>
          <a:ln/>
        </p:spPr>
        <p:txBody>
          <a:bodyPr wrap="square" lIns="0" tIns="0" rIns="0" bIns="0" rtlCol="0" anchor="ctr"/>
          <a:lstStyle/>
          <a:p>
            <a:pPr marL="0" indent="0" algn="ctr">
              <a:lnSpc>
                <a:spcPct val="105000"/>
              </a:lnSpc>
              <a:buNone/>
            </a:pPr>
            <a:r>
              <a:rPr lang="en-US" sz="3200" dirty="0">
                <a:solidFill>
                  <a:srgbClr val="3D68EC"/>
                </a:solidFill>
                <a:latin typeface="General Sans Semibold" pitchFamily="34" charset="0"/>
                <a:ea typeface="General Sans Semibold" pitchFamily="34" charset="-122"/>
                <a:cs typeface="General Sans Semibold" pitchFamily="34" charset="-120"/>
              </a:rPr>
              <a:t>4</a:t>
            </a:r>
            <a:endParaRPr lang="en-US" sz="3200" dirty="0"/>
          </a:p>
        </p:txBody>
      </p:sp>
      <p:sp>
        <p:nvSpPr>
          <p:cNvPr id="74" name="Text 72"/>
          <p:cNvSpPr/>
          <p:nvPr/>
        </p:nvSpPr>
        <p:spPr>
          <a:xfrm>
            <a:off x="548640" y="2468880"/>
            <a:ext cx="7863840" cy="1828800"/>
          </a:xfrm>
          <a:prstGeom prst="rect">
            <a:avLst/>
          </a:prstGeom>
          <a:noFill/>
          <a:ln/>
        </p:spPr>
        <p:txBody>
          <a:bodyPr wrap="square" lIns="0" tIns="0" rIns="0" bIns="0" rtlCol="0" anchor="b"/>
          <a:lstStyle/>
          <a:p>
            <a:pPr marL="0" indent="0" algn="l">
              <a:lnSpc>
                <a:spcPct val="105000"/>
              </a:lnSpc>
              <a:buNone/>
            </a:pPr>
            <a:r>
              <a:rPr lang="en-US" sz="4600" dirty="0">
                <a:solidFill>
                  <a:srgbClr val="000000"/>
                </a:solidFill>
                <a:latin typeface="General Sans Semibold" pitchFamily="34" charset="0"/>
                <a:ea typeface="General Sans Semibold" pitchFamily="34" charset="-122"/>
                <a:cs typeface="General Sans Semibold" pitchFamily="34" charset="-120"/>
              </a:rPr>
              <a:t>Spiegelmoment 2: wat deden de skills voor je?</a:t>
            </a:r>
            <a:endParaRPr lang="en-US" sz="4600" dirty="0"/>
          </a:p>
        </p:txBody>
      </p:sp>
      <p:sp>
        <p:nvSpPr>
          <p:cNvPr id="75" name="Text 73"/>
          <p:cNvSpPr/>
          <p:nvPr/>
        </p:nvSpPr>
        <p:spPr>
          <a:xfrm>
            <a:off x="548640" y="4526280"/>
            <a:ext cx="7498080" cy="1280160"/>
          </a:xfrm>
          <a:prstGeom prst="rect">
            <a:avLst/>
          </a:prstGeom>
          <a:noFill/>
          <a:ln/>
        </p:spPr>
        <p:txBody>
          <a:bodyPr wrap="square" lIns="0" tIns="0" rIns="0" bIns="0" rtlCol="0" anchor="t"/>
          <a:lstStyle/>
          <a:p>
            <a:pPr marL="0" indent="0" algn="l">
              <a:lnSpc>
                <a:spcPct val="105000"/>
              </a:lnSpc>
              <a:buNone/>
            </a:pPr>
            <a:r>
              <a:rPr lang="en-US" sz="1700" dirty="0">
                <a:solidFill>
                  <a:srgbClr val="000000"/>
                </a:solidFill>
                <a:latin typeface="Cooper Lt BT" pitchFamily="34" charset="0"/>
                <a:ea typeface="Cooper Lt BT" pitchFamily="34" charset="-122"/>
                <a:cs typeface="Cooper Lt BT" pitchFamily="34" charset="-120"/>
              </a:rPr>
              <a:t>Wat vroeg de agent, en wat koos jij?</a:t>
            </a:r>
            <a:endParaRPr lang="en-US" sz="1700" dirty="0"/>
          </a:p>
          <a:p>
            <a:pPr marL="0" indent="0" algn="l">
              <a:lnSpc>
                <a:spcPct val="105000"/>
              </a:lnSpc>
              <a:buNone/>
            </a:pPr>
            <a:r>
              <a:rPr lang="en-US" sz="1700" dirty="0">
                <a:solidFill>
                  <a:srgbClr val="000000"/>
                </a:solidFill>
                <a:latin typeface="Cooper Lt BT" pitchFamily="34" charset="0"/>
                <a:ea typeface="Cooper Lt BT" pitchFamily="34" charset="-122"/>
                <a:cs typeface="Cooper Lt BT" pitchFamily="34" charset="-120"/>
              </a:rPr>
              <a:t>Wat ving de skill af dat je zelf vergeten was?</a:t>
            </a:r>
            <a:endParaRPr lang="en-US" sz="1700" dirty="0"/>
          </a:p>
          <a:p>
            <a:pPr marL="0" indent="0" algn="l">
              <a:lnSpc>
                <a:spcPct val="105000"/>
              </a:lnSpc>
              <a:buNone/>
            </a:pPr>
            <a:r>
              <a:rPr lang="en-US" sz="1700" dirty="0">
                <a:solidFill>
                  <a:srgbClr val="000000"/>
                </a:solidFill>
                <a:latin typeface="Cooper Lt BT" pitchFamily="34" charset="0"/>
                <a:ea typeface="Cooper Lt BT" pitchFamily="34" charset="-122"/>
                <a:cs typeface="Cooper Lt BT" pitchFamily="34" charset="-120"/>
              </a:rPr>
              <a:t>Waar wilde je bijsturen, en kon dat?</a:t>
            </a:r>
            <a:endParaRPr lang="en-US" sz="1700" dirty="0"/>
          </a:p>
          <a:p>
            <a:pPr marL="0" indent="0" algn="l">
              <a:lnSpc>
                <a:spcPct val="105000"/>
              </a:lnSpc>
              <a:buNone/>
            </a:pPr>
            <a:r>
              <a:rPr lang="en-US" sz="1700" dirty="0">
                <a:solidFill>
                  <a:srgbClr val="000000"/>
                </a:solidFill>
                <a:latin typeface="Cooper Lt BT" pitchFamily="34" charset="0"/>
                <a:ea typeface="Cooper Lt BT" pitchFamily="34" charset="-122"/>
                <a:cs typeface="Cooper Lt BT" pitchFamily="34" charset="-120"/>
              </a:rPr>
              <a:t>Let op: de skills zijn voor vandaag bewust afgekaderd, gericht en kort.</a:t>
            </a:r>
            <a:endParaRPr lang="en-US" sz="1700" dirty="0"/>
          </a:p>
        </p:txBody>
      </p:sp>
      <p:pic>
        <p:nvPicPr>
          <p:cNvPr id="76" name="Image 0" descr="exports\261027_workshop_rad_hulp\img\Puzzelstuk 3D.png"/>
          <p:cNvPicPr>
            <a:picLocks noChangeAspect="1"/>
          </p:cNvPicPr>
          <p:nvPr/>
        </p:nvPicPr>
        <p:blipFill>
          <a:blip r:embed="rId3"/>
          <a:stretch>
            <a:fillRect/>
          </a:stretch>
        </p:blipFill>
        <p:spPr>
          <a:xfrm>
            <a:off x="8503920" y="1828800"/>
            <a:ext cx="3291840" cy="329184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AEAEA"/>
        </a:solidFill>
        <a:effectLst/>
      </p:bgPr>
    </p:bg>
    <p:spTree>
      <p:nvGrpSpPr>
        <p:cNvPr id="1" name=""/>
        <p:cNvGrpSpPr/>
        <p:nvPr/>
      </p:nvGrpSpPr>
      <p:grpSpPr>
        <a:xfrm>
          <a:off x="0" y="0"/>
          <a:ext cx="0" cy="0"/>
          <a:chOff x="0" y="0"/>
          <a:chExt cx="0" cy="0"/>
        </a:xfrm>
      </p:grpSpPr>
      <p:sp>
        <p:nvSpPr>
          <p:cNvPr id="2" name="Shape 0"/>
          <p:cNvSpPr/>
          <p:nvPr/>
        </p:nvSpPr>
        <p:spPr>
          <a:xfrm>
            <a:off x="11304952" y="384048"/>
            <a:ext cx="35960" cy="35960"/>
          </a:xfrm>
          <a:prstGeom prst="ellipse">
            <a:avLst/>
          </a:prstGeom>
          <a:solidFill>
            <a:srgbClr val="000000"/>
          </a:solidFill>
          <a:ln/>
        </p:spPr>
        <p:txBody>
          <a:bodyPr/>
          <a:lstStyle/>
          <a:p>
            <a:endParaRPr/>
          </a:p>
        </p:txBody>
      </p:sp>
      <p:sp>
        <p:nvSpPr>
          <p:cNvPr id="3" name="Shape 1"/>
          <p:cNvSpPr/>
          <p:nvPr/>
        </p:nvSpPr>
        <p:spPr>
          <a:xfrm>
            <a:off x="11212173" y="399224"/>
            <a:ext cx="34616" cy="34616"/>
          </a:xfrm>
          <a:prstGeom prst="ellipse">
            <a:avLst/>
          </a:prstGeom>
          <a:solidFill>
            <a:srgbClr val="000000"/>
          </a:solidFill>
          <a:ln/>
        </p:spPr>
        <p:txBody>
          <a:bodyPr/>
          <a:lstStyle/>
          <a:p>
            <a:endParaRPr/>
          </a:p>
        </p:txBody>
      </p:sp>
      <p:sp>
        <p:nvSpPr>
          <p:cNvPr id="4" name="Shape 2"/>
          <p:cNvSpPr/>
          <p:nvPr/>
        </p:nvSpPr>
        <p:spPr>
          <a:xfrm>
            <a:off x="11398641" y="399224"/>
            <a:ext cx="34616" cy="34616"/>
          </a:xfrm>
          <a:prstGeom prst="ellipse">
            <a:avLst/>
          </a:prstGeom>
          <a:solidFill>
            <a:srgbClr val="000000"/>
          </a:solidFill>
          <a:ln/>
        </p:spPr>
        <p:txBody>
          <a:bodyPr/>
          <a:lstStyle/>
          <a:p>
            <a:endParaRPr/>
          </a:p>
        </p:txBody>
      </p:sp>
      <p:sp>
        <p:nvSpPr>
          <p:cNvPr id="5" name="Shape 3"/>
          <p:cNvSpPr/>
          <p:nvPr/>
        </p:nvSpPr>
        <p:spPr>
          <a:xfrm>
            <a:off x="11258374" y="435357"/>
            <a:ext cx="51936" cy="51936"/>
          </a:xfrm>
          <a:prstGeom prst="ellipse">
            <a:avLst/>
          </a:prstGeom>
          <a:solidFill>
            <a:srgbClr val="000000"/>
          </a:solidFill>
          <a:ln/>
        </p:spPr>
        <p:txBody>
          <a:bodyPr/>
          <a:lstStyle/>
          <a:p>
            <a:endParaRPr/>
          </a:p>
        </p:txBody>
      </p:sp>
      <p:sp>
        <p:nvSpPr>
          <p:cNvPr id="6" name="Shape 4"/>
          <p:cNvSpPr/>
          <p:nvPr/>
        </p:nvSpPr>
        <p:spPr>
          <a:xfrm>
            <a:off x="11335407" y="435306"/>
            <a:ext cx="51718" cy="51718"/>
          </a:xfrm>
          <a:prstGeom prst="ellipse">
            <a:avLst/>
          </a:prstGeom>
          <a:solidFill>
            <a:srgbClr val="000000"/>
          </a:solidFill>
          <a:ln/>
        </p:spPr>
        <p:txBody>
          <a:bodyPr/>
          <a:lstStyle/>
          <a:p>
            <a:endParaRPr/>
          </a:p>
        </p:txBody>
      </p:sp>
      <p:sp>
        <p:nvSpPr>
          <p:cNvPr id="7" name="Shape 5"/>
          <p:cNvSpPr/>
          <p:nvPr/>
        </p:nvSpPr>
        <p:spPr>
          <a:xfrm>
            <a:off x="11127388" y="442398"/>
            <a:ext cx="35294" cy="35294"/>
          </a:xfrm>
          <a:prstGeom prst="ellipse">
            <a:avLst/>
          </a:prstGeom>
          <a:solidFill>
            <a:srgbClr val="000000"/>
          </a:solidFill>
          <a:ln/>
        </p:spPr>
        <p:txBody>
          <a:bodyPr/>
          <a:lstStyle/>
          <a:p>
            <a:endParaRPr/>
          </a:p>
        </p:txBody>
      </p:sp>
      <p:sp>
        <p:nvSpPr>
          <p:cNvPr id="8" name="Shape 6"/>
          <p:cNvSpPr/>
          <p:nvPr/>
        </p:nvSpPr>
        <p:spPr>
          <a:xfrm>
            <a:off x="11482145" y="441649"/>
            <a:ext cx="35960" cy="35960"/>
          </a:xfrm>
          <a:prstGeom prst="ellipse">
            <a:avLst/>
          </a:prstGeom>
          <a:solidFill>
            <a:srgbClr val="000000"/>
          </a:solidFill>
          <a:ln/>
        </p:spPr>
        <p:txBody>
          <a:bodyPr/>
          <a:lstStyle/>
          <a:p>
            <a:endParaRPr/>
          </a:p>
        </p:txBody>
      </p:sp>
      <p:sp>
        <p:nvSpPr>
          <p:cNvPr id="9" name="Shape 7"/>
          <p:cNvSpPr/>
          <p:nvPr/>
        </p:nvSpPr>
        <p:spPr>
          <a:xfrm>
            <a:off x="11185603" y="459328"/>
            <a:ext cx="52167" cy="52167"/>
          </a:xfrm>
          <a:prstGeom prst="ellipse">
            <a:avLst/>
          </a:prstGeom>
          <a:solidFill>
            <a:srgbClr val="000000"/>
          </a:solidFill>
          <a:ln/>
        </p:spPr>
        <p:txBody>
          <a:bodyPr/>
          <a:lstStyle/>
          <a:p>
            <a:endParaRPr/>
          </a:p>
        </p:txBody>
      </p:sp>
      <p:sp>
        <p:nvSpPr>
          <p:cNvPr id="10" name="Shape 8"/>
          <p:cNvSpPr/>
          <p:nvPr/>
        </p:nvSpPr>
        <p:spPr>
          <a:xfrm>
            <a:off x="11408043" y="458713"/>
            <a:ext cx="52384" cy="52384"/>
          </a:xfrm>
          <a:prstGeom prst="ellipse">
            <a:avLst/>
          </a:prstGeom>
          <a:solidFill>
            <a:srgbClr val="000000"/>
          </a:solidFill>
          <a:ln/>
        </p:spPr>
        <p:txBody>
          <a:bodyPr/>
          <a:lstStyle/>
          <a:p>
            <a:endParaRPr/>
          </a:p>
        </p:txBody>
      </p:sp>
      <p:sp>
        <p:nvSpPr>
          <p:cNvPr id="11" name="Shape 9"/>
          <p:cNvSpPr/>
          <p:nvPr/>
        </p:nvSpPr>
        <p:spPr>
          <a:xfrm>
            <a:off x="11241891" y="499749"/>
            <a:ext cx="36613" cy="36613"/>
          </a:xfrm>
          <a:prstGeom prst="ellipse">
            <a:avLst/>
          </a:prstGeom>
          <a:solidFill>
            <a:srgbClr val="000000"/>
          </a:solidFill>
          <a:ln/>
        </p:spPr>
        <p:txBody>
          <a:bodyPr/>
          <a:lstStyle/>
          <a:p>
            <a:endParaRPr/>
          </a:p>
        </p:txBody>
      </p:sp>
      <p:sp>
        <p:nvSpPr>
          <p:cNvPr id="12" name="Shape 10"/>
          <p:cNvSpPr/>
          <p:nvPr/>
        </p:nvSpPr>
        <p:spPr>
          <a:xfrm>
            <a:off x="11294557" y="500146"/>
            <a:ext cx="57223" cy="57223"/>
          </a:xfrm>
          <a:prstGeom prst="ellipse">
            <a:avLst/>
          </a:prstGeom>
          <a:solidFill>
            <a:srgbClr val="000000"/>
          </a:solidFill>
          <a:ln/>
        </p:spPr>
        <p:txBody>
          <a:bodyPr/>
          <a:lstStyle/>
          <a:p>
            <a:endParaRPr/>
          </a:p>
        </p:txBody>
      </p:sp>
      <p:sp>
        <p:nvSpPr>
          <p:cNvPr id="13" name="Shape 11"/>
          <p:cNvSpPr/>
          <p:nvPr/>
        </p:nvSpPr>
        <p:spPr>
          <a:xfrm>
            <a:off x="11364102" y="498770"/>
            <a:ext cx="35294" cy="35294"/>
          </a:xfrm>
          <a:prstGeom prst="ellipse">
            <a:avLst/>
          </a:prstGeom>
          <a:solidFill>
            <a:srgbClr val="000000"/>
          </a:solidFill>
          <a:ln/>
        </p:spPr>
        <p:txBody>
          <a:bodyPr/>
          <a:lstStyle/>
          <a:p>
            <a:endParaRPr/>
          </a:p>
        </p:txBody>
      </p:sp>
      <p:sp>
        <p:nvSpPr>
          <p:cNvPr id="14" name="Shape 12"/>
          <p:cNvSpPr/>
          <p:nvPr/>
        </p:nvSpPr>
        <p:spPr>
          <a:xfrm>
            <a:off x="11123515" y="504524"/>
            <a:ext cx="51936" cy="51936"/>
          </a:xfrm>
          <a:prstGeom prst="ellipse">
            <a:avLst/>
          </a:prstGeom>
          <a:solidFill>
            <a:srgbClr val="000000"/>
          </a:solidFill>
          <a:ln/>
        </p:spPr>
        <p:txBody>
          <a:bodyPr/>
          <a:lstStyle/>
          <a:p>
            <a:endParaRPr/>
          </a:p>
        </p:txBody>
      </p:sp>
      <p:sp>
        <p:nvSpPr>
          <p:cNvPr id="15" name="Shape 13"/>
          <p:cNvSpPr/>
          <p:nvPr/>
        </p:nvSpPr>
        <p:spPr>
          <a:xfrm>
            <a:off x="11470202" y="504300"/>
            <a:ext cx="52384" cy="52384"/>
          </a:xfrm>
          <a:prstGeom prst="ellipse">
            <a:avLst/>
          </a:prstGeom>
          <a:solidFill>
            <a:srgbClr val="000000"/>
          </a:solidFill>
          <a:ln/>
        </p:spPr>
        <p:txBody>
          <a:bodyPr/>
          <a:lstStyle/>
          <a:p>
            <a:endParaRPr/>
          </a:p>
        </p:txBody>
      </p:sp>
      <p:sp>
        <p:nvSpPr>
          <p:cNvPr id="16" name="Shape 14"/>
          <p:cNvSpPr/>
          <p:nvPr/>
        </p:nvSpPr>
        <p:spPr>
          <a:xfrm>
            <a:off x="11060774" y="508825"/>
            <a:ext cx="35627" cy="35627"/>
          </a:xfrm>
          <a:prstGeom prst="ellipse">
            <a:avLst/>
          </a:prstGeom>
          <a:solidFill>
            <a:srgbClr val="000000"/>
          </a:solidFill>
          <a:ln/>
        </p:spPr>
        <p:txBody>
          <a:bodyPr/>
          <a:lstStyle/>
          <a:p>
            <a:endParaRPr/>
          </a:p>
        </p:txBody>
      </p:sp>
      <p:sp>
        <p:nvSpPr>
          <p:cNvPr id="17" name="Shape 15"/>
          <p:cNvSpPr/>
          <p:nvPr/>
        </p:nvSpPr>
        <p:spPr>
          <a:xfrm>
            <a:off x="11548535" y="508038"/>
            <a:ext cx="36613" cy="36613"/>
          </a:xfrm>
          <a:prstGeom prst="ellipse">
            <a:avLst/>
          </a:prstGeom>
          <a:solidFill>
            <a:srgbClr val="000000"/>
          </a:solidFill>
          <a:ln/>
        </p:spPr>
        <p:txBody>
          <a:bodyPr/>
          <a:lstStyle/>
          <a:p>
            <a:endParaRPr/>
          </a:p>
        </p:txBody>
      </p:sp>
      <p:sp>
        <p:nvSpPr>
          <p:cNvPr id="18" name="Shape 16"/>
          <p:cNvSpPr/>
          <p:nvPr/>
        </p:nvSpPr>
        <p:spPr>
          <a:xfrm>
            <a:off x="11191466" y="533379"/>
            <a:ext cx="57825" cy="57825"/>
          </a:xfrm>
          <a:prstGeom prst="ellipse">
            <a:avLst/>
          </a:prstGeom>
          <a:solidFill>
            <a:srgbClr val="000000"/>
          </a:solidFill>
          <a:ln/>
        </p:spPr>
        <p:txBody>
          <a:bodyPr/>
          <a:lstStyle/>
          <a:p>
            <a:endParaRPr/>
          </a:p>
        </p:txBody>
      </p:sp>
      <p:sp>
        <p:nvSpPr>
          <p:cNvPr id="19" name="Shape 17"/>
          <p:cNvSpPr/>
          <p:nvPr/>
        </p:nvSpPr>
        <p:spPr>
          <a:xfrm>
            <a:off x="11396535" y="533494"/>
            <a:ext cx="57428" cy="57428"/>
          </a:xfrm>
          <a:prstGeom prst="ellipse">
            <a:avLst/>
          </a:prstGeom>
          <a:solidFill>
            <a:srgbClr val="000000"/>
          </a:solidFill>
          <a:ln/>
        </p:spPr>
        <p:txBody>
          <a:bodyPr/>
          <a:lstStyle/>
          <a:p>
            <a:endParaRPr/>
          </a:p>
        </p:txBody>
      </p:sp>
      <p:sp>
        <p:nvSpPr>
          <p:cNvPr id="20" name="Shape 18"/>
          <p:cNvSpPr/>
          <p:nvPr/>
        </p:nvSpPr>
        <p:spPr>
          <a:xfrm>
            <a:off x="11079087" y="567226"/>
            <a:ext cx="51270" cy="51270"/>
          </a:xfrm>
          <a:prstGeom prst="ellipse">
            <a:avLst/>
          </a:prstGeom>
          <a:solidFill>
            <a:srgbClr val="000000"/>
          </a:solidFill>
          <a:ln/>
        </p:spPr>
        <p:txBody>
          <a:bodyPr/>
          <a:lstStyle/>
          <a:p>
            <a:endParaRPr/>
          </a:p>
        </p:txBody>
      </p:sp>
      <p:sp>
        <p:nvSpPr>
          <p:cNvPr id="21" name="Shape 19"/>
          <p:cNvSpPr/>
          <p:nvPr/>
        </p:nvSpPr>
        <p:spPr>
          <a:xfrm>
            <a:off x="11339728" y="567053"/>
            <a:ext cx="34616" cy="34616"/>
          </a:xfrm>
          <a:prstGeom prst="ellipse">
            <a:avLst/>
          </a:prstGeom>
          <a:solidFill>
            <a:srgbClr val="000000"/>
          </a:solidFill>
          <a:ln/>
        </p:spPr>
        <p:txBody>
          <a:bodyPr/>
          <a:lstStyle/>
          <a:p>
            <a:endParaRPr/>
          </a:p>
        </p:txBody>
      </p:sp>
      <p:sp>
        <p:nvSpPr>
          <p:cNvPr id="22" name="Shape 20"/>
          <p:cNvSpPr/>
          <p:nvPr/>
        </p:nvSpPr>
        <p:spPr>
          <a:xfrm>
            <a:off x="11515167" y="566234"/>
            <a:ext cx="52819" cy="52819"/>
          </a:xfrm>
          <a:prstGeom prst="ellipse">
            <a:avLst/>
          </a:prstGeom>
          <a:solidFill>
            <a:srgbClr val="000000"/>
          </a:solidFill>
          <a:ln/>
        </p:spPr>
        <p:txBody>
          <a:bodyPr/>
          <a:lstStyle/>
          <a:p>
            <a:endParaRPr/>
          </a:p>
        </p:txBody>
      </p:sp>
      <p:sp>
        <p:nvSpPr>
          <p:cNvPr id="23" name="Shape 21"/>
          <p:cNvSpPr/>
          <p:nvPr/>
        </p:nvSpPr>
        <p:spPr>
          <a:xfrm>
            <a:off x="11262860" y="569742"/>
            <a:ext cx="34961" cy="34961"/>
          </a:xfrm>
          <a:prstGeom prst="ellipse">
            <a:avLst/>
          </a:prstGeom>
          <a:solidFill>
            <a:srgbClr val="000000"/>
          </a:solidFill>
          <a:ln/>
        </p:spPr>
        <p:txBody>
          <a:bodyPr/>
          <a:lstStyle/>
          <a:p>
            <a:endParaRPr/>
          </a:p>
        </p:txBody>
      </p:sp>
      <p:sp>
        <p:nvSpPr>
          <p:cNvPr id="24" name="Shape 22"/>
          <p:cNvSpPr/>
          <p:nvPr/>
        </p:nvSpPr>
        <p:spPr>
          <a:xfrm>
            <a:off x="11462521" y="569818"/>
            <a:ext cx="35294" cy="35294"/>
          </a:xfrm>
          <a:prstGeom prst="ellipse">
            <a:avLst/>
          </a:prstGeom>
          <a:solidFill>
            <a:srgbClr val="000000"/>
          </a:solidFill>
          <a:ln/>
        </p:spPr>
        <p:txBody>
          <a:bodyPr/>
          <a:lstStyle/>
          <a:p>
            <a:endParaRPr/>
          </a:p>
        </p:txBody>
      </p:sp>
      <p:sp>
        <p:nvSpPr>
          <p:cNvPr id="25" name="Shape 23"/>
          <p:cNvSpPr/>
          <p:nvPr/>
        </p:nvSpPr>
        <p:spPr>
          <a:xfrm>
            <a:off x="11145681" y="573441"/>
            <a:ext cx="34270" cy="34270"/>
          </a:xfrm>
          <a:prstGeom prst="ellipse">
            <a:avLst/>
          </a:prstGeom>
          <a:solidFill>
            <a:srgbClr val="000000"/>
          </a:solidFill>
          <a:ln/>
        </p:spPr>
        <p:txBody>
          <a:bodyPr/>
          <a:lstStyle/>
          <a:p>
            <a:endParaRPr/>
          </a:p>
        </p:txBody>
      </p:sp>
      <p:sp>
        <p:nvSpPr>
          <p:cNvPr id="26" name="Shape 24"/>
          <p:cNvSpPr/>
          <p:nvPr/>
        </p:nvSpPr>
        <p:spPr>
          <a:xfrm>
            <a:off x="11592015" y="593213"/>
            <a:ext cx="35294" cy="35294"/>
          </a:xfrm>
          <a:prstGeom prst="ellipse">
            <a:avLst/>
          </a:prstGeom>
          <a:solidFill>
            <a:srgbClr val="000000"/>
          </a:solidFill>
          <a:ln/>
        </p:spPr>
        <p:txBody>
          <a:bodyPr/>
          <a:lstStyle/>
          <a:p>
            <a:endParaRPr/>
          </a:p>
        </p:txBody>
      </p:sp>
      <p:sp>
        <p:nvSpPr>
          <p:cNvPr id="27" name="Shape 25"/>
          <p:cNvSpPr/>
          <p:nvPr/>
        </p:nvSpPr>
        <p:spPr>
          <a:xfrm>
            <a:off x="11019124" y="593444"/>
            <a:ext cx="34616" cy="34616"/>
          </a:xfrm>
          <a:prstGeom prst="ellipse">
            <a:avLst/>
          </a:prstGeom>
          <a:solidFill>
            <a:srgbClr val="000000"/>
          </a:solidFill>
          <a:ln/>
        </p:spPr>
        <p:txBody>
          <a:bodyPr/>
          <a:lstStyle/>
          <a:p>
            <a:endParaRPr/>
          </a:p>
        </p:txBody>
      </p:sp>
      <p:sp>
        <p:nvSpPr>
          <p:cNvPr id="28" name="Shape 26"/>
          <p:cNvSpPr/>
          <p:nvPr/>
        </p:nvSpPr>
        <p:spPr>
          <a:xfrm>
            <a:off x="11403576" y="610214"/>
            <a:ext cx="34961" cy="34961"/>
          </a:xfrm>
          <a:prstGeom prst="ellipse">
            <a:avLst/>
          </a:prstGeom>
          <a:solidFill>
            <a:srgbClr val="000000"/>
          </a:solidFill>
          <a:ln/>
        </p:spPr>
        <p:txBody>
          <a:bodyPr/>
          <a:lstStyle/>
          <a:p>
            <a:endParaRPr/>
          </a:p>
        </p:txBody>
      </p:sp>
      <p:sp>
        <p:nvSpPr>
          <p:cNvPr id="29" name="Shape 27"/>
          <p:cNvSpPr/>
          <p:nvPr/>
        </p:nvSpPr>
        <p:spPr>
          <a:xfrm>
            <a:off x="11201662" y="616570"/>
            <a:ext cx="35627" cy="35627"/>
          </a:xfrm>
          <a:prstGeom prst="ellipse">
            <a:avLst/>
          </a:prstGeom>
          <a:solidFill>
            <a:srgbClr val="000000"/>
          </a:solidFill>
          <a:ln/>
        </p:spPr>
        <p:txBody>
          <a:bodyPr/>
          <a:lstStyle/>
          <a:p>
            <a:endParaRPr/>
          </a:p>
        </p:txBody>
      </p:sp>
      <p:sp>
        <p:nvSpPr>
          <p:cNvPr id="30" name="Shape 28"/>
          <p:cNvSpPr/>
          <p:nvPr/>
        </p:nvSpPr>
        <p:spPr>
          <a:xfrm>
            <a:off x="11127484" y="620705"/>
            <a:ext cx="58030" cy="58030"/>
          </a:xfrm>
          <a:prstGeom prst="ellipse">
            <a:avLst/>
          </a:prstGeom>
          <a:solidFill>
            <a:srgbClr val="000000"/>
          </a:solidFill>
          <a:ln/>
        </p:spPr>
        <p:txBody>
          <a:bodyPr/>
          <a:lstStyle/>
          <a:p>
            <a:endParaRPr/>
          </a:p>
        </p:txBody>
      </p:sp>
      <p:sp>
        <p:nvSpPr>
          <p:cNvPr id="31" name="Shape 29"/>
          <p:cNvSpPr/>
          <p:nvPr/>
        </p:nvSpPr>
        <p:spPr>
          <a:xfrm>
            <a:off x="11460767" y="620852"/>
            <a:ext cx="57428" cy="57428"/>
          </a:xfrm>
          <a:prstGeom prst="ellipse">
            <a:avLst/>
          </a:prstGeom>
          <a:solidFill>
            <a:srgbClr val="000000"/>
          </a:solidFill>
          <a:ln/>
        </p:spPr>
        <p:txBody>
          <a:bodyPr/>
          <a:lstStyle/>
          <a:p>
            <a:endParaRPr/>
          </a:p>
        </p:txBody>
      </p:sp>
      <p:sp>
        <p:nvSpPr>
          <p:cNvPr id="32" name="Shape 30"/>
          <p:cNvSpPr/>
          <p:nvPr/>
        </p:nvSpPr>
        <p:spPr>
          <a:xfrm>
            <a:off x="11055219" y="640144"/>
            <a:ext cx="51718" cy="51718"/>
          </a:xfrm>
          <a:prstGeom prst="ellipse">
            <a:avLst/>
          </a:prstGeom>
          <a:solidFill>
            <a:srgbClr val="000000"/>
          </a:solidFill>
          <a:ln/>
        </p:spPr>
        <p:txBody>
          <a:bodyPr/>
          <a:lstStyle/>
          <a:p>
            <a:endParaRPr/>
          </a:p>
        </p:txBody>
      </p:sp>
      <p:sp>
        <p:nvSpPr>
          <p:cNvPr id="33" name="Shape 31"/>
          <p:cNvSpPr/>
          <p:nvPr/>
        </p:nvSpPr>
        <p:spPr>
          <a:xfrm>
            <a:off x="11539330" y="640266"/>
            <a:ext cx="51270" cy="51270"/>
          </a:xfrm>
          <a:prstGeom prst="ellipse">
            <a:avLst/>
          </a:prstGeom>
          <a:solidFill>
            <a:srgbClr val="000000"/>
          </a:solidFill>
          <a:ln/>
        </p:spPr>
        <p:txBody>
          <a:bodyPr/>
          <a:lstStyle/>
          <a:p>
            <a:endParaRPr/>
          </a:p>
        </p:txBody>
      </p:sp>
      <p:sp>
        <p:nvSpPr>
          <p:cNvPr id="34" name="Shape 32"/>
          <p:cNvSpPr/>
          <p:nvPr/>
        </p:nvSpPr>
        <p:spPr>
          <a:xfrm>
            <a:off x="11429576" y="682274"/>
            <a:ext cx="35627" cy="35627"/>
          </a:xfrm>
          <a:prstGeom prst="ellipse">
            <a:avLst/>
          </a:prstGeom>
          <a:solidFill>
            <a:srgbClr val="000000"/>
          </a:solidFill>
          <a:ln/>
        </p:spPr>
        <p:txBody>
          <a:bodyPr/>
          <a:lstStyle/>
          <a:p>
            <a:endParaRPr/>
          </a:p>
        </p:txBody>
      </p:sp>
      <p:sp>
        <p:nvSpPr>
          <p:cNvPr id="35" name="Shape 33"/>
          <p:cNvSpPr/>
          <p:nvPr/>
        </p:nvSpPr>
        <p:spPr>
          <a:xfrm>
            <a:off x="11004076" y="687222"/>
            <a:ext cx="34616" cy="34616"/>
          </a:xfrm>
          <a:prstGeom prst="ellipse">
            <a:avLst/>
          </a:prstGeom>
          <a:solidFill>
            <a:srgbClr val="000000"/>
          </a:solidFill>
          <a:ln/>
        </p:spPr>
        <p:txBody>
          <a:bodyPr/>
          <a:lstStyle/>
          <a:p>
            <a:endParaRPr/>
          </a:p>
        </p:txBody>
      </p:sp>
      <p:sp>
        <p:nvSpPr>
          <p:cNvPr id="36" name="Shape 34"/>
          <p:cNvSpPr/>
          <p:nvPr/>
        </p:nvSpPr>
        <p:spPr>
          <a:xfrm>
            <a:off x="11502052" y="685321"/>
            <a:ext cx="34270" cy="34270"/>
          </a:xfrm>
          <a:prstGeom prst="ellipse">
            <a:avLst/>
          </a:prstGeom>
          <a:solidFill>
            <a:srgbClr val="000000"/>
          </a:solidFill>
          <a:ln/>
        </p:spPr>
        <p:txBody>
          <a:bodyPr/>
          <a:lstStyle/>
          <a:p>
            <a:endParaRPr/>
          </a:p>
        </p:txBody>
      </p:sp>
      <p:sp>
        <p:nvSpPr>
          <p:cNvPr id="37" name="Shape 35"/>
          <p:cNvSpPr/>
          <p:nvPr/>
        </p:nvSpPr>
        <p:spPr>
          <a:xfrm>
            <a:off x="11606321" y="686422"/>
            <a:ext cx="35627" cy="35627"/>
          </a:xfrm>
          <a:prstGeom prst="ellipse">
            <a:avLst/>
          </a:prstGeom>
          <a:solidFill>
            <a:srgbClr val="000000"/>
          </a:solidFill>
          <a:ln/>
        </p:spPr>
        <p:txBody>
          <a:bodyPr/>
          <a:lstStyle/>
          <a:p>
            <a:endParaRPr/>
          </a:p>
        </p:txBody>
      </p:sp>
      <p:sp>
        <p:nvSpPr>
          <p:cNvPr id="38" name="Shape 36"/>
          <p:cNvSpPr/>
          <p:nvPr/>
        </p:nvSpPr>
        <p:spPr>
          <a:xfrm>
            <a:off x="11108908" y="688957"/>
            <a:ext cx="35294" cy="35294"/>
          </a:xfrm>
          <a:prstGeom prst="ellipse">
            <a:avLst/>
          </a:prstGeom>
          <a:solidFill>
            <a:srgbClr val="000000"/>
          </a:solidFill>
          <a:ln/>
        </p:spPr>
        <p:txBody>
          <a:bodyPr/>
          <a:lstStyle/>
          <a:p>
            <a:endParaRPr/>
          </a:p>
        </p:txBody>
      </p:sp>
      <p:sp>
        <p:nvSpPr>
          <p:cNvPr id="39" name="Shape 37"/>
          <p:cNvSpPr/>
          <p:nvPr/>
        </p:nvSpPr>
        <p:spPr>
          <a:xfrm>
            <a:off x="11179733" y="690371"/>
            <a:ext cx="36613" cy="36613"/>
          </a:xfrm>
          <a:prstGeom prst="ellipse">
            <a:avLst/>
          </a:prstGeom>
          <a:solidFill>
            <a:srgbClr val="000000"/>
          </a:solidFill>
          <a:ln/>
        </p:spPr>
        <p:txBody>
          <a:bodyPr/>
          <a:lstStyle/>
          <a:p>
            <a:endParaRPr/>
          </a:p>
        </p:txBody>
      </p:sp>
      <p:sp>
        <p:nvSpPr>
          <p:cNvPr id="40" name="Shape 38"/>
          <p:cNvSpPr/>
          <p:nvPr/>
        </p:nvSpPr>
        <p:spPr>
          <a:xfrm>
            <a:off x="11054764" y="716576"/>
            <a:ext cx="51936" cy="51936"/>
          </a:xfrm>
          <a:prstGeom prst="ellipse">
            <a:avLst/>
          </a:prstGeom>
          <a:solidFill>
            <a:srgbClr val="000000"/>
          </a:solidFill>
          <a:ln/>
        </p:spPr>
        <p:txBody>
          <a:bodyPr/>
          <a:lstStyle/>
          <a:p>
            <a:endParaRPr/>
          </a:p>
        </p:txBody>
      </p:sp>
      <p:sp>
        <p:nvSpPr>
          <p:cNvPr id="41" name="Shape 39"/>
          <p:cNvSpPr/>
          <p:nvPr/>
        </p:nvSpPr>
        <p:spPr>
          <a:xfrm>
            <a:off x="11539023" y="716851"/>
            <a:ext cx="51488" cy="51488"/>
          </a:xfrm>
          <a:prstGeom prst="ellipse">
            <a:avLst/>
          </a:prstGeom>
          <a:solidFill>
            <a:srgbClr val="000000"/>
          </a:solidFill>
          <a:ln/>
        </p:spPr>
        <p:txBody>
          <a:bodyPr/>
          <a:lstStyle/>
          <a:p>
            <a:endParaRPr/>
          </a:p>
        </p:txBody>
      </p:sp>
      <p:sp>
        <p:nvSpPr>
          <p:cNvPr id="42" name="Shape 40"/>
          <p:cNvSpPr/>
          <p:nvPr/>
        </p:nvSpPr>
        <p:spPr>
          <a:xfrm>
            <a:off x="11127490" y="729288"/>
            <a:ext cx="58222" cy="58222"/>
          </a:xfrm>
          <a:prstGeom prst="ellipse">
            <a:avLst/>
          </a:prstGeom>
          <a:solidFill>
            <a:srgbClr val="000000"/>
          </a:solidFill>
          <a:ln/>
        </p:spPr>
        <p:txBody>
          <a:bodyPr/>
          <a:lstStyle/>
          <a:p>
            <a:endParaRPr/>
          </a:p>
        </p:txBody>
      </p:sp>
      <p:sp>
        <p:nvSpPr>
          <p:cNvPr id="43" name="Shape 41"/>
          <p:cNvSpPr/>
          <p:nvPr/>
        </p:nvSpPr>
        <p:spPr>
          <a:xfrm>
            <a:off x="11460671" y="729781"/>
            <a:ext cx="57633" cy="57633"/>
          </a:xfrm>
          <a:prstGeom prst="ellipse">
            <a:avLst/>
          </a:prstGeom>
          <a:solidFill>
            <a:srgbClr val="000000"/>
          </a:solidFill>
          <a:ln/>
        </p:spPr>
        <p:txBody>
          <a:bodyPr/>
          <a:lstStyle/>
          <a:p>
            <a:endParaRPr/>
          </a:p>
        </p:txBody>
      </p:sp>
      <p:sp>
        <p:nvSpPr>
          <p:cNvPr id="44" name="Shape 42"/>
          <p:cNvSpPr/>
          <p:nvPr/>
        </p:nvSpPr>
        <p:spPr>
          <a:xfrm>
            <a:off x="11407973" y="756415"/>
            <a:ext cx="35960" cy="35960"/>
          </a:xfrm>
          <a:prstGeom prst="ellipse">
            <a:avLst/>
          </a:prstGeom>
          <a:solidFill>
            <a:srgbClr val="000000"/>
          </a:solidFill>
          <a:ln/>
        </p:spPr>
        <p:txBody>
          <a:bodyPr/>
          <a:lstStyle/>
          <a:p>
            <a:endParaRPr/>
          </a:p>
        </p:txBody>
      </p:sp>
      <p:sp>
        <p:nvSpPr>
          <p:cNvPr id="45" name="Shape 43"/>
          <p:cNvSpPr/>
          <p:nvPr/>
        </p:nvSpPr>
        <p:spPr>
          <a:xfrm>
            <a:off x="11207308" y="763884"/>
            <a:ext cx="34616" cy="34616"/>
          </a:xfrm>
          <a:prstGeom prst="ellipse">
            <a:avLst/>
          </a:prstGeom>
          <a:solidFill>
            <a:srgbClr val="000000"/>
          </a:solidFill>
          <a:ln/>
        </p:spPr>
        <p:txBody>
          <a:bodyPr/>
          <a:lstStyle/>
          <a:p>
            <a:endParaRPr/>
          </a:p>
        </p:txBody>
      </p:sp>
      <p:sp>
        <p:nvSpPr>
          <p:cNvPr id="46" name="Shape 44"/>
          <p:cNvSpPr/>
          <p:nvPr/>
        </p:nvSpPr>
        <p:spPr>
          <a:xfrm>
            <a:off x="11018670" y="780462"/>
            <a:ext cx="34616" cy="34616"/>
          </a:xfrm>
          <a:prstGeom prst="ellipse">
            <a:avLst/>
          </a:prstGeom>
          <a:solidFill>
            <a:srgbClr val="000000"/>
          </a:solidFill>
          <a:ln/>
        </p:spPr>
        <p:txBody>
          <a:bodyPr/>
          <a:lstStyle/>
          <a:p>
            <a:endParaRPr/>
          </a:p>
        </p:txBody>
      </p:sp>
      <p:sp>
        <p:nvSpPr>
          <p:cNvPr id="47" name="Shape 45"/>
          <p:cNvSpPr/>
          <p:nvPr/>
        </p:nvSpPr>
        <p:spPr>
          <a:xfrm>
            <a:off x="11591670" y="780123"/>
            <a:ext cx="35294" cy="35294"/>
          </a:xfrm>
          <a:prstGeom prst="ellipse">
            <a:avLst/>
          </a:prstGeom>
          <a:solidFill>
            <a:srgbClr val="000000"/>
          </a:solidFill>
          <a:ln/>
        </p:spPr>
        <p:txBody>
          <a:bodyPr/>
          <a:lstStyle/>
          <a:p>
            <a:endParaRPr/>
          </a:p>
        </p:txBody>
      </p:sp>
      <p:sp>
        <p:nvSpPr>
          <p:cNvPr id="48" name="Shape 46"/>
          <p:cNvSpPr/>
          <p:nvPr/>
        </p:nvSpPr>
        <p:spPr>
          <a:xfrm>
            <a:off x="11079010" y="790179"/>
            <a:ext cx="51270" cy="51270"/>
          </a:xfrm>
          <a:prstGeom prst="ellipse">
            <a:avLst/>
          </a:prstGeom>
          <a:solidFill>
            <a:srgbClr val="000000"/>
          </a:solidFill>
          <a:ln/>
        </p:spPr>
        <p:txBody>
          <a:bodyPr/>
          <a:lstStyle/>
          <a:p>
            <a:endParaRPr/>
          </a:p>
        </p:txBody>
      </p:sp>
      <p:sp>
        <p:nvSpPr>
          <p:cNvPr id="49" name="Shape 47"/>
          <p:cNvSpPr/>
          <p:nvPr/>
        </p:nvSpPr>
        <p:spPr>
          <a:xfrm>
            <a:off x="11515218" y="789692"/>
            <a:ext cx="52602" cy="52602"/>
          </a:xfrm>
          <a:prstGeom prst="ellipse">
            <a:avLst/>
          </a:prstGeom>
          <a:solidFill>
            <a:srgbClr val="000000"/>
          </a:solidFill>
          <a:ln/>
        </p:spPr>
        <p:txBody>
          <a:bodyPr/>
          <a:lstStyle/>
          <a:p>
            <a:endParaRPr/>
          </a:p>
        </p:txBody>
      </p:sp>
      <p:sp>
        <p:nvSpPr>
          <p:cNvPr id="50" name="Shape 48"/>
          <p:cNvSpPr/>
          <p:nvPr/>
        </p:nvSpPr>
        <p:spPr>
          <a:xfrm>
            <a:off x="11147371" y="803460"/>
            <a:ext cx="35627" cy="35627"/>
          </a:xfrm>
          <a:prstGeom prst="ellipse">
            <a:avLst/>
          </a:prstGeom>
          <a:solidFill>
            <a:srgbClr val="000000"/>
          </a:solidFill>
          <a:ln/>
        </p:spPr>
        <p:txBody>
          <a:bodyPr/>
          <a:lstStyle/>
          <a:p>
            <a:endParaRPr/>
          </a:p>
        </p:txBody>
      </p:sp>
      <p:sp>
        <p:nvSpPr>
          <p:cNvPr id="51" name="Shape 49"/>
          <p:cNvSpPr/>
          <p:nvPr/>
        </p:nvSpPr>
        <p:spPr>
          <a:xfrm>
            <a:off x="11347786" y="804293"/>
            <a:ext cx="35294" cy="35294"/>
          </a:xfrm>
          <a:prstGeom prst="ellipse">
            <a:avLst/>
          </a:prstGeom>
          <a:solidFill>
            <a:srgbClr val="000000"/>
          </a:solidFill>
          <a:ln/>
        </p:spPr>
        <p:txBody>
          <a:bodyPr/>
          <a:lstStyle/>
          <a:p>
            <a:endParaRPr/>
          </a:p>
        </p:txBody>
      </p:sp>
      <p:sp>
        <p:nvSpPr>
          <p:cNvPr id="52" name="Shape 50"/>
          <p:cNvSpPr/>
          <p:nvPr/>
        </p:nvSpPr>
        <p:spPr>
          <a:xfrm>
            <a:off x="11465119" y="800919"/>
            <a:ext cx="34961" cy="34961"/>
          </a:xfrm>
          <a:prstGeom prst="ellipse">
            <a:avLst/>
          </a:prstGeom>
          <a:solidFill>
            <a:srgbClr val="000000"/>
          </a:solidFill>
          <a:ln/>
        </p:spPr>
        <p:txBody>
          <a:bodyPr/>
          <a:lstStyle/>
          <a:p>
            <a:endParaRPr/>
          </a:p>
        </p:txBody>
      </p:sp>
      <p:sp>
        <p:nvSpPr>
          <p:cNvPr id="53" name="Shape 51"/>
          <p:cNvSpPr/>
          <p:nvPr/>
        </p:nvSpPr>
        <p:spPr>
          <a:xfrm>
            <a:off x="11270669" y="806590"/>
            <a:ext cx="35627" cy="35627"/>
          </a:xfrm>
          <a:prstGeom prst="ellipse">
            <a:avLst/>
          </a:prstGeom>
          <a:solidFill>
            <a:srgbClr val="000000"/>
          </a:solidFill>
          <a:ln/>
        </p:spPr>
        <p:txBody>
          <a:bodyPr/>
          <a:lstStyle/>
          <a:p>
            <a:endParaRPr/>
          </a:p>
        </p:txBody>
      </p:sp>
      <p:sp>
        <p:nvSpPr>
          <p:cNvPr id="54" name="Shape 52"/>
          <p:cNvSpPr/>
          <p:nvPr/>
        </p:nvSpPr>
        <p:spPr>
          <a:xfrm>
            <a:off x="11191498" y="817766"/>
            <a:ext cx="57633" cy="57633"/>
          </a:xfrm>
          <a:prstGeom prst="ellipse">
            <a:avLst/>
          </a:prstGeom>
          <a:solidFill>
            <a:srgbClr val="000000"/>
          </a:solidFill>
          <a:ln/>
        </p:spPr>
        <p:txBody>
          <a:bodyPr/>
          <a:lstStyle/>
          <a:p>
            <a:endParaRPr/>
          </a:p>
        </p:txBody>
      </p:sp>
      <p:sp>
        <p:nvSpPr>
          <p:cNvPr id="55" name="Shape 53"/>
          <p:cNvSpPr/>
          <p:nvPr/>
        </p:nvSpPr>
        <p:spPr>
          <a:xfrm>
            <a:off x="11396573" y="817888"/>
            <a:ext cx="57633" cy="57633"/>
          </a:xfrm>
          <a:prstGeom prst="ellipse">
            <a:avLst/>
          </a:prstGeom>
          <a:solidFill>
            <a:srgbClr val="000000"/>
          </a:solidFill>
          <a:ln/>
        </p:spPr>
        <p:txBody>
          <a:bodyPr/>
          <a:lstStyle/>
          <a:p>
            <a:endParaRPr/>
          </a:p>
        </p:txBody>
      </p:sp>
      <p:sp>
        <p:nvSpPr>
          <p:cNvPr id="56" name="Shape 54"/>
          <p:cNvSpPr/>
          <p:nvPr/>
        </p:nvSpPr>
        <p:spPr>
          <a:xfrm>
            <a:off x="11123445" y="851985"/>
            <a:ext cx="52167" cy="52167"/>
          </a:xfrm>
          <a:prstGeom prst="ellipse">
            <a:avLst/>
          </a:prstGeom>
          <a:solidFill>
            <a:srgbClr val="000000"/>
          </a:solidFill>
          <a:ln/>
        </p:spPr>
        <p:txBody>
          <a:bodyPr/>
          <a:lstStyle/>
          <a:p>
            <a:endParaRPr/>
          </a:p>
        </p:txBody>
      </p:sp>
      <p:sp>
        <p:nvSpPr>
          <p:cNvPr id="57" name="Shape 55"/>
          <p:cNvSpPr/>
          <p:nvPr/>
        </p:nvSpPr>
        <p:spPr>
          <a:xfrm>
            <a:off x="11294647" y="851390"/>
            <a:ext cx="57223" cy="57223"/>
          </a:xfrm>
          <a:prstGeom prst="ellipse">
            <a:avLst/>
          </a:prstGeom>
          <a:solidFill>
            <a:srgbClr val="000000"/>
          </a:solidFill>
          <a:ln/>
        </p:spPr>
        <p:txBody>
          <a:bodyPr/>
          <a:lstStyle/>
          <a:p>
            <a:endParaRPr/>
          </a:p>
        </p:txBody>
      </p:sp>
      <p:sp>
        <p:nvSpPr>
          <p:cNvPr id="58" name="Shape 56"/>
          <p:cNvSpPr/>
          <p:nvPr/>
        </p:nvSpPr>
        <p:spPr>
          <a:xfrm>
            <a:off x="11470202" y="852382"/>
            <a:ext cx="52384" cy="52384"/>
          </a:xfrm>
          <a:prstGeom prst="ellipse">
            <a:avLst/>
          </a:prstGeom>
          <a:solidFill>
            <a:srgbClr val="000000"/>
          </a:solidFill>
          <a:ln/>
        </p:spPr>
        <p:txBody>
          <a:bodyPr/>
          <a:lstStyle/>
          <a:p>
            <a:endParaRPr/>
          </a:p>
        </p:txBody>
      </p:sp>
      <p:sp>
        <p:nvSpPr>
          <p:cNvPr id="59" name="Shape 57"/>
          <p:cNvSpPr/>
          <p:nvPr/>
        </p:nvSpPr>
        <p:spPr>
          <a:xfrm>
            <a:off x="11060774" y="864607"/>
            <a:ext cx="35627" cy="35627"/>
          </a:xfrm>
          <a:prstGeom prst="ellipse">
            <a:avLst/>
          </a:prstGeom>
          <a:solidFill>
            <a:srgbClr val="000000"/>
          </a:solidFill>
          <a:ln/>
        </p:spPr>
        <p:txBody>
          <a:bodyPr/>
          <a:lstStyle/>
          <a:p>
            <a:endParaRPr/>
          </a:p>
        </p:txBody>
      </p:sp>
      <p:sp>
        <p:nvSpPr>
          <p:cNvPr id="60" name="Shape 58"/>
          <p:cNvSpPr/>
          <p:nvPr/>
        </p:nvSpPr>
        <p:spPr>
          <a:xfrm>
            <a:off x="11548733" y="864185"/>
            <a:ext cx="35627" cy="35627"/>
          </a:xfrm>
          <a:prstGeom prst="ellipse">
            <a:avLst/>
          </a:prstGeom>
          <a:solidFill>
            <a:srgbClr val="000000"/>
          </a:solidFill>
          <a:ln/>
        </p:spPr>
        <p:txBody>
          <a:bodyPr/>
          <a:lstStyle/>
          <a:p>
            <a:endParaRPr/>
          </a:p>
        </p:txBody>
      </p:sp>
      <p:sp>
        <p:nvSpPr>
          <p:cNvPr id="61" name="Shape 59"/>
          <p:cNvSpPr/>
          <p:nvPr/>
        </p:nvSpPr>
        <p:spPr>
          <a:xfrm>
            <a:off x="11246231" y="873908"/>
            <a:ext cx="35627" cy="35627"/>
          </a:xfrm>
          <a:prstGeom prst="ellipse">
            <a:avLst/>
          </a:prstGeom>
          <a:solidFill>
            <a:srgbClr val="000000"/>
          </a:solidFill>
          <a:ln/>
        </p:spPr>
        <p:txBody>
          <a:bodyPr/>
          <a:lstStyle/>
          <a:p>
            <a:endParaRPr/>
          </a:p>
        </p:txBody>
      </p:sp>
      <p:sp>
        <p:nvSpPr>
          <p:cNvPr id="62" name="Shape 60"/>
          <p:cNvSpPr/>
          <p:nvPr/>
        </p:nvSpPr>
        <p:spPr>
          <a:xfrm>
            <a:off x="11367418" y="872896"/>
            <a:ext cx="35627" cy="35627"/>
          </a:xfrm>
          <a:prstGeom prst="ellipse">
            <a:avLst/>
          </a:prstGeom>
          <a:solidFill>
            <a:srgbClr val="000000"/>
          </a:solidFill>
          <a:ln/>
        </p:spPr>
        <p:txBody>
          <a:bodyPr/>
          <a:lstStyle/>
          <a:p>
            <a:endParaRPr/>
          </a:p>
        </p:txBody>
      </p:sp>
      <p:sp>
        <p:nvSpPr>
          <p:cNvPr id="63" name="Shape 61"/>
          <p:cNvSpPr/>
          <p:nvPr/>
        </p:nvSpPr>
        <p:spPr>
          <a:xfrm>
            <a:off x="11185366" y="897322"/>
            <a:ext cx="51936" cy="51936"/>
          </a:xfrm>
          <a:prstGeom prst="ellipse">
            <a:avLst/>
          </a:prstGeom>
          <a:solidFill>
            <a:srgbClr val="000000"/>
          </a:solidFill>
          <a:ln/>
        </p:spPr>
        <p:txBody>
          <a:bodyPr/>
          <a:lstStyle/>
          <a:p>
            <a:endParaRPr/>
          </a:p>
        </p:txBody>
      </p:sp>
      <p:sp>
        <p:nvSpPr>
          <p:cNvPr id="64" name="Shape 62"/>
          <p:cNvSpPr/>
          <p:nvPr/>
        </p:nvSpPr>
        <p:spPr>
          <a:xfrm>
            <a:off x="11407845" y="897655"/>
            <a:ext cx="52602" cy="52602"/>
          </a:xfrm>
          <a:prstGeom prst="ellipse">
            <a:avLst/>
          </a:prstGeom>
          <a:solidFill>
            <a:srgbClr val="000000"/>
          </a:solidFill>
          <a:ln/>
        </p:spPr>
        <p:txBody>
          <a:bodyPr/>
          <a:lstStyle/>
          <a:p>
            <a:endParaRPr/>
          </a:p>
        </p:txBody>
      </p:sp>
      <p:sp>
        <p:nvSpPr>
          <p:cNvPr id="65" name="Shape 63"/>
          <p:cNvSpPr/>
          <p:nvPr/>
        </p:nvSpPr>
        <p:spPr>
          <a:xfrm>
            <a:off x="11258822" y="921466"/>
            <a:ext cx="51270" cy="51270"/>
          </a:xfrm>
          <a:prstGeom prst="ellipse">
            <a:avLst/>
          </a:prstGeom>
          <a:solidFill>
            <a:srgbClr val="000000"/>
          </a:solidFill>
          <a:ln/>
        </p:spPr>
        <p:txBody>
          <a:bodyPr/>
          <a:lstStyle/>
          <a:p>
            <a:endParaRPr/>
          </a:p>
        </p:txBody>
      </p:sp>
      <p:sp>
        <p:nvSpPr>
          <p:cNvPr id="66" name="Shape 64"/>
          <p:cNvSpPr/>
          <p:nvPr/>
        </p:nvSpPr>
        <p:spPr>
          <a:xfrm>
            <a:off x="11335350" y="921504"/>
            <a:ext cx="51270" cy="51270"/>
          </a:xfrm>
          <a:prstGeom prst="ellipse">
            <a:avLst/>
          </a:prstGeom>
          <a:solidFill>
            <a:srgbClr val="000000"/>
          </a:solidFill>
          <a:ln/>
        </p:spPr>
        <p:txBody>
          <a:bodyPr/>
          <a:lstStyle/>
          <a:p>
            <a:endParaRPr/>
          </a:p>
        </p:txBody>
      </p:sp>
      <p:sp>
        <p:nvSpPr>
          <p:cNvPr id="67" name="Shape 65"/>
          <p:cNvSpPr/>
          <p:nvPr/>
        </p:nvSpPr>
        <p:spPr>
          <a:xfrm>
            <a:off x="11127388" y="931368"/>
            <a:ext cx="35294" cy="35294"/>
          </a:xfrm>
          <a:prstGeom prst="ellipse">
            <a:avLst/>
          </a:prstGeom>
          <a:solidFill>
            <a:srgbClr val="000000"/>
          </a:solidFill>
          <a:ln/>
        </p:spPr>
        <p:txBody>
          <a:bodyPr/>
          <a:lstStyle/>
          <a:p>
            <a:endParaRPr/>
          </a:p>
        </p:txBody>
      </p:sp>
      <p:sp>
        <p:nvSpPr>
          <p:cNvPr id="68" name="Shape 66"/>
          <p:cNvSpPr/>
          <p:nvPr/>
        </p:nvSpPr>
        <p:spPr>
          <a:xfrm>
            <a:off x="11481979" y="931035"/>
            <a:ext cx="35960" cy="35960"/>
          </a:xfrm>
          <a:prstGeom prst="ellipse">
            <a:avLst/>
          </a:prstGeom>
          <a:solidFill>
            <a:srgbClr val="000000"/>
          </a:solidFill>
          <a:ln/>
        </p:spPr>
        <p:txBody>
          <a:bodyPr/>
          <a:lstStyle/>
          <a:p>
            <a:endParaRPr/>
          </a:p>
        </p:txBody>
      </p:sp>
      <p:sp>
        <p:nvSpPr>
          <p:cNvPr id="69" name="Shape 67"/>
          <p:cNvSpPr/>
          <p:nvPr/>
        </p:nvSpPr>
        <p:spPr>
          <a:xfrm>
            <a:off x="11211987" y="974695"/>
            <a:ext cx="34961" cy="34961"/>
          </a:xfrm>
          <a:prstGeom prst="ellipse">
            <a:avLst/>
          </a:prstGeom>
          <a:solidFill>
            <a:srgbClr val="000000"/>
          </a:solidFill>
          <a:ln/>
        </p:spPr>
        <p:txBody>
          <a:bodyPr/>
          <a:lstStyle/>
          <a:p>
            <a:endParaRPr/>
          </a:p>
        </p:txBody>
      </p:sp>
      <p:sp>
        <p:nvSpPr>
          <p:cNvPr id="70" name="Shape 68"/>
          <p:cNvSpPr/>
          <p:nvPr/>
        </p:nvSpPr>
        <p:spPr>
          <a:xfrm>
            <a:off x="11398461" y="974695"/>
            <a:ext cx="34961" cy="34961"/>
          </a:xfrm>
          <a:prstGeom prst="ellipse">
            <a:avLst/>
          </a:prstGeom>
          <a:solidFill>
            <a:srgbClr val="000000"/>
          </a:solidFill>
          <a:ln/>
        </p:spPr>
        <p:txBody>
          <a:bodyPr/>
          <a:lstStyle/>
          <a:p>
            <a:endParaRPr/>
          </a:p>
        </p:txBody>
      </p:sp>
      <p:sp>
        <p:nvSpPr>
          <p:cNvPr id="71" name="Shape 69"/>
          <p:cNvSpPr/>
          <p:nvPr/>
        </p:nvSpPr>
        <p:spPr>
          <a:xfrm>
            <a:off x="11304837" y="988501"/>
            <a:ext cx="35627" cy="35627"/>
          </a:xfrm>
          <a:prstGeom prst="ellipse">
            <a:avLst/>
          </a:prstGeom>
          <a:solidFill>
            <a:srgbClr val="000000"/>
          </a:solidFill>
          <a:ln/>
        </p:spPr>
        <p:txBody>
          <a:bodyPr/>
          <a:lstStyle/>
          <a:p>
            <a:endParaRPr/>
          </a:p>
        </p:txBody>
      </p:sp>
      <p:sp>
        <p:nvSpPr>
          <p:cNvPr id="72" name="Text 70"/>
          <p:cNvSpPr/>
          <p:nvPr/>
        </p:nvSpPr>
        <p:spPr>
          <a:xfrm>
            <a:off x="548640" y="411480"/>
            <a:ext cx="10088575" cy="777240"/>
          </a:xfrm>
          <a:prstGeom prst="rect">
            <a:avLst/>
          </a:prstGeom>
          <a:noFill/>
          <a:ln/>
        </p:spPr>
        <p:txBody>
          <a:bodyPr wrap="square" lIns="0" tIns="0" rIns="0" bIns="0" rtlCol="0" anchor="ctr"/>
          <a:lstStyle/>
          <a:p>
            <a:pPr marL="0" indent="0" algn="l">
              <a:lnSpc>
                <a:spcPct val="105000"/>
              </a:lnSpc>
              <a:buNone/>
            </a:pPr>
            <a:r>
              <a:rPr lang="en-US" sz="3000" dirty="0">
                <a:solidFill>
                  <a:srgbClr val="3D68EC"/>
                </a:solidFill>
                <a:latin typeface="General Sans Semibold" pitchFamily="34" charset="0"/>
                <a:ea typeface="General Sans Semibold" pitchFamily="34" charset="-122"/>
                <a:cs typeface="General Sans Semibold" pitchFamily="34" charset="-120"/>
              </a:rPr>
              <a:t>/2-schetsen: eerst de opzet, dan de cijfers</a:t>
            </a:r>
            <a:endParaRPr lang="en-US" sz="3000" dirty="0"/>
          </a:p>
        </p:txBody>
      </p:sp>
      <p:sp>
        <p:nvSpPr>
          <p:cNvPr id="73" name="Shape 71"/>
          <p:cNvSpPr/>
          <p:nvPr/>
        </p:nvSpPr>
        <p:spPr>
          <a:xfrm>
            <a:off x="548640" y="1572768"/>
            <a:ext cx="201168" cy="201168"/>
          </a:xfrm>
          <a:prstGeom prst="ellipse">
            <a:avLst/>
          </a:prstGeom>
          <a:solidFill>
            <a:srgbClr val="3D68EC"/>
          </a:solidFill>
          <a:ln/>
        </p:spPr>
        <p:txBody>
          <a:bodyPr/>
          <a:lstStyle/>
          <a:p>
            <a:endParaRPr/>
          </a:p>
        </p:txBody>
      </p:sp>
      <p:sp>
        <p:nvSpPr>
          <p:cNvPr id="74" name="Text 72"/>
          <p:cNvSpPr/>
          <p:nvPr/>
        </p:nvSpPr>
        <p:spPr>
          <a:xfrm>
            <a:off x="960120" y="1463040"/>
            <a:ext cx="5897880" cy="804672"/>
          </a:xfrm>
          <a:prstGeom prst="rect">
            <a:avLst/>
          </a:prstGeom>
          <a:noFill/>
          <a:ln/>
        </p:spPr>
        <p:txBody>
          <a:bodyPr wrap="square" lIns="0" tIns="0" rIns="0" bIns="0" rtlCol="0" anchor="t"/>
          <a:lstStyle/>
          <a:p>
            <a:pPr marL="0" indent="0" algn="l">
              <a:lnSpc>
                <a:spcPct val="105000"/>
              </a:lnSpc>
              <a:buNone/>
            </a:pPr>
            <a:r>
              <a:rPr lang="en-US" sz="1900" dirty="0">
                <a:solidFill>
                  <a:srgbClr val="DD784B"/>
                </a:solidFill>
                <a:latin typeface="General Sans Semibold" pitchFamily="34" charset="0"/>
                <a:ea typeface="General Sans Semibold" pitchFamily="34" charset="-122"/>
                <a:cs typeface="General Sans Semibold" pitchFamily="34" charset="-120"/>
              </a:rPr>
              <a:t>Twee vragen:</a:t>
            </a:r>
            <a:r>
              <a:rPr lang="en-US" sz="1900" dirty="0">
                <a:solidFill>
                  <a:srgbClr val="000000"/>
                </a:solidFill>
                <a:latin typeface="General Sans" pitchFamily="34" charset="0"/>
                <a:ea typeface="General Sans" pitchFamily="34" charset="-122"/>
                <a:cs typeface="General Sans" pitchFamily="34" charset="-120"/>
              </a:rPr>
              <a:t> waarop wil je filteren, en wat komt bovenaan?</a:t>
            </a:r>
            <a:endParaRPr lang="en-US" sz="1900" dirty="0"/>
          </a:p>
        </p:txBody>
      </p:sp>
      <p:sp>
        <p:nvSpPr>
          <p:cNvPr id="75" name="Shape 73"/>
          <p:cNvSpPr/>
          <p:nvPr/>
        </p:nvSpPr>
        <p:spPr>
          <a:xfrm>
            <a:off x="548640" y="2487168"/>
            <a:ext cx="201168" cy="201168"/>
          </a:xfrm>
          <a:prstGeom prst="ellipse">
            <a:avLst/>
          </a:prstGeom>
          <a:solidFill>
            <a:srgbClr val="DD784B"/>
          </a:solidFill>
          <a:ln/>
        </p:spPr>
        <p:txBody>
          <a:bodyPr/>
          <a:lstStyle/>
          <a:p>
            <a:endParaRPr/>
          </a:p>
        </p:txBody>
      </p:sp>
      <p:sp>
        <p:nvSpPr>
          <p:cNvPr id="76" name="Text 74"/>
          <p:cNvSpPr/>
          <p:nvPr/>
        </p:nvSpPr>
        <p:spPr>
          <a:xfrm>
            <a:off x="960120" y="2377440"/>
            <a:ext cx="5897880" cy="804672"/>
          </a:xfrm>
          <a:prstGeom prst="rect">
            <a:avLst/>
          </a:prstGeom>
          <a:noFill/>
          <a:ln/>
        </p:spPr>
        <p:txBody>
          <a:bodyPr wrap="square" lIns="0" tIns="0" rIns="0" bIns="0" rtlCol="0" anchor="t"/>
          <a:lstStyle/>
          <a:p>
            <a:pPr marL="0" indent="0" algn="l">
              <a:lnSpc>
                <a:spcPct val="105000"/>
              </a:lnSpc>
              <a:buNone/>
            </a:pPr>
            <a:r>
              <a:rPr lang="en-US" sz="1900" dirty="0">
                <a:solidFill>
                  <a:srgbClr val="DD784B"/>
                </a:solidFill>
                <a:latin typeface="General Sans Semibold" pitchFamily="34" charset="0"/>
                <a:ea typeface="General Sans Semibold" pitchFamily="34" charset="-122"/>
                <a:cs typeface="General Sans Semibold" pitchFamily="34" charset="-120"/>
              </a:rPr>
              <a:t>Schets:</a:t>
            </a:r>
            <a:r>
              <a:rPr lang="en-US" sz="1900" dirty="0">
                <a:solidFill>
                  <a:srgbClr val="000000"/>
                </a:solidFill>
                <a:latin typeface="General Sans" pitchFamily="34" charset="0"/>
                <a:ea typeface="General Sans" pitchFamily="34" charset="-122"/>
                <a:cs typeface="General Sans" pitchFamily="34" charset="-120"/>
              </a:rPr>
              <a:t> schets.html, je dashboard in grijs, nog zonder getallen</a:t>
            </a:r>
            <a:endParaRPr lang="en-US" sz="1900" dirty="0"/>
          </a:p>
        </p:txBody>
      </p:sp>
      <p:sp>
        <p:nvSpPr>
          <p:cNvPr id="77" name="Shape 75"/>
          <p:cNvSpPr/>
          <p:nvPr/>
        </p:nvSpPr>
        <p:spPr>
          <a:xfrm>
            <a:off x="548640" y="3401568"/>
            <a:ext cx="201168" cy="201168"/>
          </a:xfrm>
          <a:prstGeom prst="ellipse">
            <a:avLst/>
          </a:prstGeom>
          <a:solidFill>
            <a:srgbClr val="00AF81"/>
          </a:solidFill>
          <a:ln/>
        </p:spPr>
        <p:txBody>
          <a:bodyPr/>
          <a:lstStyle/>
          <a:p>
            <a:endParaRPr/>
          </a:p>
        </p:txBody>
      </p:sp>
      <p:sp>
        <p:nvSpPr>
          <p:cNvPr id="78" name="Text 76"/>
          <p:cNvSpPr/>
          <p:nvPr/>
        </p:nvSpPr>
        <p:spPr>
          <a:xfrm>
            <a:off x="960120" y="3291840"/>
            <a:ext cx="5897880" cy="804672"/>
          </a:xfrm>
          <a:prstGeom prst="rect">
            <a:avLst/>
          </a:prstGeom>
          <a:noFill/>
          <a:ln/>
        </p:spPr>
        <p:txBody>
          <a:bodyPr wrap="square" lIns="0" tIns="0" rIns="0" bIns="0" rtlCol="0" anchor="t"/>
          <a:lstStyle/>
          <a:p>
            <a:pPr marL="0" indent="0" algn="l">
              <a:lnSpc>
                <a:spcPct val="105000"/>
              </a:lnSpc>
              <a:buNone/>
            </a:pPr>
            <a:r>
              <a:rPr lang="en-US" sz="1900" dirty="0">
                <a:solidFill>
                  <a:srgbClr val="DD784B"/>
                </a:solidFill>
                <a:latin typeface="General Sans Semibold" pitchFamily="34" charset="0"/>
                <a:ea typeface="General Sans Semibold" pitchFamily="34" charset="-122"/>
                <a:cs typeface="General Sans Semibold" pitchFamily="34" charset="-120"/>
              </a:rPr>
              <a:t>Bijsturen:</a:t>
            </a:r>
            <a:r>
              <a:rPr lang="en-US" sz="1900" dirty="0">
                <a:solidFill>
                  <a:srgbClr val="000000"/>
                </a:solidFill>
                <a:latin typeface="General Sans" pitchFamily="34" charset="0"/>
                <a:ea typeface="General Sans" pitchFamily="34" charset="-122"/>
                <a:cs typeface="General Sans" pitchFamily="34" charset="-120"/>
              </a:rPr>
              <a:t> vergelijking, filter, volgorde of titel aanpassen</a:t>
            </a:r>
            <a:endParaRPr lang="en-US" sz="1900" dirty="0"/>
          </a:p>
        </p:txBody>
      </p:sp>
      <p:pic>
        <p:nvPicPr>
          <p:cNvPr id="79" name="Image 0" descr="exports\261027_workshop_rad_hulp2\img\Document.png"/>
          <p:cNvPicPr>
            <a:picLocks noChangeAspect="1"/>
          </p:cNvPicPr>
          <p:nvPr/>
        </p:nvPicPr>
        <p:blipFill>
          <a:blip r:embed="rId3"/>
          <a:stretch>
            <a:fillRect/>
          </a:stretch>
        </p:blipFill>
        <p:spPr>
          <a:xfrm>
            <a:off x="7498080" y="1417320"/>
            <a:ext cx="4206240" cy="420624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CCEEE6"/>
        </a:solidFill>
        <a:effectLst/>
      </p:bgPr>
    </p:bg>
    <p:spTree>
      <p:nvGrpSpPr>
        <p:cNvPr id="1" name=""/>
        <p:cNvGrpSpPr/>
        <p:nvPr/>
      </p:nvGrpSpPr>
      <p:grpSpPr>
        <a:xfrm>
          <a:off x="0" y="0"/>
          <a:ext cx="0" cy="0"/>
          <a:chOff x="0" y="0"/>
          <a:chExt cx="0" cy="0"/>
        </a:xfrm>
      </p:grpSpPr>
      <p:sp>
        <p:nvSpPr>
          <p:cNvPr id="2" name="Shape 0"/>
          <p:cNvSpPr/>
          <p:nvPr/>
        </p:nvSpPr>
        <p:spPr>
          <a:xfrm>
            <a:off x="11304952" y="384048"/>
            <a:ext cx="35960" cy="35960"/>
          </a:xfrm>
          <a:prstGeom prst="ellipse">
            <a:avLst/>
          </a:prstGeom>
          <a:solidFill>
            <a:srgbClr val="000000"/>
          </a:solidFill>
          <a:ln/>
        </p:spPr>
        <p:txBody>
          <a:bodyPr/>
          <a:lstStyle/>
          <a:p>
            <a:endParaRPr/>
          </a:p>
        </p:txBody>
      </p:sp>
      <p:sp>
        <p:nvSpPr>
          <p:cNvPr id="3" name="Shape 1"/>
          <p:cNvSpPr/>
          <p:nvPr/>
        </p:nvSpPr>
        <p:spPr>
          <a:xfrm>
            <a:off x="11212173" y="399224"/>
            <a:ext cx="34616" cy="34616"/>
          </a:xfrm>
          <a:prstGeom prst="ellipse">
            <a:avLst/>
          </a:prstGeom>
          <a:solidFill>
            <a:srgbClr val="000000"/>
          </a:solidFill>
          <a:ln/>
        </p:spPr>
        <p:txBody>
          <a:bodyPr/>
          <a:lstStyle/>
          <a:p>
            <a:endParaRPr/>
          </a:p>
        </p:txBody>
      </p:sp>
      <p:sp>
        <p:nvSpPr>
          <p:cNvPr id="4" name="Shape 2"/>
          <p:cNvSpPr/>
          <p:nvPr/>
        </p:nvSpPr>
        <p:spPr>
          <a:xfrm>
            <a:off x="11398641" y="399224"/>
            <a:ext cx="34616" cy="34616"/>
          </a:xfrm>
          <a:prstGeom prst="ellipse">
            <a:avLst/>
          </a:prstGeom>
          <a:solidFill>
            <a:srgbClr val="000000"/>
          </a:solidFill>
          <a:ln/>
        </p:spPr>
        <p:txBody>
          <a:bodyPr/>
          <a:lstStyle/>
          <a:p>
            <a:endParaRPr/>
          </a:p>
        </p:txBody>
      </p:sp>
      <p:sp>
        <p:nvSpPr>
          <p:cNvPr id="5" name="Shape 3"/>
          <p:cNvSpPr/>
          <p:nvPr/>
        </p:nvSpPr>
        <p:spPr>
          <a:xfrm>
            <a:off x="11258374" y="435357"/>
            <a:ext cx="51936" cy="51936"/>
          </a:xfrm>
          <a:prstGeom prst="ellipse">
            <a:avLst/>
          </a:prstGeom>
          <a:solidFill>
            <a:srgbClr val="000000"/>
          </a:solidFill>
          <a:ln/>
        </p:spPr>
        <p:txBody>
          <a:bodyPr/>
          <a:lstStyle/>
          <a:p>
            <a:endParaRPr/>
          </a:p>
        </p:txBody>
      </p:sp>
      <p:sp>
        <p:nvSpPr>
          <p:cNvPr id="6" name="Shape 4"/>
          <p:cNvSpPr/>
          <p:nvPr/>
        </p:nvSpPr>
        <p:spPr>
          <a:xfrm>
            <a:off x="11335407" y="435306"/>
            <a:ext cx="51718" cy="51718"/>
          </a:xfrm>
          <a:prstGeom prst="ellipse">
            <a:avLst/>
          </a:prstGeom>
          <a:solidFill>
            <a:srgbClr val="000000"/>
          </a:solidFill>
          <a:ln/>
        </p:spPr>
        <p:txBody>
          <a:bodyPr/>
          <a:lstStyle/>
          <a:p>
            <a:endParaRPr/>
          </a:p>
        </p:txBody>
      </p:sp>
      <p:sp>
        <p:nvSpPr>
          <p:cNvPr id="7" name="Shape 5"/>
          <p:cNvSpPr/>
          <p:nvPr/>
        </p:nvSpPr>
        <p:spPr>
          <a:xfrm>
            <a:off x="11127388" y="442398"/>
            <a:ext cx="35294" cy="35294"/>
          </a:xfrm>
          <a:prstGeom prst="ellipse">
            <a:avLst/>
          </a:prstGeom>
          <a:solidFill>
            <a:srgbClr val="000000"/>
          </a:solidFill>
          <a:ln/>
        </p:spPr>
        <p:txBody>
          <a:bodyPr/>
          <a:lstStyle/>
          <a:p>
            <a:endParaRPr/>
          </a:p>
        </p:txBody>
      </p:sp>
      <p:sp>
        <p:nvSpPr>
          <p:cNvPr id="8" name="Shape 6"/>
          <p:cNvSpPr/>
          <p:nvPr/>
        </p:nvSpPr>
        <p:spPr>
          <a:xfrm>
            <a:off x="11482145" y="441649"/>
            <a:ext cx="35960" cy="35960"/>
          </a:xfrm>
          <a:prstGeom prst="ellipse">
            <a:avLst/>
          </a:prstGeom>
          <a:solidFill>
            <a:srgbClr val="000000"/>
          </a:solidFill>
          <a:ln/>
        </p:spPr>
        <p:txBody>
          <a:bodyPr/>
          <a:lstStyle/>
          <a:p>
            <a:endParaRPr/>
          </a:p>
        </p:txBody>
      </p:sp>
      <p:sp>
        <p:nvSpPr>
          <p:cNvPr id="9" name="Shape 7"/>
          <p:cNvSpPr/>
          <p:nvPr/>
        </p:nvSpPr>
        <p:spPr>
          <a:xfrm>
            <a:off x="11185603" y="459328"/>
            <a:ext cx="52167" cy="52167"/>
          </a:xfrm>
          <a:prstGeom prst="ellipse">
            <a:avLst/>
          </a:prstGeom>
          <a:solidFill>
            <a:srgbClr val="000000"/>
          </a:solidFill>
          <a:ln/>
        </p:spPr>
        <p:txBody>
          <a:bodyPr/>
          <a:lstStyle/>
          <a:p>
            <a:endParaRPr/>
          </a:p>
        </p:txBody>
      </p:sp>
      <p:sp>
        <p:nvSpPr>
          <p:cNvPr id="10" name="Shape 8"/>
          <p:cNvSpPr/>
          <p:nvPr/>
        </p:nvSpPr>
        <p:spPr>
          <a:xfrm>
            <a:off x="11408043" y="458713"/>
            <a:ext cx="52384" cy="52384"/>
          </a:xfrm>
          <a:prstGeom prst="ellipse">
            <a:avLst/>
          </a:prstGeom>
          <a:solidFill>
            <a:srgbClr val="000000"/>
          </a:solidFill>
          <a:ln/>
        </p:spPr>
        <p:txBody>
          <a:bodyPr/>
          <a:lstStyle/>
          <a:p>
            <a:endParaRPr/>
          </a:p>
        </p:txBody>
      </p:sp>
      <p:sp>
        <p:nvSpPr>
          <p:cNvPr id="11" name="Shape 9"/>
          <p:cNvSpPr/>
          <p:nvPr/>
        </p:nvSpPr>
        <p:spPr>
          <a:xfrm>
            <a:off x="11241891" y="499749"/>
            <a:ext cx="36613" cy="36613"/>
          </a:xfrm>
          <a:prstGeom prst="ellipse">
            <a:avLst/>
          </a:prstGeom>
          <a:solidFill>
            <a:srgbClr val="000000"/>
          </a:solidFill>
          <a:ln/>
        </p:spPr>
        <p:txBody>
          <a:bodyPr/>
          <a:lstStyle/>
          <a:p>
            <a:endParaRPr/>
          </a:p>
        </p:txBody>
      </p:sp>
      <p:sp>
        <p:nvSpPr>
          <p:cNvPr id="12" name="Shape 10"/>
          <p:cNvSpPr/>
          <p:nvPr/>
        </p:nvSpPr>
        <p:spPr>
          <a:xfrm>
            <a:off x="11294557" y="500146"/>
            <a:ext cx="57223" cy="57223"/>
          </a:xfrm>
          <a:prstGeom prst="ellipse">
            <a:avLst/>
          </a:prstGeom>
          <a:solidFill>
            <a:srgbClr val="000000"/>
          </a:solidFill>
          <a:ln/>
        </p:spPr>
        <p:txBody>
          <a:bodyPr/>
          <a:lstStyle/>
          <a:p>
            <a:endParaRPr/>
          </a:p>
        </p:txBody>
      </p:sp>
      <p:sp>
        <p:nvSpPr>
          <p:cNvPr id="13" name="Shape 11"/>
          <p:cNvSpPr/>
          <p:nvPr/>
        </p:nvSpPr>
        <p:spPr>
          <a:xfrm>
            <a:off x="11364102" y="498770"/>
            <a:ext cx="35294" cy="35294"/>
          </a:xfrm>
          <a:prstGeom prst="ellipse">
            <a:avLst/>
          </a:prstGeom>
          <a:solidFill>
            <a:srgbClr val="000000"/>
          </a:solidFill>
          <a:ln/>
        </p:spPr>
        <p:txBody>
          <a:bodyPr/>
          <a:lstStyle/>
          <a:p>
            <a:endParaRPr/>
          </a:p>
        </p:txBody>
      </p:sp>
      <p:sp>
        <p:nvSpPr>
          <p:cNvPr id="14" name="Shape 12"/>
          <p:cNvSpPr/>
          <p:nvPr/>
        </p:nvSpPr>
        <p:spPr>
          <a:xfrm>
            <a:off x="11123515" y="504524"/>
            <a:ext cx="51936" cy="51936"/>
          </a:xfrm>
          <a:prstGeom prst="ellipse">
            <a:avLst/>
          </a:prstGeom>
          <a:solidFill>
            <a:srgbClr val="000000"/>
          </a:solidFill>
          <a:ln/>
        </p:spPr>
        <p:txBody>
          <a:bodyPr/>
          <a:lstStyle/>
          <a:p>
            <a:endParaRPr/>
          </a:p>
        </p:txBody>
      </p:sp>
      <p:sp>
        <p:nvSpPr>
          <p:cNvPr id="15" name="Shape 13"/>
          <p:cNvSpPr/>
          <p:nvPr/>
        </p:nvSpPr>
        <p:spPr>
          <a:xfrm>
            <a:off x="11470202" y="504300"/>
            <a:ext cx="52384" cy="52384"/>
          </a:xfrm>
          <a:prstGeom prst="ellipse">
            <a:avLst/>
          </a:prstGeom>
          <a:solidFill>
            <a:srgbClr val="000000"/>
          </a:solidFill>
          <a:ln/>
        </p:spPr>
        <p:txBody>
          <a:bodyPr/>
          <a:lstStyle/>
          <a:p>
            <a:endParaRPr/>
          </a:p>
        </p:txBody>
      </p:sp>
      <p:sp>
        <p:nvSpPr>
          <p:cNvPr id="16" name="Shape 14"/>
          <p:cNvSpPr/>
          <p:nvPr/>
        </p:nvSpPr>
        <p:spPr>
          <a:xfrm>
            <a:off x="11060774" y="508825"/>
            <a:ext cx="35627" cy="35627"/>
          </a:xfrm>
          <a:prstGeom prst="ellipse">
            <a:avLst/>
          </a:prstGeom>
          <a:solidFill>
            <a:srgbClr val="000000"/>
          </a:solidFill>
          <a:ln/>
        </p:spPr>
        <p:txBody>
          <a:bodyPr/>
          <a:lstStyle/>
          <a:p>
            <a:endParaRPr/>
          </a:p>
        </p:txBody>
      </p:sp>
      <p:sp>
        <p:nvSpPr>
          <p:cNvPr id="17" name="Shape 15"/>
          <p:cNvSpPr/>
          <p:nvPr/>
        </p:nvSpPr>
        <p:spPr>
          <a:xfrm>
            <a:off x="11548535" y="508038"/>
            <a:ext cx="36613" cy="36613"/>
          </a:xfrm>
          <a:prstGeom prst="ellipse">
            <a:avLst/>
          </a:prstGeom>
          <a:solidFill>
            <a:srgbClr val="000000"/>
          </a:solidFill>
          <a:ln/>
        </p:spPr>
        <p:txBody>
          <a:bodyPr/>
          <a:lstStyle/>
          <a:p>
            <a:endParaRPr/>
          </a:p>
        </p:txBody>
      </p:sp>
      <p:sp>
        <p:nvSpPr>
          <p:cNvPr id="18" name="Shape 16"/>
          <p:cNvSpPr/>
          <p:nvPr/>
        </p:nvSpPr>
        <p:spPr>
          <a:xfrm>
            <a:off x="11191466" y="533379"/>
            <a:ext cx="57825" cy="57825"/>
          </a:xfrm>
          <a:prstGeom prst="ellipse">
            <a:avLst/>
          </a:prstGeom>
          <a:solidFill>
            <a:srgbClr val="000000"/>
          </a:solidFill>
          <a:ln/>
        </p:spPr>
        <p:txBody>
          <a:bodyPr/>
          <a:lstStyle/>
          <a:p>
            <a:endParaRPr/>
          </a:p>
        </p:txBody>
      </p:sp>
      <p:sp>
        <p:nvSpPr>
          <p:cNvPr id="19" name="Shape 17"/>
          <p:cNvSpPr/>
          <p:nvPr/>
        </p:nvSpPr>
        <p:spPr>
          <a:xfrm>
            <a:off x="11396535" y="533494"/>
            <a:ext cx="57428" cy="57428"/>
          </a:xfrm>
          <a:prstGeom prst="ellipse">
            <a:avLst/>
          </a:prstGeom>
          <a:solidFill>
            <a:srgbClr val="000000"/>
          </a:solidFill>
          <a:ln/>
        </p:spPr>
        <p:txBody>
          <a:bodyPr/>
          <a:lstStyle/>
          <a:p>
            <a:endParaRPr/>
          </a:p>
        </p:txBody>
      </p:sp>
      <p:sp>
        <p:nvSpPr>
          <p:cNvPr id="20" name="Shape 18"/>
          <p:cNvSpPr/>
          <p:nvPr/>
        </p:nvSpPr>
        <p:spPr>
          <a:xfrm>
            <a:off x="11079087" y="567226"/>
            <a:ext cx="51270" cy="51270"/>
          </a:xfrm>
          <a:prstGeom prst="ellipse">
            <a:avLst/>
          </a:prstGeom>
          <a:solidFill>
            <a:srgbClr val="000000"/>
          </a:solidFill>
          <a:ln/>
        </p:spPr>
        <p:txBody>
          <a:bodyPr/>
          <a:lstStyle/>
          <a:p>
            <a:endParaRPr/>
          </a:p>
        </p:txBody>
      </p:sp>
      <p:sp>
        <p:nvSpPr>
          <p:cNvPr id="21" name="Shape 19"/>
          <p:cNvSpPr/>
          <p:nvPr/>
        </p:nvSpPr>
        <p:spPr>
          <a:xfrm>
            <a:off x="11339728" y="567053"/>
            <a:ext cx="34616" cy="34616"/>
          </a:xfrm>
          <a:prstGeom prst="ellipse">
            <a:avLst/>
          </a:prstGeom>
          <a:solidFill>
            <a:srgbClr val="000000"/>
          </a:solidFill>
          <a:ln/>
        </p:spPr>
        <p:txBody>
          <a:bodyPr/>
          <a:lstStyle/>
          <a:p>
            <a:endParaRPr/>
          </a:p>
        </p:txBody>
      </p:sp>
      <p:sp>
        <p:nvSpPr>
          <p:cNvPr id="22" name="Shape 20"/>
          <p:cNvSpPr/>
          <p:nvPr/>
        </p:nvSpPr>
        <p:spPr>
          <a:xfrm>
            <a:off x="11515167" y="566234"/>
            <a:ext cx="52819" cy="52819"/>
          </a:xfrm>
          <a:prstGeom prst="ellipse">
            <a:avLst/>
          </a:prstGeom>
          <a:solidFill>
            <a:srgbClr val="000000"/>
          </a:solidFill>
          <a:ln/>
        </p:spPr>
        <p:txBody>
          <a:bodyPr/>
          <a:lstStyle/>
          <a:p>
            <a:endParaRPr/>
          </a:p>
        </p:txBody>
      </p:sp>
      <p:sp>
        <p:nvSpPr>
          <p:cNvPr id="23" name="Shape 21"/>
          <p:cNvSpPr/>
          <p:nvPr/>
        </p:nvSpPr>
        <p:spPr>
          <a:xfrm>
            <a:off x="11262860" y="569742"/>
            <a:ext cx="34961" cy="34961"/>
          </a:xfrm>
          <a:prstGeom prst="ellipse">
            <a:avLst/>
          </a:prstGeom>
          <a:solidFill>
            <a:srgbClr val="000000"/>
          </a:solidFill>
          <a:ln/>
        </p:spPr>
        <p:txBody>
          <a:bodyPr/>
          <a:lstStyle/>
          <a:p>
            <a:endParaRPr/>
          </a:p>
        </p:txBody>
      </p:sp>
      <p:sp>
        <p:nvSpPr>
          <p:cNvPr id="24" name="Shape 22"/>
          <p:cNvSpPr/>
          <p:nvPr/>
        </p:nvSpPr>
        <p:spPr>
          <a:xfrm>
            <a:off x="11462521" y="569818"/>
            <a:ext cx="35294" cy="35294"/>
          </a:xfrm>
          <a:prstGeom prst="ellipse">
            <a:avLst/>
          </a:prstGeom>
          <a:solidFill>
            <a:srgbClr val="000000"/>
          </a:solidFill>
          <a:ln/>
        </p:spPr>
        <p:txBody>
          <a:bodyPr/>
          <a:lstStyle/>
          <a:p>
            <a:endParaRPr/>
          </a:p>
        </p:txBody>
      </p:sp>
      <p:sp>
        <p:nvSpPr>
          <p:cNvPr id="25" name="Shape 23"/>
          <p:cNvSpPr/>
          <p:nvPr/>
        </p:nvSpPr>
        <p:spPr>
          <a:xfrm>
            <a:off x="11145681" y="573441"/>
            <a:ext cx="34270" cy="34270"/>
          </a:xfrm>
          <a:prstGeom prst="ellipse">
            <a:avLst/>
          </a:prstGeom>
          <a:solidFill>
            <a:srgbClr val="000000"/>
          </a:solidFill>
          <a:ln/>
        </p:spPr>
        <p:txBody>
          <a:bodyPr/>
          <a:lstStyle/>
          <a:p>
            <a:endParaRPr/>
          </a:p>
        </p:txBody>
      </p:sp>
      <p:sp>
        <p:nvSpPr>
          <p:cNvPr id="26" name="Shape 24"/>
          <p:cNvSpPr/>
          <p:nvPr/>
        </p:nvSpPr>
        <p:spPr>
          <a:xfrm>
            <a:off x="11592015" y="593213"/>
            <a:ext cx="35294" cy="35294"/>
          </a:xfrm>
          <a:prstGeom prst="ellipse">
            <a:avLst/>
          </a:prstGeom>
          <a:solidFill>
            <a:srgbClr val="000000"/>
          </a:solidFill>
          <a:ln/>
        </p:spPr>
        <p:txBody>
          <a:bodyPr/>
          <a:lstStyle/>
          <a:p>
            <a:endParaRPr/>
          </a:p>
        </p:txBody>
      </p:sp>
      <p:sp>
        <p:nvSpPr>
          <p:cNvPr id="27" name="Shape 25"/>
          <p:cNvSpPr/>
          <p:nvPr/>
        </p:nvSpPr>
        <p:spPr>
          <a:xfrm>
            <a:off x="11019124" y="593444"/>
            <a:ext cx="34616" cy="34616"/>
          </a:xfrm>
          <a:prstGeom prst="ellipse">
            <a:avLst/>
          </a:prstGeom>
          <a:solidFill>
            <a:srgbClr val="000000"/>
          </a:solidFill>
          <a:ln/>
        </p:spPr>
        <p:txBody>
          <a:bodyPr/>
          <a:lstStyle/>
          <a:p>
            <a:endParaRPr/>
          </a:p>
        </p:txBody>
      </p:sp>
      <p:sp>
        <p:nvSpPr>
          <p:cNvPr id="28" name="Shape 26"/>
          <p:cNvSpPr/>
          <p:nvPr/>
        </p:nvSpPr>
        <p:spPr>
          <a:xfrm>
            <a:off x="11403576" y="610214"/>
            <a:ext cx="34961" cy="34961"/>
          </a:xfrm>
          <a:prstGeom prst="ellipse">
            <a:avLst/>
          </a:prstGeom>
          <a:solidFill>
            <a:srgbClr val="000000"/>
          </a:solidFill>
          <a:ln/>
        </p:spPr>
        <p:txBody>
          <a:bodyPr/>
          <a:lstStyle/>
          <a:p>
            <a:endParaRPr/>
          </a:p>
        </p:txBody>
      </p:sp>
      <p:sp>
        <p:nvSpPr>
          <p:cNvPr id="29" name="Shape 27"/>
          <p:cNvSpPr/>
          <p:nvPr/>
        </p:nvSpPr>
        <p:spPr>
          <a:xfrm>
            <a:off x="11201662" y="616570"/>
            <a:ext cx="35627" cy="35627"/>
          </a:xfrm>
          <a:prstGeom prst="ellipse">
            <a:avLst/>
          </a:prstGeom>
          <a:solidFill>
            <a:srgbClr val="000000"/>
          </a:solidFill>
          <a:ln/>
        </p:spPr>
        <p:txBody>
          <a:bodyPr/>
          <a:lstStyle/>
          <a:p>
            <a:endParaRPr/>
          </a:p>
        </p:txBody>
      </p:sp>
      <p:sp>
        <p:nvSpPr>
          <p:cNvPr id="30" name="Shape 28"/>
          <p:cNvSpPr/>
          <p:nvPr/>
        </p:nvSpPr>
        <p:spPr>
          <a:xfrm>
            <a:off x="11127484" y="620705"/>
            <a:ext cx="58030" cy="58030"/>
          </a:xfrm>
          <a:prstGeom prst="ellipse">
            <a:avLst/>
          </a:prstGeom>
          <a:solidFill>
            <a:srgbClr val="000000"/>
          </a:solidFill>
          <a:ln/>
        </p:spPr>
        <p:txBody>
          <a:bodyPr/>
          <a:lstStyle/>
          <a:p>
            <a:endParaRPr/>
          </a:p>
        </p:txBody>
      </p:sp>
      <p:sp>
        <p:nvSpPr>
          <p:cNvPr id="31" name="Shape 29"/>
          <p:cNvSpPr/>
          <p:nvPr/>
        </p:nvSpPr>
        <p:spPr>
          <a:xfrm>
            <a:off x="11460767" y="620852"/>
            <a:ext cx="57428" cy="57428"/>
          </a:xfrm>
          <a:prstGeom prst="ellipse">
            <a:avLst/>
          </a:prstGeom>
          <a:solidFill>
            <a:srgbClr val="000000"/>
          </a:solidFill>
          <a:ln/>
        </p:spPr>
        <p:txBody>
          <a:bodyPr/>
          <a:lstStyle/>
          <a:p>
            <a:endParaRPr/>
          </a:p>
        </p:txBody>
      </p:sp>
      <p:sp>
        <p:nvSpPr>
          <p:cNvPr id="32" name="Shape 30"/>
          <p:cNvSpPr/>
          <p:nvPr/>
        </p:nvSpPr>
        <p:spPr>
          <a:xfrm>
            <a:off x="11055219" y="640144"/>
            <a:ext cx="51718" cy="51718"/>
          </a:xfrm>
          <a:prstGeom prst="ellipse">
            <a:avLst/>
          </a:prstGeom>
          <a:solidFill>
            <a:srgbClr val="000000"/>
          </a:solidFill>
          <a:ln/>
        </p:spPr>
        <p:txBody>
          <a:bodyPr/>
          <a:lstStyle/>
          <a:p>
            <a:endParaRPr/>
          </a:p>
        </p:txBody>
      </p:sp>
      <p:sp>
        <p:nvSpPr>
          <p:cNvPr id="33" name="Shape 31"/>
          <p:cNvSpPr/>
          <p:nvPr/>
        </p:nvSpPr>
        <p:spPr>
          <a:xfrm>
            <a:off x="11539330" y="640266"/>
            <a:ext cx="51270" cy="51270"/>
          </a:xfrm>
          <a:prstGeom prst="ellipse">
            <a:avLst/>
          </a:prstGeom>
          <a:solidFill>
            <a:srgbClr val="000000"/>
          </a:solidFill>
          <a:ln/>
        </p:spPr>
        <p:txBody>
          <a:bodyPr/>
          <a:lstStyle/>
          <a:p>
            <a:endParaRPr/>
          </a:p>
        </p:txBody>
      </p:sp>
      <p:sp>
        <p:nvSpPr>
          <p:cNvPr id="34" name="Shape 32"/>
          <p:cNvSpPr/>
          <p:nvPr/>
        </p:nvSpPr>
        <p:spPr>
          <a:xfrm>
            <a:off x="11429576" y="682274"/>
            <a:ext cx="35627" cy="35627"/>
          </a:xfrm>
          <a:prstGeom prst="ellipse">
            <a:avLst/>
          </a:prstGeom>
          <a:solidFill>
            <a:srgbClr val="000000"/>
          </a:solidFill>
          <a:ln/>
        </p:spPr>
        <p:txBody>
          <a:bodyPr/>
          <a:lstStyle/>
          <a:p>
            <a:endParaRPr/>
          </a:p>
        </p:txBody>
      </p:sp>
      <p:sp>
        <p:nvSpPr>
          <p:cNvPr id="35" name="Shape 33"/>
          <p:cNvSpPr/>
          <p:nvPr/>
        </p:nvSpPr>
        <p:spPr>
          <a:xfrm>
            <a:off x="11004076" y="687222"/>
            <a:ext cx="34616" cy="34616"/>
          </a:xfrm>
          <a:prstGeom prst="ellipse">
            <a:avLst/>
          </a:prstGeom>
          <a:solidFill>
            <a:srgbClr val="000000"/>
          </a:solidFill>
          <a:ln/>
        </p:spPr>
        <p:txBody>
          <a:bodyPr/>
          <a:lstStyle/>
          <a:p>
            <a:endParaRPr/>
          </a:p>
        </p:txBody>
      </p:sp>
      <p:sp>
        <p:nvSpPr>
          <p:cNvPr id="36" name="Shape 34"/>
          <p:cNvSpPr/>
          <p:nvPr/>
        </p:nvSpPr>
        <p:spPr>
          <a:xfrm>
            <a:off x="11502052" y="685321"/>
            <a:ext cx="34270" cy="34270"/>
          </a:xfrm>
          <a:prstGeom prst="ellipse">
            <a:avLst/>
          </a:prstGeom>
          <a:solidFill>
            <a:srgbClr val="000000"/>
          </a:solidFill>
          <a:ln/>
        </p:spPr>
        <p:txBody>
          <a:bodyPr/>
          <a:lstStyle/>
          <a:p>
            <a:endParaRPr/>
          </a:p>
        </p:txBody>
      </p:sp>
      <p:sp>
        <p:nvSpPr>
          <p:cNvPr id="37" name="Shape 35"/>
          <p:cNvSpPr/>
          <p:nvPr/>
        </p:nvSpPr>
        <p:spPr>
          <a:xfrm>
            <a:off x="11606321" y="686422"/>
            <a:ext cx="35627" cy="35627"/>
          </a:xfrm>
          <a:prstGeom prst="ellipse">
            <a:avLst/>
          </a:prstGeom>
          <a:solidFill>
            <a:srgbClr val="000000"/>
          </a:solidFill>
          <a:ln/>
        </p:spPr>
        <p:txBody>
          <a:bodyPr/>
          <a:lstStyle/>
          <a:p>
            <a:endParaRPr/>
          </a:p>
        </p:txBody>
      </p:sp>
      <p:sp>
        <p:nvSpPr>
          <p:cNvPr id="38" name="Shape 36"/>
          <p:cNvSpPr/>
          <p:nvPr/>
        </p:nvSpPr>
        <p:spPr>
          <a:xfrm>
            <a:off x="11108908" y="688957"/>
            <a:ext cx="35294" cy="35294"/>
          </a:xfrm>
          <a:prstGeom prst="ellipse">
            <a:avLst/>
          </a:prstGeom>
          <a:solidFill>
            <a:srgbClr val="000000"/>
          </a:solidFill>
          <a:ln/>
        </p:spPr>
        <p:txBody>
          <a:bodyPr/>
          <a:lstStyle/>
          <a:p>
            <a:endParaRPr/>
          </a:p>
        </p:txBody>
      </p:sp>
      <p:sp>
        <p:nvSpPr>
          <p:cNvPr id="39" name="Shape 37"/>
          <p:cNvSpPr/>
          <p:nvPr/>
        </p:nvSpPr>
        <p:spPr>
          <a:xfrm>
            <a:off x="11179733" y="690371"/>
            <a:ext cx="36613" cy="36613"/>
          </a:xfrm>
          <a:prstGeom prst="ellipse">
            <a:avLst/>
          </a:prstGeom>
          <a:solidFill>
            <a:srgbClr val="000000"/>
          </a:solidFill>
          <a:ln/>
        </p:spPr>
        <p:txBody>
          <a:bodyPr/>
          <a:lstStyle/>
          <a:p>
            <a:endParaRPr/>
          </a:p>
        </p:txBody>
      </p:sp>
      <p:sp>
        <p:nvSpPr>
          <p:cNvPr id="40" name="Shape 38"/>
          <p:cNvSpPr/>
          <p:nvPr/>
        </p:nvSpPr>
        <p:spPr>
          <a:xfrm>
            <a:off x="11054764" y="716576"/>
            <a:ext cx="51936" cy="51936"/>
          </a:xfrm>
          <a:prstGeom prst="ellipse">
            <a:avLst/>
          </a:prstGeom>
          <a:solidFill>
            <a:srgbClr val="000000"/>
          </a:solidFill>
          <a:ln/>
        </p:spPr>
        <p:txBody>
          <a:bodyPr/>
          <a:lstStyle/>
          <a:p>
            <a:endParaRPr/>
          </a:p>
        </p:txBody>
      </p:sp>
      <p:sp>
        <p:nvSpPr>
          <p:cNvPr id="41" name="Shape 39"/>
          <p:cNvSpPr/>
          <p:nvPr/>
        </p:nvSpPr>
        <p:spPr>
          <a:xfrm>
            <a:off x="11539023" y="716851"/>
            <a:ext cx="51488" cy="51488"/>
          </a:xfrm>
          <a:prstGeom prst="ellipse">
            <a:avLst/>
          </a:prstGeom>
          <a:solidFill>
            <a:srgbClr val="000000"/>
          </a:solidFill>
          <a:ln/>
        </p:spPr>
        <p:txBody>
          <a:bodyPr/>
          <a:lstStyle/>
          <a:p>
            <a:endParaRPr/>
          </a:p>
        </p:txBody>
      </p:sp>
      <p:sp>
        <p:nvSpPr>
          <p:cNvPr id="42" name="Shape 40"/>
          <p:cNvSpPr/>
          <p:nvPr/>
        </p:nvSpPr>
        <p:spPr>
          <a:xfrm>
            <a:off x="11127490" y="729288"/>
            <a:ext cx="58222" cy="58222"/>
          </a:xfrm>
          <a:prstGeom prst="ellipse">
            <a:avLst/>
          </a:prstGeom>
          <a:solidFill>
            <a:srgbClr val="000000"/>
          </a:solidFill>
          <a:ln/>
        </p:spPr>
        <p:txBody>
          <a:bodyPr/>
          <a:lstStyle/>
          <a:p>
            <a:endParaRPr/>
          </a:p>
        </p:txBody>
      </p:sp>
      <p:sp>
        <p:nvSpPr>
          <p:cNvPr id="43" name="Shape 41"/>
          <p:cNvSpPr/>
          <p:nvPr/>
        </p:nvSpPr>
        <p:spPr>
          <a:xfrm>
            <a:off x="11460671" y="729781"/>
            <a:ext cx="57633" cy="57633"/>
          </a:xfrm>
          <a:prstGeom prst="ellipse">
            <a:avLst/>
          </a:prstGeom>
          <a:solidFill>
            <a:srgbClr val="000000"/>
          </a:solidFill>
          <a:ln/>
        </p:spPr>
        <p:txBody>
          <a:bodyPr/>
          <a:lstStyle/>
          <a:p>
            <a:endParaRPr/>
          </a:p>
        </p:txBody>
      </p:sp>
      <p:sp>
        <p:nvSpPr>
          <p:cNvPr id="44" name="Shape 42"/>
          <p:cNvSpPr/>
          <p:nvPr/>
        </p:nvSpPr>
        <p:spPr>
          <a:xfrm>
            <a:off x="11407973" y="756415"/>
            <a:ext cx="35960" cy="35960"/>
          </a:xfrm>
          <a:prstGeom prst="ellipse">
            <a:avLst/>
          </a:prstGeom>
          <a:solidFill>
            <a:srgbClr val="000000"/>
          </a:solidFill>
          <a:ln/>
        </p:spPr>
        <p:txBody>
          <a:bodyPr/>
          <a:lstStyle/>
          <a:p>
            <a:endParaRPr/>
          </a:p>
        </p:txBody>
      </p:sp>
      <p:sp>
        <p:nvSpPr>
          <p:cNvPr id="45" name="Shape 43"/>
          <p:cNvSpPr/>
          <p:nvPr/>
        </p:nvSpPr>
        <p:spPr>
          <a:xfrm>
            <a:off x="11207308" y="763884"/>
            <a:ext cx="34616" cy="34616"/>
          </a:xfrm>
          <a:prstGeom prst="ellipse">
            <a:avLst/>
          </a:prstGeom>
          <a:solidFill>
            <a:srgbClr val="000000"/>
          </a:solidFill>
          <a:ln/>
        </p:spPr>
        <p:txBody>
          <a:bodyPr/>
          <a:lstStyle/>
          <a:p>
            <a:endParaRPr/>
          </a:p>
        </p:txBody>
      </p:sp>
      <p:sp>
        <p:nvSpPr>
          <p:cNvPr id="46" name="Shape 44"/>
          <p:cNvSpPr/>
          <p:nvPr/>
        </p:nvSpPr>
        <p:spPr>
          <a:xfrm>
            <a:off x="11018670" y="780462"/>
            <a:ext cx="34616" cy="34616"/>
          </a:xfrm>
          <a:prstGeom prst="ellipse">
            <a:avLst/>
          </a:prstGeom>
          <a:solidFill>
            <a:srgbClr val="000000"/>
          </a:solidFill>
          <a:ln/>
        </p:spPr>
        <p:txBody>
          <a:bodyPr/>
          <a:lstStyle/>
          <a:p>
            <a:endParaRPr/>
          </a:p>
        </p:txBody>
      </p:sp>
      <p:sp>
        <p:nvSpPr>
          <p:cNvPr id="47" name="Shape 45"/>
          <p:cNvSpPr/>
          <p:nvPr/>
        </p:nvSpPr>
        <p:spPr>
          <a:xfrm>
            <a:off x="11591670" y="780123"/>
            <a:ext cx="35294" cy="35294"/>
          </a:xfrm>
          <a:prstGeom prst="ellipse">
            <a:avLst/>
          </a:prstGeom>
          <a:solidFill>
            <a:srgbClr val="000000"/>
          </a:solidFill>
          <a:ln/>
        </p:spPr>
        <p:txBody>
          <a:bodyPr/>
          <a:lstStyle/>
          <a:p>
            <a:endParaRPr/>
          </a:p>
        </p:txBody>
      </p:sp>
      <p:sp>
        <p:nvSpPr>
          <p:cNvPr id="48" name="Shape 46"/>
          <p:cNvSpPr/>
          <p:nvPr/>
        </p:nvSpPr>
        <p:spPr>
          <a:xfrm>
            <a:off x="11079010" y="790179"/>
            <a:ext cx="51270" cy="51270"/>
          </a:xfrm>
          <a:prstGeom prst="ellipse">
            <a:avLst/>
          </a:prstGeom>
          <a:solidFill>
            <a:srgbClr val="000000"/>
          </a:solidFill>
          <a:ln/>
        </p:spPr>
        <p:txBody>
          <a:bodyPr/>
          <a:lstStyle/>
          <a:p>
            <a:endParaRPr/>
          </a:p>
        </p:txBody>
      </p:sp>
      <p:sp>
        <p:nvSpPr>
          <p:cNvPr id="49" name="Shape 47"/>
          <p:cNvSpPr/>
          <p:nvPr/>
        </p:nvSpPr>
        <p:spPr>
          <a:xfrm>
            <a:off x="11515218" y="789692"/>
            <a:ext cx="52602" cy="52602"/>
          </a:xfrm>
          <a:prstGeom prst="ellipse">
            <a:avLst/>
          </a:prstGeom>
          <a:solidFill>
            <a:srgbClr val="000000"/>
          </a:solidFill>
          <a:ln/>
        </p:spPr>
        <p:txBody>
          <a:bodyPr/>
          <a:lstStyle/>
          <a:p>
            <a:endParaRPr/>
          </a:p>
        </p:txBody>
      </p:sp>
      <p:sp>
        <p:nvSpPr>
          <p:cNvPr id="50" name="Shape 48"/>
          <p:cNvSpPr/>
          <p:nvPr/>
        </p:nvSpPr>
        <p:spPr>
          <a:xfrm>
            <a:off x="11147371" y="803460"/>
            <a:ext cx="35627" cy="35627"/>
          </a:xfrm>
          <a:prstGeom prst="ellipse">
            <a:avLst/>
          </a:prstGeom>
          <a:solidFill>
            <a:srgbClr val="000000"/>
          </a:solidFill>
          <a:ln/>
        </p:spPr>
        <p:txBody>
          <a:bodyPr/>
          <a:lstStyle/>
          <a:p>
            <a:endParaRPr/>
          </a:p>
        </p:txBody>
      </p:sp>
      <p:sp>
        <p:nvSpPr>
          <p:cNvPr id="51" name="Shape 49"/>
          <p:cNvSpPr/>
          <p:nvPr/>
        </p:nvSpPr>
        <p:spPr>
          <a:xfrm>
            <a:off x="11347786" y="804293"/>
            <a:ext cx="35294" cy="35294"/>
          </a:xfrm>
          <a:prstGeom prst="ellipse">
            <a:avLst/>
          </a:prstGeom>
          <a:solidFill>
            <a:srgbClr val="000000"/>
          </a:solidFill>
          <a:ln/>
        </p:spPr>
        <p:txBody>
          <a:bodyPr/>
          <a:lstStyle/>
          <a:p>
            <a:endParaRPr/>
          </a:p>
        </p:txBody>
      </p:sp>
      <p:sp>
        <p:nvSpPr>
          <p:cNvPr id="52" name="Shape 50"/>
          <p:cNvSpPr/>
          <p:nvPr/>
        </p:nvSpPr>
        <p:spPr>
          <a:xfrm>
            <a:off x="11465119" y="800919"/>
            <a:ext cx="34961" cy="34961"/>
          </a:xfrm>
          <a:prstGeom prst="ellipse">
            <a:avLst/>
          </a:prstGeom>
          <a:solidFill>
            <a:srgbClr val="000000"/>
          </a:solidFill>
          <a:ln/>
        </p:spPr>
        <p:txBody>
          <a:bodyPr/>
          <a:lstStyle/>
          <a:p>
            <a:endParaRPr/>
          </a:p>
        </p:txBody>
      </p:sp>
      <p:sp>
        <p:nvSpPr>
          <p:cNvPr id="53" name="Shape 51"/>
          <p:cNvSpPr/>
          <p:nvPr/>
        </p:nvSpPr>
        <p:spPr>
          <a:xfrm>
            <a:off x="11270669" y="806590"/>
            <a:ext cx="35627" cy="35627"/>
          </a:xfrm>
          <a:prstGeom prst="ellipse">
            <a:avLst/>
          </a:prstGeom>
          <a:solidFill>
            <a:srgbClr val="000000"/>
          </a:solidFill>
          <a:ln/>
        </p:spPr>
        <p:txBody>
          <a:bodyPr/>
          <a:lstStyle/>
          <a:p>
            <a:endParaRPr/>
          </a:p>
        </p:txBody>
      </p:sp>
      <p:sp>
        <p:nvSpPr>
          <p:cNvPr id="54" name="Shape 52"/>
          <p:cNvSpPr/>
          <p:nvPr/>
        </p:nvSpPr>
        <p:spPr>
          <a:xfrm>
            <a:off x="11191498" y="817766"/>
            <a:ext cx="57633" cy="57633"/>
          </a:xfrm>
          <a:prstGeom prst="ellipse">
            <a:avLst/>
          </a:prstGeom>
          <a:solidFill>
            <a:srgbClr val="000000"/>
          </a:solidFill>
          <a:ln/>
        </p:spPr>
        <p:txBody>
          <a:bodyPr/>
          <a:lstStyle/>
          <a:p>
            <a:endParaRPr/>
          </a:p>
        </p:txBody>
      </p:sp>
      <p:sp>
        <p:nvSpPr>
          <p:cNvPr id="55" name="Shape 53"/>
          <p:cNvSpPr/>
          <p:nvPr/>
        </p:nvSpPr>
        <p:spPr>
          <a:xfrm>
            <a:off x="11396573" y="817888"/>
            <a:ext cx="57633" cy="57633"/>
          </a:xfrm>
          <a:prstGeom prst="ellipse">
            <a:avLst/>
          </a:prstGeom>
          <a:solidFill>
            <a:srgbClr val="000000"/>
          </a:solidFill>
          <a:ln/>
        </p:spPr>
        <p:txBody>
          <a:bodyPr/>
          <a:lstStyle/>
          <a:p>
            <a:endParaRPr/>
          </a:p>
        </p:txBody>
      </p:sp>
      <p:sp>
        <p:nvSpPr>
          <p:cNvPr id="56" name="Shape 54"/>
          <p:cNvSpPr/>
          <p:nvPr/>
        </p:nvSpPr>
        <p:spPr>
          <a:xfrm>
            <a:off x="11123445" y="851985"/>
            <a:ext cx="52167" cy="52167"/>
          </a:xfrm>
          <a:prstGeom prst="ellipse">
            <a:avLst/>
          </a:prstGeom>
          <a:solidFill>
            <a:srgbClr val="000000"/>
          </a:solidFill>
          <a:ln/>
        </p:spPr>
        <p:txBody>
          <a:bodyPr/>
          <a:lstStyle/>
          <a:p>
            <a:endParaRPr/>
          </a:p>
        </p:txBody>
      </p:sp>
      <p:sp>
        <p:nvSpPr>
          <p:cNvPr id="57" name="Shape 55"/>
          <p:cNvSpPr/>
          <p:nvPr/>
        </p:nvSpPr>
        <p:spPr>
          <a:xfrm>
            <a:off x="11294647" y="851390"/>
            <a:ext cx="57223" cy="57223"/>
          </a:xfrm>
          <a:prstGeom prst="ellipse">
            <a:avLst/>
          </a:prstGeom>
          <a:solidFill>
            <a:srgbClr val="000000"/>
          </a:solidFill>
          <a:ln/>
        </p:spPr>
        <p:txBody>
          <a:bodyPr/>
          <a:lstStyle/>
          <a:p>
            <a:endParaRPr/>
          </a:p>
        </p:txBody>
      </p:sp>
      <p:sp>
        <p:nvSpPr>
          <p:cNvPr id="58" name="Shape 56"/>
          <p:cNvSpPr/>
          <p:nvPr/>
        </p:nvSpPr>
        <p:spPr>
          <a:xfrm>
            <a:off x="11470202" y="852382"/>
            <a:ext cx="52384" cy="52384"/>
          </a:xfrm>
          <a:prstGeom prst="ellipse">
            <a:avLst/>
          </a:prstGeom>
          <a:solidFill>
            <a:srgbClr val="000000"/>
          </a:solidFill>
          <a:ln/>
        </p:spPr>
        <p:txBody>
          <a:bodyPr/>
          <a:lstStyle/>
          <a:p>
            <a:endParaRPr/>
          </a:p>
        </p:txBody>
      </p:sp>
      <p:sp>
        <p:nvSpPr>
          <p:cNvPr id="59" name="Shape 57"/>
          <p:cNvSpPr/>
          <p:nvPr/>
        </p:nvSpPr>
        <p:spPr>
          <a:xfrm>
            <a:off x="11060774" y="864607"/>
            <a:ext cx="35627" cy="35627"/>
          </a:xfrm>
          <a:prstGeom prst="ellipse">
            <a:avLst/>
          </a:prstGeom>
          <a:solidFill>
            <a:srgbClr val="000000"/>
          </a:solidFill>
          <a:ln/>
        </p:spPr>
        <p:txBody>
          <a:bodyPr/>
          <a:lstStyle/>
          <a:p>
            <a:endParaRPr/>
          </a:p>
        </p:txBody>
      </p:sp>
      <p:sp>
        <p:nvSpPr>
          <p:cNvPr id="60" name="Shape 58"/>
          <p:cNvSpPr/>
          <p:nvPr/>
        </p:nvSpPr>
        <p:spPr>
          <a:xfrm>
            <a:off x="11548733" y="864185"/>
            <a:ext cx="35627" cy="35627"/>
          </a:xfrm>
          <a:prstGeom prst="ellipse">
            <a:avLst/>
          </a:prstGeom>
          <a:solidFill>
            <a:srgbClr val="000000"/>
          </a:solidFill>
          <a:ln/>
        </p:spPr>
        <p:txBody>
          <a:bodyPr/>
          <a:lstStyle/>
          <a:p>
            <a:endParaRPr/>
          </a:p>
        </p:txBody>
      </p:sp>
      <p:sp>
        <p:nvSpPr>
          <p:cNvPr id="61" name="Shape 59"/>
          <p:cNvSpPr/>
          <p:nvPr/>
        </p:nvSpPr>
        <p:spPr>
          <a:xfrm>
            <a:off x="11246231" y="873908"/>
            <a:ext cx="35627" cy="35627"/>
          </a:xfrm>
          <a:prstGeom prst="ellipse">
            <a:avLst/>
          </a:prstGeom>
          <a:solidFill>
            <a:srgbClr val="000000"/>
          </a:solidFill>
          <a:ln/>
        </p:spPr>
        <p:txBody>
          <a:bodyPr/>
          <a:lstStyle/>
          <a:p>
            <a:endParaRPr/>
          </a:p>
        </p:txBody>
      </p:sp>
      <p:sp>
        <p:nvSpPr>
          <p:cNvPr id="62" name="Shape 60"/>
          <p:cNvSpPr/>
          <p:nvPr/>
        </p:nvSpPr>
        <p:spPr>
          <a:xfrm>
            <a:off x="11367418" y="872896"/>
            <a:ext cx="35627" cy="35627"/>
          </a:xfrm>
          <a:prstGeom prst="ellipse">
            <a:avLst/>
          </a:prstGeom>
          <a:solidFill>
            <a:srgbClr val="000000"/>
          </a:solidFill>
          <a:ln/>
        </p:spPr>
        <p:txBody>
          <a:bodyPr/>
          <a:lstStyle/>
          <a:p>
            <a:endParaRPr/>
          </a:p>
        </p:txBody>
      </p:sp>
      <p:sp>
        <p:nvSpPr>
          <p:cNvPr id="63" name="Shape 61"/>
          <p:cNvSpPr/>
          <p:nvPr/>
        </p:nvSpPr>
        <p:spPr>
          <a:xfrm>
            <a:off x="11185366" y="897322"/>
            <a:ext cx="51936" cy="51936"/>
          </a:xfrm>
          <a:prstGeom prst="ellipse">
            <a:avLst/>
          </a:prstGeom>
          <a:solidFill>
            <a:srgbClr val="000000"/>
          </a:solidFill>
          <a:ln/>
        </p:spPr>
        <p:txBody>
          <a:bodyPr/>
          <a:lstStyle/>
          <a:p>
            <a:endParaRPr/>
          </a:p>
        </p:txBody>
      </p:sp>
      <p:sp>
        <p:nvSpPr>
          <p:cNvPr id="64" name="Shape 62"/>
          <p:cNvSpPr/>
          <p:nvPr/>
        </p:nvSpPr>
        <p:spPr>
          <a:xfrm>
            <a:off x="11407845" y="897655"/>
            <a:ext cx="52602" cy="52602"/>
          </a:xfrm>
          <a:prstGeom prst="ellipse">
            <a:avLst/>
          </a:prstGeom>
          <a:solidFill>
            <a:srgbClr val="000000"/>
          </a:solidFill>
          <a:ln/>
        </p:spPr>
        <p:txBody>
          <a:bodyPr/>
          <a:lstStyle/>
          <a:p>
            <a:endParaRPr/>
          </a:p>
        </p:txBody>
      </p:sp>
      <p:sp>
        <p:nvSpPr>
          <p:cNvPr id="65" name="Shape 63"/>
          <p:cNvSpPr/>
          <p:nvPr/>
        </p:nvSpPr>
        <p:spPr>
          <a:xfrm>
            <a:off x="11258822" y="921466"/>
            <a:ext cx="51270" cy="51270"/>
          </a:xfrm>
          <a:prstGeom prst="ellipse">
            <a:avLst/>
          </a:prstGeom>
          <a:solidFill>
            <a:srgbClr val="000000"/>
          </a:solidFill>
          <a:ln/>
        </p:spPr>
        <p:txBody>
          <a:bodyPr/>
          <a:lstStyle/>
          <a:p>
            <a:endParaRPr/>
          </a:p>
        </p:txBody>
      </p:sp>
      <p:sp>
        <p:nvSpPr>
          <p:cNvPr id="66" name="Shape 64"/>
          <p:cNvSpPr/>
          <p:nvPr/>
        </p:nvSpPr>
        <p:spPr>
          <a:xfrm>
            <a:off x="11335350" y="921504"/>
            <a:ext cx="51270" cy="51270"/>
          </a:xfrm>
          <a:prstGeom prst="ellipse">
            <a:avLst/>
          </a:prstGeom>
          <a:solidFill>
            <a:srgbClr val="000000"/>
          </a:solidFill>
          <a:ln/>
        </p:spPr>
        <p:txBody>
          <a:bodyPr/>
          <a:lstStyle/>
          <a:p>
            <a:endParaRPr/>
          </a:p>
        </p:txBody>
      </p:sp>
      <p:sp>
        <p:nvSpPr>
          <p:cNvPr id="67" name="Shape 65"/>
          <p:cNvSpPr/>
          <p:nvPr/>
        </p:nvSpPr>
        <p:spPr>
          <a:xfrm>
            <a:off x="11127388" y="931368"/>
            <a:ext cx="35294" cy="35294"/>
          </a:xfrm>
          <a:prstGeom prst="ellipse">
            <a:avLst/>
          </a:prstGeom>
          <a:solidFill>
            <a:srgbClr val="000000"/>
          </a:solidFill>
          <a:ln/>
        </p:spPr>
        <p:txBody>
          <a:bodyPr/>
          <a:lstStyle/>
          <a:p>
            <a:endParaRPr/>
          </a:p>
        </p:txBody>
      </p:sp>
      <p:sp>
        <p:nvSpPr>
          <p:cNvPr id="68" name="Shape 66"/>
          <p:cNvSpPr/>
          <p:nvPr/>
        </p:nvSpPr>
        <p:spPr>
          <a:xfrm>
            <a:off x="11481979" y="931035"/>
            <a:ext cx="35960" cy="35960"/>
          </a:xfrm>
          <a:prstGeom prst="ellipse">
            <a:avLst/>
          </a:prstGeom>
          <a:solidFill>
            <a:srgbClr val="000000"/>
          </a:solidFill>
          <a:ln/>
        </p:spPr>
        <p:txBody>
          <a:bodyPr/>
          <a:lstStyle/>
          <a:p>
            <a:endParaRPr/>
          </a:p>
        </p:txBody>
      </p:sp>
      <p:sp>
        <p:nvSpPr>
          <p:cNvPr id="69" name="Shape 67"/>
          <p:cNvSpPr/>
          <p:nvPr/>
        </p:nvSpPr>
        <p:spPr>
          <a:xfrm>
            <a:off x="11211987" y="974695"/>
            <a:ext cx="34961" cy="34961"/>
          </a:xfrm>
          <a:prstGeom prst="ellipse">
            <a:avLst/>
          </a:prstGeom>
          <a:solidFill>
            <a:srgbClr val="000000"/>
          </a:solidFill>
          <a:ln/>
        </p:spPr>
        <p:txBody>
          <a:bodyPr/>
          <a:lstStyle/>
          <a:p>
            <a:endParaRPr/>
          </a:p>
        </p:txBody>
      </p:sp>
      <p:sp>
        <p:nvSpPr>
          <p:cNvPr id="70" name="Shape 68"/>
          <p:cNvSpPr/>
          <p:nvPr/>
        </p:nvSpPr>
        <p:spPr>
          <a:xfrm>
            <a:off x="11398461" y="974695"/>
            <a:ext cx="34961" cy="34961"/>
          </a:xfrm>
          <a:prstGeom prst="ellipse">
            <a:avLst/>
          </a:prstGeom>
          <a:solidFill>
            <a:srgbClr val="000000"/>
          </a:solidFill>
          <a:ln/>
        </p:spPr>
        <p:txBody>
          <a:bodyPr/>
          <a:lstStyle/>
          <a:p>
            <a:endParaRPr/>
          </a:p>
        </p:txBody>
      </p:sp>
      <p:sp>
        <p:nvSpPr>
          <p:cNvPr id="71" name="Shape 69"/>
          <p:cNvSpPr/>
          <p:nvPr/>
        </p:nvSpPr>
        <p:spPr>
          <a:xfrm>
            <a:off x="11304837" y="988501"/>
            <a:ext cx="35627" cy="35627"/>
          </a:xfrm>
          <a:prstGeom prst="ellipse">
            <a:avLst/>
          </a:prstGeom>
          <a:solidFill>
            <a:srgbClr val="000000"/>
          </a:solidFill>
          <a:ln/>
        </p:spPr>
        <p:txBody>
          <a:bodyPr/>
          <a:lstStyle/>
          <a:p>
            <a:endParaRPr/>
          </a:p>
        </p:txBody>
      </p:sp>
      <p:sp>
        <p:nvSpPr>
          <p:cNvPr id="72" name="Text 70"/>
          <p:cNvSpPr/>
          <p:nvPr/>
        </p:nvSpPr>
        <p:spPr>
          <a:xfrm>
            <a:off x="548640" y="411480"/>
            <a:ext cx="10088575" cy="777240"/>
          </a:xfrm>
          <a:prstGeom prst="rect">
            <a:avLst/>
          </a:prstGeom>
          <a:noFill/>
          <a:ln/>
        </p:spPr>
        <p:txBody>
          <a:bodyPr wrap="square" lIns="0" tIns="0" rIns="0" bIns="0" rtlCol="0" anchor="ctr"/>
          <a:lstStyle/>
          <a:p>
            <a:pPr marL="0" indent="0" algn="l">
              <a:lnSpc>
                <a:spcPct val="105000"/>
              </a:lnSpc>
              <a:buNone/>
            </a:pPr>
            <a:r>
              <a:rPr lang="en-US" sz="3400" dirty="0">
                <a:solidFill>
                  <a:srgbClr val="3D68EC"/>
                </a:solidFill>
                <a:latin typeface="General Sans Semibold" pitchFamily="34" charset="0"/>
                <a:ea typeface="General Sans Semibold" pitchFamily="34" charset="-122"/>
                <a:cs typeface="General Sans Semibold" pitchFamily="34" charset="-120"/>
              </a:rPr>
              <a:t>Zo ziet de schets eruit</a:t>
            </a:r>
            <a:endParaRPr lang="en-US" sz="3400" dirty="0"/>
          </a:p>
        </p:txBody>
      </p:sp>
      <p:pic>
        <p:nvPicPr>
          <p:cNvPr id="73" name="Image 0" descr="Schets van het dashboard in grijs, met vraagtekens in plaats van getallen"/>
          <p:cNvPicPr>
            <a:picLocks noChangeAspect="1"/>
          </p:cNvPicPr>
          <p:nvPr/>
        </p:nvPicPr>
        <p:blipFill>
          <a:blip r:embed="rId3"/>
          <a:stretch>
            <a:fillRect/>
          </a:stretch>
        </p:blipFill>
        <p:spPr>
          <a:xfrm>
            <a:off x="773853" y="1371600"/>
            <a:ext cx="6620630" cy="4343400"/>
          </a:xfrm>
          <a:prstGeom prst="rect">
            <a:avLst/>
          </a:prstGeom>
        </p:spPr>
      </p:pic>
      <p:sp>
        <p:nvSpPr>
          <p:cNvPr id="74" name="Text 71"/>
          <p:cNvSpPr/>
          <p:nvPr/>
        </p:nvSpPr>
        <p:spPr>
          <a:xfrm>
            <a:off x="548640" y="5852160"/>
            <a:ext cx="7071055" cy="365760"/>
          </a:xfrm>
          <a:prstGeom prst="rect">
            <a:avLst/>
          </a:prstGeom>
          <a:noFill/>
          <a:ln/>
        </p:spPr>
        <p:txBody>
          <a:bodyPr wrap="square" lIns="0" tIns="0" rIns="0" bIns="0" rtlCol="0" anchor="t"/>
          <a:lstStyle/>
          <a:p>
            <a:pPr marL="0" indent="0" algn="ctr">
              <a:lnSpc>
                <a:spcPct val="105000"/>
              </a:lnSpc>
              <a:buNone/>
            </a:pPr>
            <a:r>
              <a:rPr lang="en-US" sz="1300" dirty="0">
                <a:solidFill>
                  <a:srgbClr val="000000"/>
                </a:solidFill>
                <a:latin typeface="General Sans" pitchFamily="34" charset="0"/>
                <a:ea typeface="General Sans" pitchFamily="34" charset="-122"/>
                <a:cs typeface="General Sans" pitchFamily="34" charset="-120"/>
              </a:rPr>
              <a:t>schets.html</a:t>
            </a:r>
            <a:endParaRPr lang="en-US" sz="1300" dirty="0"/>
          </a:p>
        </p:txBody>
      </p:sp>
      <p:sp>
        <p:nvSpPr>
          <p:cNvPr id="75" name="Text 72"/>
          <p:cNvSpPr/>
          <p:nvPr/>
        </p:nvSpPr>
        <p:spPr>
          <a:xfrm>
            <a:off x="7894015" y="1463040"/>
            <a:ext cx="3749040" cy="4480560"/>
          </a:xfrm>
          <a:prstGeom prst="rect">
            <a:avLst/>
          </a:prstGeom>
          <a:noFill/>
          <a:ln/>
        </p:spPr>
        <p:txBody>
          <a:bodyPr wrap="square" lIns="0" tIns="0" rIns="0" bIns="0" rtlCol="0" anchor="t"/>
          <a:lstStyle/>
          <a:p>
            <a:pPr marL="0" indent="0" algn="l">
              <a:lnSpc>
                <a:spcPct val="105000"/>
              </a:lnSpc>
              <a:spcAft>
                <a:spcPts val="800"/>
              </a:spcAft>
              <a:buNone/>
            </a:pPr>
            <a:r>
              <a:rPr lang="en-US" sz="1800" dirty="0">
                <a:solidFill>
                  <a:srgbClr val="000000"/>
                </a:solidFill>
                <a:latin typeface="General Sans" pitchFamily="34" charset="0"/>
                <a:ea typeface="General Sans" pitchFamily="34" charset="-122"/>
                <a:cs typeface="General Sans" pitchFamily="34" charset="-120"/>
              </a:rPr>
              <a:t>Dit is de uitkomst van </a:t>
            </a:r>
            <a:r>
              <a:rPr lang="en-US" sz="1800" dirty="0">
                <a:solidFill>
                  <a:srgbClr val="00AF81"/>
                </a:solidFill>
                <a:latin typeface="General Sans Semibold" pitchFamily="34" charset="0"/>
                <a:ea typeface="General Sans Semibold" pitchFamily="34" charset="-122"/>
                <a:cs typeface="General Sans Semibold" pitchFamily="34" charset="-120"/>
              </a:rPr>
              <a:t>2-schetsen</a:t>
            </a:r>
            <a:r>
              <a:rPr lang="en-US" sz="1800" dirty="0">
                <a:solidFill>
                  <a:srgbClr val="000000"/>
                </a:solidFill>
                <a:latin typeface="General Sans" pitchFamily="34" charset="0"/>
                <a:ea typeface="General Sans" pitchFamily="34" charset="-122"/>
                <a:cs typeface="General Sans" pitchFamily="34" charset="-120"/>
              </a:rPr>
              <a:t>: je dashboard in grijs, met de echte groepen en jaren maar </a:t>
            </a:r>
            <a:r>
              <a:rPr lang="en-US" sz="1800" dirty="0">
                <a:solidFill>
                  <a:srgbClr val="00AF81"/>
                </a:solidFill>
                <a:latin typeface="General Sans Semibold" pitchFamily="34" charset="0"/>
                <a:ea typeface="General Sans Semibold" pitchFamily="34" charset="-122"/>
                <a:cs typeface="General Sans Semibold" pitchFamily="34" charset="-120"/>
              </a:rPr>
              <a:t>nog zonder getallen</a:t>
            </a:r>
            <a:r>
              <a:rPr lang="en-US" sz="1800" dirty="0">
                <a:solidFill>
                  <a:srgbClr val="000000"/>
                </a:solidFill>
                <a:latin typeface="General Sans" pitchFamily="34" charset="0"/>
                <a:ea typeface="General Sans" pitchFamily="34" charset="-122"/>
                <a:cs typeface="General Sans" pitchFamily="34" charset="-120"/>
              </a:rPr>
              <a:t>. Klopt de opzet, dan bouwt </a:t>
            </a:r>
            <a:r>
              <a:rPr lang="en-US" sz="1800" dirty="0">
                <a:solidFill>
                  <a:srgbClr val="00AF81"/>
                </a:solidFill>
                <a:latin typeface="General Sans Semibold" pitchFamily="34" charset="0"/>
                <a:ea typeface="General Sans Semibold" pitchFamily="34" charset="-122"/>
                <a:cs typeface="General Sans Semibold" pitchFamily="34" charset="-120"/>
              </a:rPr>
              <a:t>3-bouwen</a:t>
            </a:r>
            <a:r>
              <a:rPr lang="en-US" sz="1800" dirty="0">
                <a:solidFill>
                  <a:srgbClr val="000000"/>
                </a:solidFill>
                <a:latin typeface="General Sans" pitchFamily="34" charset="0"/>
                <a:ea typeface="General Sans" pitchFamily="34" charset="-122"/>
                <a:cs typeface="General Sans" pitchFamily="34" charset="-120"/>
              </a:rPr>
              <a:t> hem.</a:t>
            </a:r>
            <a:endParaRPr lang="en-US" sz="1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D6E2FD"/>
        </a:solidFill>
        <a:effectLst/>
      </p:bgPr>
    </p:bg>
    <p:spTree>
      <p:nvGrpSpPr>
        <p:cNvPr id="1" name=""/>
        <p:cNvGrpSpPr/>
        <p:nvPr/>
      </p:nvGrpSpPr>
      <p:grpSpPr>
        <a:xfrm>
          <a:off x="0" y="0"/>
          <a:ext cx="0" cy="0"/>
          <a:chOff x="0" y="0"/>
          <a:chExt cx="0" cy="0"/>
        </a:xfrm>
      </p:grpSpPr>
      <p:sp>
        <p:nvSpPr>
          <p:cNvPr id="2" name="Shape 0"/>
          <p:cNvSpPr/>
          <p:nvPr/>
        </p:nvSpPr>
        <p:spPr>
          <a:xfrm>
            <a:off x="11304952" y="384048"/>
            <a:ext cx="35960" cy="35960"/>
          </a:xfrm>
          <a:prstGeom prst="ellipse">
            <a:avLst/>
          </a:prstGeom>
          <a:solidFill>
            <a:srgbClr val="000000"/>
          </a:solidFill>
          <a:ln/>
        </p:spPr>
        <p:txBody>
          <a:bodyPr/>
          <a:lstStyle/>
          <a:p>
            <a:endParaRPr/>
          </a:p>
        </p:txBody>
      </p:sp>
      <p:sp>
        <p:nvSpPr>
          <p:cNvPr id="3" name="Shape 1"/>
          <p:cNvSpPr/>
          <p:nvPr/>
        </p:nvSpPr>
        <p:spPr>
          <a:xfrm>
            <a:off x="11212173" y="399224"/>
            <a:ext cx="34616" cy="34616"/>
          </a:xfrm>
          <a:prstGeom prst="ellipse">
            <a:avLst/>
          </a:prstGeom>
          <a:solidFill>
            <a:srgbClr val="000000"/>
          </a:solidFill>
          <a:ln/>
        </p:spPr>
        <p:txBody>
          <a:bodyPr/>
          <a:lstStyle/>
          <a:p>
            <a:endParaRPr/>
          </a:p>
        </p:txBody>
      </p:sp>
      <p:sp>
        <p:nvSpPr>
          <p:cNvPr id="4" name="Shape 2"/>
          <p:cNvSpPr/>
          <p:nvPr/>
        </p:nvSpPr>
        <p:spPr>
          <a:xfrm>
            <a:off x="11398641" y="399224"/>
            <a:ext cx="34616" cy="34616"/>
          </a:xfrm>
          <a:prstGeom prst="ellipse">
            <a:avLst/>
          </a:prstGeom>
          <a:solidFill>
            <a:srgbClr val="000000"/>
          </a:solidFill>
          <a:ln/>
        </p:spPr>
        <p:txBody>
          <a:bodyPr/>
          <a:lstStyle/>
          <a:p>
            <a:endParaRPr/>
          </a:p>
        </p:txBody>
      </p:sp>
      <p:sp>
        <p:nvSpPr>
          <p:cNvPr id="5" name="Shape 3"/>
          <p:cNvSpPr/>
          <p:nvPr/>
        </p:nvSpPr>
        <p:spPr>
          <a:xfrm>
            <a:off x="11258374" y="435357"/>
            <a:ext cx="51936" cy="51936"/>
          </a:xfrm>
          <a:prstGeom prst="ellipse">
            <a:avLst/>
          </a:prstGeom>
          <a:solidFill>
            <a:srgbClr val="000000"/>
          </a:solidFill>
          <a:ln/>
        </p:spPr>
        <p:txBody>
          <a:bodyPr/>
          <a:lstStyle/>
          <a:p>
            <a:endParaRPr/>
          </a:p>
        </p:txBody>
      </p:sp>
      <p:sp>
        <p:nvSpPr>
          <p:cNvPr id="6" name="Shape 4"/>
          <p:cNvSpPr/>
          <p:nvPr/>
        </p:nvSpPr>
        <p:spPr>
          <a:xfrm>
            <a:off x="11335407" y="435306"/>
            <a:ext cx="51718" cy="51718"/>
          </a:xfrm>
          <a:prstGeom prst="ellipse">
            <a:avLst/>
          </a:prstGeom>
          <a:solidFill>
            <a:srgbClr val="000000"/>
          </a:solidFill>
          <a:ln/>
        </p:spPr>
        <p:txBody>
          <a:bodyPr/>
          <a:lstStyle/>
          <a:p>
            <a:endParaRPr/>
          </a:p>
        </p:txBody>
      </p:sp>
      <p:sp>
        <p:nvSpPr>
          <p:cNvPr id="7" name="Shape 5"/>
          <p:cNvSpPr/>
          <p:nvPr/>
        </p:nvSpPr>
        <p:spPr>
          <a:xfrm>
            <a:off x="11127388" y="442398"/>
            <a:ext cx="35294" cy="35294"/>
          </a:xfrm>
          <a:prstGeom prst="ellipse">
            <a:avLst/>
          </a:prstGeom>
          <a:solidFill>
            <a:srgbClr val="000000"/>
          </a:solidFill>
          <a:ln/>
        </p:spPr>
        <p:txBody>
          <a:bodyPr/>
          <a:lstStyle/>
          <a:p>
            <a:endParaRPr/>
          </a:p>
        </p:txBody>
      </p:sp>
      <p:sp>
        <p:nvSpPr>
          <p:cNvPr id="8" name="Shape 6"/>
          <p:cNvSpPr/>
          <p:nvPr/>
        </p:nvSpPr>
        <p:spPr>
          <a:xfrm>
            <a:off x="11482145" y="441649"/>
            <a:ext cx="35960" cy="35960"/>
          </a:xfrm>
          <a:prstGeom prst="ellipse">
            <a:avLst/>
          </a:prstGeom>
          <a:solidFill>
            <a:srgbClr val="000000"/>
          </a:solidFill>
          <a:ln/>
        </p:spPr>
        <p:txBody>
          <a:bodyPr/>
          <a:lstStyle/>
          <a:p>
            <a:endParaRPr/>
          </a:p>
        </p:txBody>
      </p:sp>
      <p:sp>
        <p:nvSpPr>
          <p:cNvPr id="9" name="Shape 7"/>
          <p:cNvSpPr/>
          <p:nvPr/>
        </p:nvSpPr>
        <p:spPr>
          <a:xfrm>
            <a:off x="11185603" y="459328"/>
            <a:ext cx="52167" cy="52167"/>
          </a:xfrm>
          <a:prstGeom prst="ellipse">
            <a:avLst/>
          </a:prstGeom>
          <a:solidFill>
            <a:srgbClr val="000000"/>
          </a:solidFill>
          <a:ln/>
        </p:spPr>
        <p:txBody>
          <a:bodyPr/>
          <a:lstStyle/>
          <a:p>
            <a:endParaRPr/>
          </a:p>
        </p:txBody>
      </p:sp>
      <p:sp>
        <p:nvSpPr>
          <p:cNvPr id="10" name="Shape 8"/>
          <p:cNvSpPr/>
          <p:nvPr/>
        </p:nvSpPr>
        <p:spPr>
          <a:xfrm>
            <a:off x="11408043" y="458713"/>
            <a:ext cx="52384" cy="52384"/>
          </a:xfrm>
          <a:prstGeom prst="ellipse">
            <a:avLst/>
          </a:prstGeom>
          <a:solidFill>
            <a:srgbClr val="000000"/>
          </a:solidFill>
          <a:ln/>
        </p:spPr>
        <p:txBody>
          <a:bodyPr/>
          <a:lstStyle/>
          <a:p>
            <a:endParaRPr/>
          </a:p>
        </p:txBody>
      </p:sp>
      <p:sp>
        <p:nvSpPr>
          <p:cNvPr id="11" name="Shape 9"/>
          <p:cNvSpPr/>
          <p:nvPr/>
        </p:nvSpPr>
        <p:spPr>
          <a:xfrm>
            <a:off x="11241891" y="499749"/>
            <a:ext cx="36613" cy="36613"/>
          </a:xfrm>
          <a:prstGeom prst="ellipse">
            <a:avLst/>
          </a:prstGeom>
          <a:solidFill>
            <a:srgbClr val="000000"/>
          </a:solidFill>
          <a:ln/>
        </p:spPr>
        <p:txBody>
          <a:bodyPr/>
          <a:lstStyle/>
          <a:p>
            <a:endParaRPr/>
          </a:p>
        </p:txBody>
      </p:sp>
      <p:sp>
        <p:nvSpPr>
          <p:cNvPr id="12" name="Shape 10"/>
          <p:cNvSpPr/>
          <p:nvPr/>
        </p:nvSpPr>
        <p:spPr>
          <a:xfrm>
            <a:off x="11294557" y="500146"/>
            <a:ext cx="57223" cy="57223"/>
          </a:xfrm>
          <a:prstGeom prst="ellipse">
            <a:avLst/>
          </a:prstGeom>
          <a:solidFill>
            <a:srgbClr val="000000"/>
          </a:solidFill>
          <a:ln/>
        </p:spPr>
        <p:txBody>
          <a:bodyPr/>
          <a:lstStyle/>
          <a:p>
            <a:endParaRPr/>
          </a:p>
        </p:txBody>
      </p:sp>
      <p:sp>
        <p:nvSpPr>
          <p:cNvPr id="13" name="Shape 11"/>
          <p:cNvSpPr/>
          <p:nvPr/>
        </p:nvSpPr>
        <p:spPr>
          <a:xfrm>
            <a:off x="11364102" y="498770"/>
            <a:ext cx="35294" cy="35294"/>
          </a:xfrm>
          <a:prstGeom prst="ellipse">
            <a:avLst/>
          </a:prstGeom>
          <a:solidFill>
            <a:srgbClr val="000000"/>
          </a:solidFill>
          <a:ln/>
        </p:spPr>
        <p:txBody>
          <a:bodyPr/>
          <a:lstStyle/>
          <a:p>
            <a:endParaRPr/>
          </a:p>
        </p:txBody>
      </p:sp>
      <p:sp>
        <p:nvSpPr>
          <p:cNvPr id="14" name="Shape 12"/>
          <p:cNvSpPr/>
          <p:nvPr/>
        </p:nvSpPr>
        <p:spPr>
          <a:xfrm>
            <a:off x="11123515" y="504524"/>
            <a:ext cx="51936" cy="51936"/>
          </a:xfrm>
          <a:prstGeom prst="ellipse">
            <a:avLst/>
          </a:prstGeom>
          <a:solidFill>
            <a:srgbClr val="000000"/>
          </a:solidFill>
          <a:ln/>
        </p:spPr>
        <p:txBody>
          <a:bodyPr/>
          <a:lstStyle/>
          <a:p>
            <a:endParaRPr/>
          </a:p>
        </p:txBody>
      </p:sp>
      <p:sp>
        <p:nvSpPr>
          <p:cNvPr id="15" name="Shape 13"/>
          <p:cNvSpPr/>
          <p:nvPr/>
        </p:nvSpPr>
        <p:spPr>
          <a:xfrm>
            <a:off x="11470202" y="504300"/>
            <a:ext cx="52384" cy="52384"/>
          </a:xfrm>
          <a:prstGeom prst="ellipse">
            <a:avLst/>
          </a:prstGeom>
          <a:solidFill>
            <a:srgbClr val="000000"/>
          </a:solidFill>
          <a:ln/>
        </p:spPr>
        <p:txBody>
          <a:bodyPr/>
          <a:lstStyle/>
          <a:p>
            <a:endParaRPr/>
          </a:p>
        </p:txBody>
      </p:sp>
      <p:sp>
        <p:nvSpPr>
          <p:cNvPr id="16" name="Shape 14"/>
          <p:cNvSpPr/>
          <p:nvPr/>
        </p:nvSpPr>
        <p:spPr>
          <a:xfrm>
            <a:off x="11060774" y="508825"/>
            <a:ext cx="35627" cy="35627"/>
          </a:xfrm>
          <a:prstGeom prst="ellipse">
            <a:avLst/>
          </a:prstGeom>
          <a:solidFill>
            <a:srgbClr val="000000"/>
          </a:solidFill>
          <a:ln/>
        </p:spPr>
        <p:txBody>
          <a:bodyPr/>
          <a:lstStyle/>
          <a:p>
            <a:endParaRPr/>
          </a:p>
        </p:txBody>
      </p:sp>
      <p:sp>
        <p:nvSpPr>
          <p:cNvPr id="17" name="Shape 15"/>
          <p:cNvSpPr/>
          <p:nvPr/>
        </p:nvSpPr>
        <p:spPr>
          <a:xfrm>
            <a:off x="11548535" y="508038"/>
            <a:ext cx="36613" cy="36613"/>
          </a:xfrm>
          <a:prstGeom prst="ellipse">
            <a:avLst/>
          </a:prstGeom>
          <a:solidFill>
            <a:srgbClr val="000000"/>
          </a:solidFill>
          <a:ln/>
        </p:spPr>
        <p:txBody>
          <a:bodyPr/>
          <a:lstStyle/>
          <a:p>
            <a:endParaRPr/>
          </a:p>
        </p:txBody>
      </p:sp>
      <p:sp>
        <p:nvSpPr>
          <p:cNvPr id="18" name="Shape 16"/>
          <p:cNvSpPr/>
          <p:nvPr/>
        </p:nvSpPr>
        <p:spPr>
          <a:xfrm>
            <a:off x="11191466" y="533379"/>
            <a:ext cx="57825" cy="57825"/>
          </a:xfrm>
          <a:prstGeom prst="ellipse">
            <a:avLst/>
          </a:prstGeom>
          <a:solidFill>
            <a:srgbClr val="000000"/>
          </a:solidFill>
          <a:ln/>
        </p:spPr>
        <p:txBody>
          <a:bodyPr/>
          <a:lstStyle/>
          <a:p>
            <a:endParaRPr/>
          </a:p>
        </p:txBody>
      </p:sp>
      <p:sp>
        <p:nvSpPr>
          <p:cNvPr id="19" name="Shape 17"/>
          <p:cNvSpPr/>
          <p:nvPr/>
        </p:nvSpPr>
        <p:spPr>
          <a:xfrm>
            <a:off x="11396535" y="533494"/>
            <a:ext cx="57428" cy="57428"/>
          </a:xfrm>
          <a:prstGeom prst="ellipse">
            <a:avLst/>
          </a:prstGeom>
          <a:solidFill>
            <a:srgbClr val="000000"/>
          </a:solidFill>
          <a:ln/>
        </p:spPr>
        <p:txBody>
          <a:bodyPr/>
          <a:lstStyle/>
          <a:p>
            <a:endParaRPr/>
          </a:p>
        </p:txBody>
      </p:sp>
      <p:sp>
        <p:nvSpPr>
          <p:cNvPr id="20" name="Shape 18"/>
          <p:cNvSpPr/>
          <p:nvPr/>
        </p:nvSpPr>
        <p:spPr>
          <a:xfrm>
            <a:off x="11079087" y="567226"/>
            <a:ext cx="51270" cy="51270"/>
          </a:xfrm>
          <a:prstGeom prst="ellipse">
            <a:avLst/>
          </a:prstGeom>
          <a:solidFill>
            <a:srgbClr val="000000"/>
          </a:solidFill>
          <a:ln/>
        </p:spPr>
        <p:txBody>
          <a:bodyPr/>
          <a:lstStyle/>
          <a:p>
            <a:endParaRPr/>
          </a:p>
        </p:txBody>
      </p:sp>
      <p:sp>
        <p:nvSpPr>
          <p:cNvPr id="21" name="Shape 19"/>
          <p:cNvSpPr/>
          <p:nvPr/>
        </p:nvSpPr>
        <p:spPr>
          <a:xfrm>
            <a:off x="11339728" y="567053"/>
            <a:ext cx="34616" cy="34616"/>
          </a:xfrm>
          <a:prstGeom prst="ellipse">
            <a:avLst/>
          </a:prstGeom>
          <a:solidFill>
            <a:srgbClr val="000000"/>
          </a:solidFill>
          <a:ln/>
        </p:spPr>
        <p:txBody>
          <a:bodyPr/>
          <a:lstStyle/>
          <a:p>
            <a:endParaRPr/>
          </a:p>
        </p:txBody>
      </p:sp>
      <p:sp>
        <p:nvSpPr>
          <p:cNvPr id="22" name="Shape 20"/>
          <p:cNvSpPr/>
          <p:nvPr/>
        </p:nvSpPr>
        <p:spPr>
          <a:xfrm>
            <a:off x="11515167" y="566234"/>
            <a:ext cx="52819" cy="52819"/>
          </a:xfrm>
          <a:prstGeom prst="ellipse">
            <a:avLst/>
          </a:prstGeom>
          <a:solidFill>
            <a:srgbClr val="000000"/>
          </a:solidFill>
          <a:ln/>
        </p:spPr>
        <p:txBody>
          <a:bodyPr/>
          <a:lstStyle/>
          <a:p>
            <a:endParaRPr/>
          </a:p>
        </p:txBody>
      </p:sp>
      <p:sp>
        <p:nvSpPr>
          <p:cNvPr id="23" name="Shape 21"/>
          <p:cNvSpPr/>
          <p:nvPr/>
        </p:nvSpPr>
        <p:spPr>
          <a:xfrm>
            <a:off x="11262860" y="569742"/>
            <a:ext cx="34961" cy="34961"/>
          </a:xfrm>
          <a:prstGeom prst="ellipse">
            <a:avLst/>
          </a:prstGeom>
          <a:solidFill>
            <a:srgbClr val="000000"/>
          </a:solidFill>
          <a:ln/>
        </p:spPr>
        <p:txBody>
          <a:bodyPr/>
          <a:lstStyle/>
          <a:p>
            <a:endParaRPr/>
          </a:p>
        </p:txBody>
      </p:sp>
      <p:sp>
        <p:nvSpPr>
          <p:cNvPr id="24" name="Shape 22"/>
          <p:cNvSpPr/>
          <p:nvPr/>
        </p:nvSpPr>
        <p:spPr>
          <a:xfrm>
            <a:off x="11462521" y="569818"/>
            <a:ext cx="35294" cy="35294"/>
          </a:xfrm>
          <a:prstGeom prst="ellipse">
            <a:avLst/>
          </a:prstGeom>
          <a:solidFill>
            <a:srgbClr val="000000"/>
          </a:solidFill>
          <a:ln/>
        </p:spPr>
        <p:txBody>
          <a:bodyPr/>
          <a:lstStyle/>
          <a:p>
            <a:endParaRPr/>
          </a:p>
        </p:txBody>
      </p:sp>
      <p:sp>
        <p:nvSpPr>
          <p:cNvPr id="25" name="Shape 23"/>
          <p:cNvSpPr/>
          <p:nvPr/>
        </p:nvSpPr>
        <p:spPr>
          <a:xfrm>
            <a:off x="11145681" y="573441"/>
            <a:ext cx="34270" cy="34270"/>
          </a:xfrm>
          <a:prstGeom prst="ellipse">
            <a:avLst/>
          </a:prstGeom>
          <a:solidFill>
            <a:srgbClr val="000000"/>
          </a:solidFill>
          <a:ln/>
        </p:spPr>
        <p:txBody>
          <a:bodyPr/>
          <a:lstStyle/>
          <a:p>
            <a:endParaRPr/>
          </a:p>
        </p:txBody>
      </p:sp>
      <p:sp>
        <p:nvSpPr>
          <p:cNvPr id="26" name="Shape 24"/>
          <p:cNvSpPr/>
          <p:nvPr/>
        </p:nvSpPr>
        <p:spPr>
          <a:xfrm>
            <a:off x="11592015" y="593213"/>
            <a:ext cx="35294" cy="35294"/>
          </a:xfrm>
          <a:prstGeom prst="ellipse">
            <a:avLst/>
          </a:prstGeom>
          <a:solidFill>
            <a:srgbClr val="000000"/>
          </a:solidFill>
          <a:ln/>
        </p:spPr>
        <p:txBody>
          <a:bodyPr/>
          <a:lstStyle/>
          <a:p>
            <a:endParaRPr/>
          </a:p>
        </p:txBody>
      </p:sp>
      <p:sp>
        <p:nvSpPr>
          <p:cNvPr id="27" name="Shape 25"/>
          <p:cNvSpPr/>
          <p:nvPr/>
        </p:nvSpPr>
        <p:spPr>
          <a:xfrm>
            <a:off x="11019124" y="593444"/>
            <a:ext cx="34616" cy="34616"/>
          </a:xfrm>
          <a:prstGeom prst="ellipse">
            <a:avLst/>
          </a:prstGeom>
          <a:solidFill>
            <a:srgbClr val="000000"/>
          </a:solidFill>
          <a:ln/>
        </p:spPr>
        <p:txBody>
          <a:bodyPr/>
          <a:lstStyle/>
          <a:p>
            <a:endParaRPr/>
          </a:p>
        </p:txBody>
      </p:sp>
      <p:sp>
        <p:nvSpPr>
          <p:cNvPr id="28" name="Shape 26"/>
          <p:cNvSpPr/>
          <p:nvPr/>
        </p:nvSpPr>
        <p:spPr>
          <a:xfrm>
            <a:off x="11403576" y="610214"/>
            <a:ext cx="34961" cy="34961"/>
          </a:xfrm>
          <a:prstGeom prst="ellipse">
            <a:avLst/>
          </a:prstGeom>
          <a:solidFill>
            <a:srgbClr val="000000"/>
          </a:solidFill>
          <a:ln/>
        </p:spPr>
        <p:txBody>
          <a:bodyPr/>
          <a:lstStyle/>
          <a:p>
            <a:endParaRPr/>
          </a:p>
        </p:txBody>
      </p:sp>
      <p:sp>
        <p:nvSpPr>
          <p:cNvPr id="29" name="Shape 27"/>
          <p:cNvSpPr/>
          <p:nvPr/>
        </p:nvSpPr>
        <p:spPr>
          <a:xfrm>
            <a:off x="11201662" y="616570"/>
            <a:ext cx="35627" cy="35627"/>
          </a:xfrm>
          <a:prstGeom prst="ellipse">
            <a:avLst/>
          </a:prstGeom>
          <a:solidFill>
            <a:srgbClr val="000000"/>
          </a:solidFill>
          <a:ln/>
        </p:spPr>
        <p:txBody>
          <a:bodyPr/>
          <a:lstStyle/>
          <a:p>
            <a:endParaRPr/>
          </a:p>
        </p:txBody>
      </p:sp>
      <p:sp>
        <p:nvSpPr>
          <p:cNvPr id="30" name="Shape 28"/>
          <p:cNvSpPr/>
          <p:nvPr/>
        </p:nvSpPr>
        <p:spPr>
          <a:xfrm>
            <a:off x="11127484" y="620705"/>
            <a:ext cx="58030" cy="58030"/>
          </a:xfrm>
          <a:prstGeom prst="ellipse">
            <a:avLst/>
          </a:prstGeom>
          <a:solidFill>
            <a:srgbClr val="000000"/>
          </a:solidFill>
          <a:ln/>
        </p:spPr>
        <p:txBody>
          <a:bodyPr/>
          <a:lstStyle/>
          <a:p>
            <a:endParaRPr/>
          </a:p>
        </p:txBody>
      </p:sp>
      <p:sp>
        <p:nvSpPr>
          <p:cNvPr id="31" name="Shape 29"/>
          <p:cNvSpPr/>
          <p:nvPr/>
        </p:nvSpPr>
        <p:spPr>
          <a:xfrm>
            <a:off x="11460767" y="620852"/>
            <a:ext cx="57428" cy="57428"/>
          </a:xfrm>
          <a:prstGeom prst="ellipse">
            <a:avLst/>
          </a:prstGeom>
          <a:solidFill>
            <a:srgbClr val="000000"/>
          </a:solidFill>
          <a:ln/>
        </p:spPr>
        <p:txBody>
          <a:bodyPr/>
          <a:lstStyle/>
          <a:p>
            <a:endParaRPr/>
          </a:p>
        </p:txBody>
      </p:sp>
      <p:sp>
        <p:nvSpPr>
          <p:cNvPr id="32" name="Shape 30"/>
          <p:cNvSpPr/>
          <p:nvPr/>
        </p:nvSpPr>
        <p:spPr>
          <a:xfrm>
            <a:off x="11055219" y="640144"/>
            <a:ext cx="51718" cy="51718"/>
          </a:xfrm>
          <a:prstGeom prst="ellipse">
            <a:avLst/>
          </a:prstGeom>
          <a:solidFill>
            <a:srgbClr val="000000"/>
          </a:solidFill>
          <a:ln/>
        </p:spPr>
        <p:txBody>
          <a:bodyPr/>
          <a:lstStyle/>
          <a:p>
            <a:endParaRPr/>
          </a:p>
        </p:txBody>
      </p:sp>
      <p:sp>
        <p:nvSpPr>
          <p:cNvPr id="33" name="Shape 31"/>
          <p:cNvSpPr/>
          <p:nvPr/>
        </p:nvSpPr>
        <p:spPr>
          <a:xfrm>
            <a:off x="11539330" y="640266"/>
            <a:ext cx="51270" cy="51270"/>
          </a:xfrm>
          <a:prstGeom prst="ellipse">
            <a:avLst/>
          </a:prstGeom>
          <a:solidFill>
            <a:srgbClr val="000000"/>
          </a:solidFill>
          <a:ln/>
        </p:spPr>
        <p:txBody>
          <a:bodyPr/>
          <a:lstStyle/>
          <a:p>
            <a:endParaRPr/>
          </a:p>
        </p:txBody>
      </p:sp>
      <p:sp>
        <p:nvSpPr>
          <p:cNvPr id="34" name="Shape 32"/>
          <p:cNvSpPr/>
          <p:nvPr/>
        </p:nvSpPr>
        <p:spPr>
          <a:xfrm>
            <a:off x="11429576" y="682274"/>
            <a:ext cx="35627" cy="35627"/>
          </a:xfrm>
          <a:prstGeom prst="ellipse">
            <a:avLst/>
          </a:prstGeom>
          <a:solidFill>
            <a:srgbClr val="000000"/>
          </a:solidFill>
          <a:ln/>
        </p:spPr>
        <p:txBody>
          <a:bodyPr/>
          <a:lstStyle/>
          <a:p>
            <a:endParaRPr/>
          </a:p>
        </p:txBody>
      </p:sp>
      <p:sp>
        <p:nvSpPr>
          <p:cNvPr id="35" name="Shape 33"/>
          <p:cNvSpPr/>
          <p:nvPr/>
        </p:nvSpPr>
        <p:spPr>
          <a:xfrm>
            <a:off x="11004076" y="687222"/>
            <a:ext cx="34616" cy="34616"/>
          </a:xfrm>
          <a:prstGeom prst="ellipse">
            <a:avLst/>
          </a:prstGeom>
          <a:solidFill>
            <a:srgbClr val="000000"/>
          </a:solidFill>
          <a:ln/>
        </p:spPr>
        <p:txBody>
          <a:bodyPr/>
          <a:lstStyle/>
          <a:p>
            <a:endParaRPr/>
          </a:p>
        </p:txBody>
      </p:sp>
      <p:sp>
        <p:nvSpPr>
          <p:cNvPr id="36" name="Shape 34"/>
          <p:cNvSpPr/>
          <p:nvPr/>
        </p:nvSpPr>
        <p:spPr>
          <a:xfrm>
            <a:off x="11502052" y="685321"/>
            <a:ext cx="34270" cy="34270"/>
          </a:xfrm>
          <a:prstGeom prst="ellipse">
            <a:avLst/>
          </a:prstGeom>
          <a:solidFill>
            <a:srgbClr val="000000"/>
          </a:solidFill>
          <a:ln/>
        </p:spPr>
        <p:txBody>
          <a:bodyPr/>
          <a:lstStyle/>
          <a:p>
            <a:endParaRPr/>
          </a:p>
        </p:txBody>
      </p:sp>
      <p:sp>
        <p:nvSpPr>
          <p:cNvPr id="37" name="Shape 35"/>
          <p:cNvSpPr/>
          <p:nvPr/>
        </p:nvSpPr>
        <p:spPr>
          <a:xfrm>
            <a:off x="11606321" y="686422"/>
            <a:ext cx="35627" cy="35627"/>
          </a:xfrm>
          <a:prstGeom prst="ellipse">
            <a:avLst/>
          </a:prstGeom>
          <a:solidFill>
            <a:srgbClr val="000000"/>
          </a:solidFill>
          <a:ln/>
        </p:spPr>
        <p:txBody>
          <a:bodyPr/>
          <a:lstStyle/>
          <a:p>
            <a:endParaRPr/>
          </a:p>
        </p:txBody>
      </p:sp>
      <p:sp>
        <p:nvSpPr>
          <p:cNvPr id="38" name="Shape 36"/>
          <p:cNvSpPr/>
          <p:nvPr/>
        </p:nvSpPr>
        <p:spPr>
          <a:xfrm>
            <a:off x="11108908" y="688957"/>
            <a:ext cx="35294" cy="35294"/>
          </a:xfrm>
          <a:prstGeom prst="ellipse">
            <a:avLst/>
          </a:prstGeom>
          <a:solidFill>
            <a:srgbClr val="000000"/>
          </a:solidFill>
          <a:ln/>
        </p:spPr>
        <p:txBody>
          <a:bodyPr/>
          <a:lstStyle/>
          <a:p>
            <a:endParaRPr/>
          </a:p>
        </p:txBody>
      </p:sp>
      <p:sp>
        <p:nvSpPr>
          <p:cNvPr id="39" name="Shape 37"/>
          <p:cNvSpPr/>
          <p:nvPr/>
        </p:nvSpPr>
        <p:spPr>
          <a:xfrm>
            <a:off x="11179733" y="690371"/>
            <a:ext cx="36613" cy="36613"/>
          </a:xfrm>
          <a:prstGeom prst="ellipse">
            <a:avLst/>
          </a:prstGeom>
          <a:solidFill>
            <a:srgbClr val="000000"/>
          </a:solidFill>
          <a:ln/>
        </p:spPr>
        <p:txBody>
          <a:bodyPr/>
          <a:lstStyle/>
          <a:p>
            <a:endParaRPr/>
          </a:p>
        </p:txBody>
      </p:sp>
      <p:sp>
        <p:nvSpPr>
          <p:cNvPr id="40" name="Shape 38"/>
          <p:cNvSpPr/>
          <p:nvPr/>
        </p:nvSpPr>
        <p:spPr>
          <a:xfrm>
            <a:off x="11054764" y="716576"/>
            <a:ext cx="51936" cy="51936"/>
          </a:xfrm>
          <a:prstGeom prst="ellipse">
            <a:avLst/>
          </a:prstGeom>
          <a:solidFill>
            <a:srgbClr val="000000"/>
          </a:solidFill>
          <a:ln/>
        </p:spPr>
        <p:txBody>
          <a:bodyPr/>
          <a:lstStyle/>
          <a:p>
            <a:endParaRPr/>
          </a:p>
        </p:txBody>
      </p:sp>
      <p:sp>
        <p:nvSpPr>
          <p:cNvPr id="41" name="Shape 39"/>
          <p:cNvSpPr/>
          <p:nvPr/>
        </p:nvSpPr>
        <p:spPr>
          <a:xfrm>
            <a:off x="11539023" y="716851"/>
            <a:ext cx="51488" cy="51488"/>
          </a:xfrm>
          <a:prstGeom prst="ellipse">
            <a:avLst/>
          </a:prstGeom>
          <a:solidFill>
            <a:srgbClr val="000000"/>
          </a:solidFill>
          <a:ln/>
        </p:spPr>
        <p:txBody>
          <a:bodyPr/>
          <a:lstStyle/>
          <a:p>
            <a:endParaRPr/>
          </a:p>
        </p:txBody>
      </p:sp>
      <p:sp>
        <p:nvSpPr>
          <p:cNvPr id="42" name="Shape 40"/>
          <p:cNvSpPr/>
          <p:nvPr/>
        </p:nvSpPr>
        <p:spPr>
          <a:xfrm>
            <a:off x="11127490" y="729288"/>
            <a:ext cx="58222" cy="58222"/>
          </a:xfrm>
          <a:prstGeom prst="ellipse">
            <a:avLst/>
          </a:prstGeom>
          <a:solidFill>
            <a:srgbClr val="000000"/>
          </a:solidFill>
          <a:ln/>
        </p:spPr>
        <p:txBody>
          <a:bodyPr/>
          <a:lstStyle/>
          <a:p>
            <a:endParaRPr/>
          </a:p>
        </p:txBody>
      </p:sp>
      <p:sp>
        <p:nvSpPr>
          <p:cNvPr id="43" name="Shape 41"/>
          <p:cNvSpPr/>
          <p:nvPr/>
        </p:nvSpPr>
        <p:spPr>
          <a:xfrm>
            <a:off x="11460671" y="729781"/>
            <a:ext cx="57633" cy="57633"/>
          </a:xfrm>
          <a:prstGeom prst="ellipse">
            <a:avLst/>
          </a:prstGeom>
          <a:solidFill>
            <a:srgbClr val="000000"/>
          </a:solidFill>
          <a:ln/>
        </p:spPr>
        <p:txBody>
          <a:bodyPr/>
          <a:lstStyle/>
          <a:p>
            <a:endParaRPr/>
          </a:p>
        </p:txBody>
      </p:sp>
      <p:sp>
        <p:nvSpPr>
          <p:cNvPr id="44" name="Shape 42"/>
          <p:cNvSpPr/>
          <p:nvPr/>
        </p:nvSpPr>
        <p:spPr>
          <a:xfrm>
            <a:off x="11407973" y="756415"/>
            <a:ext cx="35960" cy="35960"/>
          </a:xfrm>
          <a:prstGeom prst="ellipse">
            <a:avLst/>
          </a:prstGeom>
          <a:solidFill>
            <a:srgbClr val="000000"/>
          </a:solidFill>
          <a:ln/>
        </p:spPr>
        <p:txBody>
          <a:bodyPr/>
          <a:lstStyle/>
          <a:p>
            <a:endParaRPr/>
          </a:p>
        </p:txBody>
      </p:sp>
      <p:sp>
        <p:nvSpPr>
          <p:cNvPr id="45" name="Shape 43"/>
          <p:cNvSpPr/>
          <p:nvPr/>
        </p:nvSpPr>
        <p:spPr>
          <a:xfrm>
            <a:off x="11207308" y="763884"/>
            <a:ext cx="34616" cy="34616"/>
          </a:xfrm>
          <a:prstGeom prst="ellipse">
            <a:avLst/>
          </a:prstGeom>
          <a:solidFill>
            <a:srgbClr val="000000"/>
          </a:solidFill>
          <a:ln/>
        </p:spPr>
        <p:txBody>
          <a:bodyPr/>
          <a:lstStyle/>
          <a:p>
            <a:endParaRPr/>
          </a:p>
        </p:txBody>
      </p:sp>
      <p:sp>
        <p:nvSpPr>
          <p:cNvPr id="46" name="Shape 44"/>
          <p:cNvSpPr/>
          <p:nvPr/>
        </p:nvSpPr>
        <p:spPr>
          <a:xfrm>
            <a:off x="11018670" y="780462"/>
            <a:ext cx="34616" cy="34616"/>
          </a:xfrm>
          <a:prstGeom prst="ellipse">
            <a:avLst/>
          </a:prstGeom>
          <a:solidFill>
            <a:srgbClr val="000000"/>
          </a:solidFill>
          <a:ln/>
        </p:spPr>
        <p:txBody>
          <a:bodyPr/>
          <a:lstStyle/>
          <a:p>
            <a:endParaRPr/>
          </a:p>
        </p:txBody>
      </p:sp>
      <p:sp>
        <p:nvSpPr>
          <p:cNvPr id="47" name="Shape 45"/>
          <p:cNvSpPr/>
          <p:nvPr/>
        </p:nvSpPr>
        <p:spPr>
          <a:xfrm>
            <a:off x="11591670" y="780123"/>
            <a:ext cx="35294" cy="35294"/>
          </a:xfrm>
          <a:prstGeom prst="ellipse">
            <a:avLst/>
          </a:prstGeom>
          <a:solidFill>
            <a:srgbClr val="000000"/>
          </a:solidFill>
          <a:ln/>
        </p:spPr>
        <p:txBody>
          <a:bodyPr/>
          <a:lstStyle/>
          <a:p>
            <a:endParaRPr/>
          </a:p>
        </p:txBody>
      </p:sp>
      <p:sp>
        <p:nvSpPr>
          <p:cNvPr id="48" name="Shape 46"/>
          <p:cNvSpPr/>
          <p:nvPr/>
        </p:nvSpPr>
        <p:spPr>
          <a:xfrm>
            <a:off x="11079010" y="790179"/>
            <a:ext cx="51270" cy="51270"/>
          </a:xfrm>
          <a:prstGeom prst="ellipse">
            <a:avLst/>
          </a:prstGeom>
          <a:solidFill>
            <a:srgbClr val="000000"/>
          </a:solidFill>
          <a:ln/>
        </p:spPr>
        <p:txBody>
          <a:bodyPr/>
          <a:lstStyle/>
          <a:p>
            <a:endParaRPr/>
          </a:p>
        </p:txBody>
      </p:sp>
      <p:sp>
        <p:nvSpPr>
          <p:cNvPr id="49" name="Shape 47"/>
          <p:cNvSpPr/>
          <p:nvPr/>
        </p:nvSpPr>
        <p:spPr>
          <a:xfrm>
            <a:off x="11515218" y="789692"/>
            <a:ext cx="52602" cy="52602"/>
          </a:xfrm>
          <a:prstGeom prst="ellipse">
            <a:avLst/>
          </a:prstGeom>
          <a:solidFill>
            <a:srgbClr val="000000"/>
          </a:solidFill>
          <a:ln/>
        </p:spPr>
        <p:txBody>
          <a:bodyPr/>
          <a:lstStyle/>
          <a:p>
            <a:endParaRPr/>
          </a:p>
        </p:txBody>
      </p:sp>
      <p:sp>
        <p:nvSpPr>
          <p:cNvPr id="50" name="Shape 48"/>
          <p:cNvSpPr/>
          <p:nvPr/>
        </p:nvSpPr>
        <p:spPr>
          <a:xfrm>
            <a:off x="11147371" y="803460"/>
            <a:ext cx="35627" cy="35627"/>
          </a:xfrm>
          <a:prstGeom prst="ellipse">
            <a:avLst/>
          </a:prstGeom>
          <a:solidFill>
            <a:srgbClr val="000000"/>
          </a:solidFill>
          <a:ln/>
        </p:spPr>
        <p:txBody>
          <a:bodyPr/>
          <a:lstStyle/>
          <a:p>
            <a:endParaRPr/>
          </a:p>
        </p:txBody>
      </p:sp>
      <p:sp>
        <p:nvSpPr>
          <p:cNvPr id="51" name="Shape 49"/>
          <p:cNvSpPr/>
          <p:nvPr/>
        </p:nvSpPr>
        <p:spPr>
          <a:xfrm>
            <a:off x="11347786" y="804293"/>
            <a:ext cx="35294" cy="35294"/>
          </a:xfrm>
          <a:prstGeom prst="ellipse">
            <a:avLst/>
          </a:prstGeom>
          <a:solidFill>
            <a:srgbClr val="000000"/>
          </a:solidFill>
          <a:ln/>
        </p:spPr>
        <p:txBody>
          <a:bodyPr/>
          <a:lstStyle/>
          <a:p>
            <a:endParaRPr/>
          </a:p>
        </p:txBody>
      </p:sp>
      <p:sp>
        <p:nvSpPr>
          <p:cNvPr id="52" name="Shape 50"/>
          <p:cNvSpPr/>
          <p:nvPr/>
        </p:nvSpPr>
        <p:spPr>
          <a:xfrm>
            <a:off x="11465119" y="800919"/>
            <a:ext cx="34961" cy="34961"/>
          </a:xfrm>
          <a:prstGeom prst="ellipse">
            <a:avLst/>
          </a:prstGeom>
          <a:solidFill>
            <a:srgbClr val="000000"/>
          </a:solidFill>
          <a:ln/>
        </p:spPr>
        <p:txBody>
          <a:bodyPr/>
          <a:lstStyle/>
          <a:p>
            <a:endParaRPr/>
          </a:p>
        </p:txBody>
      </p:sp>
      <p:sp>
        <p:nvSpPr>
          <p:cNvPr id="53" name="Shape 51"/>
          <p:cNvSpPr/>
          <p:nvPr/>
        </p:nvSpPr>
        <p:spPr>
          <a:xfrm>
            <a:off x="11270669" y="806590"/>
            <a:ext cx="35627" cy="35627"/>
          </a:xfrm>
          <a:prstGeom prst="ellipse">
            <a:avLst/>
          </a:prstGeom>
          <a:solidFill>
            <a:srgbClr val="000000"/>
          </a:solidFill>
          <a:ln/>
        </p:spPr>
        <p:txBody>
          <a:bodyPr/>
          <a:lstStyle/>
          <a:p>
            <a:endParaRPr/>
          </a:p>
        </p:txBody>
      </p:sp>
      <p:sp>
        <p:nvSpPr>
          <p:cNvPr id="54" name="Shape 52"/>
          <p:cNvSpPr/>
          <p:nvPr/>
        </p:nvSpPr>
        <p:spPr>
          <a:xfrm>
            <a:off x="11191498" y="817766"/>
            <a:ext cx="57633" cy="57633"/>
          </a:xfrm>
          <a:prstGeom prst="ellipse">
            <a:avLst/>
          </a:prstGeom>
          <a:solidFill>
            <a:srgbClr val="000000"/>
          </a:solidFill>
          <a:ln/>
        </p:spPr>
        <p:txBody>
          <a:bodyPr/>
          <a:lstStyle/>
          <a:p>
            <a:endParaRPr/>
          </a:p>
        </p:txBody>
      </p:sp>
      <p:sp>
        <p:nvSpPr>
          <p:cNvPr id="55" name="Shape 53"/>
          <p:cNvSpPr/>
          <p:nvPr/>
        </p:nvSpPr>
        <p:spPr>
          <a:xfrm>
            <a:off x="11396573" y="817888"/>
            <a:ext cx="57633" cy="57633"/>
          </a:xfrm>
          <a:prstGeom prst="ellipse">
            <a:avLst/>
          </a:prstGeom>
          <a:solidFill>
            <a:srgbClr val="000000"/>
          </a:solidFill>
          <a:ln/>
        </p:spPr>
        <p:txBody>
          <a:bodyPr/>
          <a:lstStyle/>
          <a:p>
            <a:endParaRPr/>
          </a:p>
        </p:txBody>
      </p:sp>
      <p:sp>
        <p:nvSpPr>
          <p:cNvPr id="56" name="Shape 54"/>
          <p:cNvSpPr/>
          <p:nvPr/>
        </p:nvSpPr>
        <p:spPr>
          <a:xfrm>
            <a:off x="11123445" y="851985"/>
            <a:ext cx="52167" cy="52167"/>
          </a:xfrm>
          <a:prstGeom prst="ellipse">
            <a:avLst/>
          </a:prstGeom>
          <a:solidFill>
            <a:srgbClr val="000000"/>
          </a:solidFill>
          <a:ln/>
        </p:spPr>
        <p:txBody>
          <a:bodyPr/>
          <a:lstStyle/>
          <a:p>
            <a:endParaRPr/>
          </a:p>
        </p:txBody>
      </p:sp>
      <p:sp>
        <p:nvSpPr>
          <p:cNvPr id="57" name="Shape 55"/>
          <p:cNvSpPr/>
          <p:nvPr/>
        </p:nvSpPr>
        <p:spPr>
          <a:xfrm>
            <a:off x="11294647" y="851390"/>
            <a:ext cx="57223" cy="57223"/>
          </a:xfrm>
          <a:prstGeom prst="ellipse">
            <a:avLst/>
          </a:prstGeom>
          <a:solidFill>
            <a:srgbClr val="000000"/>
          </a:solidFill>
          <a:ln/>
        </p:spPr>
        <p:txBody>
          <a:bodyPr/>
          <a:lstStyle/>
          <a:p>
            <a:endParaRPr/>
          </a:p>
        </p:txBody>
      </p:sp>
      <p:sp>
        <p:nvSpPr>
          <p:cNvPr id="58" name="Shape 56"/>
          <p:cNvSpPr/>
          <p:nvPr/>
        </p:nvSpPr>
        <p:spPr>
          <a:xfrm>
            <a:off x="11470202" y="852382"/>
            <a:ext cx="52384" cy="52384"/>
          </a:xfrm>
          <a:prstGeom prst="ellipse">
            <a:avLst/>
          </a:prstGeom>
          <a:solidFill>
            <a:srgbClr val="000000"/>
          </a:solidFill>
          <a:ln/>
        </p:spPr>
        <p:txBody>
          <a:bodyPr/>
          <a:lstStyle/>
          <a:p>
            <a:endParaRPr/>
          </a:p>
        </p:txBody>
      </p:sp>
      <p:sp>
        <p:nvSpPr>
          <p:cNvPr id="59" name="Shape 57"/>
          <p:cNvSpPr/>
          <p:nvPr/>
        </p:nvSpPr>
        <p:spPr>
          <a:xfrm>
            <a:off x="11060774" y="864607"/>
            <a:ext cx="35627" cy="35627"/>
          </a:xfrm>
          <a:prstGeom prst="ellipse">
            <a:avLst/>
          </a:prstGeom>
          <a:solidFill>
            <a:srgbClr val="000000"/>
          </a:solidFill>
          <a:ln/>
        </p:spPr>
        <p:txBody>
          <a:bodyPr/>
          <a:lstStyle/>
          <a:p>
            <a:endParaRPr/>
          </a:p>
        </p:txBody>
      </p:sp>
      <p:sp>
        <p:nvSpPr>
          <p:cNvPr id="60" name="Shape 58"/>
          <p:cNvSpPr/>
          <p:nvPr/>
        </p:nvSpPr>
        <p:spPr>
          <a:xfrm>
            <a:off x="11548733" y="864185"/>
            <a:ext cx="35627" cy="35627"/>
          </a:xfrm>
          <a:prstGeom prst="ellipse">
            <a:avLst/>
          </a:prstGeom>
          <a:solidFill>
            <a:srgbClr val="000000"/>
          </a:solidFill>
          <a:ln/>
        </p:spPr>
        <p:txBody>
          <a:bodyPr/>
          <a:lstStyle/>
          <a:p>
            <a:endParaRPr/>
          </a:p>
        </p:txBody>
      </p:sp>
      <p:sp>
        <p:nvSpPr>
          <p:cNvPr id="61" name="Shape 59"/>
          <p:cNvSpPr/>
          <p:nvPr/>
        </p:nvSpPr>
        <p:spPr>
          <a:xfrm>
            <a:off x="11246231" y="873908"/>
            <a:ext cx="35627" cy="35627"/>
          </a:xfrm>
          <a:prstGeom prst="ellipse">
            <a:avLst/>
          </a:prstGeom>
          <a:solidFill>
            <a:srgbClr val="000000"/>
          </a:solidFill>
          <a:ln/>
        </p:spPr>
        <p:txBody>
          <a:bodyPr/>
          <a:lstStyle/>
          <a:p>
            <a:endParaRPr/>
          </a:p>
        </p:txBody>
      </p:sp>
      <p:sp>
        <p:nvSpPr>
          <p:cNvPr id="62" name="Shape 60"/>
          <p:cNvSpPr/>
          <p:nvPr/>
        </p:nvSpPr>
        <p:spPr>
          <a:xfrm>
            <a:off x="11367418" y="872896"/>
            <a:ext cx="35627" cy="35627"/>
          </a:xfrm>
          <a:prstGeom prst="ellipse">
            <a:avLst/>
          </a:prstGeom>
          <a:solidFill>
            <a:srgbClr val="000000"/>
          </a:solidFill>
          <a:ln/>
        </p:spPr>
        <p:txBody>
          <a:bodyPr/>
          <a:lstStyle/>
          <a:p>
            <a:endParaRPr/>
          </a:p>
        </p:txBody>
      </p:sp>
      <p:sp>
        <p:nvSpPr>
          <p:cNvPr id="63" name="Shape 61"/>
          <p:cNvSpPr/>
          <p:nvPr/>
        </p:nvSpPr>
        <p:spPr>
          <a:xfrm>
            <a:off x="11185366" y="897322"/>
            <a:ext cx="51936" cy="51936"/>
          </a:xfrm>
          <a:prstGeom prst="ellipse">
            <a:avLst/>
          </a:prstGeom>
          <a:solidFill>
            <a:srgbClr val="000000"/>
          </a:solidFill>
          <a:ln/>
        </p:spPr>
        <p:txBody>
          <a:bodyPr/>
          <a:lstStyle/>
          <a:p>
            <a:endParaRPr/>
          </a:p>
        </p:txBody>
      </p:sp>
      <p:sp>
        <p:nvSpPr>
          <p:cNvPr id="64" name="Shape 62"/>
          <p:cNvSpPr/>
          <p:nvPr/>
        </p:nvSpPr>
        <p:spPr>
          <a:xfrm>
            <a:off x="11407845" y="897655"/>
            <a:ext cx="52602" cy="52602"/>
          </a:xfrm>
          <a:prstGeom prst="ellipse">
            <a:avLst/>
          </a:prstGeom>
          <a:solidFill>
            <a:srgbClr val="000000"/>
          </a:solidFill>
          <a:ln/>
        </p:spPr>
        <p:txBody>
          <a:bodyPr/>
          <a:lstStyle/>
          <a:p>
            <a:endParaRPr/>
          </a:p>
        </p:txBody>
      </p:sp>
      <p:sp>
        <p:nvSpPr>
          <p:cNvPr id="65" name="Shape 63"/>
          <p:cNvSpPr/>
          <p:nvPr/>
        </p:nvSpPr>
        <p:spPr>
          <a:xfrm>
            <a:off x="11258822" y="921466"/>
            <a:ext cx="51270" cy="51270"/>
          </a:xfrm>
          <a:prstGeom prst="ellipse">
            <a:avLst/>
          </a:prstGeom>
          <a:solidFill>
            <a:srgbClr val="000000"/>
          </a:solidFill>
          <a:ln/>
        </p:spPr>
        <p:txBody>
          <a:bodyPr/>
          <a:lstStyle/>
          <a:p>
            <a:endParaRPr/>
          </a:p>
        </p:txBody>
      </p:sp>
      <p:sp>
        <p:nvSpPr>
          <p:cNvPr id="66" name="Shape 64"/>
          <p:cNvSpPr/>
          <p:nvPr/>
        </p:nvSpPr>
        <p:spPr>
          <a:xfrm>
            <a:off x="11335350" y="921504"/>
            <a:ext cx="51270" cy="51270"/>
          </a:xfrm>
          <a:prstGeom prst="ellipse">
            <a:avLst/>
          </a:prstGeom>
          <a:solidFill>
            <a:srgbClr val="000000"/>
          </a:solidFill>
          <a:ln/>
        </p:spPr>
        <p:txBody>
          <a:bodyPr/>
          <a:lstStyle/>
          <a:p>
            <a:endParaRPr/>
          </a:p>
        </p:txBody>
      </p:sp>
      <p:sp>
        <p:nvSpPr>
          <p:cNvPr id="67" name="Shape 65"/>
          <p:cNvSpPr/>
          <p:nvPr/>
        </p:nvSpPr>
        <p:spPr>
          <a:xfrm>
            <a:off x="11127388" y="931368"/>
            <a:ext cx="35294" cy="35294"/>
          </a:xfrm>
          <a:prstGeom prst="ellipse">
            <a:avLst/>
          </a:prstGeom>
          <a:solidFill>
            <a:srgbClr val="000000"/>
          </a:solidFill>
          <a:ln/>
        </p:spPr>
        <p:txBody>
          <a:bodyPr/>
          <a:lstStyle/>
          <a:p>
            <a:endParaRPr/>
          </a:p>
        </p:txBody>
      </p:sp>
      <p:sp>
        <p:nvSpPr>
          <p:cNvPr id="68" name="Shape 66"/>
          <p:cNvSpPr/>
          <p:nvPr/>
        </p:nvSpPr>
        <p:spPr>
          <a:xfrm>
            <a:off x="11481979" y="931035"/>
            <a:ext cx="35960" cy="35960"/>
          </a:xfrm>
          <a:prstGeom prst="ellipse">
            <a:avLst/>
          </a:prstGeom>
          <a:solidFill>
            <a:srgbClr val="000000"/>
          </a:solidFill>
          <a:ln/>
        </p:spPr>
        <p:txBody>
          <a:bodyPr/>
          <a:lstStyle/>
          <a:p>
            <a:endParaRPr/>
          </a:p>
        </p:txBody>
      </p:sp>
      <p:sp>
        <p:nvSpPr>
          <p:cNvPr id="69" name="Shape 67"/>
          <p:cNvSpPr/>
          <p:nvPr/>
        </p:nvSpPr>
        <p:spPr>
          <a:xfrm>
            <a:off x="11211987" y="974695"/>
            <a:ext cx="34961" cy="34961"/>
          </a:xfrm>
          <a:prstGeom prst="ellipse">
            <a:avLst/>
          </a:prstGeom>
          <a:solidFill>
            <a:srgbClr val="000000"/>
          </a:solidFill>
          <a:ln/>
        </p:spPr>
        <p:txBody>
          <a:bodyPr/>
          <a:lstStyle/>
          <a:p>
            <a:endParaRPr/>
          </a:p>
        </p:txBody>
      </p:sp>
      <p:sp>
        <p:nvSpPr>
          <p:cNvPr id="70" name="Shape 68"/>
          <p:cNvSpPr/>
          <p:nvPr/>
        </p:nvSpPr>
        <p:spPr>
          <a:xfrm>
            <a:off x="11398461" y="974695"/>
            <a:ext cx="34961" cy="34961"/>
          </a:xfrm>
          <a:prstGeom prst="ellipse">
            <a:avLst/>
          </a:prstGeom>
          <a:solidFill>
            <a:srgbClr val="000000"/>
          </a:solidFill>
          <a:ln/>
        </p:spPr>
        <p:txBody>
          <a:bodyPr/>
          <a:lstStyle/>
          <a:p>
            <a:endParaRPr/>
          </a:p>
        </p:txBody>
      </p:sp>
      <p:sp>
        <p:nvSpPr>
          <p:cNvPr id="71" name="Shape 69"/>
          <p:cNvSpPr/>
          <p:nvPr/>
        </p:nvSpPr>
        <p:spPr>
          <a:xfrm>
            <a:off x="11304837" y="988501"/>
            <a:ext cx="35627" cy="35627"/>
          </a:xfrm>
          <a:prstGeom prst="ellipse">
            <a:avLst/>
          </a:prstGeom>
          <a:solidFill>
            <a:srgbClr val="000000"/>
          </a:solidFill>
          <a:ln/>
        </p:spPr>
        <p:txBody>
          <a:bodyPr/>
          <a:lstStyle/>
          <a:p>
            <a:endParaRPr/>
          </a:p>
        </p:txBody>
      </p:sp>
      <p:sp>
        <p:nvSpPr>
          <p:cNvPr id="72" name="Text 70"/>
          <p:cNvSpPr/>
          <p:nvPr/>
        </p:nvSpPr>
        <p:spPr>
          <a:xfrm>
            <a:off x="548640" y="411480"/>
            <a:ext cx="10088575" cy="777240"/>
          </a:xfrm>
          <a:prstGeom prst="rect">
            <a:avLst/>
          </a:prstGeom>
          <a:noFill/>
          <a:ln/>
        </p:spPr>
        <p:txBody>
          <a:bodyPr wrap="square" lIns="0" tIns="0" rIns="0" bIns="0" rtlCol="0" anchor="ctr"/>
          <a:lstStyle/>
          <a:p>
            <a:pPr marL="0" indent="0" algn="l">
              <a:lnSpc>
                <a:spcPct val="105000"/>
              </a:lnSpc>
              <a:buNone/>
            </a:pPr>
            <a:r>
              <a:rPr lang="en-US" sz="3200" dirty="0">
                <a:solidFill>
                  <a:srgbClr val="3D68EC"/>
                </a:solidFill>
                <a:latin typeface="General Sans Semibold" pitchFamily="34" charset="0"/>
                <a:ea typeface="General Sans Semibold" pitchFamily="34" charset="-122"/>
                <a:cs typeface="General Sans Semibold" pitchFamily="34" charset="-120"/>
              </a:rPr>
              <a:t>/3-bouwen: bouwen, controleren, één vraag</a:t>
            </a:r>
            <a:endParaRPr lang="en-US" sz="3200" dirty="0"/>
          </a:p>
        </p:txBody>
      </p:sp>
      <p:sp>
        <p:nvSpPr>
          <p:cNvPr id="73" name="Shape 71"/>
          <p:cNvSpPr/>
          <p:nvPr/>
        </p:nvSpPr>
        <p:spPr>
          <a:xfrm>
            <a:off x="548640" y="1417320"/>
            <a:ext cx="11094415" cy="868680"/>
          </a:xfrm>
          <a:prstGeom prst="roundRect">
            <a:avLst>
              <a:gd name="adj" fmla="val 15512"/>
            </a:avLst>
          </a:prstGeom>
          <a:solidFill>
            <a:srgbClr val="FFFFFF"/>
          </a:solidFill>
          <a:ln/>
        </p:spPr>
        <p:txBody>
          <a:bodyPr/>
          <a:lstStyle/>
          <a:p>
            <a:endParaRPr/>
          </a:p>
        </p:txBody>
      </p:sp>
      <p:sp>
        <p:nvSpPr>
          <p:cNvPr id="74" name="Text 72"/>
          <p:cNvSpPr/>
          <p:nvPr/>
        </p:nvSpPr>
        <p:spPr>
          <a:xfrm>
            <a:off x="822960" y="1472184"/>
            <a:ext cx="3840480" cy="758952"/>
          </a:xfrm>
          <a:prstGeom prst="rect">
            <a:avLst/>
          </a:prstGeom>
          <a:noFill/>
          <a:ln/>
        </p:spPr>
        <p:txBody>
          <a:bodyPr wrap="square" lIns="0" tIns="0" rIns="0" bIns="0" rtlCol="0" anchor="ctr"/>
          <a:lstStyle/>
          <a:p>
            <a:pPr marL="0" indent="0" algn="l">
              <a:lnSpc>
                <a:spcPct val="105000"/>
              </a:lnSpc>
              <a:buNone/>
            </a:pPr>
            <a:r>
              <a:rPr lang="en-US" sz="1600" dirty="0">
                <a:solidFill>
                  <a:srgbClr val="000000"/>
                </a:solidFill>
                <a:latin typeface="General Sans Semibold" pitchFamily="34" charset="0"/>
                <a:ea typeface="General Sans Semibold" pitchFamily="34" charset="-122"/>
                <a:cs typeface="General Sans Semibold" pitchFamily="34" charset="-120"/>
              </a:rPr>
              <a:t>Bouwt</a:t>
            </a:r>
            <a:endParaRPr lang="en-US" sz="1600" dirty="0"/>
          </a:p>
        </p:txBody>
      </p:sp>
      <p:sp>
        <p:nvSpPr>
          <p:cNvPr id="75" name="Text 73"/>
          <p:cNvSpPr/>
          <p:nvPr/>
        </p:nvSpPr>
        <p:spPr>
          <a:xfrm>
            <a:off x="4754880" y="1472184"/>
            <a:ext cx="4572000" cy="758952"/>
          </a:xfrm>
          <a:prstGeom prst="rect">
            <a:avLst/>
          </a:prstGeom>
          <a:noFill/>
          <a:ln/>
        </p:spPr>
        <p:txBody>
          <a:bodyPr wrap="square" lIns="0" tIns="0" rIns="0" bIns="0" rtlCol="0" anchor="ctr"/>
          <a:lstStyle/>
          <a:p>
            <a:pPr marL="0" indent="0" algn="l">
              <a:lnSpc>
                <a:spcPct val="105000"/>
              </a:lnSpc>
              <a:buNone/>
            </a:pPr>
            <a:r>
              <a:rPr lang="en-US" sz="1400" dirty="0">
                <a:solidFill>
                  <a:srgbClr val="000000"/>
                </a:solidFill>
                <a:latin typeface="General Sans" pitchFamily="34" charset="0"/>
                <a:ea typeface="General Sans" pitchFamily="34" charset="-122"/>
                <a:cs typeface="General Sans" pitchFamily="34" charset="-120"/>
              </a:rPr>
              <a:t>Uit je schets en keuzes, zonder vragen vooraf</a:t>
            </a:r>
            <a:endParaRPr lang="en-US" sz="1400" dirty="0"/>
          </a:p>
        </p:txBody>
      </p:sp>
      <p:sp>
        <p:nvSpPr>
          <p:cNvPr id="76" name="Shape 74"/>
          <p:cNvSpPr/>
          <p:nvPr/>
        </p:nvSpPr>
        <p:spPr>
          <a:xfrm>
            <a:off x="9859975" y="1687068"/>
            <a:ext cx="1554480" cy="329184"/>
          </a:xfrm>
          <a:prstGeom prst="roundRect">
            <a:avLst>
              <a:gd name="adj" fmla="val 138889"/>
            </a:avLst>
          </a:prstGeom>
          <a:solidFill>
            <a:srgbClr val="3D68EC"/>
          </a:solidFill>
          <a:ln/>
        </p:spPr>
        <p:txBody>
          <a:bodyPr/>
          <a:lstStyle/>
          <a:p>
            <a:endParaRPr/>
          </a:p>
        </p:txBody>
      </p:sp>
      <p:sp>
        <p:nvSpPr>
          <p:cNvPr id="77" name="Text 75"/>
          <p:cNvSpPr/>
          <p:nvPr/>
        </p:nvSpPr>
        <p:spPr>
          <a:xfrm>
            <a:off x="9951415" y="1687068"/>
            <a:ext cx="1371600" cy="329184"/>
          </a:xfrm>
          <a:prstGeom prst="rect">
            <a:avLst/>
          </a:prstGeom>
          <a:noFill/>
          <a:ln/>
        </p:spPr>
        <p:txBody>
          <a:bodyPr wrap="square" lIns="0" tIns="0" rIns="0" bIns="0" rtlCol="0" anchor="ctr"/>
          <a:lstStyle/>
          <a:p>
            <a:pPr marL="0" indent="0" algn="ctr">
              <a:lnSpc>
                <a:spcPct val="105000"/>
              </a:lnSpc>
              <a:buNone/>
            </a:pPr>
            <a:r>
              <a:rPr lang="en-US" sz="1100" dirty="0">
                <a:solidFill>
                  <a:srgbClr val="F4D9DC"/>
                </a:solidFill>
                <a:latin typeface="General Sans Semibold" pitchFamily="34" charset="0"/>
                <a:ea typeface="General Sans Semibold" pitchFamily="34" charset="-122"/>
                <a:cs typeface="General Sans Semibold" pitchFamily="34" charset="-120"/>
              </a:rPr>
              <a:t>Stap 1</a:t>
            </a:r>
            <a:endParaRPr lang="en-US" sz="1100" dirty="0"/>
          </a:p>
        </p:txBody>
      </p:sp>
      <p:sp>
        <p:nvSpPr>
          <p:cNvPr id="78" name="Shape 76"/>
          <p:cNvSpPr/>
          <p:nvPr/>
        </p:nvSpPr>
        <p:spPr>
          <a:xfrm>
            <a:off x="548640" y="2377440"/>
            <a:ext cx="11094415" cy="868680"/>
          </a:xfrm>
          <a:prstGeom prst="roundRect">
            <a:avLst>
              <a:gd name="adj" fmla="val 15512"/>
            </a:avLst>
          </a:prstGeom>
          <a:solidFill>
            <a:srgbClr val="FFFFFF"/>
          </a:solidFill>
          <a:ln/>
        </p:spPr>
        <p:txBody>
          <a:bodyPr/>
          <a:lstStyle/>
          <a:p>
            <a:endParaRPr/>
          </a:p>
        </p:txBody>
      </p:sp>
      <p:sp>
        <p:nvSpPr>
          <p:cNvPr id="79" name="Text 77"/>
          <p:cNvSpPr/>
          <p:nvPr/>
        </p:nvSpPr>
        <p:spPr>
          <a:xfrm>
            <a:off x="822960" y="2432304"/>
            <a:ext cx="3840480" cy="758952"/>
          </a:xfrm>
          <a:prstGeom prst="rect">
            <a:avLst/>
          </a:prstGeom>
          <a:noFill/>
          <a:ln/>
        </p:spPr>
        <p:txBody>
          <a:bodyPr wrap="square" lIns="0" tIns="0" rIns="0" bIns="0" rtlCol="0" anchor="ctr"/>
          <a:lstStyle/>
          <a:p>
            <a:pPr marL="0" indent="0" algn="l">
              <a:lnSpc>
                <a:spcPct val="105000"/>
              </a:lnSpc>
              <a:buNone/>
            </a:pPr>
            <a:r>
              <a:rPr lang="en-US" sz="1600" dirty="0">
                <a:solidFill>
                  <a:srgbClr val="000000"/>
                </a:solidFill>
                <a:latin typeface="General Sans Semibold" pitchFamily="34" charset="0"/>
                <a:ea typeface="General Sans Semibold" pitchFamily="34" charset="-122"/>
                <a:cs typeface="General Sans Semibold" pitchFamily="34" charset="-120"/>
              </a:rPr>
              <a:t>Controleert</a:t>
            </a:r>
            <a:endParaRPr lang="en-US" sz="1600" dirty="0"/>
          </a:p>
        </p:txBody>
      </p:sp>
      <p:sp>
        <p:nvSpPr>
          <p:cNvPr id="80" name="Text 78"/>
          <p:cNvSpPr/>
          <p:nvPr/>
        </p:nvSpPr>
        <p:spPr>
          <a:xfrm>
            <a:off x="4754880" y="2432304"/>
            <a:ext cx="4572000" cy="758952"/>
          </a:xfrm>
          <a:prstGeom prst="rect">
            <a:avLst/>
          </a:prstGeom>
          <a:noFill/>
          <a:ln/>
        </p:spPr>
        <p:txBody>
          <a:bodyPr wrap="square" lIns="0" tIns="0" rIns="0" bIns="0" rtlCol="0" anchor="ctr"/>
          <a:lstStyle/>
          <a:p>
            <a:pPr marL="0" indent="0" algn="l">
              <a:lnSpc>
                <a:spcPct val="105000"/>
              </a:lnSpc>
              <a:buNone/>
            </a:pPr>
            <a:r>
              <a:rPr lang="en-US" sz="1400" dirty="0">
                <a:solidFill>
                  <a:srgbClr val="000000"/>
                </a:solidFill>
                <a:latin typeface="General Sans" pitchFamily="34" charset="0"/>
                <a:ea typeface="General Sans" pitchFamily="34" charset="-122"/>
                <a:cs typeface="General Sans" pitchFamily="34" charset="-120"/>
              </a:rPr>
              <a:t>Volgt het je schets precies? Privacydrempel erin</a:t>
            </a:r>
            <a:endParaRPr lang="en-US" sz="1400" dirty="0"/>
          </a:p>
        </p:txBody>
      </p:sp>
      <p:sp>
        <p:nvSpPr>
          <p:cNvPr id="81" name="Shape 79"/>
          <p:cNvSpPr/>
          <p:nvPr/>
        </p:nvSpPr>
        <p:spPr>
          <a:xfrm>
            <a:off x="9859975" y="2647188"/>
            <a:ext cx="1554480" cy="329184"/>
          </a:xfrm>
          <a:prstGeom prst="roundRect">
            <a:avLst>
              <a:gd name="adj" fmla="val 138889"/>
            </a:avLst>
          </a:prstGeom>
          <a:solidFill>
            <a:srgbClr val="DD784B"/>
          </a:solidFill>
          <a:ln/>
        </p:spPr>
        <p:txBody>
          <a:bodyPr/>
          <a:lstStyle/>
          <a:p>
            <a:endParaRPr/>
          </a:p>
        </p:txBody>
      </p:sp>
      <p:sp>
        <p:nvSpPr>
          <p:cNvPr id="82" name="Text 80"/>
          <p:cNvSpPr/>
          <p:nvPr/>
        </p:nvSpPr>
        <p:spPr>
          <a:xfrm>
            <a:off x="9951415" y="2647188"/>
            <a:ext cx="1371600" cy="329184"/>
          </a:xfrm>
          <a:prstGeom prst="rect">
            <a:avLst/>
          </a:prstGeom>
          <a:noFill/>
          <a:ln/>
        </p:spPr>
        <p:txBody>
          <a:bodyPr wrap="square" lIns="0" tIns="0" rIns="0" bIns="0" rtlCol="0" anchor="ctr"/>
          <a:lstStyle/>
          <a:p>
            <a:pPr marL="0" indent="0" algn="ctr">
              <a:lnSpc>
                <a:spcPct val="105000"/>
              </a:lnSpc>
              <a:buNone/>
            </a:pPr>
            <a:r>
              <a:rPr lang="en-US" sz="1100" dirty="0">
                <a:solidFill>
                  <a:srgbClr val="000000"/>
                </a:solidFill>
                <a:latin typeface="General Sans Semibold" pitchFamily="34" charset="0"/>
                <a:ea typeface="General Sans Semibold" pitchFamily="34" charset="-122"/>
                <a:cs typeface="General Sans Semibold" pitchFamily="34" charset="-120"/>
              </a:rPr>
              <a:t>Stap 2</a:t>
            </a:r>
            <a:endParaRPr lang="en-US" sz="1100" dirty="0"/>
          </a:p>
        </p:txBody>
      </p:sp>
      <p:sp>
        <p:nvSpPr>
          <p:cNvPr id="83" name="Shape 81"/>
          <p:cNvSpPr/>
          <p:nvPr/>
        </p:nvSpPr>
        <p:spPr>
          <a:xfrm>
            <a:off x="548640" y="3337560"/>
            <a:ext cx="11094415" cy="868680"/>
          </a:xfrm>
          <a:prstGeom prst="roundRect">
            <a:avLst>
              <a:gd name="adj" fmla="val 15512"/>
            </a:avLst>
          </a:prstGeom>
          <a:solidFill>
            <a:srgbClr val="FFFFFF"/>
          </a:solidFill>
          <a:ln/>
        </p:spPr>
        <p:txBody>
          <a:bodyPr/>
          <a:lstStyle/>
          <a:p>
            <a:endParaRPr/>
          </a:p>
        </p:txBody>
      </p:sp>
      <p:sp>
        <p:nvSpPr>
          <p:cNvPr id="84" name="Text 82"/>
          <p:cNvSpPr/>
          <p:nvPr/>
        </p:nvSpPr>
        <p:spPr>
          <a:xfrm>
            <a:off x="822960" y="3392424"/>
            <a:ext cx="3840480" cy="758952"/>
          </a:xfrm>
          <a:prstGeom prst="rect">
            <a:avLst/>
          </a:prstGeom>
          <a:noFill/>
          <a:ln/>
        </p:spPr>
        <p:txBody>
          <a:bodyPr wrap="square" lIns="0" tIns="0" rIns="0" bIns="0" rtlCol="0" anchor="ctr"/>
          <a:lstStyle/>
          <a:p>
            <a:pPr marL="0" indent="0" algn="l">
              <a:lnSpc>
                <a:spcPct val="105000"/>
              </a:lnSpc>
              <a:buNone/>
            </a:pPr>
            <a:r>
              <a:rPr lang="en-US" sz="1600" dirty="0">
                <a:solidFill>
                  <a:srgbClr val="000000"/>
                </a:solidFill>
                <a:latin typeface="General Sans Semibold" pitchFamily="34" charset="0"/>
                <a:ea typeface="General Sans Semibold" pitchFamily="34" charset="-122"/>
                <a:cs typeface="General Sans Semibold" pitchFamily="34" charset="-120"/>
              </a:rPr>
              <a:t>Eén vraag</a:t>
            </a:r>
            <a:endParaRPr lang="en-US" sz="1600" dirty="0"/>
          </a:p>
        </p:txBody>
      </p:sp>
      <p:sp>
        <p:nvSpPr>
          <p:cNvPr id="85" name="Text 83"/>
          <p:cNvSpPr/>
          <p:nvPr/>
        </p:nvSpPr>
        <p:spPr>
          <a:xfrm>
            <a:off x="4754880" y="3392424"/>
            <a:ext cx="4572000" cy="758952"/>
          </a:xfrm>
          <a:prstGeom prst="rect">
            <a:avLst/>
          </a:prstGeom>
          <a:noFill/>
          <a:ln/>
        </p:spPr>
        <p:txBody>
          <a:bodyPr wrap="square" lIns="0" tIns="0" rIns="0" bIns="0" rtlCol="0" anchor="ctr"/>
          <a:lstStyle/>
          <a:p>
            <a:pPr marL="0" indent="0" algn="l">
              <a:lnSpc>
                <a:spcPct val="105000"/>
              </a:lnSpc>
              <a:buNone/>
            </a:pPr>
            <a:r>
              <a:rPr lang="en-US" sz="1400" dirty="0">
                <a:solidFill>
                  <a:srgbClr val="000000"/>
                </a:solidFill>
                <a:latin typeface="General Sans" pitchFamily="34" charset="0"/>
                <a:ea typeface="General Sans" pitchFamily="34" charset="-122"/>
                <a:cs typeface="General Sans" pitchFamily="34" charset="-120"/>
              </a:rPr>
              <a:t>Klopt het? Iets anders gaat via de schets</a:t>
            </a:r>
            <a:endParaRPr lang="en-US" sz="1400" dirty="0"/>
          </a:p>
        </p:txBody>
      </p:sp>
      <p:sp>
        <p:nvSpPr>
          <p:cNvPr id="86" name="Shape 84"/>
          <p:cNvSpPr/>
          <p:nvPr/>
        </p:nvSpPr>
        <p:spPr>
          <a:xfrm>
            <a:off x="9859975" y="3607308"/>
            <a:ext cx="1554480" cy="329184"/>
          </a:xfrm>
          <a:prstGeom prst="roundRect">
            <a:avLst>
              <a:gd name="adj" fmla="val 138889"/>
            </a:avLst>
          </a:prstGeom>
          <a:solidFill>
            <a:srgbClr val="00AF81"/>
          </a:solidFill>
          <a:ln/>
        </p:spPr>
        <p:txBody>
          <a:bodyPr/>
          <a:lstStyle/>
          <a:p>
            <a:endParaRPr/>
          </a:p>
        </p:txBody>
      </p:sp>
      <p:sp>
        <p:nvSpPr>
          <p:cNvPr id="87" name="Text 85"/>
          <p:cNvSpPr/>
          <p:nvPr/>
        </p:nvSpPr>
        <p:spPr>
          <a:xfrm>
            <a:off x="9951415" y="3607308"/>
            <a:ext cx="1371600" cy="329184"/>
          </a:xfrm>
          <a:prstGeom prst="rect">
            <a:avLst/>
          </a:prstGeom>
          <a:noFill/>
          <a:ln/>
        </p:spPr>
        <p:txBody>
          <a:bodyPr wrap="square" lIns="0" tIns="0" rIns="0" bIns="0" rtlCol="0" anchor="ctr"/>
          <a:lstStyle/>
          <a:p>
            <a:pPr marL="0" indent="0" algn="ctr">
              <a:lnSpc>
                <a:spcPct val="105000"/>
              </a:lnSpc>
              <a:buNone/>
            </a:pPr>
            <a:r>
              <a:rPr lang="en-US" sz="1100" dirty="0">
                <a:solidFill>
                  <a:srgbClr val="000000"/>
                </a:solidFill>
                <a:latin typeface="General Sans Semibold" pitchFamily="34" charset="0"/>
                <a:ea typeface="General Sans Semibold" pitchFamily="34" charset="-122"/>
                <a:cs typeface="General Sans Semibold" pitchFamily="34" charset="-120"/>
              </a:rPr>
              <a:t>Stap 3</a:t>
            </a:r>
            <a:endParaRPr lang="en-US" sz="1100" dirty="0"/>
          </a:p>
        </p:txBody>
      </p:sp>
      <p:sp>
        <p:nvSpPr>
          <p:cNvPr id="88" name="Shape 86"/>
          <p:cNvSpPr/>
          <p:nvPr/>
        </p:nvSpPr>
        <p:spPr>
          <a:xfrm>
            <a:off x="548640" y="4297680"/>
            <a:ext cx="11094415" cy="868680"/>
          </a:xfrm>
          <a:prstGeom prst="roundRect">
            <a:avLst>
              <a:gd name="adj" fmla="val 15512"/>
            </a:avLst>
          </a:prstGeom>
          <a:solidFill>
            <a:srgbClr val="FFFFFF"/>
          </a:solidFill>
          <a:ln/>
        </p:spPr>
        <p:txBody>
          <a:bodyPr/>
          <a:lstStyle/>
          <a:p>
            <a:endParaRPr/>
          </a:p>
        </p:txBody>
      </p:sp>
      <p:sp>
        <p:nvSpPr>
          <p:cNvPr id="89" name="Text 87"/>
          <p:cNvSpPr/>
          <p:nvPr/>
        </p:nvSpPr>
        <p:spPr>
          <a:xfrm>
            <a:off x="822960" y="4352544"/>
            <a:ext cx="3840480" cy="758952"/>
          </a:xfrm>
          <a:prstGeom prst="rect">
            <a:avLst/>
          </a:prstGeom>
          <a:noFill/>
          <a:ln/>
        </p:spPr>
        <p:txBody>
          <a:bodyPr wrap="square" lIns="0" tIns="0" rIns="0" bIns="0" rtlCol="0" anchor="ctr"/>
          <a:lstStyle/>
          <a:p>
            <a:pPr marL="0" indent="0" algn="l">
              <a:lnSpc>
                <a:spcPct val="105000"/>
              </a:lnSpc>
              <a:buNone/>
            </a:pPr>
            <a:r>
              <a:rPr lang="en-US" sz="1600" dirty="0">
                <a:solidFill>
                  <a:srgbClr val="000000"/>
                </a:solidFill>
                <a:latin typeface="General Sans Semibold" pitchFamily="34" charset="0"/>
                <a:ea typeface="General Sans Semibold" pitchFamily="34" charset="-122"/>
                <a:cs typeface="General Sans Semibold" pitchFamily="34" charset="-120"/>
              </a:rPr>
              <a:t>Geen conclusies</a:t>
            </a:r>
            <a:endParaRPr lang="en-US" sz="1600" dirty="0"/>
          </a:p>
        </p:txBody>
      </p:sp>
      <p:sp>
        <p:nvSpPr>
          <p:cNvPr id="90" name="Text 88"/>
          <p:cNvSpPr/>
          <p:nvPr/>
        </p:nvSpPr>
        <p:spPr>
          <a:xfrm>
            <a:off x="4754880" y="4352544"/>
            <a:ext cx="4572000" cy="758952"/>
          </a:xfrm>
          <a:prstGeom prst="rect">
            <a:avLst/>
          </a:prstGeom>
          <a:noFill/>
          <a:ln/>
        </p:spPr>
        <p:txBody>
          <a:bodyPr wrap="square" lIns="0" tIns="0" rIns="0" bIns="0" rtlCol="0" anchor="ctr"/>
          <a:lstStyle/>
          <a:p>
            <a:pPr marL="0" indent="0" algn="l">
              <a:lnSpc>
                <a:spcPct val="105000"/>
              </a:lnSpc>
              <a:buNone/>
            </a:pPr>
            <a:r>
              <a:rPr lang="en-US" sz="1400" dirty="0">
                <a:solidFill>
                  <a:srgbClr val="000000"/>
                </a:solidFill>
                <a:latin typeface="General Sans" pitchFamily="34" charset="0"/>
                <a:ea typeface="General Sans" pitchFamily="34" charset="-122"/>
                <a:cs typeface="General Sans" pitchFamily="34" charset="-120"/>
              </a:rPr>
              <a:t>Interpreteren blijft mensenwerk</a:t>
            </a:r>
            <a:endParaRPr lang="en-US" sz="1400" dirty="0"/>
          </a:p>
        </p:txBody>
      </p:sp>
      <p:sp>
        <p:nvSpPr>
          <p:cNvPr id="91" name="Shape 89"/>
          <p:cNvSpPr/>
          <p:nvPr/>
        </p:nvSpPr>
        <p:spPr>
          <a:xfrm>
            <a:off x="9859975" y="4567428"/>
            <a:ext cx="1554480" cy="329184"/>
          </a:xfrm>
          <a:prstGeom prst="roundRect">
            <a:avLst>
              <a:gd name="adj" fmla="val 138889"/>
            </a:avLst>
          </a:prstGeom>
          <a:solidFill>
            <a:srgbClr val="F4D74B"/>
          </a:solidFill>
          <a:ln/>
        </p:spPr>
        <p:txBody>
          <a:bodyPr/>
          <a:lstStyle/>
          <a:p>
            <a:endParaRPr/>
          </a:p>
        </p:txBody>
      </p:sp>
      <p:sp>
        <p:nvSpPr>
          <p:cNvPr id="92" name="Text 90"/>
          <p:cNvSpPr/>
          <p:nvPr/>
        </p:nvSpPr>
        <p:spPr>
          <a:xfrm>
            <a:off x="9951415" y="4567428"/>
            <a:ext cx="1371600" cy="329184"/>
          </a:xfrm>
          <a:prstGeom prst="rect">
            <a:avLst/>
          </a:prstGeom>
          <a:noFill/>
          <a:ln/>
        </p:spPr>
        <p:txBody>
          <a:bodyPr wrap="square" lIns="0" tIns="0" rIns="0" bIns="0" rtlCol="0" anchor="ctr"/>
          <a:lstStyle/>
          <a:p>
            <a:pPr marL="0" indent="0" algn="ctr">
              <a:lnSpc>
                <a:spcPct val="105000"/>
              </a:lnSpc>
              <a:buNone/>
            </a:pPr>
            <a:r>
              <a:rPr lang="en-US" sz="1100" dirty="0">
                <a:solidFill>
                  <a:srgbClr val="000000"/>
                </a:solidFill>
                <a:latin typeface="General Sans Semibold" pitchFamily="34" charset="0"/>
                <a:ea typeface="General Sans Semibold" pitchFamily="34" charset="-122"/>
                <a:cs typeface="General Sans Semibold" pitchFamily="34" charset="-120"/>
              </a:rPr>
              <a:t>Altijd</a:t>
            </a:r>
            <a:endParaRPr lang="en-US" sz="1100" dirty="0"/>
          </a:p>
        </p:txBody>
      </p:sp>
      <p:sp>
        <p:nvSpPr>
          <p:cNvPr id="93" name="Text 91"/>
          <p:cNvSpPr/>
          <p:nvPr/>
        </p:nvSpPr>
        <p:spPr>
          <a:xfrm>
            <a:off x="548640" y="5394960"/>
            <a:ext cx="11094415" cy="457200"/>
          </a:xfrm>
          <a:prstGeom prst="rect">
            <a:avLst/>
          </a:prstGeom>
          <a:noFill/>
          <a:ln/>
        </p:spPr>
        <p:txBody>
          <a:bodyPr wrap="square" lIns="0" tIns="0" rIns="0" bIns="0" rtlCol="0" anchor="t"/>
          <a:lstStyle/>
          <a:p>
            <a:pPr marL="0" indent="0" algn="l">
              <a:lnSpc>
                <a:spcPct val="105000"/>
              </a:lnSpc>
              <a:buNone/>
            </a:pPr>
            <a:r>
              <a:rPr lang="en-US" sz="1800" dirty="0">
                <a:solidFill>
                  <a:srgbClr val="000000"/>
                </a:solidFill>
                <a:latin typeface="General Sans" pitchFamily="34" charset="0"/>
                <a:ea typeface="General Sans" pitchFamily="34" charset="-122"/>
                <a:cs typeface="General Sans" pitchFamily="34" charset="-120"/>
              </a:rPr>
              <a:t>Levert: </a:t>
            </a:r>
            <a:r>
              <a:rPr lang="en-US" sz="1800" dirty="0">
                <a:solidFill>
                  <a:srgbClr val="3D68EC"/>
                </a:solidFill>
                <a:latin typeface="General Sans Semibold" pitchFamily="34" charset="0"/>
                <a:ea typeface="General Sans Semibold" pitchFamily="34" charset="-122"/>
                <a:cs typeface="General Sans Semibold" pitchFamily="34" charset="-120"/>
              </a:rPr>
              <a:t>dashboard.html</a:t>
            </a:r>
            <a:r>
              <a:rPr lang="en-US" sz="1800" dirty="0">
                <a:solidFill>
                  <a:srgbClr val="000000"/>
                </a:solidFill>
                <a:latin typeface="General Sans" pitchFamily="34" charset="0"/>
                <a:ea typeface="General Sans" pitchFamily="34" charset="-122"/>
                <a:cs typeface="General Sans" pitchFamily="34" charset="-120"/>
              </a:rPr>
              <a:t>, om te downloaden. Er gaat niets naar GitHub.</a:t>
            </a:r>
            <a:endParaRPr lang="en-US" sz="1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CCEEE6"/>
        </a:solidFill>
        <a:effectLst/>
      </p:bgPr>
    </p:bg>
    <p:spTree>
      <p:nvGrpSpPr>
        <p:cNvPr id="1" name=""/>
        <p:cNvGrpSpPr/>
        <p:nvPr/>
      </p:nvGrpSpPr>
      <p:grpSpPr>
        <a:xfrm>
          <a:off x="0" y="0"/>
          <a:ext cx="0" cy="0"/>
          <a:chOff x="0" y="0"/>
          <a:chExt cx="0" cy="0"/>
        </a:xfrm>
      </p:grpSpPr>
      <p:sp>
        <p:nvSpPr>
          <p:cNvPr id="2" name="Shape 0"/>
          <p:cNvSpPr/>
          <p:nvPr/>
        </p:nvSpPr>
        <p:spPr>
          <a:xfrm>
            <a:off x="11304952" y="384048"/>
            <a:ext cx="35960" cy="35960"/>
          </a:xfrm>
          <a:prstGeom prst="ellipse">
            <a:avLst/>
          </a:prstGeom>
          <a:solidFill>
            <a:srgbClr val="000000"/>
          </a:solidFill>
          <a:ln/>
        </p:spPr>
        <p:txBody>
          <a:bodyPr/>
          <a:lstStyle/>
          <a:p>
            <a:endParaRPr/>
          </a:p>
        </p:txBody>
      </p:sp>
      <p:sp>
        <p:nvSpPr>
          <p:cNvPr id="3" name="Shape 1"/>
          <p:cNvSpPr/>
          <p:nvPr/>
        </p:nvSpPr>
        <p:spPr>
          <a:xfrm>
            <a:off x="11212173" y="399224"/>
            <a:ext cx="34616" cy="34616"/>
          </a:xfrm>
          <a:prstGeom prst="ellipse">
            <a:avLst/>
          </a:prstGeom>
          <a:solidFill>
            <a:srgbClr val="000000"/>
          </a:solidFill>
          <a:ln/>
        </p:spPr>
        <p:txBody>
          <a:bodyPr/>
          <a:lstStyle/>
          <a:p>
            <a:endParaRPr/>
          </a:p>
        </p:txBody>
      </p:sp>
      <p:sp>
        <p:nvSpPr>
          <p:cNvPr id="4" name="Shape 2"/>
          <p:cNvSpPr/>
          <p:nvPr/>
        </p:nvSpPr>
        <p:spPr>
          <a:xfrm>
            <a:off x="11398641" y="399224"/>
            <a:ext cx="34616" cy="34616"/>
          </a:xfrm>
          <a:prstGeom prst="ellipse">
            <a:avLst/>
          </a:prstGeom>
          <a:solidFill>
            <a:srgbClr val="000000"/>
          </a:solidFill>
          <a:ln/>
        </p:spPr>
        <p:txBody>
          <a:bodyPr/>
          <a:lstStyle/>
          <a:p>
            <a:endParaRPr/>
          </a:p>
        </p:txBody>
      </p:sp>
      <p:sp>
        <p:nvSpPr>
          <p:cNvPr id="5" name="Shape 3"/>
          <p:cNvSpPr/>
          <p:nvPr/>
        </p:nvSpPr>
        <p:spPr>
          <a:xfrm>
            <a:off x="11258374" y="435357"/>
            <a:ext cx="51936" cy="51936"/>
          </a:xfrm>
          <a:prstGeom prst="ellipse">
            <a:avLst/>
          </a:prstGeom>
          <a:solidFill>
            <a:srgbClr val="000000"/>
          </a:solidFill>
          <a:ln/>
        </p:spPr>
        <p:txBody>
          <a:bodyPr/>
          <a:lstStyle/>
          <a:p>
            <a:endParaRPr/>
          </a:p>
        </p:txBody>
      </p:sp>
      <p:sp>
        <p:nvSpPr>
          <p:cNvPr id="6" name="Shape 4"/>
          <p:cNvSpPr/>
          <p:nvPr/>
        </p:nvSpPr>
        <p:spPr>
          <a:xfrm>
            <a:off x="11335407" y="435306"/>
            <a:ext cx="51718" cy="51718"/>
          </a:xfrm>
          <a:prstGeom prst="ellipse">
            <a:avLst/>
          </a:prstGeom>
          <a:solidFill>
            <a:srgbClr val="000000"/>
          </a:solidFill>
          <a:ln/>
        </p:spPr>
        <p:txBody>
          <a:bodyPr/>
          <a:lstStyle/>
          <a:p>
            <a:endParaRPr/>
          </a:p>
        </p:txBody>
      </p:sp>
      <p:sp>
        <p:nvSpPr>
          <p:cNvPr id="7" name="Shape 5"/>
          <p:cNvSpPr/>
          <p:nvPr/>
        </p:nvSpPr>
        <p:spPr>
          <a:xfrm>
            <a:off x="11127388" y="442398"/>
            <a:ext cx="35294" cy="35294"/>
          </a:xfrm>
          <a:prstGeom prst="ellipse">
            <a:avLst/>
          </a:prstGeom>
          <a:solidFill>
            <a:srgbClr val="000000"/>
          </a:solidFill>
          <a:ln/>
        </p:spPr>
        <p:txBody>
          <a:bodyPr/>
          <a:lstStyle/>
          <a:p>
            <a:endParaRPr/>
          </a:p>
        </p:txBody>
      </p:sp>
      <p:sp>
        <p:nvSpPr>
          <p:cNvPr id="8" name="Shape 6"/>
          <p:cNvSpPr/>
          <p:nvPr/>
        </p:nvSpPr>
        <p:spPr>
          <a:xfrm>
            <a:off x="11482145" y="441649"/>
            <a:ext cx="35960" cy="35960"/>
          </a:xfrm>
          <a:prstGeom prst="ellipse">
            <a:avLst/>
          </a:prstGeom>
          <a:solidFill>
            <a:srgbClr val="000000"/>
          </a:solidFill>
          <a:ln/>
        </p:spPr>
        <p:txBody>
          <a:bodyPr/>
          <a:lstStyle/>
          <a:p>
            <a:endParaRPr/>
          </a:p>
        </p:txBody>
      </p:sp>
      <p:sp>
        <p:nvSpPr>
          <p:cNvPr id="9" name="Shape 7"/>
          <p:cNvSpPr/>
          <p:nvPr/>
        </p:nvSpPr>
        <p:spPr>
          <a:xfrm>
            <a:off x="11185603" y="459328"/>
            <a:ext cx="52167" cy="52167"/>
          </a:xfrm>
          <a:prstGeom prst="ellipse">
            <a:avLst/>
          </a:prstGeom>
          <a:solidFill>
            <a:srgbClr val="000000"/>
          </a:solidFill>
          <a:ln/>
        </p:spPr>
        <p:txBody>
          <a:bodyPr/>
          <a:lstStyle/>
          <a:p>
            <a:endParaRPr/>
          </a:p>
        </p:txBody>
      </p:sp>
      <p:sp>
        <p:nvSpPr>
          <p:cNvPr id="10" name="Shape 8"/>
          <p:cNvSpPr/>
          <p:nvPr/>
        </p:nvSpPr>
        <p:spPr>
          <a:xfrm>
            <a:off x="11408043" y="458713"/>
            <a:ext cx="52384" cy="52384"/>
          </a:xfrm>
          <a:prstGeom prst="ellipse">
            <a:avLst/>
          </a:prstGeom>
          <a:solidFill>
            <a:srgbClr val="000000"/>
          </a:solidFill>
          <a:ln/>
        </p:spPr>
        <p:txBody>
          <a:bodyPr/>
          <a:lstStyle/>
          <a:p>
            <a:endParaRPr/>
          </a:p>
        </p:txBody>
      </p:sp>
      <p:sp>
        <p:nvSpPr>
          <p:cNvPr id="11" name="Shape 9"/>
          <p:cNvSpPr/>
          <p:nvPr/>
        </p:nvSpPr>
        <p:spPr>
          <a:xfrm>
            <a:off x="11241891" y="499749"/>
            <a:ext cx="36613" cy="36613"/>
          </a:xfrm>
          <a:prstGeom prst="ellipse">
            <a:avLst/>
          </a:prstGeom>
          <a:solidFill>
            <a:srgbClr val="000000"/>
          </a:solidFill>
          <a:ln/>
        </p:spPr>
        <p:txBody>
          <a:bodyPr/>
          <a:lstStyle/>
          <a:p>
            <a:endParaRPr/>
          </a:p>
        </p:txBody>
      </p:sp>
      <p:sp>
        <p:nvSpPr>
          <p:cNvPr id="12" name="Shape 10"/>
          <p:cNvSpPr/>
          <p:nvPr/>
        </p:nvSpPr>
        <p:spPr>
          <a:xfrm>
            <a:off x="11294557" y="500146"/>
            <a:ext cx="57223" cy="57223"/>
          </a:xfrm>
          <a:prstGeom prst="ellipse">
            <a:avLst/>
          </a:prstGeom>
          <a:solidFill>
            <a:srgbClr val="000000"/>
          </a:solidFill>
          <a:ln/>
        </p:spPr>
        <p:txBody>
          <a:bodyPr/>
          <a:lstStyle/>
          <a:p>
            <a:endParaRPr/>
          </a:p>
        </p:txBody>
      </p:sp>
      <p:sp>
        <p:nvSpPr>
          <p:cNvPr id="13" name="Shape 11"/>
          <p:cNvSpPr/>
          <p:nvPr/>
        </p:nvSpPr>
        <p:spPr>
          <a:xfrm>
            <a:off x="11364102" y="498770"/>
            <a:ext cx="35294" cy="35294"/>
          </a:xfrm>
          <a:prstGeom prst="ellipse">
            <a:avLst/>
          </a:prstGeom>
          <a:solidFill>
            <a:srgbClr val="000000"/>
          </a:solidFill>
          <a:ln/>
        </p:spPr>
        <p:txBody>
          <a:bodyPr/>
          <a:lstStyle/>
          <a:p>
            <a:endParaRPr/>
          </a:p>
        </p:txBody>
      </p:sp>
      <p:sp>
        <p:nvSpPr>
          <p:cNvPr id="14" name="Shape 12"/>
          <p:cNvSpPr/>
          <p:nvPr/>
        </p:nvSpPr>
        <p:spPr>
          <a:xfrm>
            <a:off x="11123515" y="504524"/>
            <a:ext cx="51936" cy="51936"/>
          </a:xfrm>
          <a:prstGeom prst="ellipse">
            <a:avLst/>
          </a:prstGeom>
          <a:solidFill>
            <a:srgbClr val="000000"/>
          </a:solidFill>
          <a:ln/>
        </p:spPr>
        <p:txBody>
          <a:bodyPr/>
          <a:lstStyle/>
          <a:p>
            <a:endParaRPr/>
          </a:p>
        </p:txBody>
      </p:sp>
      <p:sp>
        <p:nvSpPr>
          <p:cNvPr id="15" name="Shape 13"/>
          <p:cNvSpPr/>
          <p:nvPr/>
        </p:nvSpPr>
        <p:spPr>
          <a:xfrm>
            <a:off x="11470202" y="504300"/>
            <a:ext cx="52384" cy="52384"/>
          </a:xfrm>
          <a:prstGeom prst="ellipse">
            <a:avLst/>
          </a:prstGeom>
          <a:solidFill>
            <a:srgbClr val="000000"/>
          </a:solidFill>
          <a:ln/>
        </p:spPr>
        <p:txBody>
          <a:bodyPr/>
          <a:lstStyle/>
          <a:p>
            <a:endParaRPr/>
          </a:p>
        </p:txBody>
      </p:sp>
      <p:sp>
        <p:nvSpPr>
          <p:cNvPr id="16" name="Shape 14"/>
          <p:cNvSpPr/>
          <p:nvPr/>
        </p:nvSpPr>
        <p:spPr>
          <a:xfrm>
            <a:off x="11060774" y="508825"/>
            <a:ext cx="35627" cy="35627"/>
          </a:xfrm>
          <a:prstGeom prst="ellipse">
            <a:avLst/>
          </a:prstGeom>
          <a:solidFill>
            <a:srgbClr val="000000"/>
          </a:solidFill>
          <a:ln/>
        </p:spPr>
        <p:txBody>
          <a:bodyPr/>
          <a:lstStyle/>
          <a:p>
            <a:endParaRPr/>
          </a:p>
        </p:txBody>
      </p:sp>
      <p:sp>
        <p:nvSpPr>
          <p:cNvPr id="17" name="Shape 15"/>
          <p:cNvSpPr/>
          <p:nvPr/>
        </p:nvSpPr>
        <p:spPr>
          <a:xfrm>
            <a:off x="11548535" y="508038"/>
            <a:ext cx="36613" cy="36613"/>
          </a:xfrm>
          <a:prstGeom prst="ellipse">
            <a:avLst/>
          </a:prstGeom>
          <a:solidFill>
            <a:srgbClr val="000000"/>
          </a:solidFill>
          <a:ln/>
        </p:spPr>
        <p:txBody>
          <a:bodyPr/>
          <a:lstStyle/>
          <a:p>
            <a:endParaRPr/>
          </a:p>
        </p:txBody>
      </p:sp>
      <p:sp>
        <p:nvSpPr>
          <p:cNvPr id="18" name="Shape 16"/>
          <p:cNvSpPr/>
          <p:nvPr/>
        </p:nvSpPr>
        <p:spPr>
          <a:xfrm>
            <a:off x="11191466" y="533379"/>
            <a:ext cx="57825" cy="57825"/>
          </a:xfrm>
          <a:prstGeom prst="ellipse">
            <a:avLst/>
          </a:prstGeom>
          <a:solidFill>
            <a:srgbClr val="000000"/>
          </a:solidFill>
          <a:ln/>
        </p:spPr>
        <p:txBody>
          <a:bodyPr/>
          <a:lstStyle/>
          <a:p>
            <a:endParaRPr/>
          </a:p>
        </p:txBody>
      </p:sp>
      <p:sp>
        <p:nvSpPr>
          <p:cNvPr id="19" name="Shape 17"/>
          <p:cNvSpPr/>
          <p:nvPr/>
        </p:nvSpPr>
        <p:spPr>
          <a:xfrm>
            <a:off x="11396535" y="533494"/>
            <a:ext cx="57428" cy="57428"/>
          </a:xfrm>
          <a:prstGeom prst="ellipse">
            <a:avLst/>
          </a:prstGeom>
          <a:solidFill>
            <a:srgbClr val="000000"/>
          </a:solidFill>
          <a:ln/>
        </p:spPr>
        <p:txBody>
          <a:bodyPr/>
          <a:lstStyle/>
          <a:p>
            <a:endParaRPr/>
          </a:p>
        </p:txBody>
      </p:sp>
      <p:sp>
        <p:nvSpPr>
          <p:cNvPr id="20" name="Shape 18"/>
          <p:cNvSpPr/>
          <p:nvPr/>
        </p:nvSpPr>
        <p:spPr>
          <a:xfrm>
            <a:off x="11079087" y="567226"/>
            <a:ext cx="51270" cy="51270"/>
          </a:xfrm>
          <a:prstGeom prst="ellipse">
            <a:avLst/>
          </a:prstGeom>
          <a:solidFill>
            <a:srgbClr val="000000"/>
          </a:solidFill>
          <a:ln/>
        </p:spPr>
        <p:txBody>
          <a:bodyPr/>
          <a:lstStyle/>
          <a:p>
            <a:endParaRPr/>
          </a:p>
        </p:txBody>
      </p:sp>
      <p:sp>
        <p:nvSpPr>
          <p:cNvPr id="21" name="Shape 19"/>
          <p:cNvSpPr/>
          <p:nvPr/>
        </p:nvSpPr>
        <p:spPr>
          <a:xfrm>
            <a:off x="11339728" y="567053"/>
            <a:ext cx="34616" cy="34616"/>
          </a:xfrm>
          <a:prstGeom prst="ellipse">
            <a:avLst/>
          </a:prstGeom>
          <a:solidFill>
            <a:srgbClr val="000000"/>
          </a:solidFill>
          <a:ln/>
        </p:spPr>
        <p:txBody>
          <a:bodyPr/>
          <a:lstStyle/>
          <a:p>
            <a:endParaRPr/>
          </a:p>
        </p:txBody>
      </p:sp>
      <p:sp>
        <p:nvSpPr>
          <p:cNvPr id="22" name="Shape 20"/>
          <p:cNvSpPr/>
          <p:nvPr/>
        </p:nvSpPr>
        <p:spPr>
          <a:xfrm>
            <a:off x="11515167" y="566234"/>
            <a:ext cx="52819" cy="52819"/>
          </a:xfrm>
          <a:prstGeom prst="ellipse">
            <a:avLst/>
          </a:prstGeom>
          <a:solidFill>
            <a:srgbClr val="000000"/>
          </a:solidFill>
          <a:ln/>
        </p:spPr>
        <p:txBody>
          <a:bodyPr/>
          <a:lstStyle/>
          <a:p>
            <a:endParaRPr/>
          </a:p>
        </p:txBody>
      </p:sp>
      <p:sp>
        <p:nvSpPr>
          <p:cNvPr id="23" name="Shape 21"/>
          <p:cNvSpPr/>
          <p:nvPr/>
        </p:nvSpPr>
        <p:spPr>
          <a:xfrm>
            <a:off x="11262860" y="569742"/>
            <a:ext cx="34961" cy="34961"/>
          </a:xfrm>
          <a:prstGeom prst="ellipse">
            <a:avLst/>
          </a:prstGeom>
          <a:solidFill>
            <a:srgbClr val="000000"/>
          </a:solidFill>
          <a:ln/>
        </p:spPr>
        <p:txBody>
          <a:bodyPr/>
          <a:lstStyle/>
          <a:p>
            <a:endParaRPr/>
          </a:p>
        </p:txBody>
      </p:sp>
      <p:sp>
        <p:nvSpPr>
          <p:cNvPr id="24" name="Shape 22"/>
          <p:cNvSpPr/>
          <p:nvPr/>
        </p:nvSpPr>
        <p:spPr>
          <a:xfrm>
            <a:off x="11462521" y="569818"/>
            <a:ext cx="35294" cy="35294"/>
          </a:xfrm>
          <a:prstGeom prst="ellipse">
            <a:avLst/>
          </a:prstGeom>
          <a:solidFill>
            <a:srgbClr val="000000"/>
          </a:solidFill>
          <a:ln/>
        </p:spPr>
        <p:txBody>
          <a:bodyPr/>
          <a:lstStyle/>
          <a:p>
            <a:endParaRPr/>
          </a:p>
        </p:txBody>
      </p:sp>
      <p:sp>
        <p:nvSpPr>
          <p:cNvPr id="25" name="Shape 23"/>
          <p:cNvSpPr/>
          <p:nvPr/>
        </p:nvSpPr>
        <p:spPr>
          <a:xfrm>
            <a:off x="11145681" y="573441"/>
            <a:ext cx="34270" cy="34270"/>
          </a:xfrm>
          <a:prstGeom prst="ellipse">
            <a:avLst/>
          </a:prstGeom>
          <a:solidFill>
            <a:srgbClr val="000000"/>
          </a:solidFill>
          <a:ln/>
        </p:spPr>
        <p:txBody>
          <a:bodyPr/>
          <a:lstStyle/>
          <a:p>
            <a:endParaRPr/>
          </a:p>
        </p:txBody>
      </p:sp>
      <p:sp>
        <p:nvSpPr>
          <p:cNvPr id="26" name="Shape 24"/>
          <p:cNvSpPr/>
          <p:nvPr/>
        </p:nvSpPr>
        <p:spPr>
          <a:xfrm>
            <a:off x="11592015" y="593213"/>
            <a:ext cx="35294" cy="35294"/>
          </a:xfrm>
          <a:prstGeom prst="ellipse">
            <a:avLst/>
          </a:prstGeom>
          <a:solidFill>
            <a:srgbClr val="000000"/>
          </a:solidFill>
          <a:ln/>
        </p:spPr>
        <p:txBody>
          <a:bodyPr/>
          <a:lstStyle/>
          <a:p>
            <a:endParaRPr/>
          </a:p>
        </p:txBody>
      </p:sp>
      <p:sp>
        <p:nvSpPr>
          <p:cNvPr id="27" name="Shape 25"/>
          <p:cNvSpPr/>
          <p:nvPr/>
        </p:nvSpPr>
        <p:spPr>
          <a:xfrm>
            <a:off x="11019124" y="593444"/>
            <a:ext cx="34616" cy="34616"/>
          </a:xfrm>
          <a:prstGeom prst="ellipse">
            <a:avLst/>
          </a:prstGeom>
          <a:solidFill>
            <a:srgbClr val="000000"/>
          </a:solidFill>
          <a:ln/>
        </p:spPr>
        <p:txBody>
          <a:bodyPr/>
          <a:lstStyle/>
          <a:p>
            <a:endParaRPr/>
          </a:p>
        </p:txBody>
      </p:sp>
      <p:sp>
        <p:nvSpPr>
          <p:cNvPr id="28" name="Shape 26"/>
          <p:cNvSpPr/>
          <p:nvPr/>
        </p:nvSpPr>
        <p:spPr>
          <a:xfrm>
            <a:off x="11403576" y="610214"/>
            <a:ext cx="34961" cy="34961"/>
          </a:xfrm>
          <a:prstGeom prst="ellipse">
            <a:avLst/>
          </a:prstGeom>
          <a:solidFill>
            <a:srgbClr val="000000"/>
          </a:solidFill>
          <a:ln/>
        </p:spPr>
        <p:txBody>
          <a:bodyPr/>
          <a:lstStyle/>
          <a:p>
            <a:endParaRPr/>
          </a:p>
        </p:txBody>
      </p:sp>
      <p:sp>
        <p:nvSpPr>
          <p:cNvPr id="29" name="Shape 27"/>
          <p:cNvSpPr/>
          <p:nvPr/>
        </p:nvSpPr>
        <p:spPr>
          <a:xfrm>
            <a:off x="11201662" y="616570"/>
            <a:ext cx="35627" cy="35627"/>
          </a:xfrm>
          <a:prstGeom prst="ellipse">
            <a:avLst/>
          </a:prstGeom>
          <a:solidFill>
            <a:srgbClr val="000000"/>
          </a:solidFill>
          <a:ln/>
        </p:spPr>
        <p:txBody>
          <a:bodyPr/>
          <a:lstStyle/>
          <a:p>
            <a:endParaRPr/>
          </a:p>
        </p:txBody>
      </p:sp>
      <p:sp>
        <p:nvSpPr>
          <p:cNvPr id="30" name="Shape 28"/>
          <p:cNvSpPr/>
          <p:nvPr/>
        </p:nvSpPr>
        <p:spPr>
          <a:xfrm>
            <a:off x="11127484" y="620705"/>
            <a:ext cx="58030" cy="58030"/>
          </a:xfrm>
          <a:prstGeom prst="ellipse">
            <a:avLst/>
          </a:prstGeom>
          <a:solidFill>
            <a:srgbClr val="000000"/>
          </a:solidFill>
          <a:ln/>
        </p:spPr>
        <p:txBody>
          <a:bodyPr/>
          <a:lstStyle/>
          <a:p>
            <a:endParaRPr/>
          </a:p>
        </p:txBody>
      </p:sp>
      <p:sp>
        <p:nvSpPr>
          <p:cNvPr id="31" name="Shape 29"/>
          <p:cNvSpPr/>
          <p:nvPr/>
        </p:nvSpPr>
        <p:spPr>
          <a:xfrm>
            <a:off x="11460767" y="620852"/>
            <a:ext cx="57428" cy="57428"/>
          </a:xfrm>
          <a:prstGeom prst="ellipse">
            <a:avLst/>
          </a:prstGeom>
          <a:solidFill>
            <a:srgbClr val="000000"/>
          </a:solidFill>
          <a:ln/>
        </p:spPr>
        <p:txBody>
          <a:bodyPr/>
          <a:lstStyle/>
          <a:p>
            <a:endParaRPr/>
          </a:p>
        </p:txBody>
      </p:sp>
      <p:sp>
        <p:nvSpPr>
          <p:cNvPr id="32" name="Shape 30"/>
          <p:cNvSpPr/>
          <p:nvPr/>
        </p:nvSpPr>
        <p:spPr>
          <a:xfrm>
            <a:off x="11055219" y="640144"/>
            <a:ext cx="51718" cy="51718"/>
          </a:xfrm>
          <a:prstGeom prst="ellipse">
            <a:avLst/>
          </a:prstGeom>
          <a:solidFill>
            <a:srgbClr val="000000"/>
          </a:solidFill>
          <a:ln/>
        </p:spPr>
        <p:txBody>
          <a:bodyPr/>
          <a:lstStyle/>
          <a:p>
            <a:endParaRPr/>
          </a:p>
        </p:txBody>
      </p:sp>
      <p:sp>
        <p:nvSpPr>
          <p:cNvPr id="33" name="Shape 31"/>
          <p:cNvSpPr/>
          <p:nvPr/>
        </p:nvSpPr>
        <p:spPr>
          <a:xfrm>
            <a:off x="11539330" y="640266"/>
            <a:ext cx="51270" cy="51270"/>
          </a:xfrm>
          <a:prstGeom prst="ellipse">
            <a:avLst/>
          </a:prstGeom>
          <a:solidFill>
            <a:srgbClr val="000000"/>
          </a:solidFill>
          <a:ln/>
        </p:spPr>
        <p:txBody>
          <a:bodyPr/>
          <a:lstStyle/>
          <a:p>
            <a:endParaRPr/>
          </a:p>
        </p:txBody>
      </p:sp>
      <p:sp>
        <p:nvSpPr>
          <p:cNvPr id="34" name="Shape 32"/>
          <p:cNvSpPr/>
          <p:nvPr/>
        </p:nvSpPr>
        <p:spPr>
          <a:xfrm>
            <a:off x="11429576" y="682274"/>
            <a:ext cx="35627" cy="35627"/>
          </a:xfrm>
          <a:prstGeom prst="ellipse">
            <a:avLst/>
          </a:prstGeom>
          <a:solidFill>
            <a:srgbClr val="000000"/>
          </a:solidFill>
          <a:ln/>
        </p:spPr>
        <p:txBody>
          <a:bodyPr/>
          <a:lstStyle/>
          <a:p>
            <a:endParaRPr/>
          </a:p>
        </p:txBody>
      </p:sp>
      <p:sp>
        <p:nvSpPr>
          <p:cNvPr id="35" name="Shape 33"/>
          <p:cNvSpPr/>
          <p:nvPr/>
        </p:nvSpPr>
        <p:spPr>
          <a:xfrm>
            <a:off x="11004076" y="687222"/>
            <a:ext cx="34616" cy="34616"/>
          </a:xfrm>
          <a:prstGeom prst="ellipse">
            <a:avLst/>
          </a:prstGeom>
          <a:solidFill>
            <a:srgbClr val="000000"/>
          </a:solidFill>
          <a:ln/>
        </p:spPr>
        <p:txBody>
          <a:bodyPr/>
          <a:lstStyle/>
          <a:p>
            <a:endParaRPr/>
          </a:p>
        </p:txBody>
      </p:sp>
      <p:sp>
        <p:nvSpPr>
          <p:cNvPr id="36" name="Shape 34"/>
          <p:cNvSpPr/>
          <p:nvPr/>
        </p:nvSpPr>
        <p:spPr>
          <a:xfrm>
            <a:off x="11502052" y="685321"/>
            <a:ext cx="34270" cy="34270"/>
          </a:xfrm>
          <a:prstGeom prst="ellipse">
            <a:avLst/>
          </a:prstGeom>
          <a:solidFill>
            <a:srgbClr val="000000"/>
          </a:solidFill>
          <a:ln/>
        </p:spPr>
        <p:txBody>
          <a:bodyPr/>
          <a:lstStyle/>
          <a:p>
            <a:endParaRPr/>
          </a:p>
        </p:txBody>
      </p:sp>
      <p:sp>
        <p:nvSpPr>
          <p:cNvPr id="37" name="Shape 35"/>
          <p:cNvSpPr/>
          <p:nvPr/>
        </p:nvSpPr>
        <p:spPr>
          <a:xfrm>
            <a:off x="11606321" y="686422"/>
            <a:ext cx="35627" cy="35627"/>
          </a:xfrm>
          <a:prstGeom prst="ellipse">
            <a:avLst/>
          </a:prstGeom>
          <a:solidFill>
            <a:srgbClr val="000000"/>
          </a:solidFill>
          <a:ln/>
        </p:spPr>
        <p:txBody>
          <a:bodyPr/>
          <a:lstStyle/>
          <a:p>
            <a:endParaRPr/>
          </a:p>
        </p:txBody>
      </p:sp>
      <p:sp>
        <p:nvSpPr>
          <p:cNvPr id="38" name="Shape 36"/>
          <p:cNvSpPr/>
          <p:nvPr/>
        </p:nvSpPr>
        <p:spPr>
          <a:xfrm>
            <a:off x="11108908" y="688957"/>
            <a:ext cx="35294" cy="35294"/>
          </a:xfrm>
          <a:prstGeom prst="ellipse">
            <a:avLst/>
          </a:prstGeom>
          <a:solidFill>
            <a:srgbClr val="000000"/>
          </a:solidFill>
          <a:ln/>
        </p:spPr>
        <p:txBody>
          <a:bodyPr/>
          <a:lstStyle/>
          <a:p>
            <a:endParaRPr/>
          </a:p>
        </p:txBody>
      </p:sp>
      <p:sp>
        <p:nvSpPr>
          <p:cNvPr id="39" name="Shape 37"/>
          <p:cNvSpPr/>
          <p:nvPr/>
        </p:nvSpPr>
        <p:spPr>
          <a:xfrm>
            <a:off x="11179733" y="690371"/>
            <a:ext cx="36613" cy="36613"/>
          </a:xfrm>
          <a:prstGeom prst="ellipse">
            <a:avLst/>
          </a:prstGeom>
          <a:solidFill>
            <a:srgbClr val="000000"/>
          </a:solidFill>
          <a:ln/>
        </p:spPr>
        <p:txBody>
          <a:bodyPr/>
          <a:lstStyle/>
          <a:p>
            <a:endParaRPr/>
          </a:p>
        </p:txBody>
      </p:sp>
      <p:sp>
        <p:nvSpPr>
          <p:cNvPr id="40" name="Shape 38"/>
          <p:cNvSpPr/>
          <p:nvPr/>
        </p:nvSpPr>
        <p:spPr>
          <a:xfrm>
            <a:off x="11054764" y="716576"/>
            <a:ext cx="51936" cy="51936"/>
          </a:xfrm>
          <a:prstGeom prst="ellipse">
            <a:avLst/>
          </a:prstGeom>
          <a:solidFill>
            <a:srgbClr val="000000"/>
          </a:solidFill>
          <a:ln/>
        </p:spPr>
        <p:txBody>
          <a:bodyPr/>
          <a:lstStyle/>
          <a:p>
            <a:endParaRPr/>
          </a:p>
        </p:txBody>
      </p:sp>
      <p:sp>
        <p:nvSpPr>
          <p:cNvPr id="41" name="Shape 39"/>
          <p:cNvSpPr/>
          <p:nvPr/>
        </p:nvSpPr>
        <p:spPr>
          <a:xfrm>
            <a:off x="11539023" y="716851"/>
            <a:ext cx="51488" cy="51488"/>
          </a:xfrm>
          <a:prstGeom prst="ellipse">
            <a:avLst/>
          </a:prstGeom>
          <a:solidFill>
            <a:srgbClr val="000000"/>
          </a:solidFill>
          <a:ln/>
        </p:spPr>
        <p:txBody>
          <a:bodyPr/>
          <a:lstStyle/>
          <a:p>
            <a:endParaRPr/>
          </a:p>
        </p:txBody>
      </p:sp>
      <p:sp>
        <p:nvSpPr>
          <p:cNvPr id="42" name="Shape 40"/>
          <p:cNvSpPr/>
          <p:nvPr/>
        </p:nvSpPr>
        <p:spPr>
          <a:xfrm>
            <a:off x="11127490" y="729288"/>
            <a:ext cx="58222" cy="58222"/>
          </a:xfrm>
          <a:prstGeom prst="ellipse">
            <a:avLst/>
          </a:prstGeom>
          <a:solidFill>
            <a:srgbClr val="000000"/>
          </a:solidFill>
          <a:ln/>
        </p:spPr>
        <p:txBody>
          <a:bodyPr/>
          <a:lstStyle/>
          <a:p>
            <a:endParaRPr/>
          </a:p>
        </p:txBody>
      </p:sp>
      <p:sp>
        <p:nvSpPr>
          <p:cNvPr id="43" name="Shape 41"/>
          <p:cNvSpPr/>
          <p:nvPr/>
        </p:nvSpPr>
        <p:spPr>
          <a:xfrm>
            <a:off x="11460671" y="729781"/>
            <a:ext cx="57633" cy="57633"/>
          </a:xfrm>
          <a:prstGeom prst="ellipse">
            <a:avLst/>
          </a:prstGeom>
          <a:solidFill>
            <a:srgbClr val="000000"/>
          </a:solidFill>
          <a:ln/>
        </p:spPr>
        <p:txBody>
          <a:bodyPr/>
          <a:lstStyle/>
          <a:p>
            <a:endParaRPr/>
          </a:p>
        </p:txBody>
      </p:sp>
      <p:sp>
        <p:nvSpPr>
          <p:cNvPr id="44" name="Shape 42"/>
          <p:cNvSpPr/>
          <p:nvPr/>
        </p:nvSpPr>
        <p:spPr>
          <a:xfrm>
            <a:off x="11407973" y="756415"/>
            <a:ext cx="35960" cy="35960"/>
          </a:xfrm>
          <a:prstGeom prst="ellipse">
            <a:avLst/>
          </a:prstGeom>
          <a:solidFill>
            <a:srgbClr val="000000"/>
          </a:solidFill>
          <a:ln/>
        </p:spPr>
        <p:txBody>
          <a:bodyPr/>
          <a:lstStyle/>
          <a:p>
            <a:endParaRPr/>
          </a:p>
        </p:txBody>
      </p:sp>
      <p:sp>
        <p:nvSpPr>
          <p:cNvPr id="45" name="Shape 43"/>
          <p:cNvSpPr/>
          <p:nvPr/>
        </p:nvSpPr>
        <p:spPr>
          <a:xfrm>
            <a:off x="11207308" y="763884"/>
            <a:ext cx="34616" cy="34616"/>
          </a:xfrm>
          <a:prstGeom prst="ellipse">
            <a:avLst/>
          </a:prstGeom>
          <a:solidFill>
            <a:srgbClr val="000000"/>
          </a:solidFill>
          <a:ln/>
        </p:spPr>
        <p:txBody>
          <a:bodyPr/>
          <a:lstStyle/>
          <a:p>
            <a:endParaRPr/>
          </a:p>
        </p:txBody>
      </p:sp>
      <p:sp>
        <p:nvSpPr>
          <p:cNvPr id="46" name="Shape 44"/>
          <p:cNvSpPr/>
          <p:nvPr/>
        </p:nvSpPr>
        <p:spPr>
          <a:xfrm>
            <a:off x="11018670" y="780462"/>
            <a:ext cx="34616" cy="34616"/>
          </a:xfrm>
          <a:prstGeom prst="ellipse">
            <a:avLst/>
          </a:prstGeom>
          <a:solidFill>
            <a:srgbClr val="000000"/>
          </a:solidFill>
          <a:ln/>
        </p:spPr>
        <p:txBody>
          <a:bodyPr/>
          <a:lstStyle/>
          <a:p>
            <a:endParaRPr/>
          </a:p>
        </p:txBody>
      </p:sp>
      <p:sp>
        <p:nvSpPr>
          <p:cNvPr id="47" name="Shape 45"/>
          <p:cNvSpPr/>
          <p:nvPr/>
        </p:nvSpPr>
        <p:spPr>
          <a:xfrm>
            <a:off x="11591670" y="780123"/>
            <a:ext cx="35294" cy="35294"/>
          </a:xfrm>
          <a:prstGeom prst="ellipse">
            <a:avLst/>
          </a:prstGeom>
          <a:solidFill>
            <a:srgbClr val="000000"/>
          </a:solidFill>
          <a:ln/>
        </p:spPr>
        <p:txBody>
          <a:bodyPr/>
          <a:lstStyle/>
          <a:p>
            <a:endParaRPr/>
          </a:p>
        </p:txBody>
      </p:sp>
      <p:sp>
        <p:nvSpPr>
          <p:cNvPr id="48" name="Shape 46"/>
          <p:cNvSpPr/>
          <p:nvPr/>
        </p:nvSpPr>
        <p:spPr>
          <a:xfrm>
            <a:off x="11079010" y="790179"/>
            <a:ext cx="51270" cy="51270"/>
          </a:xfrm>
          <a:prstGeom prst="ellipse">
            <a:avLst/>
          </a:prstGeom>
          <a:solidFill>
            <a:srgbClr val="000000"/>
          </a:solidFill>
          <a:ln/>
        </p:spPr>
        <p:txBody>
          <a:bodyPr/>
          <a:lstStyle/>
          <a:p>
            <a:endParaRPr/>
          </a:p>
        </p:txBody>
      </p:sp>
      <p:sp>
        <p:nvSpPr>
          <p:cNvPr id="49" name="Shape 47"/>
          <p:cNvSpPr/>
          <p:nvPr/>
        </p:nvSpPr>
        <p:spPr>
          <a:xfrm>
            <a:off x="11515218" y="789692"/>
            <a:ext cx="52602" cy="52602"/>
          </a:xfrm>
          <a:prstGeom prst="ellipse">
            <a:avLst/>
          </a:prstGeom>
          <a:solidFill>
            <a:srgbClr val="000000"/>
          </a:solidFill>
          <a:ln/>
        </p:spPr>
        <p:txBody>
          <a:bodyPr/>
          <a:lstStyle/>
          <a:p>
            <a:endParaRPr/>
          </a:p>
        </p:txBody>
      </p:sp>
      <p:sp>
        <p:nvSpPr>
          <p:cNvPr id="50" name="Shape 48"/>
          <p:cNvSpPr/>
          <p:nvPr/>
        </p:nvSpPr>
        <p:spPr>
          <a:xfrm>
            <a:off x="11147371" y="803460"/>
            <a:ext cx="35627" cy="35627"/>
          </a:xfrm>
          <a:prstGeom prst="ellipse">
            <a:avLst/>
          </a:prstGeom>
          <a:solidFill>
            <a:srgbClr val="000000"/>
          </a:solidFill>
          <a:ln/>
        </p:spPr>
        <p:txBody>
          <a:bodyPr/>
          <a:lstStyle/>
          <a:p>
            <a:endParaRPr/>
          </a:p>
        </p:txBody>
      </p:sp>
      <p:sp>
        <p:nvSpPr>
          <p:cNvPr id="51" name="Shape 49"/>
          <p:cNvSpPr/>
          <p:nvPr/>
        </p:nvSpPr>
        <p:spPr>
          <a:xfrm>
            <a:off x="11347786" y="804293"/>
            <a:ext cx="35294" cy="35294"/>
          </a:xfrm>
          <a:prstGeom prst="ellipse">
            <a:avLst/>
          </a:prstGeom>
          <a:solidFill>
            <a:srgbClr val="000000"/>
          </a:solidFill>
          <a:ln/>
        </p:spPr>
        <p:txBody>
          <a:bodyPr/>
          <a:lstStyle/>
          <a:p>
            <a:endParaRPr/>
          </a:p>
        </p:txBody>
      </p:sp>
      <p:sp>
        <p:nvSpPr>
          <p:cNvPr id="52" name="Shape 50"/>
          <p:cNvSpPr/>
          <p:nvPr/>
        </p:nvSpPr>
        <p:spPr>
          <a:xfrm>
            <a:off x="11465119" y="800919"/>
            <a:ext cx="34961" cy="34961"/>
          </a:xfrm>
          <a:prstGeom prst="ellipse">
            <a:avLst/>
          </a:prstGeom>
          <a:solidFill>
            <a:srgbClr val="000000"/>
          </a:solidFill>
          <a:ln/>
        </p:spPr>
        <p:txBody>
          <a:bodyPr/>
          <a:lstStyle/>
          <a:p>
            <a:endParaRPr/>
          </a:p>
        </p:txBody>
      </p:sp>
      <p:sp>
        <p:nvSpPr>
          <p:cNvPr id="53" name="Shape 51"/>
          <p:cNvSpPr/>
          <p:nvPr/>
        </p:nvSpPr>
        <p:spPr>
          <a:xfrm>
            <a:off x="11270669" y="806590"/>
            <a:ext cx="35627" cy="35627"/>
          </a:xfrm>
          <a:prstGeom prst="ellipse">
            <a:avLst/>
          </a:prstGeom>
          <a:solidFill>
            <a:srgbClr val="000000"/>
          </a:solidFill>
          <a:ln/>
        </p:spPr>
        <p:txBody>
          <a:bodyPr/>
          <a:lstStyle/>
          <a:p>
            <a:endParaRPr/>
          </a:p>
        </p:txBody>
      </p:sp>
      <p:sp>
        <p:nvSpPr>
          <p:cNvPr id="54" name="Shape 52"/>
          <p:cNvSpPr/>
          <p:nvPr/>
        </p:nvSpPr>
        <p:spPr>
          <a:xfrm>
            <a:off x="11191498" y="817766"/>
            <a:ext cx="57633" cy="57633"/>
          </a:xfrm>
          <a:prstGeom prst="ellipse">
            <a:avLst/>
          </a:prstGeom>
          <a:solidFill>
            <a:srgbClr val="000000"/>
          </a:solidFill>
          <a:ln/>
        </p:spPr>
        <p:txBody>
          <a:bodyPr/>
          <a:lstStyle/>
          <a:p>
            <a:endParaRPr/>
          </a:p>
        </p:txBody>
      </p:sp>
      <p:sp>
        <p:nvSpPr>
          <p:cNvPr id="55" name="Shape 53"/>
          <p:cNvSpPr/>
          <p:nvPr/>
        </p:nvSpPr>
        <p:spPr>
          <a:xfrm>
            <a:off x="11396573" y="817888"/>
            <a:ext cx="57633" cy="57633"/>
          </a:xfrm>
          <a:prstGeom prst="ellipse">
            <a:avLst/>
          </a:prstGeom>
          <a:solidFill>
            <a:srgbClr val="000000"/>
          </a:solidFill>
          <a:ln/>
        </p:spPr>
        <p:txBody>
          <a:bodyPr/>
          <a:lstStyle/>
          <a:p>
            <a:endParaRPr/>
          </a:p>
        </p:txBody>
      </p:sp>
      <p:sp>
        <p:nvSpPr>
          <p:cNvPr id="56" name="Shape 54"/>
          <p:cNvSpPr/>
          <p:nvPr/>
        </p:nvSpPr>
        <p:spPr>
          <a:xfrm>
            <a:off x="11123445" y="851985"/>
            <a:ext cx="52167" cy="52167"/>
          </a:xfrm>
          <a:prstGeom prst="ellipse">
            <a:avLst/>
          </a:prstGeom>
          <a:solidFill>
            <a:srgbClr val="000000"/>
          </a:solidFill>
          <a:ln/>
        </p:spPr>
        <p:txBody>
          <a:bodyPr/>
          <a:lstStyle/>
          <a:p>
            <a:endParaRPr/>
          </a:p>
        </p:txBody>
      </p:sp>
      <p:sp>
        <p:nvSpPr>
          <p:cNvPr id="57" name="Shape 55"/>
          <p:cNvSpPr/>
          <p:nvPr/>
        </p:nvSpPr>
        <p:spPr>
          <a:xfrm>
            <a:off x="11294647" y="851390"/>
            <a:ext cx="57223" cy="57223"/>
          </a:xfrm>
          <a:prstGeom prst="ellipse">
            <a:avLst/>
          </a:prstGeom>
          <a:solidFill>
            <a:srgbClr val="000000"/>
          </a:solidFill>
          <a:ln/>
        </p:spPr>
        <p:txBody>
          <a:bodyPr/>
          <a:lstStyle/>
          <a:p>
            <a:endParaRPr/>
          </a:p>
        </p:txBody>
      </p:sp>
      <p:sp>
        <p:nvSpPr>
          <p:cNvPr id="58" name="Shape 56"/>
          <p:cNvSpPr/>
          <p:nvPr/>
        </p:nvSpPr>
        <p:spPr>
          <a:xfrm>
            <a:off x="11470202" y="852382"/>
            <a:ext cx="52384" cy="52384"/>
          </a:xfrm>
          <a:prstGeom prst="ellipse">
            <a:avLst/>
          </a:prstGeom>
          <a:solidFill>
            <a:srgbClr val="000000"/>
          </a:solidFill>
          <a:ln/>
        </p:spPr>
        <p:txBody>
          <a:bodyPr/>
          <a:lstStyle/>
          <a:p>
            <a:endParaRPr/>
          </a:p>
        </p:txBody>
      </p:sp>
      <p:sp>
        <p:nvSpPr>
          <p:cNvPr id="59" name="Shape 57"/>
          <p:cNvSpPr/>
          <p:nvPr/>
        </p:nvSpPr>
        <p:spPr>
          <a:xfrm>
            <a:off x="11060774" y="864607"/>
            <a:ext cx="35627" cy="35627"/>
          </a:xfrm>
          <a:prstGeom prst="ellipse">
            <a:avLst/>
          </a:prstGeom>
          <a:solidFill>
            <a:srgbClr val="000000"/>
          </a:solidFill>
          <a:ln/>
        </p:spPr>
        <p:txBody>
          <a:bodyPr/>
          <a:lstStyle/>
          <a:p>
            <a:endParaRPr/>
          </a:p>
        </p:txBody>
      </p:sp>
      <p:sp>
        <p:nvSpPr>
          <p:cNvPr id="60" name="Shape 58"/>
          <p:cNvSpPr/>
          <p:nvPr/>
        </p:nvSpPr>
        <p:spPr>
          <a:xfrm>
            <a:off x="11548733" y="864185"/>
            <a:ext cx="35627" cy="35627"/>
          </a:xfrm>
          <a:prstGeom prst="ellipse">
            <a:avLst/>
          </a:prstGeom>
          <a:solidFill>
            <a:srgbClr val="000000"/>
          </a:solidFill>
          <a:ln/>
        </p:spPr>
        <p:txBody>
          <a:bodyPr/>
          <a:lstStyle/>
          <a:p>
            <a:endParaRPr/>
          </a:p>
        </p:txBody>
      </p:sp>
      <p:sp>
        <p:nvSpPr>
          <p:cNvPr id="61" name="Shape 59"/>
          <p:cNvSpPr/>
          <p:nvPr/>
        </p:nvSpPr>
        <p:spPr>
          <a:xfrm>
            <a:off x="11246231" y="873908"/>
            <a:ext cx="35627" cy="35627"/>
          </a:xfrm>
          <a:prstGeom prst="ellipse">
            <a:avLst/>
          </a:prstGeom>
          <a:solidFill>
            <a:srgbClr val="000000"/>
          </a:solidFill>
          <a:ln/>
        </p:spPr>
        <p:txBody>
          <a:bodyPr/>
          <a:lstStyle/>
          <a:p>
            <a:endParaRPr/>
          </a:p>
        </p:txBody>
      </p:sp>
      <p:sp>
        <p:nvSpPr>
          <p:cNvPr id="62" name="Shape 60"/>
          <p:cNvSpPr/>
          <p:nvPr/>
        </p:nvSpPr>
        <p:spPr>
          <a:xfrm>
            <a:off x="11367418" y="872896"/>
            <a:ext cx="35627" cy="35627"/>
          </a:xfrm>
          <a:prstGeom prst="ellipse">
            <a:avLst/>
          </a:prstGeom>
          <a:solidFill>
            <a:srgbClr val="000000"/>
          </a:solidFill>
          <a:ln/>
        </p:spPr>
        <p:txBody>
          <a:bodyPr/>
          <a:lstStyle/>
          <a:p>
            <a:endParaRPr/>
          </a:p>
        </p:txBody>
      </p:sp>
      <p:sp>
        <p:nvSpPr>
          <p:cNvPr id="63" name="Shape 61"/>
          <p:cNvSpPr/>
          <p:nvPr/>
        </p:nvSpPr>
        <p:spPr>
          <a:xfrm>
            <a:off x="11185366" y="897322"/>
            <a:ext cx="51936" cy="51936"/>
          </a:xfrm>
          <a:prstGeom prst="ellipse">
            <a:avLst/>
          </a:prstGeom>
          <a:solidFill>
            <a:srgbClr val="000000"/>
          </a:solidFill>
          <a:ln/>
        </p:spPr>
        <p:txBody>
          <a:bodyPr/>
          <a:lstStyle/>
          <a:p>
            <a:endParaRPr/>
          </a:p>
        </p:txBody>
      </p:sp>
      <p:sp>
        <p:nvSpPr>
          <p:cNvPr id="64" name="Shape 62"/>
          <p:cNvSpPr/>
          <p:nvPr/>
        </p:nvSpPr>
        <p:spPr>
          <a:xfrm>
            <a:off x="11407845" y="897655"/>
            <a:ext cx="52602" cy="52602"/>
          </a:xfrm>
          <a:prstGeom prst="ellipse">
            <a:avLst/>
          </a:prstGeom>
          <a:solidFill>
            <a:srgbClr val="000000"/>
          </a:solidFill>
          <a:ln/>
        </p:spPr>
        <p:txBody>
          <a:bodyPr/>
          <a:lstStyle/>
          <a:p>
            <a:endParaRPr/>
          </a:p>
        </p:txBody>
      </p:sp>
      <p:sp>
        <p:nvSpPr>
          <p:cNvPr id="65" name="Shape 63"/>
          <p:cNvSpPr/>
          <p:nvPr/>
        </p:nvSpPr>
        <p:spPr>
          <a:xfrm>
            <a:off x="11258822" y="921466"/>
            <a:ext cx="51270" cy="51270"/>
          </a:xfrm>
          <a:prstGeom prst="ellipse">
            <a:avLst/>
          </a:prstGeom>
          <a:solidFill>
            <a:srgbClr val="000000"/>
          </a:solidFill>
          <a:ln/>
        </p:spPr>
        <p:txBody>
          <a:bodyPr/>
          <a:lstStyle/>
          <a:p>
            <a:endParaRPr/>
          </a:p>
        </p:txBody>
      </p:sp>
      <p:sp>
        <p:nvSpPr>
          <p:cNvPr id="66" name="Shape 64"/>
          <p:cNvSpPr/>
          <p:nvPr/>
        </p:nvSpPr>
        <p:spPr>
          <a:xfrm>
            <a:off x="11335350" y="921504"/>
            <a:ext cx="51270" cy="51270"/>
          </a:xfrm>
          <a:prstGeom prst="ellipse">
            <a:avLst/>
          </a:prstGeom>
          <a:solidFill>
            <a:srgbClr val="000000"/>
          </a:solidFill>
          <a:ln/>
        </p:spPr>
        <p:txBody>
          <a:bodyPr/>
          <a:lstStyle/>
          <a:p>
            <a:endParaRPr/>
          </a:p>
        </p:txBody>
      </p:sp>
      <p:sp>
        <p:nvSpPr>
          <p:cNvPr id="67" name="Shape 65"/>
          <p:cNvSpPr/>
          <p:nvPr/>
        </p:nvSpPr>
        <p:spPr>
          <a:xfrm>
            <a:off x="11127388" y="931368"/>
            <a:ext cx="35294" cy="35294"/>
          </a:xfrm>
          <a:prstGeom prst="ellipse">
            <a:avLst/>
          </a:prstGeom>
          <a:solidFill>
            <a:srgbClr val="000000"/>
          </a:solidFill>
          <a:ln/>
        </p:spPr>
        <p:txBody>
          <a:bodyPr/>
          <a:lstStyle/>
          <a:p>
            <a:endParaRPr/>
          </a:p>
        </p:txBody>
      </p:sp>
      <p:sp>
        <p:nvSpPr>
          <p:cNvPr id="68" name="Shape 66"/>
          <p:cNvSpPr/>
          <p:nvPr/>
        </p:nvSpPr>
        <p:spPr>
          <a:xfrm>
            <a:off x="11481979" y="931035"/>
            <a:ext cx="35960" cy="35960"/>
          </a:xfrm>
          <a:prstGeom prst="ellipse">
            <a:avLst/>
          </a:prstGeom>
          <a:solidFill>
            <a:srgbClr val="000000"/>
          </a:solidFill>
          <a:ln/>
        </p:spPr>
        <p:txBody>
          <a:bodyPr/>
          <a:lstStyle/>
          <a:p>
            <a:endParaRPr/>
          </a:p>
        </p:txBody>
      </p:sp>
      <p:sp>
        <p:nvSpPr>
          <p:cNvPr id="69" name="Shape 67"/>
          <p:cNvSpPr/>
          <p:nvPr/>
        </p:nvSpPr>
        <p:spPr>
          <a:xfrm>
            <a:off x="11211987" y="974695"/>
            <a:ext cx="34961" cy="34961"/>
          </a:xfrm>
          <a:prstGeom prst="ellipse">
            <a:avLst/>
          </a:prstGeom>
          <a:solidFill>
            <a:srgbClr val="000000"/>
          </a:solidFill>
          <a:ln/>
        </p:spPr>
        <p:txBody>
          <a:bodyPr/>
          <a:lstStyle/>
          <a:p>
            <a:endParaRPr/>
          </a:p>
        </p:txBody>
      </p:sp>
      <p:sp>
        <p:nvSpPr>
          <p:cNvPr id="70" name="Shape 68"/>
          <p:cNvSpPr/>
          <p:nvPr/>
        </p:nvSpPr>
        <p:spPr>
          <a:xfrm>
            <a:off x="11398461" y="974695"/>
            <a:ext cx="34961" cy="34961"/>
          </a:xfrm>
          <a:prstGeom prst="ellipse">
            <a:avLst/>
          </a:prstGeom>
          <a:solidFill>
            <a:srgbClr val="000000"/>
          </a:solidFill>
          <a:ln/>
        </p:spPr>
        <p:txBody>
          <a:bodyPr/>
          <a:lstStyle/>
          <a:p>
            <a:endParaRPr/>
          </a:p>
        </p:txBody>
      </p:sp>
      <p:sp>
        <p:nvSpPr>
          <p:cNvPr id="71" name="Shape 69"/>
          <p:cNvSpPr/>
          <p:nvPr/>
        </p:nvSpPr>
        <p:spPr>
          <a:xfrm>
            <a:off x="11304837" y="988501"/>
            <a:ext cx="35627" cy="35627"/>
          </a:xfrm>
          <a:prstGeom prst="ellipse">
            <a:avLst/>
          </a:prstGeom>
          <a:solidFill>
            <a:srgbClr val="000000"/>
          </a:solidFill>
          <a:ln/>
        </p:spPr>
        <p:txBody>
          <a:bodyPr/>
          <a:lstStyle/>
          <a:p>
            <a:endParaRPr/>
          </a:p>
        </p:txBody>
      </p:sp>
      <p:sp>
        <p:nvSpPr>
          <p:cNvPr id="72" name="Text 70"/>
          <p:cNvSpPr/>
          <p:nvPr/>
        </p:nvSpPr>
        <p:spPr>
          <a:xfrm>
            <a:off x="548640" y="411480"/>
            <a:ext cx="10088575" cy="777240"/>
          </a:xfrm>
          <a:prstGeom prst="rect">
            <a:avLst/>
          </a:prstGeom>
          <a:noFill/>
          <a:ln/>
        </p:spPr>
        <p:txBody>
          <a:bodyPr wrap="square" lIns="0" tIns="0" rIns="0" bIns="0" rtlCol="0" anchor="ctr"/>
          <a:lstStyle/>
          <a:p>
            <a:pPr marL="0" indent="0" algn="l">
              <a:lnSpc>
                <a:spcPct val="105000"/>
              </a:lnSpc>
              <a:buNone/>
            </a:pPr>
            <a:r>
              <a:rPr lang="en-US" sz="3400" dirty="0">
                <a:solidFill>
                  <a:srgbClr val="3D68EC"/>
                </a:solidFill>
                <a:latin typeface="General Sans Semibold" pitchFamily="34" charset="0"/>
                <a:ea typeface="General Sans Semibold" pitchFamily="34" charset="-122"/>
                <a:cs typeface="General Sans Semibold" pitchFamily="34" charset="-120"/>
              </a:rPr>
              <a:t>Zo ziet het dashboard eruit</a:t>
            </a:r>
            <a:endParaRPr lang="en-US" sz="3400" dirty="0"/>
          </a:p>
        </p:txBody>
      </p:sp>
      <p:pic>
        <p:nvPicPr>
          <p:cNvPr id="73" name="Image 0" descr="Dashboard met kerncijfers en het aandeel eerstejaars dat stopt per sector"/>
          <p:cNvPicPr>
            <a:picLocks noChangeAspect="1"/>
          </p:cNvPicPr>
          <p:nvPr/>
        </p:nvPicPr>
        <p:blipFill>
          <a:blip r:embed="rId3"/>
          <a:stretch>
            <a:fillRect/>
          </a:stretch>
        </p:blipFill>
        <p:spPr>
          <a:xfrm>
            <a:off x="773853" y="1371600"/>
            <a:ext cx="6620630" cy="4343400"/>
          </a:xfrm>
          <a:prstGeom prst="rect">
            <a:avLst/>
          </a:prstGeom>
        </p:spPr>
      </p:pic>
      <p:sp>
        <p:nvSpPr>
          <p:cNvPr id="74" name="Text 71"/>
          <p:cNvSpPr/>
          <p:nvPr/>
        </p:nvSpPr>
        <p:spPr>
          <a:xfrm>
            <a:off x="548640" y="5852160"/>
            <a:ext cx="7071055" cy="365760"/>
          </a:xfrm>
          <a:prstGeom prst="rect">
            <a:avLst/>
          </a:prstGeom>
          <a:noFill/>
          <a:ln/>
        </p:spPr>
        <p:txBody>
          <a:bodyPr wrap="square" lIns="0" tIns="0" rIns="0" bIns="0" rtlCol="0" anchor="t"/>
          <a:lstStyle/>
          <a:p>
            <a:pPr marL="0" indent="0" algn="ctr">
              <a:lnSpc>
                <a:spcPct val="105000"/>
              </a:lnSpc>
              <a:buNone/>
            </a:pPr>
            <a:r>
              <a:rPr lang="en-US" sz="1300" dirty="0">
                <a:solidFill>
                  <a:srgbClr val="000000"/>
                </a:solidFill>
                <a:latin typeface="General Sans" pitchFamily="34" charset="0"/>
                <a:ea typeface="General Sans" pitchFamily="34" charset="-122"/>
                <a:cs typeface="General Sans" pitchFamily="34" charset="-120"/>
              </a:rPr>
              <a:t>dashboard.html</a:t>
            </a:r>
            <a:endParaRPr lang="en-US" sz="1300" dirty="0"/>
          </a:p>
        </p:txBody>
      </p:sp>
      <p:sp>
        <p:nvSpPr>
          <p:cNvPr id="75" name="Text 72"/>
          <p:cNvSpPr/>
          <p:nvPr/>
        </p:nvSpPr>
        <p:spPr>
          <a:xfrm>
            <a:off x="7894015" y="1463040"/>
            <a:ext cx="3749040" cy="4480560"/>
          </a:xfrm>
          <a:prstGeom prst="rect">
            <a:avLst/>
          </a:prstGeom>
          <a:noFill/>
          <a:ln/>
        </p:spPr>
        <p:txBody>
          <a:bodyPr wrap="square" lIns="0" tIns="0" rIns="0" bIns="0" rtlCol="0" anchor="t"/>
          <a:lstStyle/>
          <a:p>
            <a:pPr marL="0" indent="0" algn="l">
              <a:lnSpc>
                <a:spcPct val="105000"/>
              </a:lnSpc>
              <a:spcAft>
                <a:spcPts val="800"/>
              </a:spcAft>
              <a:buNone/>
            </a:pPr>
            <a:r>
              <a:rPr lang="en-US" sz="1800" dirty="0">
                <a:solidFill>
                  <a:srgbClr val="000000"/>
                </a:solidFill>
                <a:latin typeface="General Sans" pitchFamily="34" charset="0"/>
                <a:ea typeface="General Sans" pitchFamily="34" charset="-122"/>
                <a:cs typeface="General Sans" pitchFamily="34" charset="-120"/>
              </a:rPr>
              <a:t>Dezelfde opzet als de schets, nu met getallen: </a:t>
            </a:r>
            <a:r>
              <a:rPr lang="en-US" sz="1800" dirty="0">
                <a:solidFill>
                  <a:srgbClr val="00AF81"/>
                </a:solidFill>
                <a:latin typeface="General Sans Semibold" pitchFamily="34" charset="0"/>
                <a:ea typeface="General Sans Semibold" pitchFamily="34" charset="-122"/>
                <a:cs typeface="General Sans Semibold" pitchFamily="34" charset="-120"/>
              </a:rPr>
              <a:t>kerncijfers</a:t>
            </a:r>
            <a:r>
              <a:rPr lang="en-US" sz="1800" dirty="0">
                <a:solidFill>
                  <a:srgbClr val="000000"/>
                </a:solidFill>
                <a:latin typeface="General Sans" pitchFamily="34" charset="0"/>
                <a:ea typeface="General Sans" pitchFamily="34" charset="-122"/>
                <a:cs typeface="General Sans" pitchFamily="34" charset="-120"/>
              </a:rPr>
              <a:t> bovenaan, grafieken met </a:t>
            </a:r>
            <a:r>
              <a:rPr lang="en-US" sz="1800" dirty="0">
                <a:solidFill>
                  <a:srgbClr val="00AF81"/>
                </a:solidFill>
                <a:latin typeface="General Sans Semibold" pitchFamily="34" charset="0"/>
                <a:ea typeface="General Sans Semibold" pitchFamily="34" charset="-122"/>
                <a:cs typeface="General Sans Semibold" pitchFamily="34" charset="-120"/>
              </a:rPr>
              <a:t>n per groep</a:t>
            </a:r>
            <a:r>
              <a:rPr lang="en-US" sz="1800" dirty="0">
                <a:solidFill>
                  <a:srgbClr val="000000"/>
                </a:solidFill>
                <a:latin typeface="General Sans" pitchFamily="34" charset="0"/>
                <a:ea typeface="General Sans" pitchFamily="34" charset="-122"/>
                <a:cs typeface="General Sans" pitchFamily="34" charset="-120"/>
              </a:rPr>
              <a:t> en een label dat het </a:t>
            </a:r>
            <a:r>
              <a:rPr lang="en-US" sz="1800" dirty="0">
                <a:solidFill>
                  <a:srgbClr val="00AF81"/>
                </a:solidFill>
                <a:latin typeface="General Sans Semibold" pitchFamily="34" charset="0"/>
                <a:ea typeface="General Sans Semibold" pitchFamily="34" charset="-122"/>
                <a:cs typeface="General Sans Semibold" pitchFamily="34" charset="-120"/>
              </a:rPr>
              <a:t>demodata</a:t>
            </a:r>
            <a:r>
              <a:rPr lang="en-US" sz="1800" dirty="0">
                <a:solidFill>
                  <a:srgbClr val="000000"/>
                </a:solidFill>
                <a:latin typeface="General Sans" pitchFamily="34" charset="0"/>
                <a:ea typeface="General Sans" pitchFamily="34" charset="-122"/>
                <a:cs typeface="General Sans" pitchFamily="34" charset="-120"/>
              </a:rPr>
              <a:t> is.</a:t>
            </a:r>
            <a:endParaRPr lang="en-US" sz="1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D6E2FD"/>
        </a:solidFill>
        <a:effectLst/>
      </p:bgPr>
    </p:bg>
    <p:spTree>
      <p:nvGrpSpPr>
        <p:cNvPr id="1" name=""/>
        <p:cNvGrpSpPr/>
        <p:nvPr/>
      </p:nvGrpSpPr>
      <p:grpSpPr>
        <a:xfrm>
          <a:off x="0" y="0"/>
          <a:ext cx="0" cy="0"/>
          <a:chOff x="0" y="0"/>
          <a:chExt cx="0" cy="0"/>
        </a:xfrm>
      </p:grpSpPr>
      <p:sp>
        <p:nvSpPr>
          <p:cNvPr id="2" name="Shape 0"/>
          <p:cNvSpPr/>
          <p:nvPr/>
        </p:nvSpPr>
        <p:spPr>
          <a:xfrm>
            <a:off x="11304952" y="384048"/>
            <a:ext cx="35960" cy="35960"/>
          </a:xfrm>
          <a:prstGeom prst="ellipse">
            <a:avLst/>
          </a:prstGeom>
          <a:solidFill>
            <a:srgbClr val="000000"/>
          </a:solidFill>
          <a:ln/>
        </p:spPr>
        <p:txBody>
          <a:bodyPr/>
          <a:lstStyle/>
          <a:p>
            <a:endParaRPr/>
          </a:p>
        </p:txBody>
      </p:sp>
      <p:sp>
        <p:nvSpPr>
          <p:cNvPr id="3" name="Shape 1"/>
          <p:cNvSpPr/>
          <p:nvPr/>
        </p:nvSpPr>
        <p:spPr>
          <a:xfrm>
            <a:off x="11212173" y="399224"/>
            <a:ext cx="34616" cy="34616"/>
          </a:xfrm>
          <a:prstGeom prst="ellipse">
            <a:avLst/>
          </a:prstGeom>
          <a:solidFill>
            <a:srgbClr val="000000"/>
          </a:solidFill>
          <a:ln/>
        </p:spPr>
        <p:txBody>
          <a:bodyPr/>
          <a:lstStyle/>
          <a:p>
            <a:endParaRPr/>
          </a:p>
        </p:txBody>
      </p:sp>
      <p:sp>
        <p:nvSpPr>
          <p:cNvPr id="4" name="Shape 2"/>
          <p:cNvSpPr/>
          <p:nvPr/>
        </p:nvSpPr>
        <p:spPr>
          <a:xfrm>
            <a:off x="11398641" y="399224"/>
            <a:ext cx="34616" cy="34616"/>
          </a:xfrm>
          <a:prstGeom prst="ellipse">
            <a:avLst/>
          </a:prstGeom>
          <a:solidFill>
            <a:srgbClr val="000000"/>
          </a:solidFill>
          <a:ln/>
        </p:spPr>
        <p:txBody>
          <a:bodyPr/>
          <a:lstStyle/>
          <a:p>
            <a:endParaRPr/>
          </a:p>
        </p:txBody>
      </p:sp>
      <p:sp>
        <p:nvSpPr>
          <p:cNvPr id="5" name="Shape 3"/>
          <p:cNvSpPr/>
          <p:nvPr/>
        </p:nvSpPr>
        <p:spPr>
          <a:xfrm>
            <a:off x="11258374" y="435357"/>
            <a:ext cx="51936" cy="51936"/>
          </a:xfrm>
          <a:prstGeom prst="ellipse">
            <a:avLst/>
          </a:prstGeom>
          <a:solidFill>
            <a:srgbClr val="000000"/>
          </a:solidFill>
          <a:ln/>
        </p:spPr>
        <p:txBody>
          <a:bodyPr/>
          <a:lstStyle/>
          <a:p>
            <a:endParaRPr/>
          </a:p>
        </p:txBody>
      </p:sp>
      <p:sp>
        <p:nvSpPr>
          <p:cNvPr id="6" name="Shape 4"/>
          <p:cNvSpPr/>
          <p:nvPr/>
        </p:nvSpPr>
        <p:spPr>
          <a:xfrm>
            <a:off x="11335407" y="435306"/>
            <a:ext cx="51718" cy="51718"/>
          </a:xfrm>
          <a:prstGeom prst="ellipse">
            <a:avLst/>
          </a:prstGeom>
          <a:solidFill>
            <a:srgbClr val="000000"/>
          </a:solidFill>
          <a:ln/>
        </p:spPr>
        <p:txBody>
          <a:bodyPr/>
          <a:lstStyle/>
          <a:p>
            <a:endParaRPr/>
          </a:p>
        </p:txBody>
      </p:sp>
      <p:sp>
        <p:nvSpPr>
          <p:cNvPr id="7" name="Shape 5"/>
          <p:cNvSpPr/>
          <p:nvPr/>
        </p:nvSpPr>
        <p:spPr>
          <a:xfrm>
            <a:off x="11127388" y="442398"/>
            <a:ext cx="35294" cy="35294"/>
          </a:xfrm>
          <a:prstGeom prst="ellipse">
            <a:avLst/>
          </a:prstGeom>
          <a:solidFill>
            <a:srgbClr val="000000"/>
          </a:solidFill>
          <a:ln/>
        </p:spPr>
        <p:txBody>
          <a:bodyPr/>
          <a:lstStyle/>
          <a:p>
            <a:endParaRPr/>
          </a:p>
        </p:txBody>
      </p:sp>
      <p:sp>
        <p:nvSpPr>
          <p:cNvPr id="8" name="Shape 6"/>
          <p:cNvSpPr/>
          <p:nvPr/>
        </p:nvSpPr>
        <p:spPr>
          <a:xfrm>
            <a:off x="11482145" y="441649"/>
            <a:ext cx="35960" cy="35960"/>
          </a:xfrm>
          <a:prstGeom prst="ellipse">
            <a:avLst/>
          </a:prstGeom>
          <a:solidFill>
            <a:srgbClr val="000000"/>
          </a:solidFill>
          <a:ln/>
        </p:spPr>
        <p:txBody>
          <a:bodyPr/>
          <a:lstStyle/>
          <a:p>
            <a:endParaRPr/>
          </a:p>
        </p:txBody>
      </p:sp>
      <p:sp>
        <p:nvSpPr>
          <p:cNvPr id="9" name="Shape 7"/>
          <p:cNvSpPr/>
          <p:nvPr/>
        </p:nvSpPr>
        <p:spPr>
          <a:xfrm>
            <a:off x="11185603" y="459328"/>
            <a:ext cx="52167" cy="52167"/>
          </a:xfrm>
          <a:prstGeom prst="ellipse">
            <a:avLst/>
          </a:prstGeom>
          <a:solidFill>
            <a:srgbClr val="000000"/>
          </a:solidFill>
          <a:ln/>
        </p:spPr>
        <p:txBody>
          <a:bodyPr/>
          <a:lstStyle/>
          <a:p>
            <a:endParaRPr/>
          </a:p>
        </p:txBody>
      </p:sp>
      <p:sp>
        <p:nvSpPr>
          <p:cNvPr id="10" name="Shape 8"/>
          <p:cNvSpPr/>
          <p:nvPr/>
        </p:nvSpPr>
        <p:spPr>
          <a:xfrm>
            <a:off x="11408043" y="458713"/>
            <a:ext cx="52384" cy="52384"/>
          </a:xfrm>
          <a:prstGeom prst="ellipse">
            <a:avLst/>
          </a:prstGeom>
          <a:solidFill>
            <a:srgbClr val="000000"/>
          </a:solidFill>
          <a:ln/>
        </p:spPr>
        <p:txBody>
          <a:bodyPr/>
          <a:lstStyle/>
          <a:p>
            <a:endParaRPr/>
          </a:p>
        </p:txBody>
      </p:sp>
      <p:sp>
        <p:nvSpPr>
          <p:cNvPr id="11" name="Shape 9"/>
          <p:cNvSpPr/>
          <p:nvPr/>
        </p:nvSpPr>
        <p:spPr>
          <a:xfrm>
            <a:off x="11241891" y="499749"/>
            <a:ext cx="36613" cy="36613"/>
          </a:xfrm>
          <a:prstGeom prst="ellipse">
            <a:avLst/>
          </a:prstGeom>
          <a:solidFill>
            <a:srgbClr val="000000"/>
          </a:solidFill>
          <a:ln/>
        </p:spPr>
        <p:txBody>
          <a:bodyPr/>
          <a:lstStyle/>
          <a:p>
            <a:endParaRPr/>
          </a:p>
        </p:txBody>
      </p:sp>
      <p:sp>
        <p:nvSpPr>
          <p:cNvPr id="12" name="Shape 10"/>
          <p:cNvSpPr/>
          <p:nvPr/>
        </p:nvSpPr>
        <p:spPr>
          <a:xfrm>
            <a:off x="11294557" y="500146"/>
            <a:ext cx="57223" cy="57223"/>
          </a:xfrm>
          <a:prstGeom prst="ellipse">
            <a:avLst/>
          </a:prstGeom>
          <a:solidFill>
            <a:srgbClr val="000000"/>
          </a:solidFill>
          <a:ln/>
        </p:spPr>
        <p:txBody>
          <a:bodyPr/>
          <a:lstStyle/>
          <a:p>
            <a:endParaRPr/>
          </a:p>
        </p:txBody>
      </p:sp>
      <p:sp>
        <p:nvSpPr>
          <p:cNvPr id="13" name="Shape 11"/>
          <p:cNvSpPr/>
          <p:nvPr/>
        </p:nvSpPr>
        <p:spPr>
          <a:xfrm>
            <a:off x="11364102" y="498770"/>
            <a:ext cx="35294" cy="35294"/>
          </a:xfrm>
          <a:prstGeom prst="ellipse">
            <a:avLst/>
          </a:prstGeom>
          <a:solidFill>
            <a:srgbClr val="000000"/>
          </a:solidFill>
          <a:ln/>
        </p:spPr>
        <p:txBody>
          <a:bodyPr/>
          <a:lstStyle/>
          <a:p>
            <a:endParaRPr/>
          </a:p>
        </p:txBody>
      </p:sp>
      <p:sp>
        <p:nvSpPr>
          <p:cNvPr id="14" name="Shape 12"/>
          <p:cNvSpPr/>
          <p:nvPr/>
        </p:nvSpPr>
        <p:spPr>
          <a:xfrm>
            <a:off x="11123515" y="504524"/>
            <a:ext cx="51936" cy="51936"/>
          </a:xfrm>
          <a:prstGeom prst="ellipse">
            <a:avLst/>
          </a:prstGeom>
          <a:solidFill>
            <a:srgbClr val="000000"/>
          </a:solidFill>
          <a:ln/>
        </p:spPr>
        <p:txBody>
          <a:bodyPr/>
          <a:lstStyle/>
          <a:p>
            <a:endParaRPr/>
          </a:p>
        </p:txBody>
      </p:sp>
      <p:sp>
        <p:nvSpPr>
          <p:cNvPr id="15" name="Shape 13"/>
          <p:cNvSpPr/>
          <p:nvPr/>
        </p:nvSpPr>
        <p:spPr>
          <a:xfrm>
            <a:off x="11470202" y="504300"/>
            <a:ext cx="52384" cy="52384"/>
          </a:xfrm>
          <a:prstGeom prst="ellipse">
            <a:avLst/>
          </a:prstGeom>
          <a:solidFill>
            <a:srgbClr val="000000"/>
          </a:solidFill>
          <a:ln/>
        </p:spPr>
        <p:txBody>
          <a:bodyPr/>
          <a:lstStyle/>
          <a:p>
            <a:endParaRPr/>
          </a:p>
        </p:txBody>
      </p:sp>
      <p:sp>
        <p:nvSpPr>
          <p:cNvPr id="16" name="Shape 14"/>
          <p:cNvSpPr/>
          <p:nvPr/>
        </p:nvSpPr>
        <p:spPr>
          <a:xfrm>
            <a:off x="11060774" y="508825"/>
            <a:ext cx="35627" cy="35627"/>
          </a:xfrm>
          <a:prstGeom prst="ellipse">
            <a:avLst/>
          </a:prstGeom>
          <a:solidFill>
            <a:srgbClr val="000000"/>
          </a:solidFill>
          <a:ln/>
        </p:spPr>
        <p:txBody>
          <a:bodyPr/>
          <a:lstStyle/>
          <a:p>
            <a:endParaRPr/>
          </a:p>
        </p:txBody>
      </p:sp>
      <p:sp>
        <p:nvSpPr>
          <p:cNvPr id="17" name="Shape 15"/>
          <p:cNvSpPr/>
          <p:nvPr/>
        </p:nvSpPr>
        <p:spPr>
          <a:xfrm>
            <a:off x="11548535" y="508038"/>
            <a:ext cx="36613" cy="36613"/>
          </a:xfrm>
          <a:prstGeom prst="ellipse">
            <a:avLst/>
          </a:prstGeom>
          <a:solidFill>
            <a:srgbClr val="000000"/>
          </a:solidFill>
          <a:ln/>
        </p:spPr>
        <p:txBody>
          <a:bodyPr/>
          <a:lstStyle/>
          <a:p>
            <a:endParaRPr/>
          </a:p>
        </p:txBody>
      </p:sp>
      <p:sp>
        <p:nvSpPr>
          <p:cNvPr id="18" name="Shape 16"/>
          <p:cNvSpPr/>
          <p:nvPr/>
        </p:nvSpPr>
        <p:spPr>
          <a:xfrm>
            <a:off x="11191466" y="533379"/>
            <a:ext cx="57825" cy="57825"/>
          </a:xfrm>
          <a:prstGeom prst="ellipse">
            <a:avLst/>
          </a:prstGeom>
          <a:solidFill>
            <a:srgbClr val="000000"/>
          </a:solidFill>
          <a:ln/>
        </p:spPr>
        <p:txBody>
          <a:bodyPr/>
          <a:lstStyle/>
          <a:p>
            <a:endParaRPr/>
          </a:p>
        </p:txBody>
      </p:sp>
      <p:sp>
        <p:nvSpPr>
          <p:cNvPr id="19" name="Shape 17"/>
          <p:cNvSpPr/>
          <p:nvPr/>
        </p:nvSpPr>
        <p:spPr>
          <a:xfrm>
            <a:off x="11396535" y="533494"/>
            <a:ext cx="57428" cy="57428"/>
          </a:xfrm>
          <a:prstGeom prst="ellipse">
            <a:avLst/>
          </a:prstGeom>
          <a:solidFill>
            <a:srgbClr val="000000"/>
          </a:solidFill>
          <a:ln/>
        </p:spPr>
        <p:txBody>
          <a:bodyPr/>
          <a:lstStyle/>
          <a:p>
            <a:endParaRPr/>
          </a:p>
        </p:txBody>
      </p:sp>
      <p:sp>
        <p:nvSpPr>
          <p:cNvPr id="20" name="Shape 18"/>
          <p:cNvSpPr/>
          <p:nvPr/>
        </p:nvSpPr>
        <p:spPr>
          <a:xfrm>
            <a:off x="11079087" y="567226"/>
            <a:ext cx="51270" cy="51270"/>
          </a:xfrm>
          <a:prstGeom prst="ellipse">
            <a:avLst/>
          </a:prstGeom>
          <a:solidFill>
            <a:srgbClr val="000000"/>
          </a:solidFill>
          <a:ln/>
        </p:spPr>
        <p:txBody>
          <a:bodyPr/>
          <a:lstStyle/>
          <a:p>
            <a:endParaRPr/>
          </a:p>
        </p:txBody>
      </p:sp>
      <p:sp>
        <p:nvSpPr>
          <p:cNvPr id="21" name="Shape 19"/>
          <p:cNvSpPr/>
          <p:nvPr/>
        </p:nvSpPr>
        <p:spPr>
          <a:xfrm>
            <a:off x="11339728" y="567053"/>
            <a:ext cx="34616" cy="34616"/>
          </a:xfrm>
          <a:prstGeom prst="ellipse">
            <a:avLst/>
          </a:prstGeom>
          <a:solidFill>
            <a:srgbClr val="000000"/>
          </a:solidFill>
          <a:ln/>
        </p:spPr>
        <p:txBody>
          <a:bodyPr/>
          <a:lstStyle/>
          <a:p>
            <a:endParaRPr/>
          </a:p>
        </p:txBody>
      </p:sp>
      <p:sp>
        <p:nvSpPr>
          <p:cNvPr id="22" name="Shape 20"/>
          <p:cNvSpPr/>
          <p:nvPr/>
        </p:nvSpPr>
        <p:spPr>
          <a:xfrm>
            <a:off x="11515167" y="566234"/>
            <a:ext cx="52819" cy="52819"/>
          </a:xfrm>
          <a:prstGeom prst="ellipse">
            <a:avLst/>
          </a:prstGeom>
          <a:solidFill>
            <a:srgbClr val="000000"/>
          </a:solidFill>
          <a:ln/>
        </p:spPr>
        <p:txBody>
          <a:bodyPr/>
          <a:lstStyle/>
          <a:p>
            <a:endParaRPr/>
          </a:p>
        </p:txBody>
      </p:sp>
      <p:sp>
        <p:nvSpPr>
          <p:cNvPr id="23" name="Shape 21"/>
          <p:cNvSpPr/>
          <p:nvPr/>
        </p:nvSpPr>
        <p:spPr>
          <a:xfrm>
            <a:off x="11262860" y="569742"/>
            <a:ext cx="34961" cy="34961"/>
          </a:xfrm>
          <a:prstGeom prst="ellipse">
            <a:avLst/>
          </a:prstGeom>
          <a:solidFill>
            <a:srgbClr val="000000"/>
          </a:solidFill>
          <a:ln/>
        </p:spPr>
        <p:txBody>
          <a:bodyPr/>
          <a:lstStyle/>
          <a:p>
            <a:endParaRPr/>
          </a:p>
        </p:txBody>
      </p:sp>
      <p:sp>
        <p:nvSpPr>
          <p:cNvPr id="24" name="Shape 22"/>
          <p:cNvSpPr/>
          <p:nvPr/>
        </p:nvSpPr>
        <p:spPr>
          <a:xfrm>
            <a:off x="11462521" y="569818"/>
            <a:ext cx="35294" cy="35294"/>
          </a:xfrm>
          <a:prstGeom prst="ellipse">
            <a:avLst/>
          </a:prstGeom>
          <a:solidFill>
            <a:srgbClr val="000000"/>
          </a:solidFill>
          <a:ln/>
        </p:spPr>
        <p:txBody>
          <a:bodyPr/>
          <a:lstStyle/>
          <a:p>
            <a:endParaRPr/>
          </a:p>
        </p:txBody>
      </p:sp>
      <p:sp>
        <p:nvSpPr>
          <p:cNvPr id="25" name="Shape 23"/>
          <p:cNvSpPr/>
          <p:nvPr/>
        </p:nvSpPr>
        <p:spPr>
          <a:xfrm>
            <a:off x="11145681" y="573441"/>
            <a:ext cx="34270" cy="34270"/>
          </a:xfrm>
          <a:prstGeom prst="ellipse">
            <a:avLst/>
          </a:prstGeom>
          <a:solidFill>
            <a:srgbClr val="000000"/>
          </a:solidFill>
          <a:ln/>
        </p:spPr>
        <p:txBody>
          <a:bodyPr/>
          <a:lstStyle/>
          <a:p>
            <a:endParaRPr/>
          </a:p>
        </p:txBody>
      </p:sp>
      <p:sp>
        <p:nvSpPr>
          <p:cNvPr id="26" name="Shape 24"/>
          <p:cNvSpPr/>
          <p:nvPr/>
        </p:nvSpPr>
        <p:spPr>
          <a:xfrm>
            <a:off x="11592015" y="593213"/>
            <a:ext cx="35294" cy="35294"/>
          </a:xfrm>
          <a:prstGeom prst="ellipse">
            <a:avLst/>
          </a:prstGeom>
          <a:solidFill>
            <a:srgbClr val="000000"/>
          </a:solidFill>
          <a:ln/>
        </p:spPr>
        <p:txBody>
          <a:bodyPr/>
          <a:lstStyle/>
          <a:p>
            <a:endParaRPr/>
          </a:p>
        </p:txBody>
      </p:sp>
      <p:sp>
        <p:nvSpPr>
          <p:cNvPr id="27" name="Shape 25"/>
          <p:cNvSpPr/>
          <p:nvPr/>
        </p:nvSpPr>
        <p:spPr>
          <a:xfrm>
            <a:off x="11019124" y="593444"/>
            <a:ext cx="34616" cy="34616"/>
          </a:xfrm>
          <a:prstGeom prst="ellipse">
            <a:avLst/>
          </a:prstGeom>
          <a:solidFill>
            <a:srgbClr val="000000"/>
          </a:solidFill>
          <a:ln/>
        </p:spPr>
        <p:txBody>
          <a:bodyPr/>
          <a:lstStyle/>
          <a:p>
            <a:endParaRPr/>
          </a:p>
        </p:txBody>
      </p:sp>
      <p:sp>
        <p:nvSpPr>
          <p:cNvPr id="28" name="Shape 26"/>
          <p:cNvSpPr/>
          <p:nvPr/>
        </p:nvSpPr>
        <p:spPr>
          <a:xfrm>
            <a:off x="11403576" y="610214"/>
            <a:ext cx="34961" cy="34961"/>
          </a:xfrm>
          <a:prstGeom prst="ellipse">
            <a:avLst/>
          </a:prstGeom>
          <a:solidFill>
            <a:srgbClr val="000000"/>
          </a:solidFill>
          <a:ln/>
        </p:spPr>
        <p:txBody>
          <a:bodyPr/>
          <a:lstStyle/>
          <a:p>
            <a:endParaRPr/>
          </a:p>
        </p:txBody>
      </p:sp>
      <p:sp>
        <p:nvSpPr>
          <p:cNvPr id="29" name="Shape 27"/>
          <p:cNvSpPr/>
          <p:nvPr/>
        </p:nvSpPr>
        <p:spPr>
          <a:xfrm>
            <a:off x="11201662" y="616570"/>
            <a:ext cx="35627" cy="35627"/>
          </a:xfrm>
          <a:prstGeom prst="ellipse">
            <a:avLst/>
          </a:prstGeom>
          <a:solidFill>
            <a:srgbClr val="000000"/>
          </a:solidFill>
          <a:ln/>
        </p:spPr>
        <p:txBody>
          <a:bodyPr/>
          <a:lstStyle/>
          <a:p>
            <a:endParaRPr/>
          </a:p>
        </p:txBody>
      </p:sp>
      <p:sp>
        <p:nvSpPr>
          <p:cNvPr id="30" name="Shape 28"/>
          <p:cNvSpPr/>
          <p:nvPr/>
        </p:nvSpPr>
        <p:spPr>
          <a:xfrm>
            <a:off x="11127484" y="620705"/>
            <a:ext cx="58030" cy="58030"/>
          </a:xfrm>
          <a:prstGeom prst="ellipse">
            <a:avLst/>
          </a:prstGeom>
          <a:solidFill>
            <a:srgbClr val="000000"/>
          </a:solidFill>
          <a:ln/>
        </p:spPr>
        <p:txBody>
          <a:bodyPr/>
          <a:lstStyle/>
          <a:p>
            <a:endParaRPr/>
          </a:p>
        </p:txBody>
      </p:sp>
      <p:sp>
        <p:nvSpPr>
          <p:cNvPr id="31" name="Shape 29"/>
          <p:cNvSpPr/>
          <p:nvPr/>
        </p:nvSpPr>
        <p:spPr>
          <a:xfrm>
            <a:off x="11460767" y="620852"/>
            <a:ext cx="57428" cy="57428"/>
          </a:xfrm>
          <a:prstGeom prst="ellipse">
            <a:avLst/>
          </a:prstGeom>
          <a:solidFill>
            <a:srgbClr val="000000"/>
          </a:solidFill>
          <a:ln/>
        </p:spPr>
        <p:txBody>
          <a:bodyPr/>
          <a:lstStyle/>
          <a:p>
            <a:endParaRPr/>
          </a:p>
        </p:txBody>
      </p:sp>
      <p:sp>
        <p:nvSpPr>
          <p:cNvPr id="32" name="Shape 30"/>
          <p:cNvSpPr/>
          <p:nvPr/>
        </p:nvSpPr>
        <p:spPr>
          <a:xfrm>
            <a:off x="11055219" y="640144"/>
            <a:ext cx="51718" cy="51718"/>
          </a:xfrm>
          <a:prstGeom prst="ellipse">
            <a:avLst/>
          </a:prstGeom>
          <a:solidFill>
            <a:srgbClr val="000000"/>
          </a:solidFill>
          <a:ln/>
        </p:spPr>
        <p:txBody>
          <a:bodyPr/>
          <a:lstStyle/>
          <a:p>
            <a:endParaRPr/>
          </a:p>
        </p:txBody>
      </p:sp>
      <p:sp>
        <p:nvSpPr>
          <p:cNvPr id="33" name="Shape 31"/>
          <p:cNvSpPr/>
          <p:nvPr/>
        </p:nvSpPr>
        <p:spPr>
          <a:xfrm>
            <a:off x="11539330" y="640266"/>
            <a:ext cx="51270" cy="51270"/>
          </a:xfrm>
          <a:prstGeom prst="ellipse">
            <a:avLst/>
          </a:prstGeom>
          <a:solidFill>
            <a:srgbClr val="000000"/>
          </a:solidFill>
          <a:ln/>
        </p:spPr>
        <p:txBody>
          <a:bodyPr/>
          <a:lstStyle/>
          <a:p>
            <a:endParaRPr/>
          </a:p>
        </p:txBody>
      </p:sp>
      <p:sp>
        <p:nvSpPr>
          <p:cNvPr id="34" name="Shape 32"/>
          <p:cNvSpPr/>
          <p:nvPr/>
        </p:nvSpPr>
        <p:spPr>
          <a:xfrm>
            <a:off x="11429576" y="682274"/>
            <a:ext cx="35627" cy="35627"/>
          </a:xfrm>
          <a:prstGeom prst="ellipse">
            <a:avLst/>
          </a:prstGeom>
          <a:solidFill>
            <a:srgbClr val="000000"/>
          </a:solidFill>
          <a:ln/>
        </p:spPr>
        <p:txBody>
          <a:bodyPr/>
          <a:lstStyle/>
          <a:p>
            <a:endParaRPr/>
          </a:p>
        </p:txBody>
      </p:sp>
      <p:sp>
        <p:nvSpPr>
          <p:cNvPr id="35" name="Shape 33"/>
          <p:cNvSpPr/>
          <p:nvPr/>
        </p:nvSpPr>
        <p:spPr>
          <a:xfrm>
            <a:off x="11004076" y="687222"/>
            <a:ext cx="34616" cy="34616"/>
          </a:xfrm>
          <a:prstGeom prst="ellipse">
            <a:avLst/>
          </a:prstGeom>
          <a:solidFill>
            <a:srgbClr val="000000"/>
          </a:solidFill>
          <a:ln/>
        </p:spPr>
        <p:txBody>
          <a:bodyPr/>
          <a:lstStyle/>
          <a:p>
            <a:endParaRPr/>
          </a:p>
        </p:txBody>
      </p:sp>
      <p:sp>
        <p:nvSpPr>
          <p:cNvPr id="36" name="Shape 34"/>
          <p:cNvSpPr/>
          <p:nvPr/>
        </p:nvSpPr>
        <p:spPr>
          <a:xfrm>
            <a:off x="11502052" y="685321"/>
            <a:ext cx="34270" cy="34270"/>
          </a:xfrm>
          <a:prstGeom prst="ellipse">
            <a:avLst/>
          </a:prstGeom>
          <a:solidFill>
            <a:srgbClr val="000000"/>
          </a:solidFill>
          <a:ln/>
        </p:spPr>
        <p:txBody>
          <a:bodyPr/>
          <a:lstStyle/>
          <a:p>
            <a:endParaRPr/>
          </a:p>
        </p:txBody>
      </p:sp>
      <p:sp>
        <p:nvSpPr>
          <p:cNvPr id="37" name="Shape 35"/>
          <p:cNvSpPr/>
          <p:nvPr/>
        </p:nvSpPr>
        <p:spPr>
          <a:xfrm>
            <a:off x="11606321" y="686422"/>
            <a:ext cx="35627" cy="35627"/>
          </a:xfrm>
          <a:prstGeom prst="ellipse">
            <a:avLst/>
          </a:prstGeom>
          <a:solidFill>
            <a:srgbClr val="000000"/>
          </a:solidFill>
          <a:ln/>
        </p:spPr>
        <p:txBody>
          <a:bodyPr/>
          <a:lstStyle/>
          <a:p>
            <a:endParaRPr/>
          </a:p>
        </p:txBody>
      </p:sp>
      <p:sp>
        <p:nvSpPr>
          <p:cNvPr id="38" name="Shape 36"/>
          <p:cNvSpPr/>
          <p:nvPr/>
        </p:nvSpPr>
        <p:spPr>
          <a:xfrm>
            <a:off x="11108908" y="688957"/>
            <a:ext cx="35294" cy="35294"/>
          </a:xfrm>
          <a:prstGeom prst="ellipse">
            <a:avLst/>
          </a:prstGeom>
          <a:solidFill>
            <a:srgbClr val="000000"/>
          </a:solidFill>
          <a:ln/>
        </p:spPr>
        <p:txBody>
          <a:bodyPr/>
          <a:lstStyle/>
          <a:p>
            <a:endParaRPr/>
          </a:p>
        </p:txBody>
      </p:sp>
      <p:sp>
        <p:nvSpPr>
          <p:cNvPr id="39" name="Shape 37"/>
          <p:cNvSpPr/>
          <p:nvPr/>
        </p:nvSpPr>
        <p:spPr>
          <a:xfrm>
            <a:off x="11179733" y="690371"/>
            <a:ext cx="36613" cy="36613"/>
          </a:xfrm>
          <a:prstGeom prst="ellipse">
            <a:avLst/>
          </a:prstGeom>
          <a:solidFill>
            <a:srgbClr val="000000"/>
          </a:solidFill>
          <a:ln/>
        </p:spPr>
        <p:txBody>
          <a:bodyPr/>
          <a:lstStyle/>
          <a:p>
            <a:endParaRPr/>
          </a:p>
        </p:txBody>
      </p:sp>
      <p:sp>
        <p:nvSpPr>
          <p:cNvPr id="40" name="Shape 38"/>
          <p:cNvSpPr/>
          <p:nvPr/>
        </p:nvSpPr>
        <p:spPr>
          <a:xfrm>
            <a:off x="11054764" y="716576"/>
            <a:ext cx="51936" cy="51936"/>
          </a:xfrm>
          <a:prstGeom prst="ellipse">
            <a:avLst/>
          </a:prstGeom>
          <a:solidFill>
            <a:srgbClr val="000000"/>
          </a:solidFill>
          <a:ln/>
        </p:spPr>
        <p:txBody>
          <a:bodyPr/>
          <a:lstStyle/>
          <a:p>
            <a:endParaRPr/>
          </a:p>
        </p:txBody>
      </p:sp>
      <p:sp>
        <p:nvSpPr>
          <p:cNvPr id="41" name="Shape 39"/>
          <p:cNvSpPr/>
          <p:nvPr/>
        </p:nvSpPr>
        <p:spPr>
          <a:xfrm>
            <a:off x="11539023" y="716851"/>
            <a:ext cx="51488" cy="51488"/>
          </a:xfrm>
          <a:prstGeom prst="ellipse">
            <a:avLst/>
          </a:prstGeom>
          <a:solidFill>
            <a:srgbClr val="000000"/>
          </a:solidFill>
          <a:ln/>
        </p:spPr>
        <p:txBody>
          <a:bodyPr/>
          <a:lstStyle/>
          <a:p>
            <a:endParaRPr/>
          </a:p>
        </p:txBody>
      </p:sp>
      <p:sp>
        <p:nvSpPr>
          <p:cNvPr id="42" name="Shape 40"/>
          <p:cNvSpPr/>
          <p:nvPr/>
        </p:nvSpPr>
        <p:spPr>
          <a:xfrm>
            <a:off x="11127490" y="729288"/>
            <a:ext cx="58222" cy="58222"/>
          </a:xfrm>
          <a:prstGeom prst="ellipse">
            <a:avLst/>
          </a:prstGeom>
          <a:solidFill>
            <a:srgbClr val="000000"/>
          </a:solidFill>
          <a:ln/>
        </p:spPr>
        <p:txBody>
          <a:bodyPr/>
          <a:lstStyle/>
          <a:p>
            <a:endParaRPr/>
          </a:p>
        </p:txBody>
      </p:sp>
      <p:sp>
        <p:nvSpPr>
          <p:cNvPr id="43" name="Shape 41"/>
          <p:cNvSpPr/>
          <p:nvPr/>
        </p:nvSpPr>
        <p:spPr>
          <a:xfrm>
            <a:off x="11460671" y="729781"/>
            <a:ext cx="57633" cy="57633"/>
          </a:xfrm>
          <a:prstGeom prst="ellipse">
            <a:avLst/>
          </a:prstGeom>
          <a:solidFill>
            <a:srgbClr val="000000"/>
          </a:solidFill>
          <a:ln/>
        </p:spPr>
        <p:txBody>
          <a:bodyPr/>
          <a:lstStyle/>
          <a:p>
            <a:endParaRPr/>
          </a:p>
        </p:txBody>
      </p:sp>
      <p:sp>
        <p:nvSpPr>
          <p:cNvPr id="44" name="Shape 42"/>
          <p:cNvSpPr/>
          <p:nvPr/>
        </p:nvSpPr>
        <p:spPr>
          <a:xfrm>
            <a:off x="11407973" y="756415"/>
            <a:ext cx="35960" cy="35960"/>
          </a:xfrm>
          <a:prstGeom prst="ellipse">
            <a:avLst/>
          </a:prstGeom>
          <a:solidFill>
            <a:srgbClr val="000000"/>
          </a:solidFill>
          <a:ln/>
        </p:spPr>
        <p:txBody>
          <a:bodyPr/>
          <a:lstStyle/>
          <a:p>
            <a:endParaRPr/>
          </a:p>
        </p:txBody>
      </p:sp>
      <p:sp>
        <p:nvSpPr>
          <p:cNvPr id="45" name="Shape 43"/>
          <p:cNvSpPr/>
          <p:nvPr/>
        </p:nvSpPr>
        <p:spPr>
          <a:xfrm>
            <a:off x="11207308" y="763884"/>
            <a:ext cx="34616" cy="34616"/>
          </a:xfrm>
          <a:prstGeom prst="ellipse">
            <a:avLst/>
          </a:prstGeom>
          <a:solidFill>
            <a:srgbClr val="000000"/>
          </a:solidFill>
          <a:ln/>
        </p:spPr>
        <p:txBody>
          <a:bodyPr/>
          <a:lstStyle/>
          <a:p>
            <a:endParaRPr/>
          </a:p>
        </p:txBody>
      </p:sp>
      <p:sp>
        <p:nvSpPr>
          <p:cNvPr id="46" name="Shape 44"/>
          <p:cNvSpPr/>
          <p:nvPr/>
        </p:nvSpPr>
        <p:spPr>
          <a:xfrm>
            <a:off x="11018670" y="780462"/>
            <a:ext cx="34616" cy="34616"/>
          </a:xfrm>
          <a:prstGeom prst="ellipse">
            <a:avLst/>
          </a:prstGeom>
          <a:solidFill>
            <a:srgbClr val="000000"/>
          </a:solidFill>
          <a:ln/>
        </p:spPr>
        <p:txBody>
          <a:bodyPr/>
          <a:lstStyle/>
          <a:p>
            <a:endParaRPr/>
          </a:p>
        </p:txBody>
      </p:sp>
      <p:sp>
        <p:nvSpPr>
          <p:cNvPr id="47" name="Shape 45"/>
          <p:cNvSpPr/>
          <p:nvPr/>
        </p:nvSpPr>
        <p:spPr>
          <a:xfrm>
            <a:off x="11591670" y="780123"/>
            <a:ext cx="35294" cy="35294"/>
          </a:xfrm>
          <a:prstGeom prst="ellipse">
            <a:avLst/>
          </a:prstGeom>
          <a:solidFill>
            <a:srgbClr val="000000"/>
          </a:solidFill>
          <a:ln/>
        </p:spPr>
        <p:txBody>
          <a:bodyPr/>
          <a:lstStyle/>
          <a:p>
            <a:endParaRPr/>
          </a:p>
        </p:txBody>
      </p:sp>
      <p:sp>
        <p:nvSpPr>
          <p:cNvPr id="48" name="Shape 46"/>
          <p:cNvSpPr/>
          <p:nvPr/>
        </p:nvSpPr>
        <p:spPr>
          <a:xfrm>
            <a:off x="11079010" y="790179"/>
            <a:ext cx="51270" cy="51270"/>
          </a:xfrm>
          <a:prstGeom prst="ellipse">
            <a:avLst/>
          </a:prstGeom>
          <a:solidFill>
            <a:srgbClr val="000000"/>
          </a:solidFill>
          <a:ln/>
        </p:spPr>
        <p:txBody>
          <a:bodyPr/>
          <a:lstStyle/>
          <a:p>
            <a:endParaRPr/>
          </a:p>
        </p:txBody>
      </p:sp>
      <p:sp>
        <p:nvSpPr>
          <p:cNvPr id="49" name="Shape 47"/>
          <p:cNvSpPr/>
          <p:nvPr/>
        </p:nvSpPr>
        <p:spPr>
          <a:xfrm>
            <a:off x="11515218" y="789692"/>
            <a:ext cx="52602" cy="52602"/>
          </a:xfrm>
          <a:prstGeom prst="ellipse">
            <a:avLst/>
          </a:prstGeom>
          <a:solidFill>
            <a:srgbClr val="000000"/>
          </a:solidFill>
          <a:ln/>
        </p:spPr>
        <p:txBody>
          <a:bodyPr/>
          <a:lstStyle/>
          <a:p>
            <a:endParaRPr/>
          </a:p>
        </p:txBody>
      </p:sp>
      <p:sp>
        <p:nvSpPr>
          <p:cNvPr id="50" name="Shape 48"/>
          <p:cNvSpPr/>
          <p:nvPr/>
        </p:nvSpPr>
        <p:spPr>
          <a:xfrm>
            <a:off x="11147371" y="803460"/>
            <a:ext cx="35627" cy="35627"/>
          </a:xfrm>
          <a:prstGeom prst="ellipse">
            <a:avLst/>
          </a:prstGeom>
          <a:solidFill>
            <a:srgbClr val="000000"/>
          </a:solidFill>
          <a:ln/>
        </p:spPr>
        <p:txBody>
          <a:bodyPr/>
          <a:lstStyle/>
          <a:p>
            <a:endParaRPr/>
          </a:p>
        </p:txBody>
      </p:sp>
      <p:sp>
        <p:nvSpPr>
          <p:cNvPr id="51" name="Shape 49"/>
          <p:cNvSpPr/>
          <p:nvPr/>
        </p:nvSpPr>
        <p:spPr>
          <a:xfrm>
            <a:off x="11347786" y="804293"/>
            <a:ext cx="35294" cy="35294"/>
          </a:xfrm>
          <a:prstGeom prst="ellipse">
            <a:avLst/>
          </a:prstGeom>
          <a:solidFill>
            <a:srgbClr val="000000"/>
          </a:solidFill>
          <a:ln/>
        </p:spPr>
        <p:txBody>
          <a:bodyPr/>
          <a:lstStyle/>
          <a:p>
            <a:endParaRPr/>
          </a:p>
        </p:txBody>
      </p:sp>
      <p:sp>
        <p:nvSpPr>
          <p:cNvPr id="52" name="Shape 50"/>
          <p:cNvSpPr/>
          <p:nvPr/>
        </p:nvSpPr>
        <p:spPr>
          <a:xfrm>
            <a:off x="11465119" y="800919"/>
            <a:ext cx="34961" cy="34961"/>
          </a:xfrm>
          <a:prstGeom prst="ellipse">
            <a:avLst/>
          </a:prstGeom>
          <a:solidFill>
            <a:srgbClr val="000000"/>
          </a:solidFill>
          <a:ln/>
        </p:spPr>
        <p:txBody>
          <a:bodyPr/>
          <a:lstStyle/>
          <a:p>
            <a:endParaRPr/>
          </a:p>
        </p:txBody>
      </p:sp>
      <p:sp>
        <p:nvSpPr>
          <p:cNvPr id="53" name="Shape 51"/>
          <p:cNvSpPr/>
          <p:nvPr/>
        </p:nvSpPr>
        <p:spPr>
          <a:xfrm>
            <a:off x="11270669" y="806590"/>
            <a:ext cx="35627" cy="35627"/>
          </a:xfrm>
          <a:prstGeom prst="ellipse">
            <a:avLst/>
          </a:prstGeom>
          <a:solidFill>
            <a:srgbClr val="000000"/>
          </a:solidFill>
          <a:ln/>
        </p:spPr>
        <p:txBody>
          <a:bodyPr/>
          <a:lstStyle/>
          <a:p>
            <a:endParaRPr/>
          </a:p>
        </p:txBody>
      </p:sp>
      <p:sp>
        <p:nvSpPr>
          <p:cNvPr id="54" name="Shape 52"/>
          <p:cNvSpPr/>
          <p:nvPr/>
        </p:nvSpPr>
        <p:spPr>
          <a:xfrm>
            <a:off x="11191498" y="817766"/>
            <a:ext cx="57633" cy="57633"/>
          </a:xfrm>
          <a:prstGeom prst="ellipse">
            <a:avLst/>
          </a:prstGeom>
          <a:solidFill>
            <a:srgbClr val="000000"/>
          </a:solidFill>
          <a:ln/>
        </p:spPr>
        <p:txBody>
          <a:bodyPr/>
          <a:lstStyle/>
          <a:p>
            <a:endParaRPr/>
          </a:p>
        </p:txBody>
      </p:sp>
      <p:sp>
        <p:nvSpPr>
          <p:cNvPr id="55" name="Shape 53"/>
          <p:cNvSpPr/>
          <p:nvPr/>
        </p:nvSpPr>
        <p:spPr>
          <a:xfrm>
            <a:off x="11396573" y="817888"/>
            <a:ext cx="57633" cy="57633"/>
          </a:xfrm>
          <a:prstGeom prst="ellipse">
            <a:avLst/>
          </a:prstGeom>
          <a:solidFill>
            <a:srgbClr val="000000"/>
          </a:solidFill>
          <a:ln/>
        </p:spPr>
        <p:txBody>
          <a:bodyPr/>
          <a:lstStyle/>
          <a:p>
            <a:endParaRPr/>
          </a:p>
        </p:txBody>
      </p:sp>
      <p:sp>
        <p:nvSpPr>
          <p:cNvPr id="56" name="Shape 54"/>
          <p:cNvSpPr/>
          <p:nvPr/>
        </p:nvSpPr>
        <p:spPr>
          <a:xfrm>
            <a:off x="11123445" y="851985"/>
            <a:ext cx="52167" cy="52167"/>
          </a:xfrm>
          <a:prstGeom prst="ellipse">
            <a:avLst/>
          </a:prstGeom>
          <a:solidFill>
            <a:srgbClr val="000000"/>
          </a:solidFill>
          <a:ln/>
        </p:spPr>
        <p:txBody>
          <a:bodyPr/>
          <a:lstStyle/>
          <a:p>
            <a:endParaRPr/>
          </a:p>
        </p:txBody>
      </p:sp>
      <p:sp>
        <p:nvSpPr>
          <p:cNvPr id="57" name="Shape 55"/>
          <p:cNvSpPr/>
          <p:nvPr/>
        </p:nvSpPr>
        <p:spPr>
          <a:xfrm>
            <a:off x="11294647" y="851390"/>
            <a:ext cx="57223" cy="57223"/>
          </a:xfrm>
          <a:prstGeom prst="ellipse">
            <a:avLst/>
          </a:prstGeom>
          <a:solidFill>
            <a:srgbClr val="000000"/>
          </a:solidFill>
          <a:ln/>
        </p:spPr>
        <p:txBody>
          <a:bodyPr/>
          <a:lstStyle/>
          <a:p>
            <a:endParaRPr/>
          </a:p>
        </p:txBody>
      </p:sp>
      <p:sp>
        <p:nvSpPr>
          <p:cNvPr id="58" name="Shape 56"/>
          <p:cNvSpPr/>
          <p:nvPr/>
        </p:nvSpPr>
        <p:spPr>
          <a:xfrm>
            <a:off x="11470202" y="852382"/>
            <a:ext cx="52384" cy="52384"/>
          </a:xfrm>
          <a:prstGeom prst="ellipse">
            <a:avLst/>
          </a:prstGeom>
          <a:solidFill>
            <a:srgbClr val="000000"/>
          </a:solidFill>
          <a:ln/>
        </p:spPr>
        <p:txBody>
          <a:bodyPr/>
          <a:lstStyle/>
          <a:p>
            <a:endParaRPr/>
          </a:p>
        </p:txBody>
      </p:sp>
      <p:sp>
        <p:nvSpPr>
          <p:cNvPr id="59" name="Shape 57"/>
          <p:cNvSpPr/>
          <p:nvPr/>
        </p:nvSpPr>
        <p:spPr>
          <a:xfrm>
            <a:off x="11060774" y="864607"/>
            <a:ext cx="35627" cy="35627"/>
          </a:xfrm>
          <a:prstGeom prst="ellipse">
            <a:avLst/>
          </a:prstGeom>
          <a:solidFill>
            <a:srgbClr val="000000"/>
          </a:solidFill>
          <a:ln/>
        </p:spPr>
        <p:txBody>
          <a:bodyPr/>
          <a:lstStyle/>
          <a:p>
            <a:endParaRPr/>
          </a:p>
        </p:txBody>
      </p:sp>
      <p:sp>
        <p:nvSpPr>
          <p:cNvPr id="60" name="Shape 58"/>
          <p:cNvSpPr/>
          <p:nvPr/>
        </p:nvSpPr>
        <p:spPr>
          <a:xfrm>
            <a:off x="11548733" y="864185"/>
            <a:ext cx="35627" cy="35627"/>
          </a:xfrm>
          <a:prstGeom prst="ellipse">
            <a:avLst/>
          </a:prstGeom>
          <a:solidFill>
            <a:srgbClr val="000000"/>
          </a:solidFill>
          <a:ln/>
        </p:spPr>
        <p:txBody>
          <a:bodyPr/>
          <a:lstStyle/>
          <a:p>
            <a:endParaRPr/>
          </a:p>
        </p:txBody>
      </p:sp>
      <p:sp>
        <p:nvSpPr>
          <p:cNvPr id="61" name="Shape 59"/>
          <p:cNvSpPr/>
          <p:nvPr/>
        </p:nvSpPr>
        <p:spPr>
          <a:xfrm>
            <a:off x="11246231" y="873908"/>
            <a:ext cx="35627" cy="35627"/>
          </a:xfrm>
          <a:prstGeom prst="ellipse">
            <a:avLst/>
          </a:prstGeom>
          <a:solidFill>
            <a:srgbClr val="000000"/>
          </a:solidFill>
          <a:ln/>
        </p:spPr>
        <p:txBody>
          <a:bodyPr/>
          <a:lstStyle/>
          <a:p>
            <a:endParaRPr/>
          </a:p>
        </p:txBody>
      </p:sp>
      <p:sp>
        <p:nvSpPr>
          <p:cNvPr id="62" name="Shape 60"/>
          <p:cNvSpPr/>
          <p:nvPr/>
        </p:nvSpPr>
        <p:spPr>
          <a:xfrm>
            <a:off x="11367418" y="872896"/>
            <a:ext cx="35627" cy="35627"/>
          </a:xfrm>
          <a:prstGeom prst="ellipse">
            <a:avLst/>
          </a:prstGeom>
          <a:solidFill>
            <a:srgbClr val="000000"/>
          </a:solidFill>
          <a:ln/>
        </p:spPr>
        <p:txBody>
          <a:bodyPr/>
          <a:lstStyle/>
          <a:p>
            <a:endParaRPr/>
          </a:p>
        </p:txBody>
      </p:sp>
      <p:sp>
        <p:nvSpPr>
          <p:cNvPr id="63" name="Shape 61"/>
          <p:cNvSpPr/>
          <p:nvPr/>
        </p:nvSpPr>
        <p:spPr>
          <a:xfrm>
            <a:off x="11185366" y="897322"/>
            <a:ext cx="51936" cy="51936"/>
          </a:xfrm>
          <a:prstGeom prst="ellipse">
            <a:avLst/>
          </a:prstGeom>
          <a:solidFill>
            <a:srgbClr val="000000"/>
          </a:solidFill>
          <a:ln/>
        </p:spPr>
        <p:txBody>
          <a:bodyPr/>
          <a:lstStyle/>
          <a:p>
            <a:endParaRPr/>
          </a:p>
        </p:txBody>
      </p:sp>
      <p:sp>
        <p:nvSpPr>
          <p:cNvPr id="64" name="Shape 62"/>
          <p:cNvSpPr/>
          <p:nvPr/>
        </p:nvSpPr>
        <p:spPr>
          <a:xfrm>
            <a:off x="11407845" y="897655"/>
            <a:ext cx="52602" cy="52602"/>
          </a:xfrm>
          <a:prstGeom prst="ellipse">
            <a:avLst/>
          </a:prstGeom>
          <a:solidFill>
            <a:srgbClr val="000000"/>
          </a:solidFill>
          <a:ln/>
        </p:spPr>
        <p:txBody>
          <a:bodyPr/>
          <a:lstStyle/>
          <a:p>
            <a:endParaRPr/>
          </a:p>
        </p:txBody>
      </p:sp>
      <p:sp>
        <p:nvSpPr>
          <p:cNvPr id="65" name="Shape 63"/>
          <p:cNvSpPr/>
          <p:nvPr/>
        </p:nvSpPr>
        <p:spPr>
          <a:xfrm>
            <a:off x="11258822" y="921466"/>
            <a:ext cx="51270" cy="51270"/>
          </a:xfrm>
          <a:prstGeom prst="ellipse">
            <a:avLst/>
          </a:prstGeom>
          <a:solidFill>
            <a:srgbClr val="000000"/>
          </a:solidFill>
          <a:ln/>
        </p:spPr>
        <p:txBody>
          <a:bodyPr/>
          <a:lstStyle/>
          <a:p>
            <a:endParaRPr/>
          </a:p>
        </p:txBody>
      </p:sp>
      <p:sp>
        <p:nvSpPr>
          <p:cNvPr id="66" name="Shape 64"/>
          <p:cNvSpPr/>
          <p:nvPr/>
        </p:nvSpPr>
        <p:spPr>
          <a:xfrm>
            <a:off x="11335350" y="921504"/>
            <a:ext cx="51270" cy="51270"/>
          </a:xfrm>
          <a:prstGeom prst="ellipse">
            <a:avLst/>
          </a:prstGeom>
          <a:solidFill>
            <a:srgbClr val="000000"/>
          </a:solidFill>
          <a:ln/>
        </p:spPr>
        <p:txBody>
          <a:bodyPr/>
          <a:lstStyle/>
          <a:p>
            <a:endParaRPr/>
          </a:p>
        </p:txBody>
      </p:sp>
      <p:sp>
        <p:nvSpPr>
          <p:cNvPr id="67" name="Shape 65"/>
          <p:cNvSpPr/>
          <p:nvPr/>
        </p:nvSpPr>
        <p:spPr>
          <a:xfrm>
            <a:off x="11127388" y="931368"/>
            <a:ext cx="35294" cy="35294"/>
          </a:xfrm>
          <a:prstGeom prst="ellipse">
            <a:avLst/>
          </a:prstGeom>
          <a:solidFill>
            <a:srgbClr val="000000"/>
          </a:solidFill>
          <a:ln/>
        </p:spPr>
        <p:txBody>
          <a:bodyPr/>
          <a:lstStyle/>
          <a:p>
            <a:endParaRPr/>
          </a:p>
        </p:txBody>
      </p:sp>
      <p:sp>
        <p:nvSpPr>
          <p:cNvPr id="68" name="Shape 66"/>
          <p:cNvSpPr/>
          <p:nvPr/>
        </p:nvSpPr>
        <p:spPr>
          <a:xfrm>
            <a:off x="11481979" y="931035"/>
            <a:ext cx="35960" cy="35960"/>
          </a:xfrm>
          <a:prstGeom prst="ellipse">
            <a:avLst/>
          </a:prstGeom>
          <a:solidFill>
            <a:srgbClr val="000000"/>
          </a:solidFill>
          <a:ln/>
        </p:spPr>
        <p:txBody>
          <a:bodyPr/>
          <a:lstStyle/>
          <a:p>
            <a:endParaRPr/>
          </a:p>
        </p:txBody>
      </p:sp>
      <p:sp>
        <p:nvSpPr>
          <p:cNvPr id="69" name="Shape 67"/>
          <p:cNvSpPr/>
          <p:nvPr/>
        </p:nvSpPr>
        <p:spPr>
          <a:xfrm>
            <a:off x="11211987" y="974695"/>
            <a:ext cx="34961" cy="34961"/>
          </a:xfrm>
          <a:prstGeom prst="ellipse">
            <a:avLst/>
          </a:prstGeom>
          <a:solidFill>
            <a:srgbClr val="000000"/>
          </a:solidFill>
          <a:ln/>
        </p:spPr>
        <p:txBody>
          <a:bodyPr/>
          <a:lstStyle/>
          <a:p>
            <a:endParaRPr/>
          </a:p>
        </p:txBody>
      </p:sp>
      <p:sp>
        <p:nvSpPr>
          <p:cNvPr id="70" name="Shape 68"/>
          <p:cNvSpPr/>
          <p:nvPr/>
        </p:nvSpPr>
        <p:spPr>
          <a:xfrm>
            <a:off x="11398461" y="974695"/>
            <a:ext cx="34961" cy="34961"/>
          </a:xfrm>
          <a:prstGeom prst="ellipse">
            <a:avLst/>
          </a:prstGeom>
          <a:solidFill>
            <a:srgbClr val="000000"/>
          </a:solidFill>
          <a:ln/>
        </p:spPr>
        <p:txBody>
          <a:bodyPr/>
          <a:lstStyle/>
          <a:p>
            <a:endParaRPr/>
          </a:p>
        </p:txBody>
      </p:sp>
      <p:sp>
        <p:nvSpPr>
          <p:cNvPr id="71" name="Shape 69"/>
          <p:cNvSpPr/>
          <p:nvPr/>
        </p:nvSpPr>
        <p:spPr>
          <a:xfrm>
            <a:off x="11304837" y="988501"/>
            <a:ext cx="35627" cy="35627"/>
          </a:xfrm>
          <a:prstGeom prst="ellipse">
            <a:avLst/>
          </a:prstGeom>
          <a:solidFill>
            <a:srgbClr val="000000"/>
          </a:solidFill>
          <a:ln/>
        </p:spPr>
        <p:txBody>
          <a:bodyPr/>
          <a:lstStyle/>
          <a:p>
            <a:endParaRPr/>
          </a:p>
        </p:txBody>
      </p:sp>
      <p:sp>
        <p:nvSpPr>
          <p:cNvPr id="72" name="Text 70"/>
          <p:cNvSpPr/>
          <p:nvPr/>
        </p:nvSpPr>
        <p:spPr>
          <a:xfrm>
            <a:off x="548640" y="411480"/>
            <a:ext cx="10088575" cy="777240"/>
          </a:xfrm>
          <a:prstGeom prst="rect">
            <a:avLst/>
          </a:prstGeom>
          <a:noFill/>
          <a:ln/>
        </p:spPr>
        <p:txBody>
          <a:bodyPr wrap="square" lIns="0" tIns="0" rIns="0" bIns="0" rtlCol="0" anchor="ctr"/>
          <a:lstStyle/>
          <a:p>
            <a:pPr marL="0" indent="0" algn="l">
              <a:lnSpc>
                <a:spcPct val="105000"/>
              </a:lnSpc>
              <a:buNone/>
            </a:pPr>
            <a:r>
              <a:rPr lang="en-US" sz="2700" dirty="0">
                <a:solidFill>
                  <a:srgbClr val="3D68EC"/>
                </a:solidFill>
                <a:latin typeface="General Sans Semibold" pitchFamily="34" charset="0"/>
                <a:ea typeface="General Sans Semibold" pitchFamily="34" charset="-122"/>
                <a:cs typeface="General Sans Semibold" pitchFamily="34" charset="-120"/>
              </a:rPr>
              <a:t>Als AI het werk doet: hoe weet je dat het klopt?</a:t>
            </a:r>
            <a:endParaRPr lang="en-US" sz="2700" dirty="0"/>
          </a:p>
        </p:txBody>
      </p:sp>
      <p:sp>
        <p:nvSpPr>
          <p:cNvPr id="73" name="Shape 71"/>
          <p:cNvSpPr/>
          <p:nvPr/>
        </p:nvSpPr>
        <p:spPr>
          <a:xfrm>
            <a:off x="548640" y="1371600"/>
            <a:ext cx="2567864" cy="3396742"/>
          </a:xfrm>
          <a:prstGeom prst="roundRect">
            <a:avLst>
              <a:gd name="adj" fmla="val 3550"/>
            </a:avLst>
          </a:prstGeom>
          <a:solidFill>
            <a:srgbClr val="3D68EC"/>
          </a:solidFill>
          <a:ln/>
        </p:spPr>
        <p:txBody>
          <a:bodyPr/>
          <a:lstStyle/>
          <a:p>
            <a:endParaRPr/>
          </a:p>
        </p:txBody>
      </p:sp>
      <p:sp>
        <p:nvSpPr>
          <p:cNvPr id="74" name="Text 72"/>
          <p:cNvSpPr/>
          <p:nvPr/>
        </p:nvSpPr>
        <p:spPr>
          <a:xfrm>
            <a:off x="822960" y="1645920"/>
            <a:ext cx="2019224" cy="572008"/>
          </a:xfrm>
          <a:prstGeom prst="rect">
            <a:avLst/>
          </a:prstGeom>
          <a:noFill/>
          <a:ln/>
        </p:spPr>
        <p:txBody>
          <a:bodyPr wrap="square" lIns="0" tIns="0" rIns="0" bIns="0" rtlCol="0" anchor="t"/>
          <a:lstStyle/>
          <a:p>
            <a:pPr marL="0" indent="0" algn="l">
              <a:lnSpc>
                <a:spcPct val="105000"/>
              </a:lnSpc>
              <a:buNone/>
            </a:pPr>
            <a:r>
              <a:rPr lang="en-US" sz="2000" dirty="0">
                <a:solidFill>
                  <a:srgbClr val="F4D9DC"/>
                </a:solidFill>
                <a:latin typeface="General Sans Semibold" pitchFamily="34" charset="0"/>
                <a:ea typeface="General Sans Semibold" pitchFamily="34" charset="-122"/>
                <a:cs typeface="General Sans Semibold" pitchFamily="34" charset="-120"/>
              </a:rPr>
              <a:t>/1-verkennen</a:t>
            </a:r>
            <a:endParaRPr lang="en-US" sz="2000" dirty="0"/>
          </a:p>
        </p:txBody>
      </p:sp>
      <p:sp>
        <p:nvSpPr>
          <p:cNvPr id="75" name="Text 73"/>
          <p:cNvSpPr/>
          <p:nvPr/>
        </p:nvSpPr>
        <p:spPr>
          <a:xfrm>
            <a:off x="822960" y="2492248"/>
            <a:ext cx="2019224" cy="274320"/>
          </a:xfrm>
          <a:prstGeom prst="rect">
            <a:avLst/>
          </a:prstGeom>
          <a:noFill/>
          <a:ln/>
        </p:spPr>
        <p:txBody>
          <a:bodyPr wrap="square" lIns="0" tIns="0" rIns="0" bIns="0" rtlCol="0" anchor="t"/>
          <a:lstStyle/>
          <a:p>
            <a:pPr marL="0" indent="0" algn="l">
              <a:lnSpc>
                <a:spcPct val="105000"/>
              </a:lnSpc>
              <a:buNone/>
            </a:pPr>
            <a:r>
              <a:rPr lang="en-US" sz="1100" kern="0" spc="300" dirty="0">
                <a:solidFill>
                  <a:srgbClr val="F4D74B"/>
                </a:solidFill>
                <a:latin typeface="General Sans Semibold" pitchFamily="34" charset="0"/>
                <a:ea typeface="General Sans Semibold" pitchFamily="34" charset="-122"/>
                <a:cs typeface="General Sans Semibold" pitchFamily="34" charset="-120"/>
              </a:rPr>
              <a:t>PRIVACY</a:t>
            </a:r>
            <a:endParaRPr lang="en-US" sz="1100" dirty="0"/>
          </a:p>
        </p:txBody>
      </p:sp>
      <p:sp>
        <p:nvSpPr>
          <p:cNvPr id="76" name="Text 74"/>
          <p:cNvSpPr/>
          <p:nvPr/>
        </p:nvSpPr>
        <p:spPr>
          <a:xfrm>
            <a:off x="822960" y="2839720"/>
            <a:ext cx="2019224" cy="765810"/>
          </a:xfrm>
          <a:prstGeom prst="rect">
            <a:avLst/>
          </a:prstGeom>
          <a:noFill/>
          <a:ln/>
        </p:spPr>
        <p:txBody>
          <a:bodyPr wrap="square" lIns="0" tIns="0" rIns="0" bIns="0" rtlCol="0" anchor="t"/>
          <a:lstStyle/>
          <a:p>
            <a:pPr marL="0" indent="0" algn="l">
              <a:lnSpc>
                <a:spcPct val="105000"/>
              </a:lnSpc>
              <a:buNone/>
            </a:pPr>
            <a:r>
              <a:rPr lang="en-US" sz="1500" dirty="0">
                <a:solidFill>
                  <a:srgbClr val="F4D9DC"/>
                </a:solidFill>
                <a:latin typeface="General Sans" pitchFamily="34" charset="0"/>
                <a:ea typeface="General Sans" pitchFamily="34" charset="-122"/>
                <a:cs typeface="General Sans" pitchFamily="34" charset="-120"/>
              </a:rPr>
              <a:t>Drempel voor kleine groepen vastgelegd</a:t>
            </a:r>
            <a:endParaRPr lang="en-US" sz="1500" dirty="0"/>
          </a:p>
        </p:txBody>
      </p:sp>
      <p:sp>
        <p:nvSpPr>
          <p:cNvPr id="77" name="Text 75"/>
          <p:cNvSpPr/>
          <p:nvPr/>
        </p:nvSpPr>
        <p:spPr>
          <a:xfrm>
            <a:off x="822960" y="3742690"/>
            <a:ext cx="2019224" cy="274320"/>
          </a:xfrm>
          <a:prstGeom prst="rect">
            <a:avLst/>
          </a:prstGeom>
          <a:noFill/>
          <a:ln/>
        </p:spPr>
        <p:txBody>
          <a:bodyPr wrap="square" lIns="0" tIns="0" rIns="0" bIns="0" rtlCol="0" anchor="t"/>
          <a:lstStyle/>
          <a:p>
            <a:pPr marL="0" indent="0" algn="l">
              <a:lnSpc>
                <a:spcPct val="105000"/>
              </a:lnSpc>
              <a:buNone/>
            </a:pPr>
            <a:r>
              <a:rPr lang="en-US" sz="1100" kern="0" spc="300" dirty="0">
                <a:solidFill>
                  <a:srgbClr val="F4D74B"/>
                </a:solidFill>
                <a:latin typeface="General Sans Semibold" pitchFamily="34" charset="0"/>
                <a:ea typeface="General Sans Semibold" pitchFamily="34" charset="-122"/>
                <a:cs typeface="General Sans Semibold" pitchFamily="34" charset="-120"/>
              </a:rPr>
              <a:t>BETROUWBAARHEID</a:t>
            </a:r>
            <a:endParaRPr lang="en-US" sz="1100" dirty="0"/>
          </a:p>
        </p:txBody>
      </p:sp>
      <p:sp>
        <p:nvSpPr>
          <p:cNvPr id="78" name="Text 76"/>
          <p:cNvSpPr/>
          <p:nvPr/>
        </p:nvSpPr>
        <p:spPr>
          <a:xfrm>
            <a:off x="822960" y="4090162"/>
            <a:ext cx="2019224" cy="541020"/>
          </a:xfrm>
          <a:prstGeom prst="rect">
            <a:avLst/>
          </a:prstGeom>
          <a:noFill/>
          <a:ln/>
        </p:spPr>
        <p:txBody>
          <a:bodyPr wrap="square" lIns="0" tIns="0" rIns="0" bIns="0" rtlCol="0" anchor="t"/>
          <a:lstStyle/>
          <a:p>
            <a:pPr marL="0" indent="0" algn="l">
              <a:lnSpc>
                <a:spcPct val="105000"/>
              </a:lnSpc>
              <a:buNone/>
            </a:pPr>
            <a:r>
              <a:rPr lang="en-US" sz="1500" dirty="0">
                <a:solidFill>
                  <a:srgbClr val="F4D9DC"/>
                </a:solidFill>
                <a:latin typeface="General Sans" pitchFamily="34" charset="0"/>
                <a:ea typeface="General Sans" pitchFamily="34" charset="-122"/>
                <a:cs typeface="General Sans" pitchFamily="34" charset="-120"/>
              </a:rPr>
              <a:t>Definities vastgelegd</a:t>
            </a:r>
            <a:endParaRPr lang="en-US" sz="1500" dirty="0"/>
          </a:p>
        </p:txBody>
      </p:sp>
      <p:sp>
        <p:nvSpPr>
          <p:cNvPr id="79" name="Shape 77"/>
          <p:cNvSpPr/>
          <p:nvPr/>
        </p:nvSpPr>
        <p:spPr>
          <a:xfrm>
            <a:off x="3390824" y="1371600"/>
            <a:ext cx="2567864" cy="3396742"/>
          </a:xfrm>
          <a:prstGeom prst="roundRect">
            <a:avLst>
              <a:gd name="adj" fmla="val 3550"/>
            </a:avLst>
          </a:prstGeom>
          <a:solidFill>
            <a:srgbClr val="DD784B"/>
          </a:solidFill>
          <a:ln/>
        </p:spPr>
        <p:txBody>
          <a:bodyPr/>
          <a:lstStyle/>
          <a:p>
            <a:endParaRPr/>
          </a:p>
        </p:txBody>
      </p:sp>
      <p:sp>
        <p:nvSpPr>
          <p:cNvPr id="80" name="Text 78"/>
          <p:cNvSpPr/>
          <p:nvPr/>
        </p:nvSpPr>
        <p:spPr>
          <a:xfrm>
            <a:off x="3665144" y="1645920"/>
            <a:ext cx="2019224" cy="572008"/>
          </a:xfrm>
          <a:prstGeom prst="rect">
            <a:avLst/>
          </a:prstGeom>
          <a:noFill/>
          <a:ln/>
        </p:spPr>
        <p:txBody>
          <a:bodyPr wrap="square" lIns="0" tIns="0" rIns="0" bIns="0" rtlCol="0" anchor="t"/>
          <a:lstStyle/>
          <a:p>
            <a:pPr marL="0" indent="0" algn="l">
              <a:lnSpc>
                <a:spcPct val="105000"/>
              </a:lnSpc>
              <a:buNone/>
            </a:pPr>
            <a:r>
              <a:rPr lang="en-US" sz="2000" dirty="0">
                <a:solidFill>
                  <a:srgbClr val="000000"/>
                </a:solidFill>
                <a:latin typeface="General Sans Semibold" pitchFamily="34" charset="0"/>
                <a:ea typeface="General Sans Semibold" pitchFamily="34" charset="-122"/>
                <a:cs typeface="General Sans Semibold" pitchFamily="34" charset="-120"/>
              </a:rPr>
              <a:t>/2-schetsen</a:t>
            </a:r>
            <a:endParaRPr lang="en-US" sz="2000" dirty="0"/>
          </a:p>
        </p:txBody>
      </p:sp>
      <p:sp>
        <p:nvSpPr>
          <p:cNvPr id="81" name="Text 79"/>
          <p:cNvSpPr/>
          <p:nvPr/>
        </p:nvSpPr>
        <p:spPr>
          <a:xfrm>
            <a:off x="3665144" y="2492248"/>
            <a:ext cx="2019224" cy="274320"/>
          </a:xfrm>
          <a:prstGeom prst="rect">
            <a:avLst/>
          </a:prstGeom>
          <a:noFill/>
          <a:ln/>
        </p:spPr>
        <p:txBody>
          <a:bodyPr wrap="square" lIns="0" tIns="0" rIns="0" bIns="0" rtlCol="0" anchor="t"/>
          <a:lstStyle/>
          <a:p>
            <a:pPr marL="0" indent="0" algn="l">
              <a:lnSpc>
                <a:spcPct val="105000"/>
              </a:lnSpc>
              <a:buNone/>
            </a:pPr>
            <a:r>
              <a:rPr lang="en-US" sz="1100" kern="0" spc="300" dirty="0">
                <a:solidFill>
                  <a:srgbClr val="000000"/>
                </a:solidFill>
                <a:latin typeface="General Sans Semibold" pitchFamily="34" charset="0"/>
                <a:ea typeface="General Sans Semibold" pitchFamily="34" charset="-122"/>
                <a:cs typeface="General Sans Semibold" pitchFamily="34" charset="-120"/>
              </a:rPr>
              <a:t>PRIVACY</a:t>
            </a:r>
            <a:endParaRPr lang="en-US" sz="1100" dirty="0"/>
          </a:p>
        </p:txBody>
      </p:sp>
      <p:sp>
        <p:nvSpPr>
          <p:cNvPr id="82" name="Text 80"/>
          <p:cNvSpPr/>
          <p:nvPr/>
        </p:nvSpPr>
        <p:spPr>
          <a:xfrm>
            <a:off x="3665144" y="2839720"/>
            <a:ext cx="2019224" cy="765810"/>
          </a:xfrm>
          <a:prstGeom prst="rect">
            <a:avLst/>
          </a:prstGeom>
          <a:noFill/>
          <a:ln/>
        </p:spPr>
        <p:txBody>
          <a:bodyPr wrap="square" lIns="0" tIns="0" rIns="0" bIns="0" rtlCol="0" anchor="t"/>
          <a:lstStyle/>
          <a:p>
            <a:pPr marL="0" indent="0" algn="l">
              <a:lnSpc>
                <a:spcPct val="105000"/>
              </a:lnSpc>
              <a:buNone/>
            </a:pPr>
            <a:r>
              <a:rPr lang="en-US" sz="1500" dirty="0">
                <a:solidFill>
                  <a:srgbClr val="000000"/>
                </a:solidFill>
                <a:latin typeface="General Sans" pitchFamily="34" charset="0"/>
                <a:ea typeface="General Sans" pitchFamily="34" charset="-122"/>
                <a:cs typeface="General Sans" pitchFamily="34" charset="-120"/>
              </a:rPr>
              <a:t>Drempel meegenomen in de opzet</a:t>
            </a:r>
            <a:endParaRPr lang="en-US" sz="1500" dirty="0"/>
          </a:p>
        </p:txBody>
      </p:sp>
      <p:sp>
        <p:nvSpPr>
          <p:cNvPr id="83" name="Text 81"/>
          <p:cNvSpPr/>
          <p:nvPr/>
        </p:nvSpPr>
        <p:spPr>
          <a:xfrm>
            <a:off x="3665144" y="3742690"/>
            <a:ext cx="2019224" cy="274320"/>
          </a:xfrm>
          <a:prstGeom prst="rect">
            <a:avLst/>
          </a:prstGeom>
          <a:noFill/>
          <a:ln/>
        </p:spPr>
        <p:txBody>
          <a:bodyPr wrap="square" lIns="0" tIns="0" rIns="0" bIns="0" rtlCol="0" anchor="t"/>
          <a:lstStyle/>
          <a:p>
            <a:pPr marL="0" indent="0" algn="l">
              <a:lnSpc>
                <a:spcPct val="105000"/>
              </a:lnSpc>
              <a:buNone/>
            </a:pPr>
            <a:r>
              <a:rPr lang="en-US" sz="1100" kern="0" spc="300" dirty="0">
                <a:solidFill>
                  <a:srgbClr val="000000"/>
                </a:solidFill>
                <a:latin typeface="General Sans Semibold" pitchFamily="34" charset="0"/>
                <a:ea typeface="General Sans Semibold" pitchFamily="34" charset="-122"/>
                <a:cs typeface="General Sans Semibold" pitchFamily="34" charset="-120"/>
              </a:rPr>
              <a:t>BETROUWBAARHEID</a:t>
            </a:r>
            <a:endParaRPr lang="en-US" sz="1100" dirty="0"/>
          </a:p>
        </p:txBody>
      </p:sp>
      <p:sp>
        <p:nvSpPr>
          <p:cNvPr id="84" name="Text 82"/>
          <p:cNvSpPr/>
          <p:nvPr/>
        </p:nvSpPr>
        <p:spPr>
          <a:xfrm>
            <a:off x="3665144" y="4090162"/>
            <a:ext cx="2019224" cy="541020"/>
          </a:xfrm>
          <a:prstGeom prst="rect">
            <a:avLst/>
          </a:prstGeom>
          <a:noFill/>
          <a:ln/>
        </p:spPr>
        <p:txBody>
          <a:bodyPr wrap="square" lIns="0" tIns="0" rIns="0" bIns="0" rtlCol="0" anchor="t"/>
          <a:lstStyle/>
          <a:p>
            <a:pPr marL="0" indent="0" algn="l">
              <a:lnSpc>
                <a:spcPct val="105000"/>
              </a:lnSpc>
              <a:buNone/>
            </a:pPr>
            <a:r>
              <a:rPr lang="en-US" sz="1500" dirty="0">
                <a:solidFill>
                  <a:srgbClr val="000000"/>
                </a:solidFill>
                <a:latin typeface="General Sans" pitchFamily="34" charset="0"/>
                <a:ea typeface="General Sans" pitchFamily="34" charset="-122"/>
                <a:cs typeface="General Sans" pitchFamily="34" charset="-120"/>
              </a:rPr>
              <a:t>Verband, geen oorzaak</a:t>
            </a:r>
            <a:endParaRPr lang="en-US" sz="1500" dirty="0"/>
          </a:p>
        </p:txBody>
      </p:sp>
      <p:sp>
        <p:nvSpPr>
          <p:cNvPr id="85" name="Shape 83"/>
          <p:cNvSpPr/>
          <p:nvPr/>
        </p:nvSpPr>
        <p:spPr>
          <a:xfrm>
            <a:off x="6233008" y="1371600"/>
            <a:ext cx="2567864" cy="3396742"/>
          </a:xfrm>
          <a:prstGeom prst="roundRect">
            <a:avLst>
              <a:gd name="adj" fmla="val 3550"/>
            </a:avLst>
          </a:prstGeom>
          <a:solidFill>
            <a:srgbClr val="00AF81"/>
          </a:solidFill>
          <a:ln/>
        </p:spPr>
        <p:txBody>
          <a:bodyPr/>
          <a:lstStyle/>
          <a:p>
            <a:endParaRPr/>
          </a:p>
        </p:txBody>
      </p:sp>
      <p:sp>
        <p:nvSpPr>
          <p:cNvPr id="86" name="Text 84"/>
          <p:cNvSpPr/>
          <p:nvPr/>
        </p:nvSpPr>
        <p:spPr>
          <a:xfrm>
            <a:off x="6507328" y="1645920"/>
            <a:ext cx="2019224" cy="572008"/>
          </a:xfrm>
          <a:prstGeom prst="rect">
            <a:avLst/>
          </a:prstGeom>
          <a:noFill/>
          <a:ln/>
        </p:spPr>
        <p:txBody>
          <a:bodyPr wrap="square" lIns="0" tIns="0" rIns="0" bIns="0" rtlCol="0" anchor="t"/>
          <a:lstStyle/>
          <a:p>
            <a:pPr marL="0" indent="0" algn="l">
              <a:lnSpc>
                <a:spcPct val="105000"/>
              </a:lnSpc>
              <a:buNone/>
            </a:pPr>
            <a:r>
              <a:rPr lang="en-US" sz="2000" dirty="0">
                <a:solidFill>
                  <a:srgbClr val="000000"/>
                </a:solidFill>
                <a:latin typeface="General Sans Semibold" pitchFamily="34" charset="0"/>
                <a:ea typeface="General Sans Semibold" pitchFamily="34" charset="-122"/>
                <a:cs typeface="General Sans Semibold" pitchFamily="34" charset="-120"/>
              </a:rPr>
              <a:t>/3-bouwen</a:t>
            </a:r>
            <a:endParaRPr lang="en-US" sz="2000" dirty="0"/>
          </a:p>
        </p:txBody>
      </p:sp>
      <p:sp>
        <p:nvSpPr>
          <p:cNvPr id="87" name="Text 85"/>
          <p:cNvSpPr/>
          <p:nvPr/>
        </p:nvSpPr>
        <p:spPr>
          <a:xfrm>
            <a:off x="6507328" y="2492248"/>
            <a:ext cx="2019224" cy="274320"/>
          </a:xfrm>
          <a:prstGeom prst="rect">
            <a:avLst/>
          </a:prstGeom>
          <a:noFill/>
          <a:ln/>
        </p:spPr>
        <p:txBody>
          <a:bodyPr wrap="square" lIns="0" tIns="0" rIns="0" bIns="0" rtlCol="0" anchor="t"/>
          <a:lstStyle/>
          <a:p>
            <a:pPr marL="0" indent="0" algn="l">
              <a:lnSpc>
                <a:spcPct val="105000"/>
              </a:lnSpc>
              <a:buNone/>
            </a:pPr>
            <a:r>
              <a:rPr lang="en-US" sz="1100" kern="0" spc="300" dirty="0">
                <a:solidFill>
                  <a:srgbClr val="000000"/>
                </a:solidFill>
                <a:latin typeface="General Sans Semibold" pitchFamily="34" charset="0"/>
                <a:ea typeface="General Sans Semibold" pitchFamily="34" charset="-122"/>
                <a:cs typeface="General Sans Semibold" pitchFamily="34" charset="-120"/>
              </a:rPr>
              <a:t>PRIVACY</a:t>
            </a:r>
            <a:endParaRPr lang="en-US" sz="1100" dirty="0"/>
          </a:p>
        </p:txBody>
      </p:sp>
      <p:sp>
        <p:nvSpPr>
          <p:cNvPr id="88" name="Text 86"/>
          <p:cNvSpPr/>
          <p:nvPr/>
        </p:nvSpPr>
        <p:spPr>
          <a:xfrm>
            <a:off x="6507328" y="2839720"/>
            <a:ext cx="2019224" cy="765810"/>
          </a:xfrm>
          <a:prstGeom prst="rect">
            <a:avLst/>
          </a:prstGeom>
          <a:noFill/>
          <a:ln/>
        </p:spPr>
        <p:txBody>
          <a:bodyPr wrap="square" lIns="0" tIns="0" rIns="0" bIns="0" rtlCol="0" anchor="t"/>
          <a:lstStyle/>
          <a:p>
            <a:pPr marL="0" indent="0" algn="l">
              <a:lnSpc>
                <a:spcPct val="105000"/>
              </a:lnSpc>
              <a:buNone/>
            </a:pPr>
            <a:r>
              <a:rPr lang="en-US" sz="1500" dirty="0">
                <a:solidFill>
                  <a:srgbClr val="000000"/>
                </a:solidFill>
                <a:latin typeface="General Sans" pitchFamily="34" charset="0"/>
                <a:ea typeface="General Sans" pitchFamily="34" charset="-122"/>
                <a:cs typeface="General Sans" pitchFamily="34" charset="-120"/>
              </a:rPr>
              <a:t>In de code: onder 30 niet getoond</a:t>
            </a:r>
            <a:endParaRPr lang="en-US" sz="1500" dirty="0"/>
          </a:p>
        </p:txBody>
      </p:sp>
      <p:sp>
        <p:nvSpPr>
          <p:cNvPr id="89" name="Text 87"/>
          <p:cNvSpPr/>
          <p:nvPr/>
        </p:nvSpPr>
        <p:spPr>
          <a:xfrm>
            <a:off x="6507328" y="3742690"/>
            <a:ext cx="2019224" cy="274320"/>
          </a:xfrm>
          <a:prstGeom prst="rect">
            <a:avLst/>
          </a:prstGeom>
          <a:noFill/>
          <a:ln/>
        </p:spPr>
        <p:txBody>
          <a:bodyPr wrap="square" lIns="0" tIns="0" rIns="0" bIns="0" rtlCol="0" anchor="t"/>
          <a:lstStyle/>
          <a:p>
            <a:pPr marL="0" indent="0" algn="l">
              <a:lnSpc>
                <a:spcPct val="105000"/>
              </a:lnSpc>
              <a:buNone/>
            </a:pPr>
            <a:r>
              <a:rPr lang="en-US" sz="1100" kern="0" spc="300" dirty="0">
                <a:solidFill>
                  <a:srgbClr val="000000"/>
                </a:solidFill>
                <a:latin typeface="General Sans Semibold" pitchFamily="34" charset="0"/>
                <a:ea typeface="General Sans Semibold" pitchFamily="34" charset="-122"/>
                <a:cs typeface="General Sans Semibold" pitchFamily="34" charset="-120"/>
              </a:rPr>
              <a:t>BETROUWBAARHEID</a:t>
            </a:r>
            <a:endParaRPr lang="en-US" sz="1100" dirty="0"/>
          </a:p>
        </p:txBody>
      </p:sp>
      <p:sp>
        <p:nvSpPr>
          <p:cNvPr id="90" name="Text 88"/>
          <p:cNvSpPr/>
          <p:nvPr/>
        </p:nvSpPr>
        <p:spPr>
          <a:xfrm>
            <a:off x="6507328" y="4090162"/>
            <a:ext cx="2019224" cy="541020"/>
          </a:xfrm>
          <a:prstGeom prst="rect">
            <a:avLst/>
          </a:prstGeom>
          <a:noFill/>
          <a:ln/>
        </p:spPr>
        <p:txBody>
          <a:bodyPr wrap="square" lIns="0" tIns="0" rIns="0" bIns="0" rtlCol="0" anchor="t"/>
          <a:lstStyle/>
          <a:p>
            <a:pPr marL="0" indent="0" algn="l">
              <a:lnSpc>
                <a:spcPct val="105000"/>
              </a:lnSpc>
              <a:buNone/>
            </a:pPr>
            <a:r>
              <a:rPr lang="en-US" sz="1500" dirty="0">
                <a:solidFill>
                  <a:srgbClr val="000000"/>
                </a:solidFill>
                <a:latin typeface="General Sans" pitchFamily="34" charset="0"/>
                <a:ea typeface="General Sans" pitchFamily="34" charset="-122"/>
                <a:cs typeface="General Sans" pitchFamily="34" charset="-120"/>
              </a:rPr>
              <a:t>Nagerekend, bron erbij</a:t>
            </a:r>
            <a:endParaRPr lang="en-US" sz="1500" dirty="0"/>
          </a:p>
        </p:txBody>
      </p:sp>
      <p:sp>
        <p:nvSpPr>
          <p:cNvPr id="91" name="Shape 89"/>
          <p:cNvSpPr/>
          <p:nvPr/>
        </p:nvSpPr>
        <p:spPr>
          <a:xfrm>
            <a:off x="9075191" y="1371600"/>
            <a:ext cx="2567864" cy="3396742"/>
          </a:xfrm>
          <a:prstGeom prst="roundRect">
            <a:avLst>
              <a:gd name="adj" fmla="val 3550"/>
            </a:avLst>
          </a:prstGeom>
          <a:solidFill>
            <a:srgbClr val="F4D74B"/>
          </a:solidFill>
          <a:ln/>
        </p:spPr>
        <p:txBody>
          <a:bodyPr/>
          <a:lstStyle/>
          <a:p>
            <a:endParaRPr/>
          </a:p>
        </p:txBody>
      </p:sp>
      <p:sp>
        <p:nvSpPr>
          <p:cNvPr id="92" name="Text 90"/>
          <p:cNvSpPr/>
          <p:nvPr/>
        </p:nvSpPr>
        <p:spPr>
          <a:xfrm>
            <a:off x="9349511" y="1645920"/>
            <a:ext cx="2019224" cy="572008"/>
          </a:xfrm>
          <a:prstGeom prst="rect">
            <a:avLst/>
          </a:prstGeom>
          <a:noFill/>
          <a:ln/>
        </p:spPr>
        <p:txBody>
          <a:bodyPr wrap="square" lIns="0" tIns="0" rIns="0" bIns="0" rtlCol="0" anchor="t"/>
          <a:lstStyle/>
          <a:p>
            <a:pPr marL="0" indent="0" algn="l">
              <a:lnSpc>
                <a:spcPct val="105000"/>
              </a:lnSpc>
              <a:buNone/>
            </a:pPr>
            <a:r>
              <a:rPr lang="en-US" sz="1900" dirty="0">
                <a:solidFill>
                  <a:srgbClr val="3D68EC"/>
                </a:solidFill>
                <a:latin typeface="General Sans Semibold" pitchFamily="34" charset="0"/>
                <a:ea typeface="General Sans Semibold" pitchFamily="34" charset="-122"/>
                <a:cs typeface="General Sans Semibold" pitchFamily="34" charset="-120"/>
              </a:rPr>
              <a:t>Menselijke regie</a:t>
            </a:r>
            <a:endParaRPr lang="en-US" sz="1900" dirty="0"/>
          </a:p>
        </p:txBody>
      </p:sp>
      <p:sp>
        <p:nvSpPr>
          <p:cNvPr id="93" name="Text 91"/>
          <p:cNvSpPr/>
          <p:nvPr/>
        </p:nvSpPr>
        <p:spPr>
          <a:xfrm>
            <a:off x="9349511" y="2492248"/>
            <a:ext cx="2019224" cy="274320"/>
          </a:xfrm>
          <a:prstGeom prst="rect">
            <a:avLst/>
          </a:prstGeom>
          <a:noFill/>
          <a:ln/>
        </p:spPr>
        <p:txBody>
          <a:bodyPr wrap="square" lIns="0" tIns="0" rIns="0" bIns="0" rtlCol="0" anchor="t"/>
          <a:lstStyle/>
          <a:p>
            <a:pPr marL="0" indent="0" algn="l">
              <a:lnSpc>
                <a:spcPct val="105000"/>
              </a:lnSpc>
              <a:buNone/>
            </a:pPr>
            <a:r>
              <a:rPr lang="en-US" sz="1100" kern="0" spc="300" dirty="0">
                <a:solidFill>
                  <a:srgbClr val="3D68EC"/>
                </a:solidFill>
                <a:latin typeface="General Sans Semibold" pitchFamily="34" charset="0"/>
                <a:ea typeface="General Sans Semibold" pitchFamily="34" charset="-122"/>
                <a:cs typeface="General Sans Semibold" pitchFamily="34" charset="-120"/>
              </a:rPr>
              <a:t>JIJ VALIDEERT</a:t>
            </a:r>
            <a:endParaRPr lang="en-US" sz="1100" dirty="0"/>
          </a:p>
        </p:txBody>
      </p:sp>
      <p:sp>
        <p:nvSpPr>
          <p:cNvPr id="94" name="Text 92"/>
          <p:cNvSpPr/>
          <p:nvPr/>
        </p:nvSpPr>
        <p:spPr>
          <a:xfrm>
            <a:off x="9349511" y="2839720"/>
            <a:ext cx="2019224" cy="765810"/>
          </a:xfrm>
          <a:prstGeom prst="rect">
            <a:avLst/>
          </a:prstGeom>
          <a:noFill/>
          <a:ln/>
        </p:spPr>
        <p:txBody>
          <a:bodyPr wrap="square" lIns="0" tIns="0" rIns="0" bIns="0" rtlCol="0" anchor="t"/>
          <a:lstStyle/>
          <a:p>
            <a:pPr marL="0" indent="0" algn="l">
              <a:lnSpc>
                <a:spcPct val="105000"/>
              </a:lnSpc>
              <a:buNone/>
            </a:pPr>
            <a:r>
              <a:rPr lang="en-US" sz="1500" dirty="0">
                <a:solidFill>
                  <a:srgbClr val="000000"/>
                </a:solidFill>
                <a:latin typeface="General Sans" pitchFamily="34" charset="0"/>
                <a:ea typeface="General Sans" pitchFamily="34" charset="-122"/>
                <a:cs typeface="General Sans" pitchFamily="34" charset="-120"/>
              </a:rPr>
              <a:t>Code, formules, definities en cijfers</a:t>
            </a:r>
            <a:endParaRPr lang="en-US" sz="1500" dirty="0"/>
          </a:p>
        </p:txBody>
      </p:sp>
      <p:sp>
        <p:nvSpPr>
          <p:cNvPr id="95" name="Text 93"/>
          <p:cNvSpPr/>
          <p:nvPr/>
        </p:nvSpPr>
        <p:spPr>
          <a:xfrm>
            <a:off x="9349511" y="3742690"/>
            <a:ext cx="2019224" cy="274320"/>
          </a:xfrm>
          <a:prstGeom prst="rect">
            <a:avLst/>
          </a:prstGeom>
          <a:noFill/>
          <a:ln/>
        </p:spPr>
        <p:txBody>
          <a:bodyPr wrap="square" lIns="0" tIns="0" rIns="0" bIns="0" rtlCol="0" anchor="t"/>
          <a:lstStyle/>
          <a:p>
            <a:pPr marL="0" indent="0" algn="l">
              <a:lnSpc>
                <a:spcPct val="105000"/>
              </a:lnSpc>
              <a:buNone/>
            </a:pPr>
            <a:r>
              <a:rPr lang="en-US" sz="1100" kern="0" spc="300" dirty="0">
                <a:solidFill>
                  <a:srgbClr val="3D68EC"/>
                </a:solidFill>
                <a:latin typeface="General Sans Semibold" pitchFamily="34" charset="0"/>
                <a:ea typeface="General Sans Semibold" pitchFamily="34" charset="-122"/>
                <a:cs typeface="General Sans Semibold" pitchFamily="34" charset="-120"/>
              </a:rPr>
              <a:t>DE AI</a:t>
            </a:r>
            <a:endParaRPr lang="en-US" sz="1100" dirty="0"/>
          </a:p>
        </p:txBody>
      </p:sp>
      <p:sp>
        <p:nvSpPr>
          <p:cNvPr id="96" name="Text 94"/>
          <p:cNvSpPr/>
          <p:nvPr/>
        </p:nvSpPr>
        <p:spPr>
          <a:xfrm>
            <a:off x="9349511" y="4090162"/>
            <a:ext cx="2019224" cy="541020"/>
          </a:xfrm>
          <a:prstGeom prst="rect">
            <a:avLst/>
          </a:prstGeom>
          <a:noFill/>
          <a:ln/>
        </p:spPr>
        <p:txBody>
          <a:bodyPr wrap="square" lIns="0" tIns="0" rIns="0" bIns="0" rtlCol="0" anchor="t"/>
          <a:lstStyle/>
          <a:p>
            <a:pPr marL="0" indent="0" algn="l">
              <a:lnSpc>
                <a:spcPct val="105000"/>
              </a:lnSpc>
              <a:buNone/>
            </a:pPr>
            <a:r>
              <a:rPr lang="en-US" sz="1500" dirty="0">
                <a:solidFill>
                  <a:srgbClr val="000000"/>
                </a:solidFill>
                <a:latin typeface="General Sans" pitchFamily="34" charset="0"/>
                <a:ea typeface="General Sans" pitchFamily="34" charset="-122"/>
                <a:cs typeface="General Sans" pitchFamily="34" charset="-120"/>
              </a:rPr>
              <a:t>Trekt geen conclusies</a:t>
            </a:r>
            <a:endParaRPr lang="en-US" sz="1500" dirty="0"/>
          </a:p>
        </p:txBody>
      </p:sp>
      <p:sp>
        <p:nvSpPr>
          <p:cNvPr id="97" name="Text 95"/>
          <p:cNvSpPr/>
          <p:nvPr/>
        </p:nvSpPr>
        <p:spPr>
          <a:xfrm>
            <a:off x="548640" y="4951222"/>
            <a:ext cx="11094415" cy="457200"/>
          </a:xfrm>
          <a:prstGeom prst="rect">
            <a:avLst/>
          </a:prstGeom>
          <a:noFill/>
          <a:ln/>
        </p:spPr>
        <p:txBody>
          <a:bodyPr wrap="square" lIns="0" tIns="0" rIns="0" bIns="0" rtlCol="0" anchor="t"/>
          <a:lstStyle/>
          <a:p>
            <a:pPr marL="0" indent="0" algn="l">
              <a:lnSpc>
                <a:spcPct val="105000"/>
              </a:lnSpc>
              <a:buNone/>
            </a:pPr>
            <a:r>
              <a:rPr lang="en-US" sz="1600" dirty="0">
                <a:solidFill>
                  <a:srgbClr val="3D68EC"/>
                </a:solidFill>
                <a:latin typeface="General Sans Semibold" pitchFamily="34" charset="0"/>
                <a:ea typeface="General Sans Semibold" pitchFamily="34" charset="-122"/>
                <a:cs typeface="General Sans Semibold" pitchFamily="34" charset="-120"/>
              </a:rPr>
              <a:t>En de data:</a:t>
            </a:r>
            <a:r>
              <a:rPr lang="en-US" sz="1600" dirty="0">
                <a:solidFill>
                  <a:srgbClr val="000000"/>
                </a:solidFill>
                <a:latin typeface="General Sans" pitchFamily="34" charset="0"/>
                <a:ea typeface="General Sans" pitchFamily="34" charset="-122"/>
                <a:cs typeface="General Sans" pitchFamily="34" charset="-120"/>
              </a:rPr>
              <a:t> synthetisch. Er ging geen echte studentdata naar derde partijen.</a:t>
            </a:r>
            <a:endParaRPr lang="en-US" sz="1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3D68EC"/>
        </a:solidFill>
        <a:effectLst/>
      </p:bgPr>
    </p:bg>
    <p:spTree>
      <p:nvGrpSpPr>
        <p:cNvPr id="1" name=""/>
        <p:cNvGrpSpPr/>
        <p:nvPr/>
      </p:nvGrpSpPr>
      <p:grpSpPr>
        <a:xfrm>
          <a:off x="0" y="0"/>
          <a:ext cx="0" cy="0"/>
          <a:chOff x="0" y="0"/>
          <a:chExt cx="0" cy="0"/>
        </a:xfrm>
      </p:grpSpPr>
      <p:sp>
        <p:nvSpPr>
          <p:cNvPr id="2" name="Shape 0"/>
          <p:cNvSpPr/>
          <p:nvPr/>
        </p:nvSpPr>
        <p:spPr>
          <a:xfrm>
            <a:off x="11304952" y="384048"/>
            <a:ext cx="35960" cy="35960"/>
          </a:xfrm>
          <a:prstGeom prst="ellipse">
            <a:avLst/>
          </a:prstGeom>
          <a:solidFill>
            <a:srgbClr val="F4D9DC"/>
          </a:solidFill>
          <a:ln/>
        </p:spPr>
        <p:txBody>
          <a:bodyPr/>
          <a:lstStyle/>
          <a:p>
            <a:endParaRPr/>
          </a:p>
        </p:txBody>
      </p:sp>
      <p:sp>
        <p:nvSpPr>
          <p:cNvPr id="3" name="Shape 1"/>
          <p:cNvSpPr/>
          <p:nvPr/>
        </p:nvSpPr>
        <p:spPr>
          <a:xfrm>
            <a:off x="11212173" y="399224"/>
            <a:ext cx="34616" cy="34616"/>
          </a:xfrm>
          <a:prstGeom prst="ellipse">
            <a:avLst/>
          </a:prstGeom>
          <a:solidFill>
            <a:srgbClr val="F4D9DC"/>
          </a:solidFill>
          <a:ln/>
        </p:spPr>
        <p:txBody>
          <a:bodyPr/>
          <a:lstStyle/>
          <a:p>
            <a:endParaRPr/>
          </a:p>
        </p:txBody>
      </p:sp>
      <p:sp>
        <p:nvSpPr>
          <p:cNvPr id="4" name="Shape 2"/>
          <p:cNvSpPr/>
          <p:nvPr/>
        </p:nvSpPr>
        <p:spPr>
          <a:xfrm>
            <a:off x="11398641" y="399224"/>
            <a:ext cx="34616" cy="34616"/>
          </a:xfrm>
          <a:prstGeom prst="ellipse">
            <a:avLst/>
          </a:prstGeom>
          <a:solidFill>
            <a:srgbClr val="F4D9DC"/>
          </a:solidFill>
          <a:ln/>
        </p:spPr>
        <p:txBody>
          <a:bodyPr/>
          <a:lstStyle/>
          <a:p>
            <a:endParaRPr/>
          </a:p>
        </p:txBody>
      </p:sp>
      <p:sp>
        <p:nvSpPr>
          <p:cNvPr id="5" name="Shape 3"/>
          <p:cNvSpPr/>
          <p:nvPr/>
        </p:nvSpPr>
        <p:spPr>
          <a:xfrm>
            <a:off x="11258374" y="435357"/>
            <a:ext cx="51936" cy="51936"/>
          </a:xfrm>
          <a:prstGeom prst="ellipse">
            <a:avLst/>
          </a:prstGeom>
          <a:solidFill>
            <a:srgbClr val="F4D9DC"/>
          </a:solidFill>
          <a:ln/>
        </p:spPr>
        <p:txBody>
          <a:bodyPr/>
          <a:lstStyle/>
          <a:p>
            <a:endParaRPr/>
          </a:p>
        </p:txBody>
      </p:sp>
      <p:sp>
        <p:nvSpPr>
          <p:cNvPr id="6" name="Shape 4"/>
          <p:cNvSpPr/>
          <p:nvPr/>
        </p:nvSpPr>
        <p:spPr>
          <a:xfrm>
            <a:off x="11335407" y="435306"/>
            <a:ext cx="51718" cy="51718"/>
          </a:xfrm>
          <a:prstGeom prst="ellipse">
            <a:avLst/>
          </a:prstGeom>
          <a:solidFill>
            <a:srgbClr val="F4D9DC"/>
          </a:solidFill>
          <a:ln/>
        </p:spPr>
        <p:txBody>
          <a:bodyPr/>
          <a:lstStyle/>
          <a:p>
            <a:endParaRPr/>
          </a:p>
        </p:txBody>
      </p:sp>
      <p:sp>
        <p:nvSpPr>
          <p:cNvPr id="7" name="Shape 5"/>
          <p:cNvSpPr/>
          <p:nvPr/>
        </p:nvSpPr>
        <p:spPr>
          <a:xfrm>
            <a:off x="11127388" y="442398"/>
            <a:ext cx="35294" cy="35294"/>
          </a:xfrm>
          <a:prstGeom prst="ellipse">
            <a:avLst/>
          </a:prstGeom>
          <a:solidFill>
            <a:srgbClr val="F4D9DC"/>
          </a:solidFill>
          <a:ln/>
        </p:spPr>
        <p:txBody>
          <a:bodyPr/>
          <a:lstStyle/>
          <a:p>
            <a:endParaRPr/>
          </a:p>
        </p:txBody>
      </p:sp>
      <p:sp>
        <p:nvSpPr>
          <p:cNvPr id="8" name="Shape 6"/>
          <p:cNvSpPr/>
          <p:nvPr/>
        </p:nvSpPr>
        <p:spPr>
          <a:xfrm>
            <a:off x="11482145" y="441649"/>
            <a:ext cx="35960" cy="35960"/>
          </a:xfrm>
          <a:prstGeom prst="ellipse">
            <a:avLst/>
          </a:prstGeom>
          <a:solidFill>
            <a:srgbClr val="F4D9DC"/>
          </a:solidFill>
          <a:ln/>
        </p:spPr>
        <p:txBody>
          <a:bodyPr/>
          <a:lstStyle/>
          <a:p>
            <a:endParaRPr/>
          </a:p>
        </p:txBody>
      </p:sp>
      <p:sp>
        <p:nvSpPr>
          <p:cNvPr id="9" name="Shape 7"/>
          <p:cNvSpPr/>
          <p:nvPr/>
        </p:nvSpPr>
        <p:spPr>
          <a:xfrm>
            <a:off x="11185603" y="459328"/>
            <a:ext cx="52167" cy="52167"/>
          </a:xfrm>
          <a:prstGeom prst="ellipse">
            <a:avLst/>
          </a:prstGeom>
          <a:solidFill>
            <a:srgbClr val="F4D9DC"/>
          </a:solidFill>
          <a:ln/>
        </p:spPr>
        <p:txBody>
          <a:bodyPr/>
          <a:lstStyle/>
          <a:p>
            <a:endParaRPr/>
          </a:p>
        </p:txBody>
      </p:sp>
      <p:sp>
        <p:nvSpPr>
          <p:cNvPr id="10" name="Shape 8"/>
          <p:cNvSpPr/>
          <p:nvPr/>
        </p:nvSpPr>
        <p:spPr>
          <a:xfrm>
            <a:off x="11408043" y="458713"/>
            <a:ext cx="52384" cy="52384"/>
          </a:xfrm>
          <a:prstGeom prst="ellipse">
            <a:avLst/>
          </a:prstGeom>
          <a:solidFill>
            <a:srgbClr val="F4D9DC"/>
          </a:solidFill>
          <a:ln/>
        </p:spPr>
        <p:txBody>
          <a:bodyPr/>
          <a:lstStyle/>
          <a:p>
            <a:endParaRPr/>
          </a:p>
        </p:txBody>
      </p:sp>
      <p:sp>
        <p:nvSpPr>
          <p:cNvPr id="11" name="Shape 9"/>
          <p:cNvSpPr/>
          <p:nvPr/>
        </p:nvSpPr>
        <p:spPr>
          <a:xfrm>
            <a:off x="11241891" y="499749"/>
            <a:ext cx="36613" cy="36613"/>
          </a:xfrm>
          <a:prstGeom prst="ellipse">
            <a:avLst/>
          </a:prstGeom>
          <a:solidFill>
            <a:srgbClr val="F4D9DC"/>
          </a:solidFill>
          <a:ln/>
        </p:spPr>
        <p:txBody>
          <a:bodyPr/>
          <a:lstStyle/>
          <a:p>
            <a:endParaRPr/>
          </a:p>
        </p:txBody>
      </p:sp>
      <p:sp>
        <p:nvSpPr>
          <p:cNvPr id="12" name="Shape 10"/>
          <p:cNvSpPr/>
          <p:nvPr/>
        </p:nvSpPr>
        <p:spPr>
          <a:xfrm>
            <a:off x="11294557" y="500146"/>
            <a:ext cx="57223" cy="57223"/>
          </a:xfrm>
          <a:prstGeom prst="ellipse">
            <a:avLst/>
          </a:prstGeom>
          <a:solidFill>
            <a:srgbClr val="F4D9DC"/>
          </a:solidFill>
          <a:ln/>
        </p:spPr>
        <p:txBody>
          <a:bodyPr/>
          <a:lstStyle/>
          <a:p>
            <a:endParaRPr/>
          </a:p>
        </p:txBody>
      </p:sp>
      <p:sp>
        <p:nvSpPr>
          <p:cNvPr id="13" name="Shape 11"/>
          <p:cNvSpPr/>
          <p:nvPr/>
        </p:nvSpPr>
        <p:spPr>
          <a:xfrm>
            <a:off x="11364102" y="498770"/>
            <a:ext cx="35294" cy="35294"/>
          </a:xfrm>
          <a:prstGeom prst="ellipse">
            <a:avLst/>
          </a:prstGeom>
          <a:solidFill>
            <a:srgbClr val="F4D9DC"/>
          </a:solidFill>
          <a:ln/>
        </p:spPr>
        <p:txBody>
          <a:bodyPr/>
          <a:lstStyle/>
          <a:p>
            <a:endParaRPr/>
          </a:p>
        </p:txBody>
      </p:sp>
      <p:sp>
        <p:nvSpPr>
          <p:cNvPr id="14" name="Shape 12"/>
          <p:cNvSpPr/>
          <p:nvPr/>
        </p:nvSpPr>
        <p:spPr>
          <a:xfrm>
            <a:off x="11123515" y="504524"/>
            <a:ext cx="51936" cy="51936"/>
          </a:xfrm>
          <a:prstGeom prst="ellipse">
            <a:avLst/>
          </a:prstGeom>
          <a:solidFill>
            <a:srgbClr val="F4D9DC"/>
          </a:solidFill>
          <a:ln/>
        </p:spPr>
        <p:txBody>
          <a:bodyPr/>
          <a:lstStyle/>
          <a:p>
            <a:endParaRPr/>
          </a:p>
        </p:txBody>
      </p:sp>
      <p:sp>
        <p:nvSpPr>
          <p:cNvPr id="15" name="Shape 13"/>
          <p:cNvSpPr/>
          <p:nvPr/>
        </p:nvSpPr>
        <p:spPr>
          <a:xfrm>
            <a:off x="11470202" y="504300"/>
            <a:ext cx="52384" cy="52384"/>
          </a:xfrm>
          <a:prstGeom prst="ellipse">
            <a:avLst/>
          </a:prstGeom>
          <a:solidFill>
            <a:srgbClr val="F4D9DC"/>
          </a:solidFill>
          <a:ln/>
        </p:spPr>
        <p:txBody>
          <a:bodyPr/>
          <a:lstStyle/>
          <a:p>
            <a:endParaRPr/>
          </a:p>
        </p:txBody>
      </p:sp>
      <p:sp>
        <p:nvSpPr>
          <p:cNvPr id="16" name="Shape 14"/>
          <p:cNvSpPr/>
          <p:nvPr/>
        </p:nvSpPr>
        <p:spPr>
          <a:xfrm>
            <a:off x="11060774" y="508825"/>
            <a:ext cx="35627" cy="35627"/>
          </a:xfrm>
          <a:prstGeom prst="ellipse">
            <a:avLst/>
          </a:prstGeom>
          <a:solidFill>
            <a:srgbClr val="F4D9DC"/>
          </a:solidFill>
          <a:ln/>
        </p:spPr>
        <p:txBody>
          <a:bodyPr/>
          <a:lstStyle/>
          <a:p>
            <a:endParaRPr/>
          </a:p>
        </p:txBody>
      </p:sp>
      <p:sp>
        <p:nvSpPr>
          <p:cNvPr id="17" name="Shape 15"/>
          <p:cNvSpPr/>
          <p:nvPr/>
        </p:nvSpPr>
        <p:spPr>
          <a:xfrm>
            <a:off x="11548535" y="508038"/>
            <a:ext cx="36613" cy="36613"/>
          </a:xfrm>
          <a:prstGeom prst="ellipse">
            <a:avLst/>
          </a:prstGeom>
          <a:solidFill>
            <a:srgbClr val="F4D9DC"/>
          </a:solidFill>
          <a:ln/>
        </p:spPr>
        <p:txBody>
          <a:bodyPr/>
          <a:lstStyle/>
          <a:p>
            <a:endParaRPr/>
          </a:p>
        </p:txBody>
      </p:sp>
      <p:sp>
        <p:nvSpPr>
          <p:cNvPr id="18" name="Shape 16"/>
          <p:cNvSpPr/>
          <p:nvPr/>
        </p:nvSpPr>
        <p:spPr>
          <a:xfrm>
            <a:off x="11191466" y="533379"/>
            <a:ext cx="57825" cy="57825"/>
          </a:xfrm>
          <a:prstGeom prst="ellipse">
            <a:avLst/>
          </a:prstGeom>
          <a:solidFill>
            <a:srgbClr val="F4D9DC"/>
          </a:solidFill>
          <a:ln/>
        </p:spPr>
        <p:txBody>
          <a:bodyPr/>
          <a:lstStyle/>
          <a:p>
            <a:endParaRPr/>
          </a:p>
        </p:txBody>
      </p:sp>
      <p:sp>
        <p:nvSpPr>
          <p:cNvPr id="19" name="Shape 17"/>
          <p:cNvSpPr/>
          <p:nvPr/>
        </p:nvSpPr>
        <p:spPr>
          <a:xfrm>
            <a:off x="11396535" y="533494"/>
            <a:ext cx="57428" cy="57428"/>
          </a:xfrm>
          <a:prstGeom prst="ellipse">
            <a:avLst/>
          </a:prstGeom>
          <a:solidFill>
            <a:srgbClr val="F4D9DC"/>
          </a:solidFill>
          <a:ln/>
        </p:spPr>
        <p:txBody>
          <a:bodyPr/>
          <a:lstStyle/>
          <a:p>
            <a:endParaRPr/>
          </a:p>
        </p:txBody>
      </p:sp>
      <p:sp>
        <p:nvSpPr>
          <p:cNvPr id="20" name="Shape 18"/>
          <p:cNvSpPr/>
          <p:nvPr/>
        </p:nvSpPr>
        <p:spPr>
          <a:xfrm>
            <a:off x="11079087" y="567226"/>
            <a:ext cx="51270" cy="51270"/>
          </a:xfrm>
          <a:prstGeom prst="ellipse">
            <a:avLst/>
          </a:prstGeom>
          <a:solidFill>
            <a:srgbClr val="F4D9DC"/>
          </a:solidFill>
          <a:ln/>
        </p:spPr>
        <p:txBody>
          <a:bodyPr/>
          <a:lstStyle/>
          <a:p>
            <a:endParaRPr/>
          </a:p>
        </p:txBody>
      </p:sp>
      <p:sp>
        <p:nvSpPr>
          <p:cNvPr id="21" name="Shape 19"/>
          <p:cNvSpPr/>
          <p:nvPr/>
        </p:nvSpPr>
        <p:spPr>
          <a:xfrm>
            <a:off x="11339728" y="567053"/>
            <a:ext cx="34616" cy="34616"/>
          </a:xfrm>
          <a:prstGeom prst="ellipse">
            <a:avLst/>
          </a:prstGeom>
          <a:solidFill>
            <a:srgbClr val="F4D9DC"/>
          </a:solidFill>
          <a:ln/>
        </p:spPr>
        <p:txBody>
          <a:bodyPr/>
          <a:lstStyle/>
          <a:p>
            <a:endParaRPr/>
          </a:p>
        </p:txBody>
      </p:sp>
      <p:sp>
        <p:nvSpPr>
          <p:cNvPr id="22" name="Shape 20"/>
          <p:cNvSpPr/>
          <p:nvPr/>
        </p:nvSpPr>
        <p:spPr>
          <a:xfrm>
            <a:off x="11515167" y="566234"/>
            <a:ext cx="52819" cy="52819"/>
          </a:xfrm>
          <a:prstGeom prst="ellipse">
            <a:avLst/>
          </a:prstGeom>
          <a:solidFill>
            <a:srgbClr val="F4D9DC"/>
          </a:solidFill>
          <a:ln/>
        </p:spPr>
        <p:txBody>
          <a:bodyPr/>
          <a:lstStyle/>
          <a:p>
            <a:endParaRPr/>
          </a:p>
        </p:txBody>
      </p:sp>
      <p:sp>
        <p:nvSpPr>
          <p:cNvPr id="23" name="Shape 21"/>
          <p:cNvSpPr/>
          <p:nvPr/>
        </p:nvSpPr>
        <p:spPr>
          <a:xfrm>
            <a:off x="11262860" y="569742"/>
            <a:ext cx="34961" cy="34961"/>
          </a:xfrm>
          <a:prstGeom prst="ellipse">
            <a:avLst/>
          </a:prstGeom>
          <a:solidFill>
            <a:srgbClr val="F4D9DC"/>
          </a:solidFill>
          <a:ln/>
        </p:spPr>
        <p:txBody>
          <a:bodyPr/>
          <a:lstStyle/>
          <a:p>
            <a:endParaRPr/>
          </a:p>
        </p:txBody>
      </p:sp>
      <p:sp>
        <p:nvSpPr>
          <p:cNvPr id="24" name="Shape 22"/>
          <p:cNvSpPr/>
          <p:nvPr/>
        </p:nvSpPr>
        <p:spPr>
          <a:xfrm>
            <a:off x="11462521" y="569818"/>
            <a:ext cx="35294" cy="35294"/>
          </a:xfrm>
          <a:prstGeom prst="ellipse">
            <a:avLst/>
          </a:prstGeom>
          <a:solidFill>
            <a:srgbClr val="F4D9DC"/>
          </a:solidFill>
          <a:ln/>
        </p:spPr>
        <p:txBody>
          <a:bodyPr/>
          <a:lstStyle/>
          <a:p>
            <a:endParaRPr/>
          </a:p>
        </p:txBody>
      </p:sp>
      <p:sp>
        <p:nvSpPr>
          <p:cNvPr id="25" name="Shape 23"/>
          <p:cNvSpPr/>
          <p:nvPr/>
        </p:nvSpPr>
        <p:spPr>
          <a:xfrm>
            <a:off x="11145681" y="573441"/>
            <a:ext cx="34270" cy="34270"/>
          </a:xfrm>
          <a:prstGeom prst="ellipse">
            <a:avLst/>
          </a:prstGeom>
          <a:solidFill>
            <a:srgbClr val="F4D9DC"/>
          </a:solidFill>
          <a:ln/>
        </p:spPr>
        <p:txBody>
          <a:bodyPr/>
          <a:lstStyle/>
          <a:p>
            <a:endParaRPr/>
          </a:p>
        </p:txBody>
      </p:sp>
      <p:sp>
        <p:nvSpPr>
          <p:cNvPr id="26" name="Shape 24"/>
          <p:cNvSpPr/>
          <p:nvPr/>
        </p:nvSpPr>
        <p:spPr>
          <a:xfrm>
            <a:off x="11592015" y="593213"/>
            <a:ext cx="35294" cy="35294"/>
          </a:xfrm>
          <a:prstGeom prst="ellipse">
            <a:avLst/>
          </a:prstGeom>
          <a:solidFill>
            <a:srgbClr val="F4D9DC"/>
          </a:solidFill>
          <a:ln/>
        </p:spPr>
        <p:txBody>
          <a:bodyPr/>
          <a:lstStyle/>
          <a:p>
            <a:endParaRPr/>
          </a:p>
        </p:txBody>
      </p:sp>
      <p:sp>
        <p:nvSpPr>
          <p:cNvPr id="27" name="Shape 25"/>
          <p:cNvSpPr/>
          <p:nvPr/>
        </p:nvSpPr>
        <p:spPr>
          <a:xfrm>
            <a:off x="11019124" y="593444"/>
            <a:ext cx="34616" cy="34616"/>
          </a:xfrm>
          <a:prstGeom prst="ellipse">
            <a:avLst/>
          </a:prstGeom>
          <a:solidFill>
            <a:srgbClr val="F4D9DC"/>
          </a:solidFill>
          <a:ln/>
        </p:spPr>
        <p:txBody>
          <a:bodyPr/>
          <a:lstStyle/>
          <a:p>
            <a:endParaRPr/>
          </a:p>
        </p:txBody>
      </p:sp>
      <p:sp>
        <p:nvSpPr>
          <p:cNvPr id="28" name="Shape 26"/>
          <p:cNvSpPr/>
          <p:nvPr/>
        </p:nvSpPr>
        <p:spPr>
          <a:xfrm>
            <a:off x="11403576" y="610214"/>
            <a:ext cx="34961" cy="34961"/>
          </a:xfrm>
          <a:prstGeom prst="ellipse">
            <a:avLst/>
          </a:prstGeom>
          <a:solidFill>
            <a:srgbClr val="F4D9DC"/>
          </a:solidFill>
          <a:ln/>
        </p:spPr>
        <p:txBody>
          <a:bodyPr/>
          <a:lstStyle/>
          <a:p>
            <a:endParaRPr/>
          </a:p>
        </p:txBody>
      </p:sp>
      <p:sp>
        <p:nvSpPr>
          <p:cNvPr id="29" name="Shape 27"/>
          <p:cNvSpPr/>
          <p:nvPr/>
        </p:nvSpPr>
        <p:spPr>
          <a:xfrm>
            <a:off x="11201662" y="616570"/>
            <a:ext cx="35627" cy="35627"/>
          </a:xfrm>
          <a:prstGeom prst="ellipse">
            <a:avLst/>
          </a:prstGeom>
          <a:solidFill>
            <a:srgbClr val="F4D9DC"/>
          </a:solidFill>
          <a:ln/>
        </p:spPr>
        <p:txBody>
          <a:bodyPr/>
          <a:lstStyle/>
          <a:p>
            <a:endParaRPr/>
          </a:p>
        </p:txBody>
      </p:sp>
      <p:sp>
        <p:nvSpPr>
          <p:cNvPr id="30" name="Shape 28"/>
          <p:cNvSpPr/>
          <p:nvPr/>
        </p:nvSpPr>
        <p:spPr>
          <a:xfrm>
            <a:off x="11127484" y="620705"/>
            <a:ext cx="58030" cy="58030"/>
          </a:xfrm>
          <a:prstGeom prst="ellipse">
            <a:avLst/>
          </a:prstGeom>
          <a:solidFill>
            <a:srgbClr val="F4D9DC"/>
          </a:solidFill>
          <a:ln/>
        </p:spPr>
        <p:txBody>
          <a:bodyPr/>
          <a:lstStyle/>
          <a:p>
            <a:endParaRPr/>
          </a:p>
        </p:txBody>
      </p:sp>
      <p:sp>
        <p:nvSpPr>
          <p:cNvPr id="31" name="Shape 29"/>
          <p:cNvSpPr/>
          <p:nvPr/>
        </p:nvSpPr>
        <p:spPr>
          <a:xfrm>
            <a:off x="11460767" y="620852"/>
            <a:ext cx="57428" cy="57428"/>
          </a:xfrm>
          <a:prstGeom prst="ellipse">
            <a:avLst/>
          </a:prstGeom>
          <a:solidFill>
            <a:srgbClr val="F4D9DC"/>
          </a:solidFill>
          <a:ln/>
        </p:spPr>
        <p:txBody>
          <a:bodyPr/>
          <a:lstStyle/>
          <a:p>
            <a:endParaRPr/>
          </a:p>
        </p:txBody>
      </p:sp>
      <p:sp>
        <p:nvSpPr>
          <p:cNvPr id="32" name="Shape 30"/>
          <p:cNvSpPr/>
          <p:nvPr/>
        </p:nvSpPr>
        <p:spPr>
          <a:xfrm>
            <a:off x="11055219" y="640144"/>
            <a:ext cx="51718" cy="51718"/>
          </a:xfrm>
          <a:prstGeom prst="ellipse">
            <a:avLst/>
          </a:prstGeom>
          <a:solidFill>
            <a:srgbClr val="F4D9DC"/>
          </a:solidFill>
          <a:ln/>
        </p:spPr>
        <p:txBody>
          <a:bodyPr/>
          <a:lstStyle/>
          <a:p>
            <a:endParaRPr/>
          </a:p>
        </p:txBody>
      </p:sp>
      <p:sp>
        <p:nvSpPr>
          <p:cNvPr id="33" name="Shape 31"/>
          <p:cNvSpPr/>
          <p:nvPr/>
        </p:nvSpPr>
        <p:spPr>
          <a:xfrm>
            <a:off x="11539330" y="640266"/>
            <a:ext cx="51270" cy="51270"/>
          </a:xfrm>
          <a:prstGeom prst="ellipse">
            <a:avLst/>
          </a:prstGeom>
          <a:solidFill>
            <a:srgbClr val="F4D9DC"/>
          </a:solidFill>
          <a:ln/>
        </p:spPr>
        <p:txBody>
          <a:bodyPr/>
          <a:lstStyle/>
          <a:p>
            <a:endParaRPr/>
          </a:p>
        </p:txBody>
      </p:sp>
      <p:sp>
        <p:nvSpPr>
          <p:cNvPr id="34" name="Shape 32"/>
          <p:cNvSpPr/>
          <p:nvPr/>
        </p:nvSpPr>
        <p:spPr>
          <a:xfrm>
            <a:off x="11429576" y="682274"/>
            <a:ext cx="35627" cy="35627"/>
          </a:xfrm>
          <a:prstGeom prst="ellipse">
            <a:avLst/>
          </a:prstGeom>
          <a:solidFill>
            <a:srgbClr val="F4D9DC"/>
          </a:solidFill>
          <a:ln/>
        </p:spPr>
        <p:txBody>
          <a:bodyPr/>
          <a:lstStyle/>
          <a:p>
            <a:endParaRPr/>
          </a:p>
        </p:txBody>
      </p:sp>
      <p:sp>
        <p:nvSpPr>
          <p:cNvPr id="35" name="Shape 33"/>
          <p:cNvSpPr/>
          <p:nvPr/>
        </p:nvSpPr>
        <p:spPr>
          <a:xfrm>
            <a:off x="11004076" y="687222"/>
            <a:ext cx="34616" cy="34616"/>
          </a:xfrm>
          <a:prstGeom prst="ellipse">
            <a:avLst/>
          </a:prstGeom>
          <a:solidFill>
            <a:srgbClr val="F4D9DC"/>
          </a:solidFill>
          <a:ln/>
        </p:spPr>
        <p:txBody>
          <a:bodyPr/>
          <a:lstStyle/>
          <a:p>
            <a:endParaRPr/>
          </a:p>
        </p:txBody>
      </p:sp>
      <p:sp>
        <p:nvSpPr>
          <p:cNvPr id="36" name="Shape 34"/>
          <p:cNvSpPr/>
          <p:nvPr/>
        </p:nvSpPr>
        <p:spPr>
          <a:xfrm>
            <a:off x="11502052" y="685321"/>
            <a:ext cx="34270" cy="34270"/>
          </a:xfrm>
          <a:prstGeom prst="ellipse">
            <a:avLst/>
          </a:prstGeom>
          <a:solidFill>
            <a:srgbClr val="F4D9DC"/>
          </a:solidFill>
          <a:ln/>
        </p:spPr>
        <p:txBody>
          <a:bodyPr/>
          <a:lstStyle/>
          <a:p>
            <a:endParaRPr/>
          </a:p>
        </p:txBody>
      </p:sp>
      <p:sp>
        <p:nvSpPr>
          <p:cNvPr id="37" name="Shape 35"/>
          <p:cNvSpPr/>
          <p:nvPr/>
        </p:nvSpPr>
        <p:spPr>
          <a:xfrm>
            <a:off x="11606321" y="686422"/>
            <a:ext cx="35627" cy="35627"/>
          </a:xfrm>
          <a:prstGeom prst="ellipse">
            <a:avLst/>
          </a:prstGeom>
          <a:solidFill>
            <a:srgbClr val="F4D9DC"/>
          </a:solidFill>
          <a:ln/>
        </p:spPr>
        <p:txBody>
          <a:bodyPr/>
          <a:lstStyle/>
          <a:p>
            <a:endParaRPr/>
          </a:p>
        </p:txBody>
      </p:sp>
      <p:sp>
        <p:nvSpPr>
          <p:cNvPr id="38" name="Shape 36"/>
          <p:cNvSpPr/>
          <p:nvPr/>
        </p:nvSpPr>
        <p:spPr>
          <a:xfrm>
            <a:off x="11108908" y="688957"/>
            <a:ext cx="35294" cy="35294"/>
          </a:xfrm>
          <a:prstGeom prst="ellipse">
            <a:avLst/>
          </a:prstGeom>
          <a:solidFill>
            <a:srgbClr val="F4D9DC"/>
          </a:solidFill>
          <a:ln/>
        </p:spPr>
        <p:txBody>
          <a:bodyPr/>
          <a:lstStyle/>
          <a:p>
            <a:endParaRPr/>
          </a:p>
        </p:txBody>
      </p:sp>
      <p:sp>
        <p:nvSpPr>
          <p:cNvPr id="39" name="Shape 37"/>
          <p:cNvSpPr/>
          <p:nvPr/>
        </p:nvSpPr>
        <p:spPr>
          <a:xfrm>
            <a:off x="11179733" y="690371"/>
            <a:ext cx="36613" cy="36613"/>
          </a:xfrm>
          <a:prstGeom prst="ellipse">
            <a:avLst/>
          </a:prstGeom>
          <a:solidFill>
            <a:srgbClr val="F4D9DC"/>
          </a:solidFill>
          <a:ln/>
        </p:spPr>
        <p:txBody>
          <a:bodyPr/>
          <a:lstStyle/>
          <a:p>
            <a:endParaRPr/>
          </a:p>
        </p:txBody>
      </p:sp>
      <p:sp>
        <p:nvSpPr>
          <p:cNvPr id="40" name="Shape 38"/>
          <p:cNvSpPr/>
          <p:nvPr/>
        </p:nvSpPr>
        <p:spPr>
          <a:xfrm>
            <a:off x="11054764" y="716576"/>
            <a:ext cx="51936" cy="51936"/>
          </a:xfrm>
          <a:prstGeom prst="ellipse">
            <a:avLst/>
          </a:prstGeom>
          <a:solidFill>
            <a:srgbClr val="F4D9DC"/>
          </a:solidFill>
          <a:ln/>
        </p:spPr>
        <p:txBody>
          <a:bodyPr/>
          <a:lstStyle/>
          <a:p>
            <a:endParaRPr/>
          </a:p>
        </p:txBody>
      </p:sp>
      <p:sp>
        <p:nvSpPr>
          <p:cNvPr id="41" name="Shape 39"/>
          <p:cNvSpPr/>
          <p:nvPr/>
        </p:nvSpPr>
        <p:spPr>
          <a:xfrm>
            <a:off x="11539023" y="716851"/>
            <a:ext cx="51488" cy="51488"/>
          </a:xfrm>
          <a:prstGeom prst="ellipse">
            <a:avLst/>
          </a:prstGeom>
          <a:solidFill>
            <a:srgbClr val="F4D9DC"/>
          </a:solidFill>
          <a:ln/>
        </p:spPr>
        <p:txBody>
          <a:bodyPr/>
          <a:lstStyle/>
          <a:p>
            <a:endParaRPr/>
          </a:p>
        </p:txBody>
      </p:sp>
      <p:sp>
        <p:nvSpPr>
          <p:cNvPr id="42" name="Shape 40"/>
          <p:cNvSpPr/>
          <p:nvPr/>
        </p:nvSpPr>
        <p:spPr>
          <a:xfrm>
            <a:off x="11127490" y="729288"/>
            <a:ext cx="58222" cy="58222"/>
          </a:xfrm>
          <a:prstGeom prst="ellipse">
            <a:avLst/>
          </a:prstGeom>
          <a:solidFill>
            <a:srgbClr val="F4D9DC"/>
          </a:solidFill>
          <a:ln/>
        </p:spPr>
        <p:txBody>
          <a:bodyPr/>
          <a:lstStyle/>
          <a:p>
            <a:endParaRPr/>
          </a:p>
        </p:txBody>
      </p:sp>
      <p:sp>
        <p:nvSpPr>
          <p:cNvPr id="43" name="Shape 41"/>
          <p:cNvSpPr/>
          <p:nvPr/>
        </p:nvSpPr>
        <p:spPr>
          <a:xfrm>
            <a:off x="11460671" y="729781"/>
            <a:ext cx="57633" cy="57633"/>
          </a:xfrm>
          <a:prstGeom prst="ellipse">
            <a:avLst/>
          </a:prstGeom>
          <a:solidFill>
            <a:srgbClr val="F4D9DC"/>
          </a:solidFill>
          <a:ln/>
        </p:spPr>
        <p:txBody>
          <a:bodyPr/>
          <a:lstStyle/>
          <a:p>
            <a:endParaRPr/>
          </a:p>
        </p:txBody>
      </p:sp>
      <p:sp>
        <p:nvSpPr>
          <p:cNvPr id="44" name="Shape 42"/>
          <p:cNvSpPr/>
          <p:nvPr/>
        </p:nvSpPr>
        <p:spPr>
          <a:xfrm>
            <a:off x="11407973" y="756415"/>
            <a:ext cx="35960" cy="35960"/>
          </a:xfrm>
          <a:prstGeom prst="ellipse">
            <a:avLst/>
          </a:prstGeom>
          <a:solidFill>
            <a:srgbClr val="F4D9DC"/>
          </a:solidFill>
          <a:ln/>
        </p:spPr>
        <p:txBody>
          <a:bodyPr/>
          <a:lstStyle/>
          <a:p>
            <a:endParaRPr/>
          </a:p>
        </p:txBody>
      </p:sp>
      <p:sp>
        <p:nvSpPr>
          <p:cNvPr id="45" name="Shape 43"/>
          <p:cNvSpPr/>
          <p:nvPr/>
        </p:nvSpPr>
        <p:spPr>
          <a:xfrm>
            <a:off x="11207308" y="763884"/>
            <a:ext cx="34616" cy="34616"/>
          </a:xfrm>
          <a:prstGeom prst="ellipse">
            <a:avLst/>
          </a:prstGeom>
          <a:solidFill>
            <a:srgbClr val="F4D9DC"/>
          </a:solidFill>
          <a:ln/>
        </p:spPr>
        <p:txBody>
          <a:bodyPr/>
          <a:lstStyle/>
          <a:p>
            <a:endParaRPr/>
          </a:p>
        </p:txBody>
      </p:sp>
      <p:sp>
        <p:nvSpPr>
          <p:cNvPr id="46" name="Shape 44"/>
          <p:cNvSpPr/>
          <p:nvPr/>
        </p:nvSpPr>
        <p:spPr>
          <a:xfrm>
            <a:off x="11018670" y="780462"/>
            <a:ext cx="34616" cy="34616"/>
          </a:xfrm>
          <a:prstGeom prst="ellipse">
            <a:avLst/>
          </a:prstGeom>
          <a:solidFill>
            <a:srgbClr val="F4D9DC"/>
          </a:solidFill>
          <a:ln/>
        </p:spPr>
        <p:txBody>
          <a:bodyPr/>
          <a:lstStyle/>
          <a:p>
            <a:endParaRPr/>
          </a:p>
        </p:txBody>
      </p:sp>
      <p:sp>
        <p:nvSpPr>
          <p:cNvPr id="47" name="Shape 45"/>
          <p:cNvSpPr/>
          <p:nvPr/>
        </p:nvSpPr>
        <p:spPr>
          <a:xfrm>
            <a:off x="11591670" y="780123"/>
            <a:ext cx="35294" cy="35294"/>
          </a:xfrm>
          <a:prstGeom prst="ellipse">
            <a:avLst/>
          </a:prstGeom>
          <a:solidFill>
            <a:srgbClr val="F4D9DC"/>
          </a:solidFill>
          <a:ln/>
        </p:spPr>
        <p:txBody>
          <a:bodyPr/>
          <a:lstStyle/>
          <a:p>
            <a:endParaRPr/>
          </a:p>
        </p:txBody>
      </p:sp>
      <p:sp>
        <p:nvSpPr>
          <p:cNvPr id="48" name="Shape 46"/>
          <p:cNvSpPr/>
          <p:nvPr/>
        </p:nvSpPr>
        <p:spPr>
          <a:xfrm>
            <a:off x="11079010" y="790179"/>
            <a:ext cx="51270" cy="51270"/>
          </a:xfrm>
          <a:prstGeom prst="ellipse">
            <a:avLst/>
          </a:prstGeom>
          <a:solidFill>
            <a:srgbClr val="F4D9DC"/>
          </a:solidFill>
          <a:ln/>
        </p:spPr>
        <p:txBody>
          <a:bodyPr/>
          <a:lstStyle/>
          <a:p>
            <a:endParaRPr/>
          </a:p>
        </p:txBody>
      </p:sp>
      <p:sp>
        <p:nvSpPr>
          <p:cNvPr id="49" name="Shape 47"/>
          <p:cNvSpPr/>
          <p:nvPr/>
        </p:nvSpPr>
        <p:spPr>
          <a:xfrm>
            <a:off x="11515218" y="789692"/>
            <a:ext cx="52602" cy="52602"/>
          </a:xfrm>
          <a:prstGeom prst="ellipse">
            <a:avLst/>
          </a:prstGeom>
          <a:solidFill>
            <a:srgbClr val="F4D9DC"/>
          </a:solidFill>
          <a:ln/>
        </p:spPr>
        <p:txBody>
          <a:bodyPr/>
          <a:lstStyle/>
          <a:p>
            <a:endParaRPr/>
          </a:p>
        </p:txBody>
      </p:sp>
      <p:sp>
        <p:nvSpPr>
          <p:cNvPr id="50" name="Shape 48"/>
          <p:cNvSpPr/>
          <p:nvPr/>
        </p:nvSpPr>
        <p:spPr>
          <a:xfrm>
            <a:off x="11147371" y="803460"/>
            <a:ext cx="35627" cy="35627"/>
          </a:xfrm>
          <a:prstGeom prst="ellipse">
            <a:avLst/>
          </a:prstGeom>
          <a:solidFill>
            <a:srgbClr val="F4D9DC"/>
          </a:solidFill>
          <a:ln/>
        </p:spPr>
        <p:txBody>
          <a:bodyPr/>
          <a:lstStyle/>
          <a:p>
            <a:endParaRPr/>
          </a:p>
        </p:txBody>
      </p:sp>
      <p:sp>
        <p:nvSpPr>
          <p:cNvPr id="51" name="Shape 49"/>
          <p:cNvSpPr/>
          <p:nvPr/>
        </p:nvSpPr>
        <p:spPr>
          <a:xfrm>
            <a:off x="11347786" y="804293"/>
            <a:ext cx="35294" cy="35294"/>
          </a:xfrm>
          <a:prstGeom prst="ellipse">
            <a:avLst/>
          </a:prstGeom>
          <a:solidFill>
            <a:srgbClr val="F4D9DC"/>
          </a:solidFill>
          <a:ln/>
        </p:spPr>
        <p:txBody>
          <a:bodyPr/>
          <a:lstStyle/>
          <a:p>
            <a:endParaRPr/>
          </a:p>
        </p:txBody>
      </p:sp>
      <p:sp>
        <p:nvSpPr>
          <p:cNvPr id="52" name="Shape 50"/>
          <p:cNvSpPr/>
          <p:nvPr/>
        </p:nvSpPr>
        <p:spPr>
          <a:xfrm>
            <a:off x="11465119" y="800919"/>
            <a:ext cx="34961" cy="34961"/>
          </a:xfrm>
          <a:prstGeom prst="ellipse">
            <a:avLst/>
          </a:prstGeom>
          <a:solidFill>
            <a:srgbClr val="F4D9DC"/>
          </a:solidFill>
          <a:ln/>
        </p:spPr>
        <p:txBody>
          <a:bodyPr/>
          <a:lstStyle/>
          <a:p>
            <a:endParaRPr/>
          </a:p>
        </p:txBody>
      </p:sp>
      <p:sp>
        <p:nvSpPr>
          <p:cNvPr id="53" name="Shape 51"/>
          <p:cNvSpPr/>
          <p:nvPr/>
        </p:nvSpPr>
        <p:spPr>
          <a:xfrm>
            <a:off x="11270669" y="806590"/>
            <a:ext cx="35627" cy="35627"/>
          </a:xfrm>
          <a:prstGeom prst="ellipse">
            <a:avLst/>
          </a:prstGeom>
          <a:solidFill>
            <a:srgbClr val="F4D9DC"/>
          </a:solidFill>
          <a:ln/>
        </p:spPr>
        <p:txBody>
          <a:bodyPr/>
          <a:lstStyle/>
          <a:p>
            <a:endParaRPr/>
          </a:p>
        </p:txBody>
      </p:sp>
      <p:sp>
        <p:nvSpPr>
          <p:cNvPr id="54" name="Shape 52"/>
          <p:cNvSpPr/>
          <p:nvPr/>
        </p:nvSpPr>
        <p:spPr>
          <a:xfrm>
            <a:off x="11191498" y="817766"/>
            <a:ext cx="57633" cy="57633"/>
          </a:xfrm>
          <a:prstGeom prst="ellipse">
            <a:avLst/>
          </a:prstGeom>
          <a:solidFill>
            <a:srgbClr val="F4D9DC"/>
          </a:solidFill>
          <a:ln/>
        </p:spPr>
        <p:txBody>
          <a:bodyPr/>
          <a:lstStyle/>
          <a:p>
            <a:endParaRPr/>
          </a:p>
        </p:txBody>
      </p:sp>
      <p:sp>
        <p:nvSpPr>
          <p:cNvPr id="55" name="Shape 53"/>
          <p:cNvSpPr/>
          <p:nvPr/>
        </p:nvSpPr>
        <p:spPr>
          <a:xfrm>
            <a:off x="11396573" y="817888"/>
            <a:ext cx="57633" cy="57633"/>
          </a:xfrm>
          <a:prstGeom prst="ellipse">
            <a:avLst/>
          </a:prstGeom>
          <a:solidFill>
            <a:srgbClr val="F4D9DC"/>
          </a:solidFill>
          <a:ln/>
        </p:spPr>
        <p:txBody>
          <a:bodyPr/>
          <a:lstStyle/>
          <a:p>
            <a:endParaRPr/>
          </a:p>
        </p:txBody>
      </p:sp>
      <p:sp>
        <p:nvSpPr>
          <p:cNvPr id="56" name="Shape 54"/>
          <p:cNvSpPr/>
          <p:nvPr/>
        </p:nvSpPr>
        <p:spPr>
          <a:xfrm>
            <a:off x="11123445" y="851985"/>
            <a:ext cx="52167" cy="52167"/>
          </a:xfrm>
          <a:prstGeom prst="ellipse">
            <a:avLst/>
          </a:prstGeom>
          <a:solidFill>
            <a:srgbClr val="F4D9DC"/>
          </a:solidFill>
          <a:ln/>
        </p:spPr>
        <p:txBody>
          <a:bodyPr/>
          <a:lstStyle/>
          <a:p>
            <a:endParaRPr/>
          </a:p>
        </p:txBody>
      </p:sp>
      <p:sp>
        <p:nvSpPr>
          <p:cNvPr id="57" name="Shape 55"/>
          <p:cNvSpPr/>
          <p:nvPr/>
        </p:nvSpPr>
        <p:spPr>
          <a:xfrm>
            <a:off x="11294647" y="851390"/>
            <a:ext cx="57223" cy="57223"/>
          </a:xfrm>
          <a:prstGeom prst="ellipse">
            <a:avLst/>
          </a:prstGeom>
          <a:solidFill>
            <a:srgbClr val="F4D9DC"/>
          </a:solidFill>
          <a:ln/>
        </p:spPr>
        <p:txBody>
          <a:bodyPr/>
          <a:lstStyle/>
          <a:p>
            <a:endParaRPr/>
          </a:p>
        </p:txBody>
      </p:sp>
      <p:sp>
        <p:nvSpPr>
          <p:cNvPr id="58" name="Shape 56"/>
          <p:cNvSpPr/>
          <p:nvPr/>
        </p:nvSpPr>
        <p:spPr>
          <a:xfrm>
            <a:off x="11470202" y="852382"/>
            <a:ext cx="52384" cy="52384"/>
          </a:xfrm>
          <a:prstGeom prst="ellipse">
            <a:avLst/>
          </a:prstGeom>
          <a:solidFill>
            <a:srgbClr val="F4D9DC"/>
          </a:solidFill>
          <a:ln/>
        </p:spPr>
        <p:txBody>
          <a:bodyPr/>
          <a:lstStyle/>
          <a:p>
            <a:endParaRPr/>
          </a:p>
        </p:txBody>
      </p:sp>
      <p:sp>
        <p:nvSpPr>
          <p:cNvPr id="59" name="Shape 57"/>
          <p:cNvSpPr/>
          <p:nvPr/>
        </p:nvSpPr>
        <p:spPr>
          <a:xfrm>
            <a:off x="11060774" y="864607"/>
            <a:ext cx="35627" cy="35627"/>
          </a:xfrm>
          <a:prstGeom prst="ellipse">
            <a:avLst/>
          </a:prstGeom>
          <a:solidFill>
            <a:srgbClr val="F4D9DC"/>
          </a:solidFill>
          <a:ln/>
        </p:spPr>
        <p:txBody>
          <a:bodyPr/>
          <a:lstStyle/>
          <a:p>
            <a:endParaRPr/>
          </a:p>
        </p:txBody>
      </p:sp>
      <p:sp>
        <p:nvSpPr>
          <p:cNvPr id="60" name="Shape 58"/>
          <p:cNvSpPr/>
          <p:nvPr/>
        </p:nvSpPr>
        <p:spPr>
          <a:xfrm>
            <a:off x="11548733" y="864185"/>
            <a:ext cx="35627" cy="35627"/>
          </a:xfrm>
          <a:prstGeom prst="ellipse">
            <a:avLst/>
          </a:prstGeom>
          <a:solidFill>
            <a:srgbClr val="F4D9DC"/>
          </a:solidFill>
          <a:ln/>
        </p:spPr>
        <p:txBody>
          <a:bodyPr/>
          <a:lstStyle/>
          <a:p>
            <a:endParaRPr/>
          </a:p>
        </p:txBody>
      </p:sp>
      <p:sp>
        <p:nvSpPr>
          <p:cNvPr id="61" name="Shape 59"/>
          <p:cNvSpPr/>
          <p:nvPr/>
        </p:nvSpPr>
        <p:spPr>
          <a:xfrm>
            <a:off x="11246231" y="873908"/>
            <a:ext cx="35627" cy="35627"/>
          </a:xfrm>
          <a:prstGeom prst="ellipse">
            <a:avLst/>
          </a:prstGeom>
          <a:solidFill>
            <a:srgbClr val="F4D9DC"/>
          </a:solidFill>
          <a:ln/>
        </p:spPr>
        <p:txBody>
          <a:bodyPr/>
          <a:lstStyle/>
          <a:p>
            <a:endParaRPr/>
          </a:p>
        </p:txBody>
      </p:sp>
      <p:sp>
        <p:nvSpPr>
          <p:cNvPr id="62" name="Shape 60"/>
          <p:cNvSpPr/>
          <p:nvPr/>
        </p:nvSpPr>
        <p:spPr>
          <a:xfrm>
            <a:off x="11367418" y="872896"/>
            <a:ext cx="35627" cy="35627"/>
          </a:xfrm>
          <a:prstGeom prst="ellipse">
            <a:avLst/>
          </a:prstGeom>
          <a:solidFill>
            <a:srgbClr val="F4D9DC"/>
          </a:solidFill>
          <a:ln/>
        </p:spPr>
        <p:txBody>
          <a:bodyPr/>
          <a:lstStyle/>
          <a:p>
            <a:endParaRPr/>
          </a:p>
        </p:txBody>
      </p:sp>
      <p:sp>
        <p:nvSpPr>
          <p:cNvPr id="63" name="Shape 61"/>
          <p:cNvSpPr/>
          <p:nvPr/>
        </p:nvSpPr>
        <p:spPr>
          <a:xfrm>
            <a:off x="11185366" y="897322"/>
            <a:ext cx="51936" cy="51936"/>
          </a:xfrm>
          <a:prstGeom prst="ellipse">
            <a:avLst/>
          </a:prstGeom>
          <a:solidFill>
            <a:srgbClr val="F4D9DC"/>
          </a:solidFill>
          <a:ln/>
        </p:spPr>
        <p:txBody>
          <a:bodyPr/>
          <a:lstStyle/>
          <a:p>
            <a:endParaRPr/>
          </a:p>
        </p:txBody>
      </p:sp>
      <p:sp>
        <p:nvSpPr>
          <p:cNvPr id="64" name="Shape 62"/>
          <p:cNvSpPr/>
          <p:nvPr/>
        </p:nvSpPr>
        <p:spPr>
          <a:xfrm>
            <a:off x="11407845" y="897655"/>
            <a:ext cx="52602" cy="52602"/>
          </a:xfrm>
          <a:prstGeom prst="ellipse">
            <a:avLst/>
          </a:prstGeom>
          <a:solidFill>
            <a:srgbClr val="F4D9DC"/>
          </a:solidFill>
          <a:ln/>
        </p:spPr>
        <p:txBody>
          <a:bodyPr/>
          <a:lstStyle/>
          <a:p>
            <a:endParaRPr/>
          </a:p>
        </p:txBody>
      </p:sp>
      <p:sp>
        <p:nvSpPr>
          <p:cNvPr id="65" name="Shape 63"/>
          <p:cNvSpPr/>
          <p:nvPr/>
        </p:nvSpPr>
        <p:spPr>
          <a:xfrm>
            <a:off x="11258822" y="921466"/>
            <a:ext cx="51270" cy="51270"/>
          </a:xfrm>
          <a:prstGeom prst="ellipse">
            <a:avLst/>
          </a:prstGeom>
          <a:solidFill>
            <a:srgbClr val="F4D9DC"/>
          </a:solidFill>
          <a:ln/>
        </p:spPr>
        <p:txBody>
          <a:bodyPr/>
          <a:lstStyle/>
          <a:p>
            <a:endParaRPr/>
          </a:p>
        </p:txBody>
      </p:sp>
      <p:sp>
        <p:nvSpPr>
          <p:cNvPr id="66" name="Shape 64"/>
          <p:cNvSpPr/>
          <p:nvPr/>
        </p:nvSpPr>
        <p:spPr>
          <a:xfrm>
            <a:off x="11335350" y="921504"/>
            <a:ext cx="51270" cy="51270"/>
          </a:xfrm>
          <a:prstGeom prst="ellipse">
            <a:avLst/>
          </a:prstGeom>
          <a:solidFill>
            <a:srgbClr val="F4D9DC"/>
          </a:solidFill>
          <a:ln/>
        </p:spPr>
        <p:txBody>
          <a:bodyPr/>
          <a:lstStyle/>
          <a:p>
            <a:endParaRPr/>
          </a:p>
        </p:txBody>
      </p:sp>
      <p:sp>
        <p:nvSpPr>
          <p:cNvPr id="67" name="Shape 65"/>
          <p:cNvSpPr/>
          <p:nvPr/>
        </p:nvSpPr>
        <p:spPr>
          <a:xfrm>
            <a:off x="11127388" y="931368"/>
            <a:ext cx="35294" cy="35294"/>
          </a:xfrm>
          <a:prstGeom prst="ellipse">
            <a:avLst/>
          </a:prstGeom>
          <a:solidFill>
            <a:srgbClr val="F4D9DC"/>
          </a:solidFill>
          <a:ln/>
        </p:spPr>
        <p:txBody>
          <a:bodyPr/>
          <a:lstStyle/>
          <a:p>
            <a:endParaRPr/>
          </a:p>
        </p:txBody>
      </p:sp>
      <p:sp>
        <p:nvSpPr>
          <p:cNvPr id="68" name="Shape 66"/>
          <p:cNvSpPr/>
          <p:nvPr/>
        </p:nvSpPr>
        <p:spPr>
          <a:xfrm>
            <a:off x="11481979" y="931035"/>
            <a:ext cx="35960" cy="35960"/>
          </a:xfrm>
          <a:prstGeom prst="ellipse">
            <a:avLst/>
          </a:prstGeom>
          <a:solidFill>
            <a:srgbClr val="F4D9DC"/>
          </a:solidFill>
          <a:ln/>
        </p:spPr>
        <p:txBody>
          <a:bodyPr/>
          <a:lstStyle/>
          <a:p>
            <a:endParaRPr/>
          </a:p>
        </p:txBody>
      </p:sp>
      <p:sp>
        <p:nvSpPr>
          <p:cNvPr id="69" name="Shape 67"/>
          <p:cNvSpPr/>
          <p:nvPr/>
        </p:nvSpPr>
        <p:spPr>
          <a:xfrm>
            <a:off x="11211987" y="974695"/>
            <a:ext cx="34961" cy="34961"/>
          </a:xfrm>
          <a:prstGeom prst="ellipse">
            <a:avLst/>
          </a:prstGeom>
          <a:solidFill>
            <a:srgbClr val="F4D9DC"/>
          </a:solidFill>
          <a:ln/>
        </p:spPr>
        <p:txBody>
          <a:bodyPr/>
          <a:lstStyle/>
          <a:p>
            <a:endParaRPr/>
          </a:p>
        </p:txBody>
      </p:sp>
      <p:sp>
        <p:nvSpPr>
          <p:cNvPr id="70" name="Shape 68"/>
          <p:cNvSpPr/>
          <p:nvPr/>
        </p:nvSpPr>
        <p:spPr>
          <a:xfrm>
            <a:off x="11398461" y="974695"/>
            <a:ext cx="34961" cy="34961"/>
          </a:xfrm>
          <a:prstGeom prst="ellipse">
            <a:avLst/>
          </a:prstGeom>
          <a:solidFill>
            <a:srgbClr val="F4D9DC"/>
          </a:solidFill>
          <a:ln/>
        </p:spPr>
        <p:txBody>
          <a:bodyPr/>
          <a:lstStyle/>
          <a:p>
            <a:endParaRPr/>
          </a:p>
        </p:txBody>
      </p:sp>
      <p:sp>
        <p:nvSpPr>
          <p:cNvPr id="71" name="Shape 69"/>
          <p:cNvSpPr/>
          <p:nvPr/>
        </p:nvSpPr>
        <p:spPr>
          <a:xfrm>
            <a:off x="11304837" y="988501"/>
            <a:ext cx="35627" cy="35627"/>
          </a:xfrm>
          <a:prstGeom prst="ellipse">
            <a:avLst/>
          </a:prstGeom>
          <a:solidFill>
            <a:srgbClr val="F4D9DC"/>
          </a:solidFill>
          <a:ln/>
        </p:spPr>
        <p:txBody>
          <a:bodyPr/>
          <a:lstStyle/>
          <a:p>
            <a:endParaRPr/>
          </a:p>
        </p:txBody>
      </p:sp>
      <p:sp>
        <p:nvSpPr>
          <p:cNvPr id="72" name="Text 70"/>
          <p:cNvSpPr/>
          <p:nvPr/>
        </p:nvSpPr>
        <p:spPr>
          <a:xfrm>
            <a:off x="548640" y="548640"/>
            <a:ext cx="1371600" cy="1920240"/>
          </a:xfrm>
          <a:prstGeom prst="rect">
            <a:avLst/>
          </a:prstGeom>
          <a:noFill/>
          <a:ln/>
        </p:spPr>
        <p:txBody>
          <a:bodyPr wrap="square" lIns="0" tIns="0" rIns="0" bIns="0" rtlCol="0" anchor="t"/>
          <a:lstStyle/>
          <a:p>
            <a:pPr marL="0" indent="0" algn="l">
              <a:lnSpc>
                <a:spcPct val="105000"/>
              </a:lnSpc>
              <a:buNone/>
            </a:pPr>
            <a:r>
              <a:rPr lang="en-US" sz="10800" dirty="0">
                <a:solidFill>
                  <a:srgbClr val="F4D74B"/>
                </a:solidFill>
                <a:latin typeface="Cooper Lt BT" pitchFamily="34" charset="0"/>
                <a:ea typeface="Cooper Lt BT" pitchFamily="34" charset="-122"/>
                <a:cs typeface="Cooper Lt BT" pitchFamily="34" charset="-120"/>
              </a:rPr>
              <a:t>“</a:t>
            </a:r>
            <a:endParaRPr lang="en-US" sz="10800" dirty="0"/>
          </a:p>
        </p:txBody>
      </p:sp>
      <p:sp>
        <p:nvSpPr>
          <p:cNvPr id="73" name="Text 71"/>
          <p:cNvSpPr/>
          <p:nvPr/>
        </p:nvSpPr>
        <p:spPr>
          <a:xfrm>
            <a:off x="1280160" y="1737360"/>
            <a:ext cx="6766560" cy="3108960"/>
          </a:xfrm>
          <a:prstGeom prst="rect">
            <a:avLst/>
          </a:prstGeom>
          <a:noFill/>
          <a:ln/>
        </p:spPr>
        <p:txBody>
          <a:bodyPr wrap="square" lIns="0" tIns="0" rIns="0" bIns="0" rtlCol="0" anchor="t"/>
          <a:lstStyle/>
          <a:p>
            <a:pPr marL="0" indent="0" algn="l">
              <a:lnSpc>
                <a:spcPct val="105000"/>
              </a:lnSpc>
              <a:buNone/>
            </a:pPr>
            <a:r>
              <a:rPr lang="en-US" sz="3600" dirty="0">
                <a:solidFill>
                  <a:srgbClr val="F4D74B"/>
                </a:solidFill>
                <a:latin typeface="Cooper Lt BT" pitchFamily="34" charset="0"/>
                <a:ea typeface="Cooper Lt BT" pitchFamily="34" charset="-122"/>
                <a:cs typeface="Cooper Lt BT" pitchFamily="34" charset="-120"/>
              </a:rPr>
              <a:t>Oog 1 en 2 zijn van AI. Oog 3 en 4 blijven van ons.</a:t>
            </a:r>
            <a:endParaRPr lang="en-US" sz="3600" dirty="0"/>
          </a:p>
        </p:txBody>
      </p:sp>
      <p:sp>
        <p:nvSpPr>
          <p:cNvPr id="74" name="Text 72"/>
          <p:cNvSpPr/>
          <p:nvPr/>
        </p:nvSpPr>
        <p:spPr>
          <a:xfrm>
            <a:off x="1280160" y="5029200"/>
            <a:ext cx="6858000" cy="457200"/>
          </a:xfrm>
          <a:prstGeom prst="rect">
            <a:avLst/>
          </a:prstGeom>
          <a:noFill/>
          <a:ln/>
        </p:spPr>
        <p:txBody>
          <a:bodyPr wrap="square" lIns="0" tIns="0" rIns="0" bIns="0" rtlCol="0" anchor="t"/>
          <a:lstStyle/>
          <a:p>
            <a:pPr marL="0" indent="0" algn="l">
              <a:lnSpc>
                <a:spcPct val="105000"/>
              </a:lnSpc>
              <a:buNone/>
            </a:pPr>
            <a:r>
              <a:rPr lang="en-US" sz="1800" dirty="0">
                <a:solidFill>
                  <a:srgbClr val="F4D9DC"/>
                </a:solidFill>
                <a:latin typeface="General Sans Semibold" pitchFamily="34" charset="0"/>
                <a:ea typeface="General Sans Semibold" pitchFamily="34" charset="-122"/>
                <a:cs typeface="General Sans Semibold" pitchFamily="34" charset="-120"/>
              </a:rPr>
              <a:t>Het vierogenprincipe</a:t>
            </a:r>
            <a:endParaRPr lang="en-US" sz="1800" dirty="0"/>
          </a:p>
        </p:txBody>
      </p:sp>
      <p:pic>
        <p:nvPicPr>
          <p:cNvPr id="75" name="Image 0" descr="exports\261027_workshop_rad_hulp2\img\hersenen.png"/>
          <p:cNvPicPr>
            <a:picLocks noChangeAspect="1"/>
          </p:cNvPicPr>
          <p:nvPr/>
        </p:nvPicPr>
        <p:blipFill>
          <a:blip r:embed="rId3"/>
          <a:stretch>
            <a:fillRect/>
          </a:stretch>
        </p:blipFill>
        <p:spPr>
          <a:xfrm>
            <a:off x="8412480" y="1554480"/>
            <a:ext cx="3200400" cy="32004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28">
    <p:bg>
      <p:bgPr>
        <a:solidFill>
          <a:srgbClr val="F4D74B"/>
        </a:solidFill>
        <a:effectLst/>
      </p:bgPr>
    </p:bg>
    <p:spTree>
      <p:nvGrpSpPr>
        <p:cNvPr id="1" name=""/>
        <p:cNvGrpSpPr/>
        <p:nvPr/>
      </p:nvGrpSpPr>
      <p:grpSpPr>
        <a:xfrm>
          <a:off x="0" y="0"/>
          <a:ext cx="0" cy="0"/>
          <a:chOff x="0" y="0"/>
          <a:chExt cx="0" cy="0"/>
        </a:xfrm>
      </p:grpSpPr>
      <p:sp>
        <p:nvSpPr>
          <p:cNvPr id="2" name="Shape 0"/>
          <p:cNvSpPr/>
          <p:nvPr/>
        </p:nvSpPr>
        <p:spPr>
          <a:xfrm>
            <a:off x="11304952" y="384048"/>
            <a:ext cx="35960" cy="35960"/>
          </a:xfrm>
          <a:prstGeom prst="ellipse">
            <a:avLst/>
          </a:prstGeom>
          <a:solidFill>
            <a:srgbClr val="000000"/>
          </a:solidFill>
          <a:ln/>
        </p:spPr>
        <p:txBody>
          <a:bodyPr/>
          <a:lstStyle/>
          <a:p>
            <a:endParaRPr/>
          </a:p>
        </p:txBody>
      </p:sp>
      <p:sp>
        <p:nvSpPr>
          <p:cNvPr id="3" name="Shape 1"/>
          <p:cNvSpPr/>
          <p:nvPr/>
        </p:nvSpPr>
        <p:spPr>
          <a:xfrm>
            <a:off x="11212173" y="399224"/>
            <a:ext cx="34616" cy="34616"/>
          </a:xfrm>
          <a:prstGeom prst="ellipse">
            <a:avLst/>
          </a:prstGeom>
          <a:solidFill>
            <a:srgbClr val="000000"/>
          </a:solidFill>
          <a:ln/>
        </p:spPr>
        <p:txBody>
          <a:bodyPr/>
          <a:lstStyle/>
          <a:p>
            <a:endParaRPr/>
          </a:p>
        </p:txBody>
      </p:sp>
      <p:sp>
        <p:nvSpPr>
          <p:cNvPr id="4" name="Shape 2"/>
          <p:cNvSpPr/>
          <p:nvPr/>
        </p:nvSpPr>
        <p:spPr>
          <a:xfrm>
            <a:off x="11398641" y="399224"/>
            <a:ext cx="34616" cy="34616"/>
          </a:xfrm>
          <a:prstGeom prst="ellipse">
            <a:avLst/>
          </a:prstGeom>
          <a:solidFill>
            <a:srgbClr val="000000"/>
          </a:solidFill>
          <a:ln/>
        </p:spPr>
        <p:txBody>
          <a:bodyPr/>
          <a:lstStyle/>
          <a:p>
            <a:endParaRPr/>
          </a:p>
        </p:txBody>
      </p:sp>
      <p:sp>
        <p:nvSpPr>
          <p:cNvPr id="5" name="Shape 3"/>
          <p:cNvSpPr/>
          <p:nvPr/>
        </p:nvSpPr>
        <p:spPr>
          <a:xfrm>
            <a:off x="11258374" y="435357"/>
            <a:ext cx="51936" cy="51936"/>
          </a:xfrm>
          <a:prstGeom prst="ellipse">
            <a:avLst/>
          </a:prstGeom>
          <a:solidFill>
            <a:srgbClr val="000000"/>
          </a:solidFill>
          <a:ln/>
        </p:spPr>
        <p:txBody>
          <a:bodyPr/>
          <a:lstStyle/>
          <a:p>
            <a:endParaRPr/>
          </a:p>
        </p:txBody>
      </p:sp>
      <p:sp>
        <p:nvSpPr>
          <p:cNvPr id="6" name="Shape 4"/>
          <p:cNvSpPr/>
          <p:nvPr/>
        </p:nvSpPr>
        <p:spPr>
          <a:xfrm>
            <a:off x="11335407" y="435306"/>
            <a:ext cx="51718" cy="51718"/>
          </a:xfrm>
          <a:prstGeom prst="ellipse">
            <a:avLst/>
          </a:prstGeom>
          <a:solidFill>
            <a:srgbClr val="000000"/>
          </a:solidFill>
          <a:ln/>
        </p:spPr>
        <p:txBody>
          <a:bodyPr/>
          <a:lstStyle/>
          <a:p>
            <a:endParaRPr/>
          </a:p>
        </p:txBody>
      </p:sp>
      <p:sp>
        <p:nvSpPr>
          <p:cNvPr id="7" name="Shape 5"/>
          <p:cNvSpPr/>
          <p:nvPr/>
        </p:nvSpPr>
        <p:spPr>
          <a:xfrm>
            <a:off x="11127388" y="442398"/>
            <a:ext cx="35294" cy="35294"/>
          </a:xfrm>
          <a:prstGeom prst="ellipse">
            <a:avLst/>
          </a:prstGeom>
          <a:solidFill>
            <a:srgbClr val="000000"/>
          </a:solidFill>
          <a:ln/>
        </p:spPr>
        <p:txBody>
          <a:bodyPr/>
          <a:lstStyle/>
          <a:p>
            <a:endParaRPr/>
          </a:p>
        </p:txBody>
      </p:sp>
      <p:sp>
        <p:nvSpPr>
          <p:cNvPr id="8" name="Shape 6"/>
          <p:cNvSpPr/>
          <p:nvPr/>
        </p:nvSpPr>
        <p:spPr>
          <a:xfrm>
            <a:off x="11482145" y="441649"/>
            <a:ext cx="35960" cy="35960"/>
          </a:xfrm>
          <a:prstGeom prst="ellipse">
            <a:avLst/>
          </a:prstGeom>
          <a:solidFill>
            <a:srgbClr val="000000"/>
          </a:solidFill>
          <a:ln/>
        </p:spPr>
        <p:txBody>
          <a:bodyPr/>
          <a:lstStyle/>
          <a:p>
            <a:endParaRPr/>
          </a:p>
        </p:txBody>
      </p:sp>
      <p:sp>
        <p:nvSpPr>
          <p:cNvPr id="9" name="Shape 7"/>
          <p:cNvSpPr/>
          <p:nvPr/>
        </p:nvSpPr>
        <p:spPr>
          <a:xfrm>
            <a:off x="11185603" y="459328"/>
            <a:ext cx="52167" cy="52167"/>
          </a:xfrm>
          <a:prstGeom prst="ellipse">
            <a:avLst/>
          </a:prstGeom>
          <a:solidFill>
            <a:srgbClr val="000000"/>
          </a:solidFill>
          <a:ln/>
        </p:spPr>
        <p:txBody>
          <a:bodyPr/>
          <a:lstStyle/>
          <a:p>
            <a:endParaRPr/>
          </a:p>
        </p:txBody>
      </p:sp>
      <p:sp>
        <p:nvSpPr>
          <p:cNvPr id="10" name="Shape 8"/>
          <p:cNvSpPr/>
          <p:nvPr/>
        </p:nvSpPr>
        <p:spPr>
          <a:xfrm>
            <a:off x="11408043" y="458713"/>
            <a:ext cx="52384" cy="52384"/>
          </a:xfrm>
          <a:prstGeom prst="ellipse">
            <a:avLst/>
          </a:prstGeom>
          <a:solidFill>
            <a:srgbClr val="000000"/>
          </a:solidFill>
          <a:ln/>
        </p:spPr>
        <p:txBody>
          <a:bodyPr/>
          <a:lstStyle/>
          <a:p>
            <a:endParaRPr/>
          </a:p>
        </p:txBody>
      </p:sp>
      <p:sp>
        <p:nvSpPr>
          <p:cNvPr id="11" name="Shape 9"/>
          <p:cNvSpPr/>
          <p:nvPr/>
        </p:nvSpPr>
        <p:spPr>
          <a:xfrm>
            <a:off x="11241891" y="499749"/>
            <a:ext cx="36613" cy="36613"/>
          </a:xfrm>
          <a:prstGeom prst="ellipse">
            <a:avLst/>
          </a:prstGeom>
          <a:solidFill>
            <a:srgbClr val="000000"/>
          </a:solidFill>
          <a:ln/>
        </p:spPr>
        <p:txBody>
          <a:bodyPr/>
          <a:lstStyle/>
          <a:p>
            <a:endParaRPr/>
          </a:p>
        </p:txBody>
      </p:sp>
      <p:sp>
        <p:nvSpPr>
          <p:cNvPr id="12" name="Shape 10"/>
          <p:cNvSpPr/>
          <p:nvPr/>
        </p:nvSpPr>
        <p:spPr>
          <a:xfrm>
            <a:off x="11294557" y="500146"/>
            <a:ext cx="57223" cy="57223"/>
          </a:xfrm>
          <a:prstGeom prst="ellipse">
            <a:avLst/>
          </a:prstGeom>
          <a:solidFill>
            <a:srgbClr val="000000"/>
          </a:solidFill>
          <a:ln/>
        </p:spPr>
        <p:txBody>
          <a:bodyPr/>
          <a:lstStyle/>
          <a:p>
            <a:endParaRPr/>
          </a:p>
        </p:txBody>
      </p:sp>
      <p:sp>
        <p:nvSpPr>
          <p:cNvPr id="13" name="Shape 11"/>
          <p:cNvSpPr/>
          <p:nvPr/>
        </p:nvSpPr>
        <p:spPr>
          <a:xfrm>
            <a:off x="11364102" y="498770"/>
            <a:ext cx="35294" cy="35294"/>
          </a:xfrm>
          <a:prstGeom prst="ellipse">
            <a:avLst/>
          </a:prstGeom>
          <a:solidFill>
            <a:srgbClr val="000000"/>
          </a:solidFill>
          <a:ln/>
        </p:spPr>
        <p:txBody>
          <a:bodyPr/>
          <a:lstStyle/>
          <a:p>
            <a:endParaRPr/>
          </a:p>
        </p:txBody>
      </p:sp>
      <p:sp>
        <p:nvSpPr>
          <p:cNvPr id="14" name="Shape 12"/>
          <p:cNvSpPr/>
          <p:nvPr/>
        </p:nvSpPr>
        <p:spPr>
          <a:xfrm>
            <a:off x="11123515" y="504524"/>
            <a:ext cx="51936" cy="51936"/>
          </a:xfrm>
          <a:prstGeom prst="ellipse">
            <a:avLst/>
          </a:prstGeom>
          <a:solidFill>
            <a:srgbClr val="000000"/>
          </a:solidFill>
          <a:ln/>
        </p:spPr>
        <p:txBody>
          <a:bodyPr/>
          <a:lstStyle/>
          <a:p>
            <a:endParaRPr/>
          </a:p>
        </p:txBody>
      </p:sp>
      <p:sp>
        <p:nvSpPr>
          <p:cNvPr id="15" name="Shape 13"/>
          <p:cNvSpPr/>
          <p:nvPr/>
        </p:nvSpPr>
        <p:spPr>
          <a:xfrm>
            <a:off x="11470202" y="504300"/>
            <a:ext cx="52384" cy="52384"/>
          </a:xfrm>
          <a:prstGeom prst="ellipse">
            <a:avLst/>
          </a:prstGeom>
          <a:solidFill>
            <a:srgbClr val="000000"/>
          </a:solidFill>
          <a:ln/>
        </p:spPr>
        <p:txBody>
          <a:bodyPr/>
          <a:lstStyle/>
          <a:p>
            <a:endParaRPr/>
          </a:p>
        </p:txBody>
      </p:sp>
      <p:sp>
        <p:nvSpPr>
          <p:cNvPr id="16" name="Shape 14"/>
          <p:cNvSpPr/>
          <p:nvPr/>
        </p:nvSpPr>
        <p:spPr>
          <a:xfrm>
            <a:off x="11060774" y="508825"/>
            <a:ext cx="35627" cy="35627"/>
          </a:xfrm>
          <a:prstGeom prst="ellipse">
            <a:avLst/>
          </a:prstGeom>
          <a:solidFill>
            <a:srgbClr val="000000"/>
          </a:solidFill>
          <a:ln/>
        </p:spPr>
        <p:txBody>
          <a:bodyPr/>
          <a:lstStyle/>
          <a:p>
            <a:endParaRPr/>
          </a:p>
        </p:txBody>
      </p:sp>
      <p:sp>
        <p:nvSpPr>
          <p:cNvPr id="17" name="Shape 15"/>
          <p:cNvSpPr/>
          <p:nvPr/>
        </p:nvSpPr>
        <p:spPr>
          <a:xfrm>
            <a:off x="11548535" y="508038"/>
            <a:ext cx="36613" cy="36613"/>
          </a:xfrm>
          <a:prstGeom prst="ellipse">
            <a:avLst/>
          </a:prstGeom>
          <a:solidFill>
            <a:srgbClr val="000000"/>
          </a:solidFill>
          <a:ln/>
        </p:spPr>
        <p:txBody>
          <a:bodyPr/>
          <a:lstStyle/>
          <a:p>
            <a:endParaRPr/>
          </a:p>
        </p:txBody>
      </p:sp>
      <p:sp>
        <p:nvSpPr>
          <p:cNvPr id="18" name="Shape 16"/>
          <p:cNvSpPr/>
          <p:nvPr/>
        </p:nvSpPr>
        <p:spPr>
          <a:xfrm>
            <a:off x="11191466" y="533379"/>
            <a:ext cx="57825" cy="57825"/>
          </a:xfrm>
          <a:prstGeom prst="ellipse">
            <a:avLst/>
          </a:prstGeom>
          <a:solidFill>
            <a:srgbClr val="000000"/>
          </a:solidFill>
          <a:ln/>
        </p:spPr>
        <p:txBody>
          <a:bodyPr/>
          <a:lstStyle/>
          <a:p>
            <a:endParaRPr/>
          </a:p>
        </p:txBody>
      </p:sp>
      <p:sp>
        <p:nvSpPr>
          <p:cNvPr id="19" name="Shape 17"/>
          <p:cNvSpPr/>
          <p:nvPr/>
        </p:nvSpPr>
        <p:spPr>
          <a:xfrm>
            <a:off x="11396535" y="533494"/>
            <a:ext cx="57428" cy="57428"/>
          </a:xfrm>
          <a:prstGeom prst="ellipse">
            <a:avLst/>
          </a:prstGeom>
          <a:solidFill>
            <a:srgbClr val="000000"/>
          </a:solidFill>
          <a:ln/>
        </p:spPr>
        <p:txBody>
          <a:bodyPr/>
          <a:lstStyle/>
          <a:p>
            <a:endParaRPr/>
          </a:p>
        </p:txBody>
      </p:sp>
      <p:sp>
        <p:nvSpPr>
          <p:cNvPr id="20" name="Shape 18"/>
          <p:cNvSpPr/>
          <p:nvPr/>
        </p:nvSpPr>
        <p:spPr>
          <a:xfrm>
            <a:off x="11079087" y="567226"/>
            <a:ext cx="51270" cy="51270"/>
          </a:xfrm>
          <a:prstGeom prst="ellipse">
            <a:avLst/>
          </a:prstGeom>
          <a:solidFill>
            <a:srgbClr val="000000"/>
          </a:solidFill>
          <a:ln/>
        </p:spPr>
        <p:txBody>
          <a:bodyPr/>
          <a:lstStyle/>
          <a:p>
            <a:endParaRPr/>
          </a:p>
        </p:txBody>
      </p:sp>
      <p:sp>
        <p:nvSpPr>
          <p:cNvPr id="21" name="Shape 19"/>
          <p:cNvSpPr/>
          <p:nvPr/>
        </p:nvSpPr>
        <p:spPr>
          <a:xfrm>
            <a:off x="11339728" y="567053"/>
            <a:ext cx="34616" cy="34616"/>
          </a:xfrm>
          <a:prstGeom prst="ellipse">
            <a:avLst/>
          </a:prstGeom>
          <a:solidFill>
            <a:srgbClr val="000000"/>
          </a:solidFill>
          <a:ln/>
        </p:spPr>
        <p:txBody>
          <a:bodyPr/>
          <a:lstStyle/>
          <a:p>
            <a:endParaRPr/>
          </a:p>
        </p:txBody>
      </p:sp>
      <p:sp>
        <p:nvSpPr>
          <p:cNvPr id="22" name="Shape 20"/>
          <p:cNvSpPr/>
          <p:nvPr/>
        </p:nvSpPr>
        <p:spPr>
          <a:xfrm>
            <a:off x="11515167" y="566234"/>
            <a:ext cx="52819" cy="52819"/>
          </a:xfrm>
          <a:prstGeom prst="ellipse">
            <a:avLst/>
          </a:prstGeom>
          <a:solidFill>
            <a:srgbClr val="000000"/>
          </a:solidFill>
          <a:ln/>
        </p:spPr>
        <p:txBody>
          <a:bodyPr/>
          <a:lstStyle/>
          <a:p>
            <a:endParaRPr/>
          </a:p>
        </p:txBody>
      </p:sp>
      <p:sp>
        <p:nvSpPr>
          <p:cNvPr id="23" name="Shape 21"/>
          <p:cNvSpPr/>
          <p:nvPr/>
        </p:nvSpPr>
        <p:spPr>
          <a:xfrm>
            <a:off x="11262860" y="569742"/>
            <a:ext cx="34961" cy="34961"/>
          </a:xfrm>
          <a:prstGeom prst="ellipse">
            <a:avLst/>
          </a:prstGeom>
          <a:solidFill>
            <a:srgbClr val="000000"/>
          </a:solidFill>
          <a:ln/>
        </p:spPr>
        <p:txBody>
          <a:bodyPr/>
          <a:lstStyle/>
          <a:p>
            <a:endParaRPr/>
          </a:p>
        </p:txBody>
      </p:sp>
      <p:sp>
        <p:nvSpPr>
          <p:cNvPr id="24" name="Shape 22"/>
          <p:cNvSpPr/>
          <p:nvPr/>
        </p:nvSpPr>
        <p:spPr>
          <a:xfrm>
            <a:off x="11462521" y="569818"/>
            <a:ext cx="35294" cy="35294"/>
          </a:xfrm>
          <a:prstGeom prst="ellipse">
            <a:avLst/>
          </a:prstGeom>
          <a:solidFill>
            <a:srgbClr val="000000"/>
          </a:solidFill>
          <a:ln/>
        </p:spPr>
        <p:txBody>
          <a:bodyPr/>
          <a:lstStyle/>
          <a:p>
            <a:endParaRPr/>
          </a:p>
        </p:txBody>
      </p:sp>
      <p:sp>
        <p:nvSpPr>
          <p:cNvPr id="25" name="Shape 23"/>
          <p:cNvSpPr/>
          <p:nvPr/>
        </p:nvSpPr>
        <p:spPr>
          <a:xfrm>
            <a:off x="11145681" y="573441"/>
            <a:ext cx="34270" cy="34270"/>
          </a:xfrm>
          <a:prstGeom prst="ellipse">
            <a:avLst/>
          </a:prstGeom>
          <a:solidFill>
            <a:srgbClr val="000000"/>
          </a:solidFill>
          <a:ln/>
        </p:spPr>
        <p:txBody>
          <a:bodyPr/>
          <a:lstStyle/>
          <a:p>
            <a:endParaRPr/>
          </a:p>
        </p:txBody>
      </p:sp>
      <p:sp>
        <p:nvSpPr>
          <p:cNvPr id="26" name="Shape 24"/>
          <p:cNvSpPr/>
          <p:nvPr/>
        </p:nvSpPr>
        <p:spPr>
          <a:xfrm>
            <a:off x="11592015" y="593213"/>
            <a:ext cx="35294" cy="35294"/>
          </a:xfrm>
          <a:prstGeom prst="ellipse">
            <a:avLst/>
          </a:prstGeom>
          <a:solidFill>
            <a:srgbClr val="000000"/>
          </a:solidFill>
          <a:ln/>
        </p:spPr>
        <p:txBody>
          <a:bodyPr/>
          <a:lstStyle/>
          <a:p>
            <a:endParaRPr/>
          </a:p>
        </p:txBody>
      </p:sp>
      <p:sp>
        <p:nvSpPr>
          <p:cNvPr id="27" name="Shape 25"/>
          <p:cNvSpPr/>
          <p:nvPr/>
        </p:nvSpPr>
        <p:spPr>
          <a:xfrm>
            <a:off x="11019124" y="593444"/>
            <a:ext cx="34616" cy="34616"/>
          </a:xfrm>
          <a:prstGeom prst="ellipse">
            <a:avLst/>
          </a:prstGeom>
          <a:solidFill>
            <a:srgbClr val="000000"/>
          </a:solidFill>
          <a:ln/>
        </p:spPr>
        <p:txBody>
          <a:bodyPr/>
          <a:lstStyle/>
          <a:p>
            <a:endParaRPr/>
          </a:p>
        </p:txBody>
      </p:sp>
      <p:sp>
        <p:nvSpPr>
          <p:cNvPr id="28" name="Shape 26"/>
          <p:cNvSpPr/>
          <p:nvPr/>
        </p:nvSpPr>
        <p:spPr>
          <a:xfrm>
            <a:off x="11403576" y="610214"/>
            <a:ext cx="34961" cy="34961"/>
          </a:xfrm>
          <a:prstGeom prst="ellipse">
            <a:avLst/>
          </a:prstGeom>
          <a:solidFill>
            <a:srgbClr val="000000"/>
          </a:solidFill>
          <a:ln/>
        </p:spPr>
        <p:txBody>
          <a:bodyPr/>
          <a:lstStyle/>
          <a:p>
            <a:endParaRPr/>
          </a:p>
        </p:txBody>
      </p:sp>
      <p:sp>
        <p:nvSpPr>
          <p:cNvPr id="29" name="Shape 27"/>
          <p:cNvSpPr/>
          <p:nvPr/>
        </p:nvSpPr>
        <p:spPr>
          <a:xfrm>
            <a:off x="11201662" y="616570"/>
            <a:ext cx="35627" cy="35627"/>
          </a:xfrm>
          <a:prstGeom prst="ellipse">
            <a:avLst/>
          </a:prstGeom>
          <a:solidFill>
            <a:srgbClr val="000000"/>
          </a:solidFill>
          <a:ln/>
        </p:spPr>
        <p:txBody>
          <a:bodyPr/>
          <a:lstStyle/>
          <a:p>
            <a:endParaRPr/>
          </a:p>
        </p:txBody>
      </p:sp>
      <p:sp>
        <p:nvSpPr>
          <p:cNvPr id="30" name="Shape 28"/>
          <p:cNvSpPr/>
          <p:nvPr/>
        </p:nvSpPr>
        <p:spPr>
          <a:xfrm>
            <a:off x="11127484" y="620705"/>
            <a:ext cx="58030" cy="58030"/>
          </a:xfrm>
          <a:prstGeom prst="ellipse">
            <a:avLst/>
          </a:prstGeom>
          <a:solidFill>
            <a:srgbClr val="000000"/>
          </a:solidFill>
          <a:ln/>
        </p:spPr>
        <p:txBody>
          <a:bodyPr/>
          <a:lstStyle/>
          <a:p>
            <a:endParaRPr/>
          </a:p>
        </p:txBody>
      </p:sp>
      <p:sp>
        <p:nvSpPr>
          <p:cNvPr id="31" name="Shape 29"/>
          <p:cNvSpPr/>
          <p:nvPr/>
        </p:nvSpPr>
        <p:spPr>
          <a:xfrm>
            <a:off x="11460767" y="620852"/>
            <a:ext cx="57428" cy="57428"/>
          </a:xfrm>
          <a:prstGeom prst="ellipse">
            <a:avLst/>
          </a:prstGeom>
          <a:solidFill>
            <a:srgbClr val="000000"/>
          </a:solidFill>
          <a:ln/>
        </p:spPr>
        <p:txBody>
          <a:bodyPr/>
          <a:lstStyle/>
          <a:p>
            <a:endParaRPr/>
          </a:p>
        </p:txBody>
      </p:sp>
      <p:sp>
        <p:nvSpPr>
          <p:cNvPr id="32" name="Shape 30"/>
          <p:cNvSpPr/>
          <p:nvPr/>
        </p:nvSpPr>
        <p:spPr>
          <a:xfrm>
            <a:off x="11055219" y="640144"/>
            <a:ext cx="51718" cy="51718"/>
          </a:xfrm>
          <a:prstGeom prst="ellipse">
            <a:avLst/>
          </a:prstGeom>
          <a:solidFill>
            <a:srgbClr val="000000"/>
          </a:solidFill>
          <a:ln/>
        </p:spPr>
        <p:txBody>
          <a:bodyPr/>
          <a:lstStyle/>
          <a:p>
            <a:endParaRPr/>
          </a:p>
        </p:txBody>
      </p:sp>
      <p:sp>
        <p:nvSpPr>
          <p:cNvPr id="33" name="Shape 31"/>
          <p:cNvSpPr/>
          <p:nvPr/>
        </p:nvSpPr>
        <p:spPr>
          <a:xfrm>
            <a:off x="11539330" y="640266"/>
            <a:ext cx="51270" cy="51270"/>
          </a:xfrm>
          <a:prstGeom prst="ellipse">
            <a:avLst/>
          </a:prstGeom>
          <a:solidFill>
            <a:srgbClr val="000000"/>
          </a:solidFill>
          <a:ln/>
        </p:spPr>
        <p:txBody>
          <a:bodyPr/>
          <a:lstStyle/>
          <a:p>
            <a:endParaRPr/>
          </a:p>
        </p:txBody>
      </p:sp>
      <p:sp>
        <p:nvSpPr>
          <p:cNvPr id="34" name="Shape 32"/>
          <p:cNvSpPr/>
          <p:nvPr/>
        </p:nvSpPr>
        <p:spPr>
          <a:xfrm>
            <a:off x="11429576" y="682274"/>
            <a:ext cx="35627" cy="35627"/>
          </a:xfrm>
          <a:prstGeom prst="ellipse">
            <a:avLst/>
          </a:prstGeom>
          <a:solidFill>
            <a:srgbClr val="000000"/>
          </a:solidFill>
          <a:ln/>
        </p:spPr>
        <p:txBody>
          <a:bodyPr/>
          <a:lstStyle/>
          <a:p>
            <a:endParaRPr/>
          </a:p>
        </p:txBody>
      </p:sp>
      <p:sp>
        <p:nvSpPr>
          <p:cNvPr id="35" name="Shape 33"/>
          <p:cNvSpPr/>
          <p:nvPr/>
        </p:nvSpPr>
        <p:spPr>
          <a:xfrm>
            <a:off x="11004076" y="687222"/>
            <a:ext cx="34616" cy="34616"/>
          </a:xfrm>
          <a:prstGeom prst="ellipse">
            <a:avLst/>
          </a:prstGeom>
          <a:solidFill>
            <a:srgbClr val="000000"/>
          </a:solidFill>
          <a:ln/>
        </p:spPr>
        <p:txBody>
          <a:bodyPr/>
          <a:lstStyle/>
          <a:p>
            <a:endParaRPr/>
          </a:p>
        </p:txBody>
      </p:sp>
      <p:sp>
        <p:nvSpPr>
          <p:cNvPr id="36" name="Shape 34"/>
          <p:cNvSpPr/>
          <p:nvPr/>
        </p:nvSpPr>
        <p:spPr>
          <a:xfrm>
            <a:off x="11502052" y="685321"/>
            <a:ext cx="34270" cy="34270"/>
          </a:xfrm>
          <a:prstGeom prst="ellipse">
            <a:avLst/>
          </a:prstGeom>
          <a:solidFill>
            <a:srgbClr val="000000"/>
          </a:solidFill>
          <a:ln/>
        </p:spPr>
        <p:txBody>
          <a:bodyPr/>
          <a:lstStyle/>
          <a:p>
            <a:endParaRPr/>
          </a:p>
        </p:txBody>
      </p:sp>
      <p:sp>
        <p:nvSpPr>
          <p:cNvPr id="37" name="Shape 35"/>
          <p:cNvSpPr/>
          <p:nvPr/>
        </p:nvSpPr>
        <p:spPr>
          <a:xfrm>
            <a:off x="11606321" y="686422"/>
            <a:ext cx="35627" cy="35627"/>
          </a:xfrm>
          <a:prstGeom prst="ellipse">
            <a:avLst/>
          </a:prstGeom>
          <a:solidFill>
            <a:srgbClr val="000000"/>
          </a:solidFill>
          <a:ln/>
        </p:spPr>
        <p:txBody>
          <a:bodyPr/>
          <a:lstStyle/>
          <a:p>
            <a:endParaRPr/>
          </a:p>
        </p:txBody>
      </p:sp>
      <p:sp>
        <p:nvSpPr>
          <p:cNvPr id="38" name="Shape 36"/>
          <p:cNvSpPr/>
          <p:nvPr/>
        </p:nvSpPr>
        <p:spPr>
          <a:xfrm>
            <a:off x="11108908" y="688957"/>
            <a:ext cx="35294" cy="35294"/>
          </a:xfrm>
          <a:prstGeom prst="ellipse">
            <a:avLst/>
          </a:prstGeom>
          <a:solidFill>
            <a:srgbClr val="000000"/>
          </a:solidFill>
          <a:ln/>
        </p:spPr>
        <p:txBody>
          <a:bodyPr/>
          <a:lstStyle/>
          <a:p>
            <a:endParaRPr/>
          </a:p>
        </p:txBody>
      </p:sp>
      <p:sp>
        <p:nvSpPr>
          <p:cNvPr id="39" name="Shape 37"/>
          <p:cNvSpPr/>
          <p:nvPr/>
        </p:nvSpPr>
        <p:spPr>
          <a:xfrm>
            <a:off x="11179733" y="690371"/>
            <a:ext cx="36613" cy="36613"/>
          </a:xfrm>
          <a:prstGeom prst="ellipse">
            <a:avLst/>
          </a:prstGeom>
          <a:solidFill>
            <a:srgbClr val="000000"/>
          </a:solidFill>
          <a:ln/>
        </p:spPr>
        <p:txBody>
          <a:bodyPr/>
          <a:lstStyle/>
          <a:p>
            <a:endParaRPr/>
          </a:p>
        </p:txBody>
      </p:sp>
      <p:sp>
        <p:nvSpPr>
          <p:cNvPr id="40" name="Shape 38"/>
          <p:cNvSpPr/>
          <p:nvPr/>
        </p:nvSpPr>
        <p:spPr>
          <a:xfrm>
            <a:off x="11054764" y="716576"/>
            <a:ext cx="51936" cy="51936"/>
          </a:xfrm>
          <a:prstGeom prst="ellipse">
            <a:avLst/>
          </a:prstGeom>
          <a:solidFill>
            <a:srgbClr val="000000"/>
          </a:solidFill>
          <a:ln/>
        </p:spPr>
        <p:txBody>
          <a:bodyPr/>
          <a:lstStyle/>
          <a:p>
            <a:endParaRPr/>
          </a:p>
        </p:txBody>
      </p:sp>
      <p:sp>
        <p:nvSpPr>
          <p:cNvPr id="41" name="Shape 39"/>
          <p:cNvSpPr/>
          <p:nvPr/>
        </p:nvSpPr>
        <p:spPr>
          <a:xfrm>
            <a:off x="11539023" y="716851"/>
            <a:ext cx="51488" cy="51488"/>
          </a:xfrm>
          <a:prstGeom prst="ellipse">
            <a:avLst/>
          </a:prstGeom>
          <a:solidFill>
            <a:srgbClr val="000000"/>
          </a:solidFill>
          <a:ln/>
        </p:spPr>
        <p:txBody>
          <a:bodyPr/>
          <a:lstStyle/>
          <a:p>
            <a:endParaRPr/>
          </a:p>
        </p:txBody>
      </p:sp>
      <p:sp>
        <p:nvSpPr>
          <p:cNvPr id="42" name="Shape 40"/>
          <p:cNvSpPr/>
          <p:nvPr/>
        </p:nvSpPr>
        <p:spPr>
          <a:xfrm>
            <a:off x="11127490" y="729288"/>
            <a:ext cx="58222" cy="58222"/>
          </a:xfrm>
          <a:prstGeom prst="ellipse">
            <a:avLst/>
          </a:prstGeom>
          <a:solidFill>
            <a:srgbClr val="000000"/>
          </a:solidFill>
          <a:ln/>
        </p:spPr>
        <p:txBody>
          <a:bodyPr/>
          <a:lstStyle/>
          <a:p>
            <a:endParaRPr/>
          </a:p>
        </p:txBody>
      </p:sp>
      <p:sp>
        <p:nvSpPr>
          <p:cNvPr id="43" name="Shape 41"/>
          <p:cNvSpPr/>
          <p:nvPr/>
        </p:nvSpPr>
        <p:spPr>
          <a:xfrm>
            <a:off x="11460671" y="729781"/>
            <a:ext cx="57633" cy="57633"/>
          </a:xfrm>
          <a:prstGeom prst="ellipse">
            <a:avLst/>
          </a:prstGeom>
          <a:solidFill>
            <a:srgbClr val="000000"/>
          </a:solidFill>
          <a:ln/>
        </p:spPr>
        <p:txBody>
          <a:bodyPr/>
          <a:lstStyle/>
          <a:p>
            <a:endParaRPr/>
          </a:p>
        </p:txBody>
      </p:sp>
      <p:sp>
        <p:nvSpPr>
          <p:cNvPr id="44" name="Shape 42"/>
          <p:cNvSpPr/>
          <p:nvPr/>
        </p:nvSpPr>
        <p:spPr>
          <a:xfrm>
            <a:off x="11407973" y="756415"/>
            <a:ext cx="35960" cy="35960"/>
          </a:xfrm>
          <a:prstGeom prst="ellipse">
            <a:avLst/>
          </a:prstGeom>
          <a:solidFill>
            <a:srgbClr val="000000"/>
          </a:solidFill>
          <a:ln/>
        </p:spPr>
        <p:txBody>
          <a:bodyPr/>
          <a:lstStyle/>
          <a:p>
            <a:endParaRPr/>
          </a:p>
        </p:txBody>
      </p:sp>
      <p:sp>
        <p:nvSpPr>
          <p:cNvPr id="45" name="Shape 43"/>
          <p:cNvSpPr/>
          <p:nvPr/>
        </p:nvSpPr>
        <p:spPr>
          <a:xfrm>
            <a:off x="11207308" y="763884"/>
            <a:ext cx="34616" cy="34616"/>
          </a:xfrm>
          <a:prstGeom prst="ellipse">
            <a:avLst/>
          </a:prstGeom>
          <a:solidFill>
            <a:srgbClr val="000000"/>
          </a:solidFill>
          <a:ln/>
        </p:spPr>
        <p:txBody>
          <a:bodyPr/>
          <a:lstStyle/>
          <a:p>
            <a:endParaRPr/>
          </a:p>
        </p:txBody>
      </p:sp>
      <p:sp>
        <p:nvSpPr>
          <p:cNvPr id="46" name="Shape 44"/>
          <p:cNvSpPr/>
          <p:nvPr/>
        </p:nvSpPr>
        <p:spPr>
          <a:xfrm>
            <a:off x="11018670" y="780462"/>
            <a:ext cx="34616" cy="34616"/>
          </a:xfrm>
          <a:prstGeom prst="ellipse">
            <a:avLst/>
          </a:prstGeom>
          <a:solidFill>
            <a:srgbClr val="000000"/>
          </a:solidFill>
          <a:ln/>
        </p:spPr>
        <p:txBody>
          <a:bodyPr/>
          <a:lstStyle/>
          <a:p>
            <a:endParaRPr/>
          </a:p>
        </p:txBody>
      </p:sp>
      <p:sp>
        <p:nvSpPr>
          <p:cNvPr id="47" name="Shape 45"/>
          <p:cNvSpPr/>
          <p:nvPr/>
        </p:nvSpPr>
        <p:spPr>
          <a:xfrm>
            <a:off x="11591670" y="780123"/>
            <a:ext cx="35294" cy="35294"/>
          </a:xfrm>
          <a:prstGeom prst="ellipse">
            <a:avLst/>
          </a:prstGeom>
          <a:solidFill>
            <a:srgbClr val="000000"/>
          </a:solidFill>
          <a:ln/>
        </p:spPr>
        <p:txBody>
          <a:bodyPr/>
          <a:lstStyle/>
          <a:p>
            <a:endParaRPr/>
          </a:p>
        </p:txBody>
      </p:sp>
      <p:sp>
        <p:nvSpPr>
          <p:cNvPr id="48" name="Shape 46"/>
          <p:cNvSpPr/>
          <p:nvPr/>
        </p:nvSpPr>
        <p:spPr>
          <a:xfrm>
            <a:off x="11079010" y="790179"/>
            <a:ext cx="51270" cy="51270"/>
          </a:xfrm>
          <a:prstGeom prst="ellipse">
            <a:avLst/>
          </a:prstGeom>
          <a:solidFill>
            <a:srgbClr val="000000"/>
          </a:solidFill>
          <a:ln/>
        </p:spPr>
        <p:txBody>
          <a:bodyPr/>
          <a:lstStyle/>
          <a:p>
            <a:endParaRPr/>
          </a:p>
        </p:txBody>
      </p:sp>
      <p:sp>
        <p:nvSpPr>
          <p:cNvPr id="49" name="Shape 47"/>
          <p:cNvSpPr/>
          <p:nvPr/>
        </p:nvSpPr>
        <p:spPr>
          <a:xfrm>
            <a:off x="11515218" y="789692"/>
            <a:ext cx="52602" cy="52602"/>
          </a:xfrm>
          <a:prstGeom prst="ellipse">
            <a:avLst/>
          </a:prstGeom>
          <a:solidFill>
            <a:srgbClr val="000000"/>
          </a:solidFill>
          <a:ln/>
        </p:spPr>
        <p:txBody>
          <a:bodyPr/>
          <a:lstStyle/>
          <a:p>
            <a:endParaRPr/>
          </a:p>
        </p:txBody>
      </p:sp>
      <p:sp>
        <p:nvSpPr>
          <p:cNvPr id="50" name="Shape 48"/>
          <p:cNvSpPr/>
          <p:nvPr/>
        </p:nvSpPr>
        <p:spPr>
          <a:xfrm>
            <a:off x="11147371" y="803460"/>
            <a:ext cx="35627" cy="35627"/>
          </a:xfrm>
          <a:prstGeom prst="ellipse">
            <a:avLst/>
          </a:prstGeom>
          <a:solidFill>
            <a:srgbClr val="000000"/>
          </a:solidFill>
          <a:ln/>
        </p:spPr>
        <p:txBody>
          <a:bodyPr/>
          <a:lstStyle/>
          <a:p>
            <a:endParaRPr/>
          </a:p>
        </p:txBody>
      </p:sp>
      <p:sp>
        <p:nvSpPr>
          <p:cNvPr id="51" name="Shape 49"/>
          <p:cNvSpPr/>
          <p:nvPr/>
        </p:nvSpPr>
        <p:spPr>
          <a:xfrm>
            <a:off x="11347786" y="804293"/>
            <a:ext cx="35294" cy="35294"/>
          </a:xfrm>
          <a:prstGeom prst="ellipse">
            <a:avLst/>
          </a:prstGeom>
          <a:solidFill>
            <a:srgbClr val="000000"/>
          </a:solidFill>
          <a:ln/>
        </p:spPr>
        <p:txBody>
          <a:bodyPr/>
          <a:lstStyle/>
          <a:p>
            <a:endParaRPr/>
          </a:p>
        </p:txBody>
      </p:sp>
      <p:sp>
        <p:nvSpPr>
          <p:cNvPr id="52" name="Shape 50"/>
          <p:cNvSpPr/>
          <p:nvPr/>
        </p:nvSpPr>
        <p:spPr>
          <a:xfrm>
            <a:off x="11465119" y="800919"/>
            <a:ext cx="34961" cy="34961"/>
          </a:xfrm>
          <a:prstGeom prst="ellipse">
            <a:avLst/>
          </a:prstGeom>
          <a:solidFill>
            <a:srgbClr val="000000"/>
          </a:solidFill>
          <a:ln/>
        </p:spPr>
        <p:txBody>
          <a:bodyPr/>
          <a:lstStyle/>
          <a:p>
            <a:endParaRPr/>
          </a:p>
        </p:txBody>
      </p:sp>
      <p:sp>
        <p:nvSpPr>
          <p:cNvPr id="53" name="Shape 51"/>
          <p:cNvSpPr/>
          <p:nvPr/>
        </p:nvSpPr>
        <p:spPr>
          <a:xfrm>
            <a:off x="11270669" y="806590"/>
            <a:ext cx="35627" cy="35627"/>
          </a:xfrm>
          <a:prstGeom prst="ellipse">
            <a:avLst/>
          </a:prstGeom>
          <a:solidFill>
            <a:srgbClr val="000000"/>
          </a:solidFill>
          <a:ln/>
        </p:spPr>
        <p:txBody>
          <a:bodyPr/>
          <a:lstStyle/>
          <a:p>
            <a:endParaRPr/>
          </a:p>
        </p:txBody>
      </p:sp>
      <p:sp>
        <p:nvSpPr>
          <p:cNvPr id="54" name="Shape 52"/>
          <p:cNvSpPr/>
          <p:nvPr/>
        </p:nvSpPr>
        <p:spPr>
          <a:xfrm>
            <a:off x="11191498" y="817766"/>
            <a:ext cx="57633" cy="57633"/>
          </a:xfrm>
          <a:prstGeom prst="ellipse">
            <a:avLst/>
          </a:prstGeom>
          <a:solidFill>
            <a:srgbClr val="000000"/>
          </a:solidFill>
          <a:ln/>
        </p:spPr>
        <p:txBody>
          <a:bodyPr/>
          <a:lstStyle/>
          <a:p>
            <a:endParaRPr/>
          </a:p>
        </p:txBody>
      </p:sp>
      <p:sp>
        <p:nvSpPr>
          <p:cNvPr id="55" name="Shape 53"/>
          <p:cNvSpPr/>
          <p:nvPr/>
        </p:nvSpPr>
        <p:spPr>
          <a:xfrm>
            <a:off x="11396573" y="817888"/>
            <a:ext cx="57633" cy="57633"/>
          </a:xfrm>
          <a:prstGeom prst="ellipse">
            <a:avLst/>
          </a:prstGeom>
          <a:solidFill>
            <a:srgbClr val="000000"/>
          </a:solidFill>
          <a:ln/>
        </p:spPr>
        <p:txBody>
          <a:bodyPr/>
          <a:lstStyle/>
          <a:p>
            <a:endParaRPr/>
          </a:p>
        </p:txBody>
      </p:sp>
      <p:sp>
        <p:nvSpPr>
          <p:cNvPr id="56" name="Shape 54"/>
          <p:cNvSpPr/>
          <p:nvPr/>
        </p:nvSpPr>
        <p:spPr>
          <a:xfrm>
            <a:off x="11123445" y="851985"/>
            <a:ext cx="52167" cy="52167"/>
          </a:xfrm>
          <a:prstGeom prst="ellipse">
            <a:avLst/>
          </a:prstGeom>
          <a:solidFill>
            <a:srgbClr val="000000"/>
          </a:solidFill>
          <a:ln/>
        </p:spPr>
        <p:txBody>
          <a:bodyPr/>
          <a:lstStyle/>
          <a:p>
            <a:endParaRPr/>
          </a:p>
        </p:txBody>
      </p:sp>
      <p:sp>
        <p:nvSpPr>
          <p:cNvPr id="57" name="Shape 55"/>
          <p:cNvSpPr/>
          <p:nvPr/>
        </p:nvSpPr>
        <p:spPr>
          <a:xfrm>
            <a:off x="11294647" y="851390"/>
            <a:ext cx="57223" cy="57223"/>
          </a:xfrm>
          <a:prstGeom prst="ellipse">
            <a:avLst/>
          </a:prstGeom>
          <a:solidFill>
            <a:srgbClr val="000000"/>
          </a:solidFill>
          <a:ln/>
        </p:spPr>
        <p:txBody>
          <a:bodyPr/>
          <a:lstStyle/>
          <a:p>
            <a:endParaRPr/>
          </a:p>
        </p:txBody>
      </p:sp>
      <p:sp>
        <p:nvSpPr>
          <p:cNvPr id="58" name="Shape 56"/>
          <p:cNvSpPr/>
          <p:nvPr/>
        </p:nvSpPr>
        <p:spPr>
          <a:xfrm>
            <a:off x="11470202" y="852382"/>
            <a:ext cx="52384" cy="52384"/>
          </a:xfrm>
          <a:prstGeom prst="ellipse">
            <a:avLst/>
          </a:prstGeom>
          <a:solidFill>
            <a:srgbClr val="000000"/>
          </a:solidFill>
          <a:ln/>
        </p:spPr>
        <p:txBody>
          <a:bodyPr/>
          <a:lstStyle/>
          <a:p>
            <a:endParaRPr/>
          </a:p>
        </p:txBody>
      </p:sp>
      <p:sp>
        <p:nvSpPr>
          <p:cNvPr id="59" name="Shape 57"/>
          <p:cNvSpPr/>
          <p:nvPr/>
        </p:nvSpPr>
        <p:spPr>
          <a:xfrm>
            <a:off x="11060774" y="864607"/>
            <a:ext cx="35627" cy="35627"/>
          </a:xfrm>
          <a:prstGeom prst="ellipse">
            <a:avLst/>
          </a:prstGeom>
          <a:solidFill>
            <a:srgbClr val="000000"/>
          </a:solidFill>
          <a:ln/>
        </p:spPr>
        <p:txBody>
          <a:bodyPr/>
          <a:lstStyle/>
          <a:p>
            <a:endParaRPr/>
          </a:p>
        </p:txBody>
      </p:sp>
      <p:sp>
        <p:nvSpPr>
          <p:cNvPr id="60" name="Shape 58"/>
          <p:cNvSpPr/>
          <p:nvPr/>
        </p:nvSpPr>
        <p:spPr>
          <a:xfrm>
            <a:off x="11548733" y="864185"/>
            <a:ext cx="35627" cy="35627"/>
          </a:xfrm>
          <a:prstGeom prst="ellipse">
            <a:avLst/>
          </a:prstGeom>
          <a:solidFill>
            <a:srgbClr val="000000"/>
          </a:solidFill>
          <a:ln/>
        </p:spPr>
        <p:txBody>
          <a:bodyPr/>
          <a:lstStyle/>
          <a:p>
            <a:endParaRPr/>
          </a:p>
        </p:txBody>
      </p:sp>
      <p:sp>
        <p:nvSpPr>
          <p:cNvPr id="61" name="Shape 59"/>
          <p:cNvSpPr/>
          <p:nvPr/>
        </p:nvSpPr>
        <p:spPr>
          <a:xfrm>
            <a:off x="11246231" y="873908"/>
            <a:ext cx="35627" cy="35627"/>
          </a:xfrm>
          <a:prstGeom prst="ellipse">
            <a:avLst/>
          </a:prstGeom>
          <a:solidFill>
            <a:srgbClr val="000000"/>
          </a:solidFill>
          <a:ln/>
        </p:spPr>
        <p:txBody>
          <a:bodyPr/>
          <a:lstStyle/>
          <a:p>
            <a:endParaRPr/>
          </a:p>
        </p:txBody>
      </p:sp>
      <p:sp>
        <p:nvSpPr>
          <p:cNvPr id="62" name="Shape 60"/>
          <p:cNvSpPr/>
          <p:nvPr/>
        </p:nvSpPr>
        <p:spPr>
          <a:xfrm>
            <a:off x="11367418" y="872896"/>
            <a:ext cx="35627" cy="35627"/>
          </a:xfrm>
          <a:prstGeom prst="ellipse">
            <a:avLst/>
          </a:prstGeom>
          <a:solidFill>
            <a:srgbClr val="000000"/>
          </a:solidFill>
          <a:ln/>
        </p:spPr>
        <p:txBody>
          <a:bodyPr/>
          <a:lstStyle/>
          <a:p>
            <a:endParaRPr/>
          </a:p>
        </p:txBody>
      </p:sp>
      <p:sp>
        <p:nvSpPr>
          <p:cNvPr id="63" name="Shape 61"/>
          <p:cNvSpPr/>
          <p:nvPr/>
        </p:nvSpPr>
        <p:spPr>
          <a:xfrm>
            <a:off x="11185366" y="897322"/>
            <a:ext cx="51936" cy="51936"/>
          </a:xfrm>
          <a:prstGeom prst="ellipse">
            <a:avLst/>
          </a:prstGeom>
          <a:solidFill>
            <a:srgbClr val="000000"/>
          </a:solidFill>
          <a:ln/>
        </p:spPr>
        <p:txBody>
          <a:bodyPr/>
          <a:lstStyle/>
          <a:p>
            <a:endParaRPr/>
          </a:p>
        </p:txBody>
      </p:sp>
      <p:sp>
        <p:nvSpPr>
          <p:cNvPr id="64" name="Shape 62"/>
          <p:cNvSpPr/>
          <p:nvPr/>
        </p:nvSpPr>
        <p:spPr>
          <a:xfrm>
            <a:off x="11407845" y="897655"/>
            <a:ext cx="52602" cy="52602"/>
          </a:xfrm>
          <a:prstGeom prst="ellipse">
            <a:avLst/>
          </a:prstGeom>
          <a:solidFill>
            <a:srgbClr val="000000"/>
          </a:solidFill>
          <a:ln/>
        </p:spPr>
        <p:txBody>
          <a:bodyPr/>
          <a:lstStyle/>
          <a:p>
            <a:endParaRPr/>
          </a:p>
        </p:txBody>
      </p:sp>
      <p:sp>
        <p:nvSpPr>
          <p:cNvPr id="65" name="Shape 63"/>
          <p:cNvSpPr/>
          <p:nvPr/>
        </p:nvSpPr>
        <p:spPr>
          <a:xfrm>
            <a:off x="11258822" y="921466"/>
            <a:ext cx="51270" cy="51270"/>
          </a:xfrm>
          <a:prstGeom prst="ellipse">
            <a:avLst/>
          </a:prstGeom>
          <a:solidFill>
            <a:srgbClr val="000000"/>
          </a:solidFill>
          <a:ln/>
        </p:spPr>
        <p:txBody>
          <a:bodyPr/>
          <a:lstStyle/>
          <a:p>
            <a:endParaRPr/>
          </a:p>
        </p:txBody>
      </p:sp>
      <p:sp>
        <p:nvSpPr>
          <p:cNvPr id="66" name="Shape 64"/>
          <p:cNvSpPr/>
          <p:nvPr/>
        </p:nvSpPr>
        <p:spPr>
          <a:xfrm>
            <a:off x="11335350" y="921504"/>
            <a:ext cx="51270" cy="51270"/>
          </a:xfrm>
          <a:prstGeom prst="ellipse">
            <a:avLst/>
          </a:prstGeom>
          <a:solidFill>
            <a:srgbClr val="000000"/>
          </a:solidFill>
          <a:ln/>
        </p:spPr>
        <p:txBody>
          <a:bodyPr/>
          <a:lstStyle/>
          <a:p>
            <a:endParaRPr/>
          </a:p>
        </p:txBody>
      </p:sp>
      <p:sp>
        <p:nvSpPr>
          <p:cNvPr id="67" name="Shape 65"/>
          <p:cNvSpPr/>
          <p:nvPr/>
        </p:nvSpPr>
        <p:spPr>
          <a:xfrm>
            <a:off x="11127388" y="931368"/>
            <a:ext cx="35294" cy="35294"/>
          </a:xfrm>
          <a:prstGeom prst="ellipse">
            <a:avLst/>
          </a:prstGeom>
          <a:solidFill>
            <a:srgbClr val="000000"/>
          </a:solidFill>
          <a:ln/>
        </p:spPr>
        <p:txBody>
          <a:bodyPr/>
          <a:lstStyle/>
          <a:p>
            <a:endParaRPr/>
          </a:p>
        </p:txBody>
      </p:sp>
      <p:sp>
        <p:nvSpPr>
          <p:cNvPr id="68" name="Shape 66"/>
          <p:cNvSpPr/>
          <p:nvPr/>
        </p:nvSpPr>
        <p:spPr>
          <a:xfrm>
            <a:off x="11481979" y="931035"/>
            <a:ext cx="35960" cy="35960"/>
          </a:xfrm>
          <a:prstGeom prst="ellipse">
            <a:avLst/>
          </a:prstGeom>
          <a:solidFill>
            <a:srgbClr val="000000"/>
          </a:solidFill>
          <a:ln/>
        </p:spPr>
        <p:txBody>
          <a:bodyPr/>
          <a:lstStyle/>
          <a:p>
            <a:endParaRPr/>
          </a:p>
        </p:txBody>
      </p:sp>
      <p:sp>
        <p:nvSpPr>
          <p:cNvPr id="69" name="Shape 67"/>
          <p:cNvSpPr/>
          <p:nvPr/>
        </p:nvSpPr>
        <p:spPr>
          <a:xfrm>
            <a:off x="11211987" y="974695"/>
            <a:ext cx="34961" cy="34961"/>
          </a:xfrm>
          <a:prstGeom prst="ellipse">
            <a:avLst/>
          </a:prstGeom>
          <a:solidFill>
            <a:srgbClr val="000000"/>
          </a:solidFill>
          <a:ln/>
        </p:spPr>
        <p:txBody>
          <a:bodyPr/>
          <a:lstStyle/>
          <a:p>
            <a:endParaRPr/>
          </a:p>
        </p:txBody>
      </p:sp>
      <p:sp>
        <p:nvSpPr>
          <p:cNvPr id="70" name="Shape 68"/>
          <p:cNvSpPr/>
          <p:nvPr/>
        </p:nvSpPr>
        <p:spPr>
          <a:xfrm>
            <a:off x="11398461" y="974695"/>
            <a:ext cx="34961" cy="34961"/>
          </a:xfrm>
          <a:prstGeom prst="ellipse">
            <a:avLst/>
          </a:prstGeom>
          <a:solidFill>
            <a:srgbClr val="000000"/>
          </a:solidFill>
          <a:ln/>
        </p:spPr>
        <p:txBody>
          <a:bodyPr/>
          <a:lstStyle/>
          <a:p>
            <a:endParaRPr/>
          </a:p>
        </p:txBody>
      </p:sp>
      <p:sp>
        <p:nvSpPr>
          <p:cNvPr id="71" name="Shape 69"/>
          <p:cNvSpPr/>
          <p:nvPr/>
        </p:nvSpPr>
        <p:spPr>
          <a:xfrm>
            <a:off x="11304837" y="988501"/>
            <a:ext cx="35627" cy="35627"/>
          </a:xfrm>
          <a:prstGeom prst="ellipse">
            <a:avLst/>
          </a:prstGeom>
          <a:solidFill>
            <a:srgbClr val="000000"/>
          </a:solidFill>
          <a:ln/>
        </p:spPr>
        <p:txBody>
          <a:bodyPr/>
          <a:lstStyle/>
          <a:p>
            <a:endParaRPr/>
          </a:p>
        </p:txBody>
      </p:sp>
      <p:sp>
        <p:nvSpPr>
          <p:cNvPr id="72" name="Text 70"/>
          <p:cNvSpPr/>
          <p:nvPr/>
        </p:nvSpPr>
        <p:spPr>
          <a:xfrm>
            <a:off x="548640" y="2468880"/>
            <a:ext cx="7863840" cy="1828800"/>
          </a:xfrm>
          <a:prstGeom prst="rect">
            <a:avLst/>
          </a:prstGeom>
          <a:noFill/>
          <a:ln/>
        </p:spPr>
        <p:txBody>
          <a:bodyPr wrap="square" lIns="0" tIns="0" rIns="0" bIns="0" rtlCol="0" anchor="b"/>
          <a:lstStyle/>
          <a:p>
            <a:pPr marL="0" indent="0" algn="l">
              <a:lnSpc>
                <a:spcPct val="105000"/>
              </a:lnSpc>
              <a:buNone/>
            </a:pPr>
            <a:r>
              <a:rPr lang="en-US" sz="4800" dirty="0">
                <a:solidFill>
                  <a:srgbClr val="3D68EC"/>
                </a:solidFill>
                <a:latin typeface="General Sans Semibold" pitchFamily="34" charset="0"/>
                <a:ea typeface="General Sans Semibold" pitchFamily="34" charset="-122"/>
                <a:cs typeface="General Sans Semibold" pitchFamily="34" charset="-120"/>
              </a:rPr>
              <a:t>Wat willen jullie nog zien?</a:t>
            </a:r>
            <a:endParaRPr lang="en-US" sz="4800" dirty="0"/>
          </a:p>
        </p:txBody>
      </p:sp>
      <p:sp>
        <p:nvSpPr>
          <p:cNvPr id="73" name="Text 71"/>
          <p:cNvSpPr/>
          <p:nvPr/>
        </p:nvSpPr>
        <p:spPr>
          <a:xfrm>
            <a:off x="548640" y="4526280"/>
            <a:ext cx="7498080" cy="1280160"/>
          </a:xfrm>
          <a:prstGeom prst="rect">
            <a:avLst/>
          </a:prstGeom>
          <a:noFill/>
          <a:ln/>
        </p:spPr>
        <p:txBody>
          <a:bodyPr wrap="square" lIns="0" tIns="0" rIns="0" bIns="0" rtlCol="0" anchor="t"/>
          <a:lstStyle/>
          <a:p>
            <a:pPr marL="0" indent="0" algn="l">
              <a:lnSpc>
                <a:spcPct val="105000"/>
              </a:lnSpc>
              <a:buNone/>
            </a:pPr>
            <a:r>
              <a:rPr lang="en-US" sz="2200" dirty="0">
                <a:solidFill>
                  <a:srgbClr val="000000"/>
                </a:solidFill>
                <a:latin typeface="Cooper Lt BT" pitchFamily="34" charset="0"/>
                <a:ea typeface="Cooper Lt BT" pitchFamily="34" charset="-122"/>
                <a:cs typeface="Cooper Lt BT" pitchFamily="34" charset="-120"/>
              </a:rPr>
              <a:t>Typ /4-review: er opent een vragenlijst. Vul in wat je nog wilt zien en leren. Anoniem, en je kunt een vraag overslaan.</a:t>
            </a:r>
            <a:endParaRPr lang="en-US" sz="2200" dirty="0"/>
          </a:p>
        </p:txBody>
      </p:sp>
      <p:pic>
        <p:nvPicPr>
          <p:cNvPr id="74" name="Image 0" descr="exports\261005_workshop_rad_uitvoering\img\Lamp.png"/>
          <p:cNvPicPr>
            <a:picLocks noChangeAspect="1"/>
          </p:cNvPicPr>
          <p:nvPr/>
        </p:nvPicPr>
        <p:blipFill>
          <a:blip r:embed="rId3"/>
          <a:stretch>
            <a:fillRect/>
          </a:stretch>
        </p:blipFill>
        <p:spPr>
          <a:xfrm>
            <a:off x="8503920" y="1828800"/>
            <a:ext cx="3291840" cy="329184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D6E2FD"/>
        </a:solidFill>
        <a:effectLst/>
      </p:bgPr>
    </p:bg>
    <p:spTree>
      <p:nvGrpSpPr>
        <p:cNvPr id="1" name=""/>
        <p:cNvGrpSpPr/>
        <p:nvPr/>
      </p:nvGrpSpPr>
      <p:grpSpPr>
        <a:xfrm>
          <a:off x="0" y="0"/>
          <a:ext cx="0" cy="0"/>
          <a:chOff x="0" y="0"/>
          <a:chExt cx="0" cy="0"/>
        </a:xfrm>
      </p:grpSpPr>
      <p:sp>
        <p:nvSpPr>
          <p:cNvPr id="2" name="Shape 0"/>
          <p:cNvSpPr/>
          <p:nvPr/>
        </p:nvSpPr>
        <p:spPr>
          <a:xfrm>
            <a:off x="11304952" y="384048"/>
            <a:ext cx="35960" cy="35960"/>
          </a:xfrm>
          <a:prstGeom prst="ellipse">
            <a:avLst/>
          </a:prstGeom>
          <a:solidFill>
            <a:srgbClr val="000000"/>
          </a:solidFill>
          <a:ln/>
        </p:spPr>
        <p:txBody>
          <a:bodyPr/>
          <a:lstStyle/>
          <a:p>
            <a:endParaRPr/>
          </a:p>
        </p:txBody>
      </p:sp>
      <p:sp>
        <p:nvSpPr>
          <p:cNvPr id="3" name="Shape 1"/>
          <p:cNvSpPr/>
          <p:nvPr/>
        </p:nvSpPr>
        <p:spPr>
          <a:xfrm>
            <a:off x="11212173" y="399224"/>
            <a:ext cx="34616" cy="34616"/>
          </a:xfrm>
          <a:prstGeom prst="ellipse">
            <a:avLst/>
          </a:prstGeom>
          <a:solidFill>
            <a:srgbClr val="000000"/>
          </a:solidFill>
          <a:ln/>
        </p:spPr>
        <p:txBody>
          <a:bodyPr/>
          <a:lstStyle/>
          <a:p>
            <a:endParaRPr/>
          </a:p>
        </p:txBody>
      </p:sp>
      <p:sp>
        <p:nvSpPr>
          <p:cNvPr id="4" name="Shape 2"/>
          <p:cNvSpPr/>
          <p:nvPr/>
        </p:nvSpPr>
        <p:spPr>
          <a:xfrm>
            <a:off x="11398641" y="399224"/>
            <a:ext cx="34616" cy="34616"/>
          </a:xfrm>
          <a:prstGeom prst="ellipse">
            <a:avLst/>
          </a:prstGeom>
          <a:solidFill>
            <a:srgbClr val="000000"/>
          </a:solidFill>
          <a:ln/>
        </p:spPr>
        <p:txBody>
          <a:bodyPr/>
          <a:lstStyle/>
          <a:p>
            <a:endParaRPr/>
          </a:p>
        </p:txBody>
      </p:sp>
      <p:sp>
        <p:nvSpPr>
          <p:cNvPr id="5" name="Shape 3"/>
          <p:cNvSpPr/>
          <p:nvPr/>
        </p:nvSpPr>
        <p:spPr>
          <a:xfrm>
            <a:off x="11258374" y="435357"/>
            <a:ext cx="51936" cy="51936"/>
          </a:xfrm>
          <a:prstGeom prst="ellipse">
            <a:avLst/>
          </a:prstGeom>
          <a:solidFill>
            <a:srgbClr val="000000"/>
          </a:solidFill>
          <a:ln/>
        </p:spPr>
        <p:txBody>
          <a:bodyPr/>
          <a:lstStyle/>
          <a:p>
            <a:endParaRPr/>
          </a:p>
        </p:txBody>
      </p:sp>
      <p:sp>
        <p:nvSpPr>
          <p:cNvPr id="6" name="Shape 4"/>
          <p:cNvSpPr/>
          <p:nvPr/>
        </p:nvSpPr>
        <p:spPr>
          <a:xfrm>
            <a:off x="11335407" y="435306"/>
            <a:ext cx="51718" cy="51718"/>
          </a:xfrm>
          <a:prstGeom prst="ellipse">
            <a:avLst/>
          </a:prstGeom>
          <a:solidFill>
            <a:srgbClr val="000000"/>
          </a:solidFill>
          <a:ln/>
        </p:spPr>
        <p:txBody>
          <a:bodyPr/>
          <a:lstStyle/>
          <a:p>
            <a:endParaRPr/>
          </a:p>
        </p:txBody>
      </p:sp>
      <p:sp>
        <p:nvSpPr>
          <p:cNvPr id="7" name="Shape 5"/>
          <p:cNvSpPr/>
          <p:nvPr/>
        </p:nvSpPr>
        <p:spPr>
          <a:xfrm>
            <a:off x="11127388" y="442398"/>
            <a:ext cx="35294" cy="35294"/>
          </a:xfrm>
          <a:prstGeom prst="ellipse">
            <a:avLst/>
          </a:prstGeom>
          <a:solidFill>
            <a:srgbClr val="000000"/>
          </a:solidFill>
          <a:ln/>
        </p:spPr>
        <p:txBody>
          <a:bodyPr/>
          <a:lstStyle/>
          <a:p>
            <a:endParaRPr/>
          </a:p>
        </p:txBody>
      </p:sp>
      <p:sp>
        <p:nvSpPr>
          <p:cNvPr id="8" name="Shape 6"/>
          <p:cNvSpPr/>
          <p:nvPr/>
        </p:nvSpPr>
        <p:spPr>
          <a:xfrm>
            <a:off x="11482145" y="441649"/>
            <a:ext cx="35960" cy="35960"/>
          </a:xfrm>
          <a:prstGeom prst="ellipse">
            <a:avLst/>
          </a:prstGeom>
          <a:solidFill>
            <a:srgbClr val="000000"/>
          </a:solidFill>
          <a:ln/>
        </p:spPr>
        <p:txBody>
          <a:bodyPr/>
          <a:lstStyle/>
          <a:p>
            <a:endParaRPr/>
          </a:p>
        </p:txBody>
      </p:sp>
      <p:sp>
        <p:nvSpPr>
          <p:cNvPr id="9" name="Shape 7"/>
          <p:cNvSpPr/>
          <p:nvPr/>
        </p:nvSpPr>
        <p:spPr>
          <a:xfrm>
            <a:off x="11185603" y="459328"/>
            <a:ext cx="52167" cy="52167"/>
          </a:xfrm>
          <a:prstGeom prst="ellipse">
            <a:avLst/>
          </a:prstGeom>
          <a:solidFill>
            <a:srgbClr val="000000"/>
          </a:solidFill>
          <a:ln/>
        </p:spPr>
        <p:txBody>
          <a:bodyPr/>
          <a:lstStyle/>
          <a:p>
            <a:endParaRPr/>
          </a:p>
        </p:txBody>
      </p:sp>
      <p:sp>
        <p:nvSpPr>
          <p:cNvPr id="10" name="Shape 8"/>
          <p:cNvSpPr/>
          <p:nvPr/>
        </p:nvSpPr>
        <p:spPr>
          <a:xfrm>
            <a:off x="11408043" y="458713"/>
            <a:ext cx="52384" cy="52384"/>
          </a:xfrm>
          <a:prstGeom prst="ellipse">
            <a:avLst/>
          </a:prstGeom>
          <a:solidFill>
            <a:srgbClr val="000000"/>
          </a:solidFill>
          <a:ln/>
        </p:spPr>
        <p:txBody>
          <a:bodyPr/>
          <a:lstStyle/>
          <a:p>
            <a:endParaRPr/>
          </a:p>
        </p:txBody>
      </p:sp>
      <p:sp>
        <p:nvSpPr>
          <p:cNvPr id="11" name="Shape 9"/>
          <p:cNvSpPr/>
          <p:nvPr/>
        </p:nvSpPr>
        <p:spPr>
          <a:xfrm>
            <a:off x="11241891" y="499749"/>
            <a:ext cx="36613" cy="36613"/>
          </a:xfrm>
          <a:prstGeom prst="ellipse">
            <a:avLst/>
          </a:prstGeom>
          <a:solidFill>
            <a:srgbClr val="000000"/>
          </a:solidFill>
          <a:ln/>
        </p:spPr>
        <p:txBody>
          <a:bodyPr/>
          <a:lstStyle/>
          <a:p>
            <a:endParaRPr/>
          </a:p>
        </p:txBody>
      </p:sp>
      <p:sp>
        <p:nvSpPr>
          <p:cNvPr id="12" name="Shape 10"/>
          <p:cNvSpPr/>
          <p:nvPr/>
        </p:nvSpPr>
        <p:spPr>
          <a:xfrm>
            <a:off x="11294557" y="500146"/>
            <a:ext cx="57223" cy="57223"/>
          </a:xfrm>
          <a:prstGeom prst="ellipse">
            <a:avLst/>
          </a:prstGeom>
          <a:solidFill>
            <a:srgbClr val="000000"/>
          </a:solidFill>
          <a:ln/>
        </p:spPr>
        <p:txBody>
          <a:bodyPr/>
          <a:lstStyle/>
          <a:p>
            <a:endParaRPr/>
          </a:p>
        </p:txBody>
      </p:sp>
      <p:sp>
        <p:nvSpPr>
          <p:cNvPr id="13" name="Shape 11"/>
          <p:cNvSpPr/>
          <p:nvPr/>
        </p:nvSpPr>
        <p:spPr>
          <a:xfrm>
            <a:off x="11364102" y="498770"/>
            <a:ext cx="35294" cy="35294"/>
          </a:xfrm>
          <a:prstGeom prst="ellipse">
            <a:avLst/>
          </a:prstGeom>
          <a:solidFill>
            <a:srgbClr val="000000"/>
          </a:solidFill>
          <a:ln/>
        </p:spPr>
        <p:txBody>
          <a:bodyPr/>
          <a:lstStyle/>
          <a:p>
            <a:endParaRPr/>
          </a:p>
        </p:txBody>
      </p:sp>
      <p:sp>
        <p:nvSpPr>
          <p:cNvPr id="14" name="Shape 12"/>
          <p:cNvSpPr/>
          <p:nvPr/>
        </p:nvSpPr>
        <p:spPr>
          <a:xfrm>
            <a:off x="11123515" y="504524"/>
            <a:ext cx="51936" cy="51936"/>
          </a:xfrm>
          <a:prstGeom prst="ellipse">
            <a:avLst/>
          </a:prstGeom>
          <a:solidFill>
            <a:srgbClr val="000000"/>
          </a:solidFill>
          <a:ln/>
        </p:spPr>
        <p:txBody>
          <a:bodyPr/>
          <a:lstStyle/>
          <a:p>
            <a:endParaRPr/>
          </a:p>
        </p:txBody>
      </p:sp>
      <p:sp>
        <p:nvSpPr>
          <p:cNvPr id="15" name="Shape 13"/>
          <p:cNvSpPr/>
          <p:nvPr/>
        </p:nvSpPr>
        <p:spPr>
          <a:xfrm>
            <a:off x="11470202" y="504300"/>
            <a:ext cx="52384" cy="52384"/>
          </a:xfrm>
          <a:prstGeom prst="ellipse">
            <a:avLst/>
          </a:prstGeom>
          <a:solidFill>
            <a:srgbClr val="000000"/>
          </a:solidFill>
          <a:ln/>
        </p:spPr>
        <p:txBody>
          <a:bodyPr/>
          <a:lstStyle/>
          <a:p>
            <a:endParaRPr/>
          </a:p>
        </p:txBody>
      </p:sp>
      <p:sp>
        <p:nvSpPr>
          <p:cNvPr id="16" name="Shape 14"/>
          <p:cNvSpPr/>
          <p:nvPr/>
        </p:nvSpPr>
        <p:spPr>
          <a:xfrm>
            <a:off x="11060774" y="508825"/>
            <a:ext cx="35627" cy="35627"/>
          </a:xfrm>
          <a:prstGeom prst="ellipse">
            <a:avLst/>
          </a:prstGeom>
          <a:solidFill>
            <a:srgbClr val="000000"/>
          </a:solidFill>
          <a:ln/>
        </p:spPr>
        <p:txBody>
          <a:bodyPr/>
          <a:lstStyle/>
          <a:p>
            <a:endParaRPr/>
          </a:p>
        </p:txBody>
      </p:sp>
      <p:sp>
        <p:nvSpPr>
          <p:cNvPr id="17" name="Shape 15"/>
          <p:cNvSpPr/>
          <p:nvPr/>
        </p:nvSpPr>
        <p:spPr>
          <a:xfrm>
            <a:off x="11548535" y="508038"/>
            <a:ext cx="36613" cy="36613"/>
          </a:xfrm>
          <a:prstGeom prst="ellipse">
            <a:avLst/>
          </a:prstGeom>
          <a:solidFill>
            <a:srgbClr val="000000"/>
          </a:solidFill>
          <a:ln/>
        </p:spPr>
        <p:txBody>
          <a:bodyPr/>
          <a:lstStyle/>
          <a:p>
            <a:endParaRPr/>
          </a:p>
        </p:txBody>
      </p:sp>
      <p:sp>
        <p:nvSpPr>
          <p:cNvPr id="18" name="Shape 16"/>
          <p:cNvSpPr/>
          <p:nvPr/>
        </p:nvSpPr>
        <p:spPr>
          <a:xfrm>
            <a:off x="11191466" y="533379"/>
            <a:ext cx="57825" cy="57825"/>
          </a:xfrm>
          <a:prstGeom prst="ellipse">
            <a:avLst/>
          </a:prstGeom>
          <a:solidFill>
            <a:srgbClr val="000000"/>
          </a:solidFill>
          <a:ln/>
        </p:spPr>
        <p:txBody>
          <a:bodyPr/>
          <a:lstStyle/>
          <a:p>
            <a:endParaRPr/>
          </a:p>
        </p:txBody>
      </p:sp>
      <p:sp>
        <p:nvSpPr>
          <p:cNvPr id="19" name="Shape 17"/>
          <p:cNvSpPr/>
          <p:nvPr/>
        </p:nvSpPr>
        <p:spPr>
          <a:xfrm>
            <a:off x="11396535" y="533494"/>
            <a:ext cx="57428" cy="57428"/>
          </a:xfrm>
          <a:prstGeom prst="ellipse">
            <a:avLst/>
          </a:prstGeom>
          <a:solidFill>
            <a:srgbClr val="000000"/>
          </a:solidFill>
          <a:ln/>
        </p:spPr>
        <p:txBody>
          <a:bodyPr/>
          <a:lstStyle/>
          <a:p>
            <a:endParaRPr/>
          </a:p>
        </p:txBody>
      </p:sp>
      <p:sp>
        <p:nvSpPr>
          <p:cNvPr id="20" name="Shape 18"/>
          <p:cNvSpPr/>
          <p:nvPr/>
        </p:nvSpPr>
        <p:spPr>
          <a:xfrm>
            <a:off x="11079087" y="567226"/>
            <a:ext cx="51270" cy="51270"/>
          </a:xfrm>
          <a:prstGeom prst="ellipse">
            <a:avLst/>
          </a:prstGeom>
          <a:solidFill>
            <a:srgbClr val="000000"/>
          </a:solidFill>
          <a:ln/>
        </p:spPr>
        <p:txBody>
          <a:bodyPr/>
          <a:lstStyle/>
          <a:p>
            <a:endParaRPr/>
          </a:p>
        </p:txBody>
      </p:sp>
      <p:sp>
        <p:nvSpPr>
          <p:cNvPr id="21" name="Shape 19"/>
          <p:cNvSpPr/>
          <p:nvPr/>
        </p:nvSpPr>
        <p:spPr>
          <a:xfrm>
            <a:off x="11339728" y="567053"/>
            <a:ext cx="34616" cy="34616"/>
          </a:xfrm>
          <a:prstGeom prst="ellipse">
            <a:avLst/>
          </a:prstGeom>
          <a:solidFill>
            <a:srgbClr val="000000"/>
          </a:solidFill>
          <a:ln/>
        </p:spPr>
        <p:txBody>
          <a:bodyPr/>
          <a:lstStyle/>
          <a:p>
            <a:endParaRPr/>
          </a:p>
        </p:txBody>
      </p:sp>
      <p:sp>
        <p:nvSpPr>
          <p:cNvPr id="22" name="Shape 20"/>
          <p:cNvSpPr/>
          <p:nvPr/>
        </p:nvSpPr>
        <p:spPr>
          <a:xfrm>
            <a:off x="11515167" y="566234"/>
            <a:ext cx="52819" cy="52819"/>
          </a:xfrm>
          <a:prstGeom prst="ellipse">
            <a:avLst/>
          </a:prstGeom>
          <a:solidFill>
            <a:srgbClr val="000000"/>
          </a:solidFill>
          <a:ln/>
        </p:spPr>
        <p:txBody>
          <a:bodyPr/>
          <a:lstStyle/>
          <a:p>
            <a:endParaRPr/>
          </a:p>
        </p:txBody>
      </p:sp>
      <p:sp>
        <p:nvSpPr>
          <p:cNvPr id="23" name="Shape 21"/>
          <p:cNvSpPr/>
          <p:nvPr/>
        </p:nvSpPr>
        <p:spPr>
          <a:xfrm>
            <a:off x="11262860" y="569742"/>
            <a:ext cx="34961" cy="34961"/>
          </a:xfrm>
          <a:prstGeom prst="ellipse">
            <a:avLst/>
          </a:prstGeom>
          <a:solidFill>
            <a:srgbClr val="000000"/>
          </a:solidFill>
          <a:ln/>
        </p:spPr>
        <p:txBody>
          <a:bodyPr/>
          <a:lstStyle/>
          <a:p>
            <a:endParaRPr/>
          </a:p>
        </p:txBody>
      </p:sp>
      <p:sp>
        <p:nvSpPr>
          <p:cNvPr id="24" name="Shape 22"/>
          <p:cNvSpPr/>
          <p:nvPr/>
        </p:nvSpPr>
        <p:spPr>
          <a:xfrm>
            <a:off x="11462521" y="569818"/>
            <a:ext cx="35294" cy="35294"/>
          </a:xfrm>
          <a:prstGeom prst="ellipse">
            <a:avLst/>
          </a:prstGeom>
          <a:solidFill>
            <a:srgbClr val="000000"/>
          </a:solidFill>
          <a:ln/>
        </p:spPr>
        <p:txBody>
          <a:bodyPr/>
          <a:lstStyle/>
          <a:p>
            <a:endParaRPr/>
          </a:p>
        </p:txBody>
      </p:sp>
      <p:sp>
        <p:nvSpPr>
          <p:cNvPr id="25" name="Shape 23"/>
          <p:cNvSpPr/>
          <p:nvPr/>
        </p:nvSpPr>
        <p:spPr>
          <a:xfrm>
            <a:off x="11145681" y="573441"/>
            <a:ext cx="34270" cy="34270"/>
          </a:xfrm>
          <a:prstGeom prst="ellipse">
            <a:avLst/>
          </a:prstGeom>
          <a:solidFill>
            <a:srgbClr val="000000"/>
          </a:solidFill>
          <a:ln/>
        </p:spPr>
        <p:txBody>
          <a:bodyPr/>
          <a:lstStyle/>
          <a:p>
            <a:endParaRPr/>
          </a:p>
        </p:txBody>
      </p:sp>
      <p:sp>
        <p:nvSpPr>
          <p:cNvPr id="26" name="Shape 24"/>
          <p:cNvSpPr/>
          <p:nvPr/>
        </p:nvSpPr>
        <p:spPr>
          <a:xfrm>
            <a:off x="11592015" y="593213"/>
            <a:ext cx="35294" cy="35294"/>
          </a:xfrm>
          <a:prstGeom prst="ellipse">
            <a:avLst/>
          </a:prstGeom>
          <a:solidFill>
            <a:srgbClr val="000000"/>
          </a:solidFill>
          <a:ln/>
        </p:spPr>
        <p:txBody>
          <a:bodyPr/>
          <a:lstStyle/>
          <a:p>
            <a:endParaRPr/>
          </a:p>
        </p:txBody>
      </p:sp>
      <p:sp>
        <p:nvSpPr>
          <p:cNvPr id="27" name="Shape 25"/>
          <p:cNvSpPr/>
          <p:nvPr/>
        </p:nvSpPr>
        <p:spPr>
          <a:xfrm>
            <a:off x="11019124" y="593444"/>
            <a:ext cx="34616" cy="34616"/>
          </a:xfrm>
          <a:prstGeom prst="ellipse">
            <a:avLst/>
          </a:prstGeom>
          <a:solidFill>
            <a:srgbClr val="000000"/>
          </a:solidFill>
          <a:ln/>
        </p:spPr>
        <p:txBody>
          <a:bodyPr/>
          <a:lstStyle/>
          <a:p>
            <a:endParaRPr/>
          </a:p>
        </p:txBody>
      </p:sp>
      <p:sp>
        <p:nvSpPr>
          <p:cNvPr id="28" name="Shape 26"/>
          <p:cNvSpPr/>
          <p:nvPr/>
        </p:nvSpPr>
        <p:spPr>
          <a:xfrm>
            <a:off x="11403576" y="610214"/>
            <a:ext cx="34961" cy="34961"/>
          </a:xfrm>
          <a:prstGeom prst="ellipse">
            <a:avLst/>
          </a:prstGeom>
          <a:solidFill>
            <a:srgbClr val="000000"/>
          </a:solidFill>
          <a:ln/>
        </p:spPr>
        <p:txBody>
          <a:bodyPr/>
          <a:lstStyle/>
          <a:p>
            <a:endParaRPr/>
          </a:p>
        </p:txBody>
      </p:sp>
      <p:sp>
        <p:nvSpPr>
          <p:cNvPr id="29" name="Shape 27"/>
          <p:cNvSpPr/>
          <p:nvPr/>
        </p:nvSpPr>
        <p:spPr>
          <a:xfrm>
            <a:off x="11201662" y="616570"/>
            <a:ext cx="35627" cy="35627"/>
          </a:xfrm>
          <a:prstGeom prst="ellipse">
            <a:avLst/>
          </a:prstGeom>
          <a:solidFill>
            <a:srgbClr val="000000"/>
          </a:solidFill>
          <a:ln/>
        </p:spPr>
        <p:txBody>
          <a:bodyPr/>
          <a:lstStyle/>
          <a:p>
            <a:endParaRPr/>
          </a:p>
        </p:txBody>
      </p:sp>
      <p:sp>
        <p:nvSpPr>
          <p:cNvPr id="30" name="Shape 28"/>
          <p:cNvSpPr/>
          <p:nvPr/>
        </p:nvSpPr>
        <p:spPr>
          <a:xfrm>
            <a:off x="11127484" y="620705"/>
            <a:ext cx="58030" cy="58030"/>
          </a:xfrm>
          <a:prstGeom prst="ellipse">
            <a:avLst/>
          </a:prstGeom>
          <a:solidFill>
            <a:srgbClr val="000000"/>
          </a:solidFill>
          <a:ln/>
        </p:spPr>
        <p:txBody>
          <a:bodyPr/>
          <a:lstStyle/>
          <a:p>
            <a:endParaRPr/>
          </a:p>
        </p:txBody>
      </p:sp>
      <p:sp>
        <p:nvSpPr>
          <p:cNvPr id="31" name="Shape 29"/>
          <p:cNvSpPr/>
          <p:nvPr/>
        </p:nvSpPr>
        <p:spPr>
          <a:xfrm>
            <a:off x="11460767" y="620852"/>
            <a:ext cx="57428" cy="57428"/>
          </a:xfrm>
          <a:prstGeom prst="ellipse">
            <a:avLst/>
          </a:prstGeom>
          <a:solidFill>
            <a:srgbClr val="000000"/>
          </a:solidFill>
          <a:ln/>
        </p:spPr>
        <p:txBody>
          <a:bodyPr/>
          <a:lstStyle/>
          <a:p>
            <a:endParaRPr/>
          </a:p>
        </p:txBody>
      </p:sp>
      <p:sp>
        <p:nvSpPr>
          <p:cNvPr id="32" name="Shape 30"/>
          <p:cNvSpPr/>
          <p:nvPr/>
        </p:nvSpPr>
        <p:spPr>
          <a:xfrm>
            <a:off x="11055219" y="640144"/>
            <a:ext cx="51718" cy="51718"/>
          </a:xfrm>
          <a:prstGeom prst="ellipse">
            <a:avLst/>
          </a:prstGeom>
          <a:solidFill>
            <a:srgbClr val="000000"/>
          </a:solidFill>
          <a:ln/>
        </p:spPr>
        <p:txBody>
          <a:bodyPr/>
          <a:lstStyle/>
          <a:p>
            <a:endParaRPr/>
          </a:p>
        </p:txBody>
      </p:sp>
      <p:sp>
        <p:nvSpPr>
          <p:cNvPr id="33" name="Shape 31"/>
          <p:cNvSpPr/>
          <p:nvPr/>
        </p:nvSpPr>
        <p:spPr>
          <a:xfrm>
            <a:off x="11539330" y="640266"/>
            <a:ext cx="51270" cy="51270"/>
          </a:xfrm>
          <a:prstGeom prst="ellipse">
            <a:avLst/>
          </a:prstGeom>
          <a:solidFill>
            <a:srgbClr val="000000"/>
          </a:solidFill>
          <a:ln/>
        </p:spPr>
        <p:txBody>
          <a:bodyPr/>
          <a:lstStyle/>
          <a:p>
            <a:endParaRPr/>
          </a:p>
        </p:txBody>
      </p:sp>
      <p:sp>
        <p:nvSpPr>
          <p:cNvPr id="34" name="Shape 32"/>
          <p:cNvSpPr/>
          <p:nvPr/>
        </p:nvSpPr>
        <p:spPr>
          <a:xfrm>
            <a:off x="11429576" y="682274"/>
            <a:ext cx="35627" cy="35627"/>
          </a:xfrm>
          <a:prstGeom prst="ellipse">
            <a:avLst/>
          </a:prstGeom>
          <a:solidFill>
            <a:srgbClr val="000000"/>
          </a:solidFill>
          <a:ln/>
        </p:spPr>
        <p:txBody>
          <a:bodyPr/>
          <a:lstStyle/>
          <a:p>
            <a:endParaRPr/>
          </a:p>
        </p:txBody>
      </p:sp>
      <p:sp>
        <p:nvSpPr>
          <p:cNvPr id="35" name="Shape 33"/>
          <p:cNvSpPr/>
          <p:nvPr/>
        </p:nvSpPr>
        <p:spPr>
          <a:xfrm>
            <a:off x="11004076" y="687222"/>
            <a:ext cx="34616" cy="34616"/>
          </a:xfrm>
          <a:prstGeom prst="ellipse">
            <a:avLst/>
          </a:prstGeom>
          <a:solidFill>
            <a:srgbClr val="000000"/>
          </a:solidFill>
          <a:ln/>
        </p:spPr>
        <p:txBody>
          <a:bodyPr/>
          <a:lstStyle/>
          <a:p>
            <a:endParaRPr/>
          </a:p>
        </p:txBody>
      </p:sp>
      <p:sp>
        <p:nvSpPr>
          <p:cNvPr id="36" name="Shape 34"/>
          <p:cNvSpPr/>
          <p:nvPr/>
        </p:nvSpPr>
        <p:spPr>
          <a:xfrm>
            <a:off x="11502052" y="685321"/>
            <a:ext cx="34270" cy="34270"/>
          </a:xfrm>
          <a:prstGeom prst="ellipse">
            <a:avLst/>
          </a:prstGeom>
          <a:solidFill>
            <a:srgbClr val="000000"/>
          </a:solidFill>
          <a:ln/>
        </p:spPr>
        <p:txBody>
          <a:bodyPr/>
          <a:lstStyle/>
          <a:p>
            <a:endParaRPr/>
          </a:p>
        </p:txBody>
      </p:sp>
      <p:sp>
        <p:nvSpPr>
          <p:cNvPr id="37" name="Shape 35"/>
          <p:cNvSpPr/>
          <p:nvPr/>
        </p:nvSpPr>
        <p:spPr>
          <a:xfrm>
            <a:off x="11606321" y="686422"/>
            <a:ext cx="35627" cy="35627"/>
          </a:xfrm>
          <a:prstGeom prst="ellipse">
            <a:avLst/>
          </a:prstGeom>
          <a:solidFill>
            <a:srgbClr val="000000"/>
          </a:solidFill>
          <a:ln/>
        </p:spPr>
        <p:txBody>
          <a:bodyPr/>
          <a:lstStyle/>
          <a:p>
            <a:endParaRPr/>
          </a:p>
        </p:txBody>
      </p:sp>
      <p:sp>
        <p:nvSpPr>
          <p:cNvPr id="38" name="Shape 36"/>
          <p:cNvSpPr/>
          <p:nvPr/>
        </p:nvSpPr>
        <p:spPr>
          <a:xfrm>
            <a:off x="11108908" y="688957"/>
            <a:ext cx="35294" cy="35294"/>
          </a:xfrm>
          <a:prstGeom prst="ellipse">
            <a:avLst/>
          </a:prstGeom>
          <a:solidFill>
            <a:srgbClr val="000000"/>
          </a:solidFill>
          <a:ln/>
        </p:spPr>
        <p:txBody>
          <a:bodyPr/>
          <a:lstStyle/>
          <a:p>
            <a:endParaRPr/>
          </a:p>
        </p:txBody>
      </p:sp>
      <p:sp>
        <p:nvSpPr>
          <p:cNvPr id="39" name="Shape 37"/>
          <p:cNvSpPr/>
          <p:nvPr/>
        </p:nvSpPr>
        <p:spPr>
          <a:xfrm>
            <a:off x="11179733" y="690371"/>
            <a:ext cx="36613" cy="36613"/>
          </a:xfrm>
          <a:prstGeom prst="ellipse">
            <a:avLst/>
          </a:prstGeom>
          <a:solidFill>
            <a:srgbClr val="000000"/>
          </a:solidFill>
          <a:ln/>
        </p:spPr>
        <p:txBody>
          <a:bodyPr/>
          <a:lstStyle/>
          <a:p>
            <a:endParaRPr/>
          </a:p>
        </p:txBody>
      </p:sp>
      <p:sp>
        <p:nvSpPr>
          <p:cNvPr id="40" name="Shape 38"/>
          <p:cNvSpPr/>
          <p:nvPr/>
        </p:nvSpPr>
        <p:spPr>
          <a:xfrm>
            <a:off x="11054764" y="716576"/>
            <a:ext cx="51936" cy="51936"/>
          </a:xfrm>
          <a:prstGeom prst="ellipse">
            <a:avLst/>
          </a:prstGeom>
          <a:solidFill>
            <a:srgbClr val="000000"/>
          </a:solidFill>
          <a:ln/>
        </p:spPr>
        <p:txBody>
          <a:bodyPr/>
          <a:lstStyle/>
          <a:p>
            <a:endParaRPr/>
          </a:p>
        </p:txBody>
      </p:sp>
      <p:sp>
        <p:nvSpPr>
          <p:cNvPr id="41" name="Shape 39"/>
          <p:cNvSpPr/>
          <p:nvPr/>
        </p:nvSpPr>
        <p:spPr>
          <a:xfrm>
            <a:off x="11539023" y="716851"/>
            <a:ext cx="51488" cy="51488"/>
          </a:xfrm>
          <a:prstGeom prst="ellipse">
            <a:avLst/>
          </a:prstGeom>
          <a:solidFill>
            <a:srgbClr val="000000"/>
          </a:solidFill>
          <a:ln/>
        </p:spPr>
        <p:txBody>
          <a:bodyPr/>
          <a:lstStyle/>
          <a:p>
            <a:endParaRPr/>
          </a:p>
        </p:txBody>
      </p:sp>
      <p:sp>
        <p:nvSpPr>
          <p:cNvPr id="42" name="Shape 40"/>
          <p:cNvSpPr/>
          <p:nvPr/>
        </p:nvSpPr>
        <p:spPr>
          <a:xfrm>
            <a:off x="11127490" y="729288"/>
            <a:ext cx="58222" cy="58222"/>
          </a:xfrm>
          <a:prstGeom prst="ellipse">
            <a:avLst/>
          </a:prstGeom>
          <a:solidFill>
            <a:srgbClr val="000000"/>
          </a:solidFill>
          <a:ln/>
        </p:spPr>
        <p:txBody>
          <a:bodyPr/>
          <a:lstStyle/>
          <a:p>
            <a:endParaRPr/>
          </a:p>
        </p:txBody>
      </p:sp>
      <p:sp>
        <p:nvSpPr>
          <p:cNvPr id="43" name="Shape 41"/>
          <p:cNvSpPr/>
          <p:nvPr/>
        </p:nvSpPr>
        <p:spPr>
          <a:xfrm>
            <a:off x="11460671" y="729781"/>
            <a:ext cx="57633" cy="57633"/>
          </a:xfrm>
          <a:prstGeom prst="ellipse">
            <a:avLst/>
          </a:prstGeom>
          <a:solidFill>
            <a:srgbClr val="000000"/>
          </a:solidFill>
          <a:ln/>
        </p:spPr>
        <p:txBody>
          <a:bodyPr/>
          <a:lstStyle/>
          <a:p>
            <a:endParaRPr/>
          </a:p>
        </p:txBody>
      </p:sp>
      <p:sp>
        <p:nvSpPr>
          <p:cNvPr id="44" name="Shape 42"/>
          <p:cNvSpPr/>
          <p:nvPr/>
        </p:nvSpPr>
        <p:spPr>
          <a:xfrm>
            <a:off x="11407973" y="756415"/>
            <a:ext cx="35960" cy="35960"/>
          </a:xfrm>
          <a:prstGeom prst="ellipse">
            <a:avLst/>
          </a:prstGeom>
          <a:solidFill>
            <a:srgbClr val="000000"/>
          </a:solidFill>
          <a:ln/>
        </p:spPr>
        <p:txBody>
          <a:bodyPr/>
          <a:lstStyle/>
          <a:p>
            <a:endParaRPr/>
          </a:p>
        </p:txBody>
      </p:sp>
      <p:sp>
        <p:nvSpPr>
          <p:cNvPr id="45" name="Shape 43"/>
          <p:cNvSpPr/>
          <p:nvPr/>
        </p:nvSpPr>
        <p:spPr>
          <a:xfrm>
            <a:off x="11207308" y="763884"/>
            <a:ext cx="34616" cy="34616"/>
          </a:xfrm>
          <a:prstGeom prst="ellipse">
            <a:avLst/>
          </a:prstGeom>
          <a:solidFill>
            <a:srgbClr val="000000"/>
          </a:solidFill>
          <a:ln/>
        </p:spPr>
        <p:txBody>
          <a:bodyPr/>
          <a:lstStyle/>
          <a:p>
            <a:endParaRPr/>
          </a:p>
        </p:txBody>
      </p:sp>
      <p:sp>
        <p:nvSpPr>
          <p:cNvPr id="46" name="Shape 44"/>
          <p:cNvSpPr/>
          <p:nvPr/>
        </p:nvSpPr>
        <p:spPr>
          <a:xfrm>
            <a:off x="11018670" y="780462"/>
            <a:ext cx="34616" cy="34616"/>
          </a:xfrm>
          <a:prstGeom prst="ellipse">
            <a:avLst/>
          </a:prstGeom>
          <a:solidFill>
            <a:srgbClr val="000000"/>
          </a:solidFill>
          <a:ln/>
        </p:spPr>
        <p:txBody>
          <a:bodyPr/>
          <a:lstStyle/>
          <a:p>
            <a:endParaRPr/>
          </a:p>
        </p:txBody>
      </p:sp>
      <p:sp>
        <p:nvSpPr>
          <p:cNvPr id="47" name="Shape 45"/>
          <p:cNvSpPr/>
          <p:nvPr/>
        </p:nvSpPr>
        <p:spPr>
          <a:xfrm>
            <a:off x="11591670" y="780123"/>
            <a:ext cx="35294" cy="35294"/>
          </a:xfrm>
          <a:prstGeom prst="ellipse">
            <a:avLst/>
          </a:prstGeom>
          <a:solidFill>
            <a:srgbClr val="000000"/>
          </a:solidFill>
          <a:ln/>
        </p:spPr>
        <p:txBody>
          <a:bodyPr/>
          <a:lstStyle/>
          <a:p>
            <a:endParaRPr/>
          </a:p>
        </p:txBody>
      </p:sp>
      <p:sp>
        <p:nvSpPr>
          <p:cNvPr id="48" name="Shape 46"/>
          <p:cNvSpPr/>
          <p:nvPr/>
        </p:nvSpPr>
        <p:spPr>
          <a:xfrm>
            <a:off x="11079010" y="790179"/>
            <a:ext cx="51270" cy="51270"/>
          </a:xfrm>
          <a:prstGeom prst="ellipse">
            <a:avLst/>
          </a:prstGeom>
          <a:solidFill>
            <a:srgbClr val="000000"/>
          </a:solidFill>
          <a:ln/>
        </p:spPr>
        <p:txBody>
          <a:bodyPr/>
          <a:lstStyle/>
          <a:p>
            <a:endParaRPr/>
          </a:p>
        </p:txBody>
      </p:sp>
      <p:sp>
        <p:nvSpPr>
          <p:cNvPr id="49" name="Shape 47"/>
          <p:cNvSpPr/>
          <p:nvPr/>
        </p:nvSpPr>
        <p:spPr>
          <a:xfrm>
            <a:off x="11515218" y="789692"/>
            <a:ext cx="52602" cy="52602"/>
          </a:xfrm>
          <a:prstGeom prst="ellipse">
            <a:avLst/>
          </a:prstGeom>
          <a:solidFill>
            <a:srgbClr val="000000"/>
          </a:solidFill>
          <a:ln/>
        </p:spPr>
        <p:txBody>
          <a:bodyPr/>
          <a:lstStyle/>
          <a:p>
            <a:endParaRPr/>
          </a:p>
        </p:txBody>
      </p:sp>
      <p:sp>
        <p:nvSpPr>
          <p:cNvPr id="50" name="Shape 48"/>
          <p:cNvSpPr/>
          <p:nvPr/>
        </p:nvSpPr>
        <p:spPr>
          <a:xfrm>
            <a:off x="11147371" y="803460"/>
            <a:ext cx="35627" cy="35627"/>
          </a:xfrm>
          <a:prstGeom prst="ellipse">
            <a:avLst/>
          </a:prstGeom>
          <a:solidFill>
            <a:srgbClr val="000000"/>
          </a:solidFill>
          <a:ln/>
        </p:spPr>
        <p:txBody>
          <a:bodyPr/>
          <a:lstStyle/>
          <a:p>
            <a:endParaRPr/>
          </a:p>
        </p:txBody>
      </p:sp>
      <p:sp>
        <p:nvSpPr>
          <p:cNvPr id="51" name="Shape 49"/>
          <p:cNvSpPr/>
          <p:nvPr/>
        </p:nvSpPr>
        <p:spPr>
          <a:xfrm>
            <a:off x="11347786" y="804293"/>
            <a:ext cx="35294" cy="35294"/>
          </a:xfrm>
          <a:prstGeom prst="ellipse">
            <a:avLst/>
          </a:prstGeom>
          <a:solidFill>
            <a:srgbClr val="000000"/>
          </a:solidFill>
          <a:ln/>
        </p:spPr>
        <p:txBody>
          <a:bodyPr/>
          <a:lstStyle/>
          <a:p>
            <a:endParaRPr/>
          </a:p>
        </p:txBody>
      </p:sp>
      <p:sp>
        <p:nvSpPr>
          <p:cNvPr id="52" name="Shape 50"/>
          <p:cNvSpPr/>
          <p:nvPr/>
        </p:nvSpPr>
        <p:spPr>
          <a:xfrm>
            <a:off x="11465119" y="800919"/>
            <a:ext cx="34961" cy="34961"/>
          </a:xfrm>
          <a:prstGeom prst="ellipse">
            <a:avLst/>
          </a:prstGeom>
          <a:solidFill>
            <a:srgbClr val="000000"/>
          </a:solidFill>
          <a:ln/>
        </p:spPr>
        <p:txBody>
          <a:bodyPr/>
          <a:lstStyle/>
          <a:p>
            <a:endParaRPr/>
          </a:p>
        </p:txBody>
      </p:sp>
      <p:sp>
        <p:nvSpPr>
          <p:cNvPr id="53" name="Shape 51"/>
          <p:cNvSpPr/>
          <p:nvPr/>
        </p:nvSpPr>
        <p:spPr>
          <a:xfrm>
            <a:off x="11270669" y="806590"/>
            <a:ext cx="35627" cy="35627"/>
          </a:xfrm>
          <a:prstGeom prst="ellipse">
            <a:avLst/>
          </a:prstGeom>
          <a:solidFill>
            <a:srgbClr val="000000"/>
          </a:solidFill>
          <a:ln/>
        </p:spPr>
        <p:txBody>
          <a:bodyPr/>
          <a:lstStyle/>
          <a:p>
            <a:endParaRPr/>
          </a:p>
        </p:txBody>
      </p:sp>
      <p:sp>
        <p:nvSpPr>
          <p:cNvPr id="54" name="Shape 52"/>
          <p:cNvSpPr/>
          <p:nvPr/>
        </p:nvSpPr>
        <p:spPr>
          <a:xfrm>
            <a:off x="11191498" y="817766"/>
            <a:ext cx="57633" cy="57633"/>
          </a:xfrm>
          <a:prstGeom prst="ellipse">
            <a:avLst/>
          </a:prstGeom>
          <a:solidFill>
            <a:srgbClr val="000000"/>
          </a:solidFill>
          <a:ln/>
        </p:spPr>
        <p:txBody>
          <a:bodyPr/>
          <a:lstStyle/>
          <a:p>
            <a:endParaRPr/>
          </a:p>
        </p:txBody>
      </p:sp>
      <p:sp>
        <p:nvSpPr>
          <p:cNvPr id="55" name="Shape 53"/>
          <p:cNvSpPr/>
          <p:nvPr/>
        </p:nvSpPr>
        <p:spPr>
          <a:xfrm>
            <a:off x="11396573" y="817888"/>
            <a:ext cx="57633" cy="57633"/>
          </a:xfrm>
          <a:prstGeom prst="ellipse">
            <a:avLst/>
          </a:prstGeom>
          <a:solidFill>
            <a:srgbClr val="000000"/>
          </a:solidFill>
          <a:ln/>
        </p:spPr>
        <p:txBody>
          <a:bodyPr/>
          <a:lstStyle/>
          <a:p>
            <a:endParaRPr/>
          </a:p>
        </p:txBody>
      </p:sp>
      <p:sp>
        <p:nvSpPr>
          <p:cNvPr id="56" name="Shape 54"/>
          <p:cNvSpPr/>
          <p:nvPr/>
        </p:nvSpPr>
        <p:spPr>
          <a:xfrm>
            <a:off x="11123445" y="851985"/>
            <a:ext cx="52167" cy="52167"/>
          </a:xfrm>
          <a:prstGeom prst="ellipse">
            <a:avLst/>
          </a:prstGeom>
          <a:solidFill>
            <a:srgbClr val="000000"/>
          </a:solidFill>
          <a:ln/>
        </p:spPr>
        <p:txBody>
          <a:bodyPr/>
          <a:lstStyle/>
          <a:p>
            <a:endParaRPr/>
          </a:p>
        </p:txBody>
      </p:sp>
      <p:sp>
        <p:nvSpPr>
          <p:cNvPr id="57" name="Shape 55"/>
          <p:cNvSpPr/>
          <p:nvPr/>
        </p:nvSpPr>
        <p:spPr>
          <a:xfrm>
            <a:off x="11294647" y="851390"/>
            <a:ext cx="57223" cy="57223"/>
          </a:xfrm>
          <a:prstGeom prst="ellipse">
            <a:avLst/>
          </a:prstGeom>
          <a:solidFill>
            <a:srgbClr val="000000"/>
          </a:solidFill>
          <a:ln/>
        </p:spPr>
        <p:txBody>
          <a:bodyPr/>
          <a:lstStyle/>
          <a:p>
            <a:endParaRPr/>
          </a:p>
        </p:txBody>
      </p:sp>
      <p:sp>
        <p:nvSpPr>
          <p:cNvPr id="58" name="Shape 56"/>
          <p:cNvSpPr/>
          <p:nvPr/>
        </p:nvSpPr>
        <p:spPr>
          <a:xfrm>
            <a:off x="11470202" y="852382"/>
            <a:ext cx="52384" cy="52384"/>
          </a:xfrm>
          <a:prstGeom prst="ellipse">
            <a:avLst/>
          </a:prstGeom>
          <a:solidFill>
            <a:srgbClr val="000000"/>
          </a:solidFill>
          <a:ln/>
        </p:spPr>
        <p:txBody>
          <a:bodyPr/>
          <a:lstStyle/>
          <a:p>
            <a:endParaRPr/>
          </a:p>
        </p:txBody>
      </p:sp>
      <p:sp>
        <p:nvSpPr>
          <p:cNvPr id="59" name="Shape 57"/>
          <p:cNvSpPr/>
          <p:nvPr/>
        </p:nvSpPr>
        <p:spPr>
          <a:xfrm>
            <a:off x="11060774" y="864607"/>
            <a:ext cx="35627" cy="35627"/>
          </a:xfrm>
          <a:prstGeom prst="ellipse">
            <a:avLst/>
          </a:prstGeom>
          <a:solidFill>
            <a:srgbClr val="000000"/>
          </a:solidFill>
          <a:ln/>
        </p:spPr>
        <p:txBody>
          <a:bodyPr/>
          <a:lstStyle/>
          <a:p>
            <a:endParaRPr/>
          </a:p>
        </p:txBody>
      </p:sp>
      <p:sp>
        <p:nvSpPr>
          <p:cNvPr id="60" name="Shape 58"/>
          <p:cNvSpPr/>
          <p:nvPr/>
        </p:nvSpPr>
        <p:spPr>
          <a:xfrm>
            <a:off x="11548733" y="864185"/>
            <a:ext cx="35627" cy="35627"/>
          </a:xfrm>
          <a:prstGeom prst="ellipse">
            <a:avLst/>
          </a:prstGeom>
          <a:solidFill>
            <a:srgbClr val="000000"/>
          </a:solidFill>
          <a:ln/>
        </p:spPr>
        <p:txBody>
          <a:bodyPr/>
          <a:lstStyle/>
          <a:p>
            <a:endParaRPr/>
          </a:p>
        </p:txBody>
      </p:sp>
      <p:sp>
        <p:nvSpPr>
          <p:cNvPr id="61" name="Shape 59"/>
          <p:cNvSpPr/>
          <p:nvPr/>
        </p:nvSpPr>
        <p:spPr>
          <a:xfrm>
            <a:off x="11246231" y="873908"/>
            <a:ext cx="35627" cy="35627"/>
          </a:xfrm>
          <a:prstGeom prst="ellipse">
            <a:avLst/>
          </a:prstGeom>
          <a:solidFill>
            <a:srgbClr val="000000"/>
          </a:solidFill>
          <a:ln/>
        </p:spPr>
        <p:txBody>
          <a:bodyPr/>
          <a:lstStyle/>
          <a:p>
            <a:endParaRPr/>
          </a:p>
        </p:txBody>
      </p:sp>
      <p:sp>
        <p:nvSpPr>
          <p:cNvPr id="62" name="Shape 60"/>
          <p:cNvSpPr/>
          <p:nvPr/>
        </p:nvSpPr>
        <p:spPr>
          <a:xfrm>
            <a:off x="11367418" y="872896"/>
            <a:ext cx="35627" cy="35627"/>
          </a:xfrm>
          <a:prstGeom prst="ellipse">
            <a:avLst/>
          </a:prstGeom>
          <a:solidFill>
            <a:srgbClr val="000000"/>
          </a:solidFill>
          <a:ln/>
        </p:spPr>
        <p:txBody>
          <a:bodyPr/>
          <a:lstStyle/>
          <a:p>
            <a:endParaRPr/>
          </a:p>
        </p:txBody>
      </p:sp>
      <p:sp>
        <p:nvSpPr>
          <p:cNvPr id="63" name="Shape 61"/>
          <p:cNvSpPr/>
          <p:nvPr/>
        </p:nvSpPr>
        <p:spPr>
          <a:xfrm>
            <a:off x="11185366" y="897322"/>
            <a:ext cx="51936" cy="51936"/>
          </a:xfrm>
          <a:prstGeom prst="ellipse">
            <a:avLst/>
          </a:prstGeom>
          <a:solidFill>
            <a:srgbClr val="000000"/>
          </a:solidFill>
          <a:ln/>
        </p:spPr>
        <p:txBody>
          <a:bodyPr/>
          <a:lstStyle/>
          <a:p>
            <a:endParaRPr/>
          </a:p>
        </p:txBody>
      </p:sp>
      <p:sp>
        <p:nvSpPr>
          <p:cNvPr id="64" name="Shape 62"/>
          <p:cNvSpPr/>
          <p:nvPr/>
        </p:nvSpPr>
        <p:spPr>
          <a:xfrm>
            <a:off x="11407845" y="897655"/>
            <a:ext cx="52602" cy="52602"/>
          </a:xfrm>
          <a:prstGeom prst="ellipse">
            <a:avLst/>
          </a:prstGeom>
          <a:solidFill>
            <a:srgbClr val="000000"/>
          </a:solidFill>
          <a:ln/>
        </p:spPr>
        <p:txBody>
          <a:bodyPr/>
          <a:lstStyle/>
          <a:p>
            <a:endParaRPr/>
          </a:p>
        </p:txBody>
      </p:sp>
      <p:sp>
        <p:nvSpPr>
          <p:cNvPr id="65" name="Shape 63"/>
          <p:cNvSpPr/>
          <p:nvPr/>
        </p:nvSpPr>
        <p:spPr>
          <a:xfrm>
            <a:off x="11258822" y="921466"/>
            <a:ext cx="51270" cy="51270"/>
          </a:xfrm>
          <a:prstGeom prst="ellipse">
            <a:avLst/>
          </a:prstGeom>
          <a:solidFill>
            <a:srgbClr val="000000"/>
          </a:solidFill>
          <a:ln/>
        </p:spPr>
        <p:txBody>
          <a:bodyPr/>
          <a:lstStyle/>
          <a:p>
            <a:endParaRPr/>
          </a:p>
        </p:txBody>
      </p:sp>
      <p:sp>
        <p:nvSpPr>
          <p:cNvPr id="66" name="Shape 64"/>
          <p:cNvSpPr/>
          <p:nvPr/>
        </p:nvSpPr>
        <p:spPr>
          <a:xfrm>
            <a:off x="11335350" y="921504"/>
            <a:ext cx="51270" cy="51270"/>
          </a:xfrm>
          <a:prstGeom prst="ellipse">
            <a:avLst/>
          </a:prstGeom>
          <a:solidFill>
            <a:srgbClr val="000000"/>
          </a:solidFill>
          <a:ln/>
        </p:spPr>
        <p:txBody>
          <a:bodyPr/>
          <a:lstStyle/>
          <a:p>
            <a:endParaRPr/>
          </a:p>
        </p:txBody>
      </p:sp>
      <p:sp>
        <p:nvSpPr>
          <p:cNvPr id="67" name="Shape 65"/>
          <p:cNvSpPr/>
          <p:nvPr/>
        </p:nvSpPr>
        <p:spPr>
          <a:xfrm>
            <a:off x="11127388" y="931368"/>
            <a:ext cx="35294" cy="35294"/>
          </a:xfrm>
          <a:prstGeom prst="ellipse">
            <a:avLst/>
          </a:prstGeom>
          <a:solidFill>
            <a:srgbClr val="000000"/>
          </a:solidFill>
          <a:ln/>
        </p:spPr>
        <p:txBody>
          <a:bodyPr/>
          <a:lstStyle/>
          <a:p>
            <a:endParaRPr/>
          </a:p>
        </p:txBody>
      </p:sp>
      <p:sp>
        <p:nvSpPr>
          <p:cNvPr id="68" name="Shape 66"/>
          <p:cNvSpPr/>
          <p:nvPr/>
        </p:nvSpPr>
        <p:spPr>
          <a:xfrm>
            <a:off x="11481979" y="931035"/>
            <a:ext cx="35960" cy="35960"/>
          </a:xfrm>
          <a:prstGeom prst="ellipse">
            <a:avLst/>
          </a:prstGeom>
          <a:solidFill>
            <a:srgbClr val="000000"/>
          </a:solidFill>
          <a:ln/>
        </p:spPr>
        <p:txBody>
          <a:bodyPr/>
          <a:lstStyle/>
          <a:p>
            <a:endParaRPr/>
          </a:p>
        </p:txBody>
      </p:sp>
      <p:sp>
        <p:nvSpPr>
          <p:cNvPr id="69" name="Shape 67"/>
          <p:cNvSpPr/>
          <p:nvPr/>
        </p:nvSpPr>
        <p:spPr>
          <a:xfrm>
            <a:off x="11211987" y="974695"/>
            <a:ext cx="34961" cy="34961"/>
          </a:xfrm>
          <a:prstGeom prst="ellipse">
            <a:avLst/>
          </a:prstGeom>
          <a:solidFill>
            <a:srgbClr val="000000"/>
          </a:solidFill>
          <a:ln/>
        </p:spPr>
        <p:txBody>
          <a:bodyPr/>
          <a:lstStyle/>
          <a:p>
            <a:endParaRPr/>
          </a:p>
        </p:txBody>
      </p:sp>
      <p:sp>
        <p:nvSpPr>
          <p:cNvPr id="70" name="Shape 68"/>
          <p:cNvSpPr/>
          <p:nvPr/>
        </p:nvSpPr>
        <p:spPr>
          <a:xfrm>
            <a:off x="11398461" y="974695"/>
            <a:ext cx="34961" cy="34961"/>
          </a:xfrm>
          <a:prstGeom prst="ellipse">
            <a:avLst/>
          </a:prstGeom>
          <a:solidFill>
            <a:srgbClr val="000000"/>
          </a:solidFill>
          <a:ln/>
        </p:spPr>
        <p:txBody>
          <a:bodyPr/>
          <a:lstStyle/>
          <a:p>
            <a:endParaRPr/>
          </a:p>
        </p:txBody>
      </p:sp>
      <p:sp>
        <p:nvSpPr>
          <p:cNvPr id="71" name="Shape 69"/>
          <p:cNvSpPr/>
          <p:nvPr/>
        </p:nvSpPr>
        <p:spPr>
          <a:xfrm>
            <a:off x="11304837" y="988501"/>
            <a:ext cx="35627" cy="35627"/>
          </a:xfrm>
          <a:prstGeom prst="ellipse">
            <a:avLst/>
          </a:prstGeom>
          <a:solidFill>
            <a:srgbClr val="000000"/>
          </a:solidFill>
          <a:ln/>
        </p:spPr>
        <p:txBody>
          <a:bodyPr/>
          <a:lstStyle/>
          <a:p>
            <a:endParaRPr/>
          </a:p>
        </p:txBody>
      </p:sp>
      <p:sp>
        <p:nvSpPr>
          <p:cNvPr id="72" name="Text 70"/>
          <p:cNvSpPr/>
          <p:nvPr/>
        </p:nvSpPr>
        <p:spPr>
          <a:xfrm>
            <a:off x="548640" y="411480"/>
            <a:ext cx="10088575" cy="777240"/>
          </a:xfrm>
          <a:prstGeom prst="rect">
            <a:avLst/>
          </a:prstGeom>
          <a:noFill/>
          <a:ln/>
        </p:spPr>
        <p:txBody>
          <a:bodyPr wrap="square" lIns="0" tIns="0" rIns="0" bIns="0" rtlCol="0" anchor="ctr"/>
          <a:lstStyle/>
          <a:p>
            <a:pPr marL="0" indent="0" algn="l">
              <a:lnSpc>
                <a:spcPct val="105000"/>
              </a:lnSpc>
              <a:buNone/>
            </a:pPr>
            <a:r>
              <a:rPr lang="en-US" sz="3400" dirty="0">
                <a:solidFill>
                  <a:srgbClr val="3D68EC"/>
                </a:solidFill>
                <a:latin typeface="General Sans Semibold" pitchFamily="34" charset="0"/>
                <a:ea typeface="General Sans Semibold" pitchFamily="34" charset="-122"/>
                <a:cs typeface="General Sans Semibold" pitchFamily="34" charset="-120"/>
              </a:rPr>
              <a:t>Kijk mee: zo geef je je review</a:t>
            </a:r>
            <a:endParaRPr lang="en-US" sz="3400" dirty="0"/>
          </a:p>
        </p:txBody>
      </p:sp>
      <p:pic>
        <p:nvPicPr>
          <p:cNvPr id="73" name="Video 4 · 0:42 · de vragenlijst invullen">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2621128" y="1371600"/>
            <a:ext cx="6949440" cy="4343400"/>
          </a:xfrm>
          <a:prstGeom prst="rect">
            <a:avLst/>
          </a:prstGeom>
        </p:spPr>
      </p:pic>
      <p:sp>
        <p:nvSpPr>
          <p:cNvPr id="74" name="Text 71"/>
          <p:cNvSpPr/>
          <p:nvPr/>
        </p:nvSpPr>
        <p:spPr>
          <a:xfrm>
            <a:off x="548640" y="5852160"/>
            <a:ext cx="11094415" cy="365760"/>
          </a:xfrm>
          <a:prstGeom prst="rect">
            <a:avLst/>
          </a:prstGeom>
          <a:noFill/>
          <a:ln/>
        </p:spPr>
        <p:txBody>
          <a:bodyPr wrap="square" lIns="0" tIns="0" rIns="0" bIns="0" rtlCol="0" anchor="t"/>
          <a:lstStyle/>
          <a:p>
            <a:pPr marL="0" indent="0" algn="ctr">
              <a:lnSpc>
                <a:spcPct val="105000"/>
              </a:lnSpc>
              <a:buNone/>
            </a:pPr>
            <a:r>
              <a:rPr lang="en-US" sz="1300" dirty="0">
                <a:solidFill>
                  <a:srgbClr val="000000"/>
                </a:solidFill>
                <a:latin typeface="General Sans" pitchFamily="34" charset="0"/>
                <a:ea typeface="General Sans" pitchFamily="34" charset="-122"/>
                <a:cs typeface="General Sans" pitchFamily="34" charset="-120"/>
              </a:rPr>
              <a:t>Video 4 · 0:42 · de vragenlijst invullen</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29">
    <p:bg>
      <p:bgPr>
        <a:solidFill>
          <a:srgbClr val="F4D9DC"/>
        </a:solidFill>
        <a:effectLst/>
      </p:bgPr>
    </p:bg>
    <p:spTree>
      <p:nvGrpSpPr>
        <p:cNvPr id="1" name=""/>
        <p:cNvGrpSpPr/>
        <p:nvPr/>
      </p:nvGrpSpPr>
      <p:grpSpPr>
        <a:xfrm>
          <a:off x="0" y="0"/>
          <a:ext cx="0" cy="0"/>
          <a:chOff x="0" y="0"/>
          <a:chExt cx="0" cy="0"/>
        </a:xfrm>
      </p:grpSpPr>
      <p:sp>
        <p:nvSpPr>
          <p:cNvPr id="2" name="Text 0"/>
          <p:cNvSpPr/>
          <p:nvPr/>
        </p:nvSpPr>
        <p:spPr>
          <a:xfrm>
            <a:off x="548640" y="411480"/>
            <a:ext cx="10088575" cy="777240"/>
          </a:xfrm>
          <a:prstGeom prst="rect">
            <a:avLst/>
          </a:prstGeom>
          <a:noFill/>
          <a:ln/>
        </p:spPr>
        <p:txBody>
          <a:bodyPr wrap="square" lIns="0" tIns="0" rIns="0" bIns="0" rtlCol="0" anchor="ctr"/>
          <a:lstStyle/>
          <a:p>
            <a:pPr marL="0" indent="0" algn="l">
              <a:lnSpc>
                <a:spcPct val="105000"/>
              </a:lnSpc>
              <a:buNone/>
            </a:pPr>
            <a:r>
              <a:rPr lang="en-US" sz="3400" dirty="0">
                <a:solidFill>
                  <a:srgbClr val="3D68EC"/>
                </a:solidFill>
                <a:latin typeface="General Sans Semibold" pitchFamily="34" charset="0"/>
                <a:ea typeface="General Sans Semibold" pitchFamily="34" charset="-122"/>
                <a:cs typeface="General Sans Semibold" pitchFamily="34" charset="-120"/>
              </a:rPr>
              <a:t>Afsluiting</a:t>
            </a:r>
            <a:endParaRPr lang="en-US" sz="3400" dirty="0"/>
          </a:p>
        </p:txBody>
      </p:sp>
      <p:sp>
        <p:nvSpPr>
          <p:cNvPr id="3" name="Text 1"/>
          <p:cNvSpPr/>
          <p:nvPr/>
        </p:nvSpPr>
        <p:spPr>
          <a:xfrm>
            <a:off x="548640" y="1645920"/>
            <a:ext cx="5120640" cy="1290320"/>
          </a:xfrm>
          <a:prstGeom prst="rect">
            <a:avLst/>
          </a:prstGeom>
          <a:noFill/>
          <a:ln/>
        </p:spPr>
        <p:txBody>
          <a:bodyPr wrap="square" lIns="0" tIns="0" rIns="0" bIns="0" rtlCol="0" anchor="t"/>
          <a:lstStyle/>
          <a:p>
            <a:pPr marL="0" indent="0" algn="l">
              <a:lnSpc>
                <a:spcPct val="105000"/>
              </a:lnSpc>
              <a:buNone/>
            </a:pPr>
            <a:r>
              <a:rPr lang="en-US" sz="4000" dirty="0">
                <a:solidFill>
                  <a:srgbClr val="000000"/>
                </a:solidFill>
                <a:latin typeface="Cooper Lt BT" pitchFamily="34" charset="0"/>
                <a:ea typeface="Cooper Lt BT" pitchFamily="34" charset="-122"/>
                <a:cs typeface="Cooper Lt BT" pitchFamily="34" charset="-120"/>
              </a:rPr>
              <a:t>Wat deed de agent, wat deed jij?</a:t>
            </a:r>
            <a:endParaRPr lang="en-US" sz="4000" dirty="0"/>
          </a:p>
        </p:txBody>
      </p:sp>
      <p:sp>
        <p:nvSpPr>
          <p:cNvPr id="4" name="Text 2"/>
          <p:cNvSpPr/>
          <p:nvPr/>
        </p:nvSpPr>
        <p:spPr>
          <a:xfrm>
            <a:off x="548640" y="3256280"/>
            <a:ext cx="5120640" cy="822960"/>
          </a:xfrm>
          <a:prstGeom prst="rect">
            <a:avLst/>
          </a:prstGeom>
          <a:noFill/>
          <a:ln/>
        </p:spPr>
        <p:txBody>
          <a:bodyPr wrap="square" lIns="0" tIns="0" rIns="0" bIns="0" rtlCol="0" anchor="t"/>
          <a:lstStyle/>
          <a:p>
            <a:pPr marL="0" indent="0" algn="l">
              <a:lnSpc>
                <a:spcPct val="105000"/>
              </a:lnSpc>
              <a:buNone/>
            </a:pPr>
            <a:r>
              <a:rPr lang="en-US" sz="1800" dirty="0">
                <a:solidFill>
                  <a:srgbClr val="000000"/>
                </a:solidFill>
                <a:latin typeface="General Sans Semibold" pitchFamily="34" charset="0"/>
                <a:ea typeface="General Sans Semibold" pitchFamily="34" charset="-122"/>
                <a:cs typeface="General Sans Semibold" pitchFamily="34" charset="-120"/>
              </a:rPr>
              <a:t>Wat we vandaag deden, is co-creatie. Zo bouwen we verder, samen.</a:t>
            </a:r>
            <a:endParaRPr lang="en-US" sz="1800" dirty="0"/>
          </a:p>
        </p:txBody>
      </p:sp>
      <p:sp>
        <p:nvSpPr>
          <p:cNvPr id="5" name="Text 3"/>
          <p:cNvSpPr/>
          <p:nvPr/>
        </p:nvSpPr>
        <p:spPr>
          <a:xfrm>
            <a:off x="6400800" y="1600200"/>
            <a:ext cx="5242255" cy="457200"/>
          </a:xfrm>
          <a:prstGeom prst="rect">
            <a:avLst/>
          </a:prstGeom>
          <a:noFill/>
          <a:ln/>
        </p:spPr>
        <p:txBody>
          <a:bodyPr wrap="square" lIns="0" tIns="0" rIns="0" bIns="0" rtlCol="0" anchor="t"/>
          <a:lstStyle/>
          <a:p>
            <a:pPr marL="0" indent="0" algn="l">
              <a:lnSpc>
                <a:spcPct val="105000"/>
              </a:lnSpc>
              <a:buNone/>
            </a:pPr>
            <a:r>
              <a:rPr lang="en-US" sz="2200" dirty="0">
                <a:solidFill>
                  <a:srgbClr val="3D68EC"/>
                </a:solidFill>
                <a:latin typeface="General Sans Semibold" pitchFamily="34" charset="0"/>
                <a:ea typeface="General Sans Semibold" pitchFamily="34" charset="-122"/>
                <a:cs typeface="General Sans Semibold" pitchFamily="34" charset="-120"/>
              </a:rPr>
              <a:t>Voor onderweg</a:t>
            </a:r>
            <a:endParaRPr lang="en-US" sz="2200" dirty="0"/>
          </a:p>
        </p:txBody>
      </p:sp>
      <p:sp>
        <p:nvSpPr>
          <p:cNvPr id="6" name="Shape 4"/>
          <p:cNvSpPr/>
          <p:nvPr/>
        </p:nvSpPr>
        <p:spPr>
          <a:xfrm>
            <a:off x="6400800" y="2240280"/>
            <a:ext cx="5242255" cy="1371600"/>
          </a:xfrm>
          <a:prstGeom prst="roundRect">
            <a:avLst>
              <a:gd name="adj" fmla="val 11111"/>
            </a:avLst>
          </a:prstGeom>
          <a:solidFill>
            <a:srgbClr val="00AF81"/>
          </a:solidFill>
          <a:ln/>
        </p:spPr>
        <p:txBody>
          <a:bodyPr/>
          <a:lstStyle/>
          <a:p>
            <a:endParaRPr/>
          </a:p>
        </p:txBody>
      </p:sp>
      <p:sp>
        <p:nvSpPr>
          <p:cNvPr id="7" name="Shape 5"/>
          <p:cNvSpPr/>
          <p:nvPr/>
        </p:nvSpPr>
        <p:spPr>
          <a:xfrm>
            <a:off x="6675120" y="2441448"/>
            <a:ext cx="1371600" cy="347472"/>
          </a:xfrm>
          <a:prstGeom prst="roundRect">
            <a:avLst>
              <a:gd name="adj" fmla="val 131579"/>
            </a:avLst>
          </a:prstGeom>
          <a:solidFill>
            <a:srgbClr val="F4D9DC"/>
          </a:solidFill>
          <a:ln/>
        </p:spPr>
        <p:txBody>
          <a:bodyPr/>
          <a:lstStyle/>
          <a:p>
            <a:endParaRPr/>
          </a:p>
        </p:txBody>
      </p:sp>
      <p:sp>
        <p:nvSpPr>
          <p:cNvPr id="8" name="Text 6"/>
          <p:cNvSpPr/>
          <p:nvPr/>
        </p:nvSpPr>
        <p:spPr>
          <a:xfrm>
            <a:off x="6766560" y="2441448"/>
            <a:ext cx="1188720" cy="347472"/>
          </a:xfrm>
          <a:prstGeom prst="rect">
            <a:avLst/>
          </a:prstGeom>
          <a:noFill/>
          <a:ln/>
        </p:spPr>
        <p:txBody>
          <a:bodyPr wrap="square" lIns="0" tIns="0" rIns="0" bIns="0" rtlCol="0" anchor="ctr"/>
          <a:lstStyle/>
          <a:p>
            <a:pPr marL="0" indent="0" algn="ctr">
              <a:lnSpc>
                <a:spcPct val="105000"/>
              </a:lnSpc>
              <a:buNone/>
            </a:pPr>
            <a:r>
              <a:rPr lang="en-US" sz="1100" dirty="0">
                <a:solidFill>
                  <a:srgbClr val="000000"/>
                </a:solidFill>
                <a:latin typeface="General Sans Semibold" pitchFamily="34" charset="0"/>
                <a:ea typeface="General Sans Semibold" pitchFamily="34" charset="-122"/>
                <a:cs typeface="General Sans Semibold" pitchFamily="34" charset="-120"/>
              </a:rPr>
              <a:t>Meenemen</a:t>
            </a:r>
            <a:endParaRPr lang="en-US" sz="1100" dirty="0"/>
          </a:p>
        </p:txBody>
      </p:sp>
      <p:sp>
        <p:nvSpPr>
          <p:cNvPr id="9" name="Text 7"/>
          <p:cNvSpPr/>
          <p:nvPr/>
        </p:nvSpPr>
        <p:spPr>
          <a:xfrm>
            <a:off x="6675120" y="2880360"/>
            <a:ext cx="4693615" cy="594360"/>
          </a:xfrm>
          <a:prstGeom prst="rect">
            <a:avLst/>
          </a:prstGeom>
          <a:noFill/>
          <a:ln/>
        </p:spPr>
        <p:txBody>
          <a:bodyPr wrap="square" lIns="0" tIns="0" rIns="0" bIns="0" rtlCol="0" anchor="t"/>
          <a:lstStyle/>
          <a:p>
            <a:pPr marL="0" indent="0" algn="l">
              <a:lnSpc>
                <a:spcPct val="105000"/>
              </a:lnSpc>
              <a:buNone/>
            </a:pPr>
            <a:r>
              <a:rPr lang="en-US" sz="1500" dirty="0">
                <a:solidFill>
                  <a:srgbClr val="000000"/>
                </a:solidFill>
                <a:latin typeface="General Sans" pitchFamily="34" charset="0"/>
                <a:ea typeface="General Sans" pitchFamily="34" charset="-122"/>
                <a:cs typeface="General Sans" pitchFamily="34" charset="-120"/>
              </a:rPr>
              <a:t>Eigen data gebruik je in je eigen instelling. Synthetische data van je eigen bestanden? CEDA helpt je graag. De skills staan in de repo.</a:t>
            </a:r>
            <a:endParaRPr lang="en-US" sz="1500" dirty="0"/>
          </a:p>
        </p:txBody>
      </p:sp>
      <p:sp>
        <p:nvSpPr>
          <p:cNvPr id="10" name="Shape 8"/>
          <p:cNvSpPr/>
          <p:nvPr/>
        </p:nvSpPr>
        <p:spPr>
          <a:xfrm>
            <a:off x="6400800" y="3749040"/>
            <a:ext cx="5242255" cy="1371600"/>
          </a:xfrm>
          <a:prstGeom prst="roundRect">
            <a:avLst>
              <a:gd name="adj" fmla="val 11111"/>
            </a:avLst>
          </a:prstGeom>
          <a:solidFill>
            <a:srgbClr val="00AF81"/>
          </a:solidFill>
          <a:ln/>
        </p:spPr>
        <p:txBody>
          <a:bodyPr/>
          <a:lstStyle/>
          <a:p>
            <a:endParaRPr/>
          </a:p>
        </p:txBody>
      </p:sp>
      <p:sp>
        <p:nvSpPr>
          <p:cNvPr id="11" name="Shape 9"/>
          <p:cNvSpPr/>
          <p:nvPr/>
        </p:nvSpPr>
        <p:spPr>
          <a:xfrm>
            <a:off x="6675120" y="3950208"/>
            <a:ext cx="1371600" cy="347472"/>
          </a:xfrm>
          <a:prstGeom prst="roundRect">
            <a:avLst>
              <a:gd name="adj" fmla="val 131579"/>
            </a:avLst>
          </a:prstGeom>
          <a:solidFill>
            <a:srgbClr val="F4D9DC"/>
          </a:solidFill>
          <a:ln/>
        </p:spPr>
        <p:txBody>
          <a:bodyPr/>
          <a:lstStyle/>
          <a:p>
            <a:endParaRPr/>
          </a:p>
        </p:txBody>
      </p:sp>
      <p:sp>
        <p:nvSpPr>
          <p:cNvPr id="12" name="Text 10"/>
          <p:cNvSpPr/>
          <p:nvPr/>
        </p:nvSpPr>
        <p:spPr>
          <a:xfrm>
            <a:off x="6766560" y="3950208"/>
            <a:ext cx="1188720" cy="347472"/>
          </a:xfrm>
          <a:prstGeom prst="rect">
            <a:avLst/>
          </a:prstGeom>
          <a:noFill/>
          <a:ln/>
        </p:spPr>
        <p:txBody>
          <a:bodyPr wrap="square" lIns="0" tIns="0" rIns="0" bIns="0" rtlCol="0" anchor="ctr"/>
          <a:lstStyle/>
          <a:p>
            <a:pPr marL="0" indent="0" algn="ctr">
              <a:lnSpc>
                <a:spcPct val="105000"/>
              </a:lnSpc>
              <a:buNone/>
            </a:pPr>
            <a:r>
              <a:rPr lang="en-US" sz="1100" dirty="0">
                <a:solidFill>
                  <a:srgbClr val="000000"/>
                </a:solidFill>
                <a:latin typeface="General Sans Semibold" pitchFamily="34" charset="0"/>
                <a:ea typeface="General Sans Semibold" pitchFamily="34" charset="-122"/>
                <a:cs typeface="General Sans Semibold" pitchFamily="34" charset="-120"/>
              </a:rPr>
              <a:t>Nog even</a:t>
            </a:r>
            <a:endParaRPr lang="en-US" sz="1100" dirty="0"/>
          </a:p>
        </p:txBody>
      </p:sp>
      <p:sp>
        <p:nvSpPr>
          <p:cNvPr id="13" name="Text 11"/>
          <p:cNvSpPr/>
          <p:nvPr/>
        </p:nvSpPr>
        <p:spPr>
          <a:xfrm>
            <a:off x="6675120" y="4389120"/>
            <a:ext cx="4693615" cy="594360"/>
          </a:xfrm>
          <a:prstGeom prst="rect">
            <a:avLst/>
          </a:prstGeom>
          <a:noFill/>
          <a:ln/>
        </p:spPr>
        <p:txBody>
          <a:bodyPr wrap="square" lIns="0" tIns="0" rIns="0" bIns="0" rtlCol="0" anchor="t"/>
          <a:lstStyle/>
          <a:p>
            <a:pPr marL="0" indent="0" algn="l">
              <a:lnSpc>
                <a:spcPct val="105000"/>
              </a:lnSpc>
              <a:buNone/>
            </a:pPr>
            <a:r>
              <a:rPr lang="en-US" sz="1500" dirty="0">
                <a:solidFill>
                  <a:srgbClr val="000000"/>
                </a:solidFill>
                <a:latin typeface="General Sans" pitchFamily="34" charset="0"/>
                <a:ea typeface="General Sans" pitchFamily="34" charset="-122"/>
                <a:cs typeface="General Sans" pitchFamily="34" charset="-120"/>
              </a:rPr>
              <a:t>Jij stuurt, de agent bouwt. Jij beslist wat je ermee doet.</a:t>
            </a:r>
            <a:endParaRPr lang="en-US" sz="1500" dirty="0"/>
          </a:p>
        </p:txBody>
      </p:sp>
      <p:pic>
        <p:nvPicPr>
          <p:cNvPr id="14" name="Image 0" descr="Npuls"/>
          <p:cNvPicPr>
            <a:picLocks noChangeAspect="1"/>
          </p:cNvPicPr>
          <p:nvPr/>
        </p:nvPicPr>
        <p:blipFill>
          <a:blip r:embed="rId3"/>
          <a:stretch>
            <a:fillRect/>
          </a:stretch>
        </p:blipFill>
        <p:spPr>
          <a:xfrm>
            <a:off x="10454335" y="5120640"/>
            <a:ext cx="1188720" cy="118872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1600200"/>
            <a:ext cx="11094415" cy="320040"/>
          </a:xfrm>
          <a:prstGeom prst="rect">
            <a:avLst/>
          </a:prstGeom>
          <a:noFill/>
          <a:ln/>
        </p:spPr>
        <p:txBody>
          <a:bodyPr wrap="square" lIns="0" tIns="0" rIns="0" bIns="0" rtlCol="0" anchor="t"/>
          <a:lstStyle/>
          <a:p>
            <a:pPr marL="0" indent="0" algn="ctr">
              <a:lnSpc>
                <a:spcPct val="105000"/>
              </a:lnSpc>
              <a:buNone/>
            </a:pPr>
            <a:r>
              <a:rPr lang="en-US" sz="1300" kern="0" spc="300" dirty="0">
                <a:solidFill>
                  <a:srgbClr val="DD784B"/>
                </a:solidFill>
                <a:latin typeface="General Sans Semibold" pitchFamily="34" charset="0"/>
                <a:ea typeface="General Sans Semibold" pitchFamily="34" charset="-122"/>
                <a:cs typeface="General Sans Semibold" pitchFamily="34" charset="-120"/>
              </a:rPr>
              <a:t>TOT SLOT</a:t>
            </a:r>
            <a:endParaRPr lang="en-US" sz="1300" dirty="0"/>
          </a:p>
        </p:txBody>
      </p:sp>
      <p:sp>
        <p:nvSpPr>
          <p:cNvPr id="3" name="Text 1"/>
          <p:cNvSpPr/>
          <p:nvPr/>
        </p:nvSpPr>
        <p:spPr>
          <a:xfrm>
            <a:off x="548640" y="1965960"/>
            <a:ext cx="11094415" cy="868680"/>
          </a:xfrm>
          <a:prstGeom prst="rect">
            <a:avLst/>
          </a:prstGeom>
          <a:noFill/>
          <a:ln/>
        </p:spPr>
        <p:txBody>
          <a:bodyPr wrap="square" lIns="0" tIns="0" rIns="0" bIns="0" rtlCol="0" anchor="t"/>
          <a:lstStyle/>
          <a:p>
            <a:pPr marL="0" indent="0" algn="ctr">
              <a:lnSpc>
                <a:spcPct val="105000"/>
              </a:lnSpc>
              <a:buNone/>
            </a:pPr>
            <a:r>
              <a:rPr lang="en-US" sz="4400" dirty="0">
                <a:solidFill>
                  <a:srgbClr val="3D68EC"/>
                </a:solidFill>
                <a:latin typeface="General Sans Semibold" pitchFamily="34" charset="0"/>
                <a:ea typeface="General Sans Semibold" pitchFamily="34" charset="-122"/>
                <a:cs typeface="General Sans Semibold" pitchFamily="34" charset="-120"/>
              </a:rPr>
              <a:t>Blijf in contact</a:t>
            </a:r>
            <a:endParaRPr lang="en-US" sz="4400" dirty="0"/>
          </a:p>
        </p:txBody>
      </p:sp>
      <p:sp>
        <p:nvSpPr>
          <p:cNvPr id="4" name="Text 2"/>
          <p:cNvSpPr/>
          <p:nvPr/>
        </p:nvSpPr>
        <p:spPr>
          <a:xfrm>
            <a:off x="2286000" y="2880360"/>
            <a:ext cx="7619695" cy="457200"/>
          </a:xfrm>
          <a:prstGeom prst="rect">
            <a:avLst/>
          </a:prstGeom>
          <a:noFill/>
          <a:ln/>
        </p:spPr>
        <p:txBody>
          <a:bodyPr wrap="square" lIns="0" tIns="0" rIns="0" bIns="0" rtlCol="0" anchor="t"/>
          <a:lstStyle/>
          <a:p>
            <a:pPr marL="0" indent="0" algn="ctr">
              <a:lnSpc>
                <a:spcPct val="105000"/>
              </a:lnSpc>
              <a:buNone/>
            </a:pPr>
            <a:r>
              <a:rPr lang="en-US" sz="1600" dirty="0">
                <a:solidFill>
                  <a:srgbClr val="000000"/>
                </a:solidFill>
                <a:latin typeface="General Sans" pitchFamily="34" charset="0"/>
                <a:ea typeface="General Sans" pitchFamily="34" charset="-122"/>
                <a:cs typeface="General Sans" pitchFamily="34" charset="-120"/>
              </a:rPr>
              <a:t>Vragen, feedback of zin om mee te bouwen? We horen graag van je.</a:t>
            </a:r>
            <a:endParaRPr lang="en-US" sz="1600" dirty="0"/>
          </a:p>
        </p:txBody>
      </p:sp>
      <p:sp>
        <p:nvSpPr>
          <p:cNvPr id="5" name="Shape 3"/>
          <p:cNvSpPr/>
          <p:nvPr/>
        </p:nvSpPr>
        <p:spPr>
          <a:xfrm>
            <a:off x="1020928" y="3657600"/>
            <a:ext cx="3200400" cy="1234440"/>
          </a:xfrm>
          <a:prstGeom prst="roundRect">
            <a:avLst>
              <a:gd name="adj" fmla="val 10974"/>
            </a:avLst>
          </a:prstGeom>
          <a:solidFill>
            <a:srgbClr val="FFFFFF"/>
          </a:solidFill>
          <a:ln/>
        </p:spPr>
        <p:txBody>
          <a:bodyPr/>
          <a:lstStyle/>
          <a:p>
            <a:endParaRPr/>
          </a:p>
        </p:txBody>
      </p:sp>
      <p:sp>
        <p:nvSpPr>
          <p:cNvPr id="6" name="Shape 4"/>
          <p:cNvSpPr/>
          <p:nvPr/>
        </p:nvSpPr>
        <p:spPr>
          <a:xfrm>
            <a:off x="1889608" y="3858768"/>
            <a:ext cx="1463040" cy="365760"/>
          </a:xfrm>
          <a:prstGeom prst="roundRect">
            <a:avLst>
              <a:gd name="adj" fmla="val 125000"/>
            </a:avLst>
          </a:prstGeom>
          <a:solidFill>
            <a:srgbClr val="3D68EC"/>
          </a:solidFill>
          <a:ln/>
        </p:spPr>
        <p:txBody>
          <a:bodyPr/>
          <a:lstStyle/>
          <a:p>
            <a:endParaRPr/>
          </a:p>
        </p:txBody>
      </p:sp>
      <p:sp>
        <p:nvSpPr>
          <p:cNvPr id="7" name="Text 5"/>
          <p:cNvSpPr/>
          <p:nvPr/>
        </p:nvSpPr>
        <p:spPr>
          <a:xfrm>
            <a:off x="1981048" y="3858768"/>
            <a:ext cx="1280160" cy="365760"/>
          </a:xfrm>
          <a:prstGeom prst="rect">
            <a:avLst/>
          </a:prstGeom>
          <a:noFill/>
          <a:ln/>
        </p:spPr>
        <p:txBody>
          <a:bodyPr wrap="square" lIns="0" tIns="0" rIns="0" bIns="0" rtlCol="0" anchor="ctr"/>
          <a:lstStyle/>
          <a:p>
            <a:pPr marL="0" indent="0" algn="ctr">
              <a:lnSpc>
                <a:spcPct val="105000"/>
              </a:lnSpc>
              <a:buNone/>
            </a:pPr>
            <a:r>
              <a:rPr lang="en-US" sz="1200" dirty="0">
                <a:solidFill>
                  <a:srgbClr val="F4D9DC"/>
                </a:solidFill>
                <a:latin typeface="General Sans Semibold" pitchFamily="34" charset="0"/>
                <a:ea typeface="General Sans Semibold" pitchFamily="34" charset="-122"/>
                <a:cs typeface="General Sans Semibold" pitchFamily="34" charset="-120"/>
              </a:rPr>
              <a:t>GitHub</a:t>
            </a:r>
            <a:endParaRPr lang="en-US" sz="1200" dirty="0"/>
          </a:p>
        </p:txBody>
      </p:sp>
      <p:sp>
        <p:nvSpPr>
          <p:cNvPr id="8" name="Text 6">
            <a:hlinkClick r:id="rId4"/>
          </p:cNvPr>
          <p:cNvSpPr/>
          <p:nvPr/>
        </p:nvSpPr>
        <p:spPr>
          <a:xfrm>
            <a:off x="1158088" y="4370832"/>
            <a:ext cx="2926080" cy="365760"/>
          </a:xfrm>
          <a:prstGeom prst="rect">
            <a:avLst/>
          </a:prstGeom>
          <a:noFill/>
          <a:ln/>
        </p:spPr>
        <p:txBody>
          <a:bodyPr wrap="square" lIns="0" tIns="0" rIns="0" bIns="0" rtlCol="0" anchor="ctr"/>
          <a:lstStyle/>
          <a:p>
            <a:pPr marL="0" indent="0" algn="ctr">
              <a:buNone/>
            </a:pPr>
            <a:r>
              <a:rPr lang="en-US" sz="1400" u="sng" dirty="0">
                <a:solidFill>
                  <a:srgbClr val="000000"/>
                </a:solidFill>
                <a:latin typeface="General Sans" pitchFamily="34" charset="0"/>
                <a:ea typeface="General Sans" pitchFamily="34" charset="-122"/>
                <a:cs typeface="General Sans" pitchFamily="34" charset="-120"/>
                <a:hlinkClick r:id="rId4">
                  <a:extLst>
                    <a:ext uri="{A12FA001-AC4F-418D-AE19-62706E023703}">
                      <ahyp:hlinkClr xmlns:ahyp="http://schemas.microsoft.com/office/drawing/2018/hyperlinkcolor" val="tx"/>
                    </a:ext>
                  </a:extLst>
                </a:hlinkClick>
              </a:rPr>
              <a:t>github.com/cedanl</a:t>
            </a:r>
            <a:endParaRPr lang="en-US" sz="1400" dirty="0"/>
          </a:p>
        </p:txBody>
      </p:sp>
      <p:sp>
        <p:nvSpPr>
          <p:cNvPr id="9" name="Shape 7"/>
          <p:cNvSpPr/>
          <p:nvPr/>
        </p:nvSpPr>
        <p:spPr>
          <a:xfrm>
            <a:off x="4495648" y="3657600"/>
            <a:ext cx="3200400" cy="1234440"/>
          </a:xfrm>
          <a:prstGeom prst="roundRect">
            <a:avLst>
              <a:gd name="adj" fmla="val 10974"/>
            </a:avLst>
          </a:prstGeom>
          <a:solidFill>
            <a:srgbClr val="FFFFFF"/>
          </a:solidFill>
          <a:ln/>
        </p:spPr>
        <p:txBody>
          <a:bodyPr/>
          <a:lstStyle/>
          <a:p>
            <a:endParaRPr/>
          </a:p>
        </p:txBody>
      </p:sp>
      <p:sp>
        <p:nvSpPr>
          <p:cNvPr id="10" name="Shape 8"/>
          <p:cNvSpPr/>
          <p:nvPr/>
        </p:nvSpPr>
        <p:spPr>
          <a:xfrm>
            <a:off x="5364328" y="3858768"/>
            <a:ext cx="1463040" cy="365760"/>
          </a:xfrm>
          <a:prstGeom prst="roundRect">
            <a:avLst>
              <a:gd name="adj" fmla="val 125000"/>
            </a:avLst>
          </a:prstGeom>
          <a:solidFill>
            <a:srgbClr val="00AF81"/>
          </a:solidFill>
          <a:ln/>
        </p:spPr>
        <p:txBody>
          <a:bodyPr/>
          <a:lstStyle/>
          <a:p>
            <a:endParaRPr/>
          </a:p>
        </p:txBody>
      </p:sp>
      <p:sp>
        <p:nvSpPr>
          <p:cNvPr id="11" name="Text 9"/>
          <p:cNvSpPr/>
          <p:nvPr/>
        </p:nvSpPr>
        <p:spPr>
          <a:xfrm>
            <a:off x="5455768" y="3858768"/>
            <a:ext cx="1280160" cy="365760"/>
          </a:xfrm>
          <a:prstGeom prst="rect">
            <a:avLst/>
          </a:prstGeom>
          <a:noFill/>
          <a:ln/>
        </p:spPr>
        <p:txBody>
          <a:bodyPr wrap="square" lIns="0" tIns="0" rIns="0" bIns="0" rtlCol="0" anchor="ctr"/>
          <a:lstStyle/>
          <a:p>
            <a:pPr marL="0" indent="0" algn="ctr">
              <a:lnSpc>
                <a:spcPct val="105000"/>
              </a:lnSpc>
              <a:buNone/>
            </a:pPr>
            <a:r>
              <a:rPr lang="en-US" sz="1200" dirty="0">
                <a:solidFill>
                  <a:srgbClr val="000000"/>
                </a:solidFill>
                <a:latin typeface="General Sans Semibold" pitchFamily="34" charset="0"/>
                <a:ea typeface="General Sans Semibold" pitchFamily="34" charset="-122"/>
                <a:cs typeface="General Sans Semibold" pitchFamily="34" charset="-120"/>
              </a:rPr>
              <a:t>Community</a:t>
            </a:r>
            <a:endParaRPr lang="en-US" sz="1200" dirty="0"/>
          </a:p>
        </p:txBody>
      </p:sp>
      <p:sp>
        <p:nvSpPr>
          <p:cNvPr id="12" name="Text 10">
            <a:hlinkClick r:id="rId5"/>
          </p:cNvPr>
          <p:cNvSpPr/>
          <p:nvPr/>
        </p:nvSpPr>
        <p:spPr>
          <a:xfrm>
            <a:off x="4632808" y="4370832"/>
            <a:ext cx="2926080" cy="365760"/>
          </a:xfrm>
          <a:prstGeom prst="rect">
            <a:avLst/>
          </a:prstGeom>
          <a:noFill/>
          <a:ln/>
        </p:spPr>
        <p:txBody>
          <a:bodyPr wrap="square" lIns="0" tIns="0" rIns="0" bIns="0" rtlCol="0" anchor="ctr"/>
          <a:lstStyle/>
          <a:p>
            <a:pPr algn="ctr"/>
            <a:r>
              <a:rPr lang="en-NL" sz="1400" dirty="0">
                <a:solidFill>
                  <a:srgbClr val="000000"/>
                </a:solidFill>
                <a:latin typeface="General Sans" pitchFamily="34" charset="0"/>
                <a:ea typeface="General Sans" pitchFamily="34" charset="-122"/>
                <a:cs typeface="General Sans" pitchFamily="34" charset="-120"/>
                <a:hlinkClick r:id="rId6">
                  <a:extLst>
                    <a:ext uri="{A12FA001-AC4F-418D-AE19-62706E023703}">
                      <ahyp:hlinkClr xmlns:ahyp="http://schemas.microsoft.com/office/drawing/2018/hyperlinkcolor" val="tx"/>
                    </a:ext>
                  </a:extLst>
                </a:hlinkClick>
              </a:rPr>
              <a:t>edu.nl/7b4yg</a:t>
            </a:r>
            <a:endParaRPr lang="en-US" sz="1400" dirty="0"/>
          </a:p>
        </p:txBody>
      </p:sp>
      <p:sp>
        <p:nvSpPr>
          <p:cNvPr id="13" name="Shape 11"/>
          <p:cNvSpPr/>
          <p:nvPr/>
        </p:nvSpPr>
        <p:spPr>
          <a:xfrm>
            <a:off x="7970368" y="3657600"/>
            <a:ext cx="3200400" cy="1234440"/>
          </a:xfrm>
          <a:prstGeom prst="roundRect">
            <a:avLst>
              <a:gd name="adj" fmla="val 10974"/>
            </a:avLst>
          </a:prstGeom>
          <a:solidFill>
            <a:srgbClr val="FFFFFF"/>
          </a:solidFill>
          <a:ln/>
        </p:spPr>
        <p:txBody>
          <a:bodyPr/>
          <a:lstStyle/>
          <a:p>
            <a:endParaRPr/>
          </a:p>
        </p:txBody>
      </p:sp>
      <p:sp>
        <p:nvSpPr>
          <p:cNvPr id="14" name="Shape 12"/>
          <p:cNvSpPr/>
          <p:nvPr/>
        </p:nvSpPr>
        <p:spPr>
          <a:xfrm>
            <a:off x="8839048" y="3858768"/>
            <a:ext cx="1463040" cy="365760"/>
          </a:xfrm>
          <a:prstGeom prst="roundRect">
            <a:avLst>
              <a:gd name="adj" fmla="val 125000"/>
            </a:avLst>
          </a:prstGeom>
          <a:solidFill>
            <a:srgbClr val="DD784B"/>
          </a:solidFill>
          <a:ln/>
        </p:spPr>
        <p:txBody>
          <a:bodyPr/>
          <a:lstStyle/>
          <a:p>
            <a:endParaRPr/>
          </a:p>
        </p:txBody>
      </p:sp>
      <p:sp>
        <p:nvSpPr>
          <p:cNvPr id="15" name="Text 13"/>
          <p:cNvSpPr/>
          <p:nvPr/>
        </p:nvSpPr>
        <p:spPr>
          <a:xfrm>
            <a:off x="8930488" y="3858768"/>
            <a:ext cx="1280160" cy="365760"/>
          </a:xfrm>
          <a:prstGeom prst="rect">
            <a:avLst/>
          </a:prstGeom>
          <a:noFill/>
          <a:ln/>
        </p:spPr>
        <p:txBody>
          <a:bodyPr wrap="square" lIns="0" tIns="0" rIns="0" bIns="0" rtlCol="0" anchor="ctr"/>
          <a:lstStyle/>
          <a:p>
            <a:pPr marL="0" indent="0" algn="ctr">
              <a:lnSpc>
                <a:spcPct val="105000"/>
              </a:lnSpc>
              <a:buNone/>
            </a:pPr>
            <a:r>
              <a:rPr lang="en-US" sz="1200" dirty="0">
                <a:solidFill>
                  <a:srgbClr val="000000"/>
                </a:solidFill>
                <a:latin typeface="General Sans Semibold" pitchFamily="34" charset="0"/>
                <a:ea typeface="General Sans Semibold" pitchFamily="34" charset="-122"/>
                <a:cs typeface="General Sans Semibold" pitchFamily="34" charset="-120"/>
              </a:rPr>
              <a:t>Email</a:t>
            </a:r>
            <a:endParaRPr lang="en-US" sz="1200" dirty="0"/>
          </a:p>
        </p:txBody>
      </p:sp>
      <p:sp>
        <p:nvSpPr>
          <p:cNvPr id="16" name="Text 14">
            <a:hlinkClick r:id="rId7"/>
          </p:cNvPr>
          <p:cNvSpPr/>
          <p:nvPr/>
        </p:nvSpPr>
        <p:spPr>
          <a:xfrm>
            <a:off x="8107528" y="4370832"/>
            <a:ext cx="2926080" cy="365760"/>
          </a:xfrm>
          <a:prstGeom prst="rect">
            <a:avLst/>
          </a:prstGeom>
          <a:noFill/>
          <a:ln/>
        </p:spPr>
        <p:txBody>
          <a:bodyPr wrap="square" lIns="0" tIns="0" rIns="0" bIns="0" rtlCol="0" anchor="ctr"/>
          <a:lstStyle/>
          <a:p>
            <a:pPr marL="0" indent="0" algn="ctr">
              <a:buNone/>
            </a:pPr>
            <a:r>
              <a:rPr lang="en-US" sz="1400" u="sng" dirty="0">
                <a:solidFill>
                  <a:srgbClr val="000000"/>
                </a:solidFill>
                <a:latin typeface="General Sans" pitchFamily="34" charset="0"/>
                <a:ea typeface="General Sans" pitchFamily="34" charset="-122"/>
                <a:cs typeface="General Sans" pitchFamily="34" charset="-120"/>
                <a:hlinkClick r:id="rId7">
                  <a:extLst>
                    <a:ext uri="{A12FA001-AC4F-418D-AE19-62706E023703}">
                      <ahyp:hlinkClr xmlns:ahyp="http://schemas.microsoft.com/office/drawing/2018/hyperlinkcolor" val="tx"/>
                    </a:ext>
                  </a:extLst>
                </a:hlinkClick>
              </a:rPr>
              <a:t>ceda@surf.nl</a:t>
            </a:r>
            <a:endParaRPr lang="en-US" sz="1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3D68EC"/>
        </a:solidFill>
        <a:effectLst/>
      </p:bgPr>
    </p:bg>
    <p:spTree>
      <p:nvGrpSpPr>
        <p:cNvPr id="1" name=""/>
        <p:cNvGrpSpPr/>
        <p:nvPr/>
      </p:nvGrpSpPr>
      <p:grpSpPr>
        <a:xfrm>
          <a:off x="0" y="0"/>
          <a:ext cx="0" cy="0"/>
          <a:chOff x="0" y="0"/>
          <a:chExt cx="0" cy="0"/>
        </a:xfrm>
      </p:grpSpPr>
      <p:sp>
        <p:nvSpPr>
          <p:cNvPr id="2" name="Shape 0"/>
          <p:cNvSpPr/>
          <p:nvPr/>
        </p:nvSpPr>
        <p:spPr>
          <a:xfrm>
            <a:off x="11304952" y="384048"/>
            <a:ext cx="35960" cy="35960"/>
          </a:xfrm>
          <a:prstGeom prst="ellipse">
            <a:avLst/>
          </a:prstGeom>
          <a:solidFill>
            <a:srgbClr val="F4D9DC"/>
          </a:solidFill>
          <a:ln/>
        </p:spPr>
        <p:txBody>
          <a:bodyPr/>
          <a:lstStyle/>
          <a:p>
            <a:endParaRPr/>
          </a:p>
        </p:txBody>
      </p:sp>
      <p:sp>
        <p:nvSpPr>
          <p:cNvPr id="3" name="Shape 1"/>
          <p:cNvSpPr/>
          <p:nvPr/>
        </p:nvSpPr>
        <p:spPr>
          <a:xfrm>
            <a:off x="11212173" y="399224"/>
            <a:ext cx="34616" cy="34616"/>
          </a:xfrm>
          <a:prstGeom prst="ellipse">
            <a:avLst/>
          </a:prstGeom>
          <a:solidFill>
            <a:srgbClr val="F4D9DC"/>
          </a:solidFill>
          <a:ln/>
        </p:spPr>
        <p:txBody>
          <a:bodyPr/>
          <a:lstStyle/>
          <a:p>
            <a:endParaRPr/>
          </a:p>
        </p:txBody>
      </p:sp>
      <p:sp>
        <p:nvSpPr>
          <p:cNvPr id="4" name="Shape 2"/>
          <p:cNvSpPr/>
          <p:nvPr/>
        </p:nvSpPr>
        <p:spPr>
          <a:xfrm>
            <a:off x="11398641" y="399224"/>
            <a:ext cx="34616" cy="34616"/>
          </a:xfrm>
          <a:prstGeom prst="ellipse">
            <a:avLst/>
          </a:prstGeom>
          <a:solidFill>
            <a:srgbClr val="F4D9DC"/>
          </a:solidFill>
          <a:ln/>
        </p:spPr>
        <p:txBody>
          <a:bodyPr/>
          <a:lstStyle/>
          <a:p>
            <a:endParaRPr/>
          </a:p>
        </p:txBody>
      </p:sp>
      <p:sp>
        <p:nvSpPr>
          <p:cNvPr id="5" name="Shape 3"/>
          <p:cNvSpPr/>
          <p:nvPr/>
        </p:nvSpPr>
        <p:spPr>
          <a:xfrm>
            <a:off x="11258374" y="435357"/>
            <a:ext cx="51936" cy="51936"/>
          </a:xfrm>
          <a:prstGeom prst="ellipse">
            <a:avLst/>
          </a:prstGeom>
          <a:solidFill>
            <a:srgbClr val="F4D9DC"/>
          </a:solidFill>
          <a:ln/>
        </p:spPr>
        <p:txBody>
          <a:bodyPr/>
          <a:lstStyle/>
          <a:p>
            <a:endParaRPr/>
          </a:p>
        </p:txBody>
      </p:sp>
      <p:sp>
        <p:nvSpPr>
          <p:cNvPr id="6" name="Shape 4"/>
          <p:cNvSpPr/>
          <p:nvPr/>
        </p:nvSpPr>
        <p:spPr>
          <a:xfrm>
            <a:off x="11335407" y="435306"/>
            <a:ext cx="51718" cy="51718"/>
          </a:xfrm>
          <a:prstGeom prst="ellipse">
            <a:avLst/>
          </a:prstGeom>
          <a:solidFill>
            <a:srgbClr val="F4D9DC"/>
          </a:solidFill>
          <a:ln/>
        </p:spPr>
        <p:txBody>
          <a:bodyPr/>
          <a:lstStyle/>
          <a:p>
            <a:endParaRPr/>
          </a:p>
        </p:txBody>
      </p:sp>
      <p:sp>
        <p:nvSpPr>
          <p:cNvPr id="7" name="Shape 5"/>
          <p:cNvSpPr/>
          <p:nvPr/>
        </p:nvSpPr>
        <p:spPr>
          <a:xfrm>
            <a:off x="11127388" y="442398"/>
            <a:ext cx="35294" cy="35294"/>
          </a:xfrm>
          <a:prstGeom prst="ellipse">
            <a:avLst/>
          </a:prstGeom>
          <a:solidFill>
            <a:srgbClr val="F4D9DC"/>
          </a:solidFill>
          <a:ln/>
        </p:spPr>
        <p:txBody>
          <a:bodyPr/>
          <a:lstStyle/>
          <a:p>
            <a:endParaRPr/>
          </a:p>
        </p:txBody>
      </p:sp>
      <p:sp>
        <p:nvSpPr>
          <p:cNvPr id="8" name="Shape 6"/>
          <p:cNvSpPr/>
          <p:nvPr/>
        </p:nvSpPr>
        <p:spPr>
          <a:xfrm>
            <a:off x="11482145" y="441649"/>
            <a:ext cx="35960" cy="35960"/>
          </a:xfrm>
          <a:prstGeom prst="ellipse">
            <a:avLst/>
          </a:prstGeom>
          <a:solidFill>
            <a:srgbClr val="F4D9DC"/>
          </a:solidFill>
          <a:ln/>
        </p:spPr>
        <p:txBody>
          <a:bodyPr/>
          <a:lstStyle/>
          <a:p>
            <a:endParaRPr/>
          </a:p>
        </p:txBody>
      </p:sp>
      <p:sp>
        <p:nvSpPr>
          <p:cNvPr id="9" name="Shape 7"/>
          <p:cNvSpPr/>
          <p:nvPr/>
        </p:nvSpPr>
        <p:spPr>
          <a:xfrm>
            <a:off x="11185603" y="459328"/>
            <a:ext cx="52167" cy="52167"/>
          </a:xfrm>
          <a:prstGeom prst="ellipse">
            <a:avLst/>
          </a:prstGeom>
          <a:solidFill>
            <a:srgbClr val="F4D9DC"/>
          </a:solidFill>
          <a:ln/>
        </p:spPr>
        <p:txBody>
          <a:bodyPr/>
          <a:lstStyle/>
          <a:p>
            <a:endParaRPr/>
          </a:p>
        </p:txBody>
      </p:sp>
      <p:sp>
        <p:nvSpPr>
          <p:cNvPr id="10" name="Shape 8"/>
          <p:cNvSpPr/>
          <p:nvPr/>
        </p:nvSpPr>
        <p:spPr>
          <a:xfrm>
            <a:off x="11408043" y="458713"/>
            <a:ext cx="52384" cy="52384"/>
          </a:xfrm>
          <a:prstGeom prst="ellipse">
            <a:avLst/>
          </a:prstGeom>
          <a:solidFill>
            <a:srgbClr val="F4D9DC"/>
          </a:solidFill>
          <a:ln/>
        </p:spPr>
        <p:txBody>
          <a:bodyPr/>
          <a:lstStyle/>
          <a:p>
            <a:endParaRPr/>
          </a:p>
        </p:txBody>
      </p:sp>
      <p:sp>
        <p:nvSpPr>
          <p:cNvPr id="11" name="Shape 9"/>
          <p:cNvSpPr/>
          <p:nvPr/>
        </p:nvSpPr>
        <p:spPr>
          <a:xfrm>
            <a:off x="11241891" y="499749"/>
            <a:ext cx="36613" cy="36613"/>
          </a:xfrm>
          <a:prstGeom prst="ellipse">
            <a:avLst/>
          </a:prstGeom>
          <a:solidFill>
            <a:srgbClr val="F4D9DC"/>
          </a:solidFill>
          <a:ln/>
        </p:spPr>
        <p:txBody>
          <a:bodyPr/>
          <a:lstStyle/>
          <a:p>
            <a:endParaRPr/>
          </a:p>
        </p:txBody>
      </p:sp>
      <p:sp>
        <p:nvSpPr>
          <p:cNvPr id="12" name="Shape 10"/>
          <p:cNvSpPr/>
          <p:nvPr/>
        </p:nvSpPr>
        <p:spPr>
          <a:xfrm>
            <a:off x="11294557" y="500146"/>
            <a:ext cx="57223" cy="57223"/>
          </a:xfrm>
          <a:prstGeom prst="ellipse">
            <a:avLst/>
          </a:prstGeom>
          <a:solidFill>
            <a:srgbClr val="F4D9DC"/>
          </a:solidFill>
          <a:ln/>
        </p:spPr>
        <p:txBody>
          <a:bodyPr/>
          <a:lstStyle/>
          <a:p>
            <a:endParaRPr/>
          </a:p>
        </p:txBody>
      </p:sp>
      <p:sp>
        <p:nvSpPr>
          <p:cNvPr id="13" name="Shape 11"/>
          <p:cNvSpPr/>
          <p:nvPr/>
        </p:nvSpPr>
        <p:spPr>
          <a:xfrm>
            <a:off x="11364102" y="498770"/>
            <a:ext cx="35294" cy="35294"/>
          </a:xfrm>
          <a:prstGeom prst="ellipse">
            <a:avLst/>
          </a:prstGeom>
          <a:solidFill>
            <a:srgbClr val="F4D9DC"/>
          </a:solidFill>
          <a:ln/>
        </p:spPr>
        <p:txBody>
          <a:bodyPr/>
          <a:lstStyle/>
          <a:p>
            <a:endParaRPr/>
          </a:p>
        </p:txBody>
      </p:sp>
      <p:sp>
        <p:nvSpPr>
          <p:cNvPr id="14" name="Shape 12"/>
          <p:cNvSpPr/>
          <p:nvPr/>
        </p:nvSpPr>
        <p:spPr>
          <a:xfrm>
            <a:off x="11123515" y="504524"/>
            <a:ext cx="51936" cy="51936"/>
          </a:xfrm>
          <a:prstGeom prst="ellipse">
            <a:avLst/>
          </a:prstGeom>
          <a:solidFill>
            <a:srgbClr val="F4D9DC"/>
          </a:solidFill>
          <a:ln/>
        </p:spPr>
        <p:txBody>
          <a:bodyPr/>
          <a:lstStyle/>
          <a:p>
            <a:endParaRPr/>
          </a:p>
        </p:txBody>
      </p:sp>
      <p:sp>
        <p:nvSpPr>
          <p:cNvPr id="15" name="Shape 13"/>
          <p:cNvSpPr/>
          <p:nvPr/>
        </p:nvSpPr>
        <p:spPr>
          <a:xfrm>
            <a:off x="11470202" y="504300"/>
            <a:ext cx="52384" cy="52384"/>
          </a:xfrm>
          <a:prstGeom prst="ellipse">
            <a:avLst/>
          </a:prstGeom>
          <a:solidFill>
            <a:srgbClr val="F4D9DC"/>
          </a:solidFill>
          <a:ln/>
        </p:spPr>
        <p:txBody>
          <a:bodyPr/>
          <a:lstStyle/>
          <a:p>
            <a:endParaRPr/>
          </a:p>
        </p:txBody>
      </p:sp>
      <p:sp>
        <p:nvSpPr>
          <p:cNvPr id="16" name="Shape 14"/>
          <p:cNvSpPr/>
          <p:nvPr/>
        </p:nvSpPr>
        <p:spPr>
          <a:xfrm>
            <a:off x="11060774" y="508825"/>
            <a:ext cx="35627" cy="35627"/>
          </a:xfrm>
          <a:prstGeom prst="ellipse">
            <a:avLst/>
          </a:prstGeom>
          <a:solidFill>
            <a:srgbClr val="F4D9DC"/>
          </a:solidFill>
          <a:ln/>
        </p:spPr>
        <p:txBody>
          <a:bodyPr/>
          <a:lstStyle/>
          <a:p>
            <a:endParaRPr/>
          </a:p>
        </p:txBody>
      </p:sp>
      <p:sp>
        <p:nvSpPr>
          <p:cNvPr id="17" name="Shape 15"/>
          <p:cNvSpPr/>
          <p:nvPr/>
        </p:nvSpPr>
        <p:spPr>
          <a:xfrm>
            <a:off x="11548535" y="508038"/>
            <a:ext cx="36613" cy="36613"/>
          </a:xfrm>
          <a:prstGeom prst="ellipse">
            <a:avLst/>
          </a:prstGeom>
          <a:solidFill>
            <a:srgbClr val="F4D9DC"/>
          </a:solidFill>
          <a:ln/>
        </p:spPr>
        <p:txBody>
          <a:bodyPr/>
          <a:lstStyle/>
          <a:p>
            <a:endParaRPr/>
          </a:p>
        </p:txBody>
      </p:sp>
      <p:sp>
        <p:nvSpPr>
          <p:cNvPr id="18" name="Shape 16"/>
          <p:cNvSpPr/>
          <p:nvPr/>
        </p:nvSpPr>
        <p:spPr>
          <a:xfrm>
            <a:off x="11191466" y="533379"/>
            <a:ext cx="57825" cy="57825"/>
          </a:xfrm>
          <a:prstGeom prst="ellipse">
            <a:avLst/>
          </a:prstGeom>
          <a:solidFill>
            <a:srgbClr val="F4D9DC"/>
          </a:solidFill>
          <a:ln/>
        </p:spPr>
        <p:txBody>
          <a:bodyPr/>
          <a:lstStyle/>
          <a:p>
            <a:endParaRPr/>
          </a:p>
        </p:txBody>
      </p:sp>
      <p:sp>
        <p:nvSpPr>
          <p:cNvPr id="19" name="Shape 17"/>
          <p:cNvSpPr/>
          <p:nvPr/>
        </p:nvSpPr>
        <p:spPr>
          <a:xfrm>
            <a:off x="11396535" y="533494"/>
            <a:ext cx="57428" cy="57428"/>
          </a:xfrm>
          <a:prstGeom prst="ellipse">
            <a:avLst/>
          </a:prstGeom>
          <a:solidFill>
            <a:srgbClr val="F4D9DC"/>
          </a:solidFill>
          <a:ln/>
        </p:spPr>
        <p:txBody>
          <a:bodyPr/>
          <a:lstStyle/>
          <a:p>
            <a:endParaRPr/>
          </a:p>
        </p:txBody>
      </p:sp>
      <p:sp>
        <p:nvSpPr>
          <p:cNvPr id="20" name="Shape 18"/>
          <p:cNvSpPr/>
          <p:nvPr/>
        </p:nvSpPr>
        <p:spPr>
          <a:xfrm>
            <a:off x="11079087" y="567226"/>
            <a:ext cx="51270" cy="51270"/>
          </a:xfrm>
          <a:prstGeom prst="ellipse">
            <a:avLst/>
          </a:prstGeom>
          <a:solidFill>
            <a:srgbClr val="F4D9DC"/>
          </a:solidFill>
          <a:ln/>
        </p:spPr>
        <p:txBody>
          <a:bodyPr/>
          <a:lstStyle/>
          <a:p>
            <a:endParaRPr/>
          </a:p>
        </p:txBody>
      </p:sp>
      <p:sp>
        <p:nvSpPr>
          <p:cNvPr id="21" name="Shape 19"/>
          <p:cNvSpPr/>
          <p:nvPr/>
        </p:nvSpPr>
        <p:spPr>
          <a:xfrm>
            <a:off x="11339728" y="567053"/>
            <a:ext cx="34616" cy="34616"/>
          </a:xfrm>
          <a:prstGeom prst="ellipse">
            <a:avLst/>
          </a:prstGeom>
          <a:solidFill>
            <a:srgbClr val="F4D9DC"/>
          </a:solidFill>
          <a:ln/>
        </p:spPr>
        <p:txBody>
          <a:bodyPr/>
          <a:lstStyle/>
          <a:p>
            <a:endParaRPr/>
          </a:p>
        </p:txBody>
      </p:sp>
      <p:sp>
        <p:nvSpPr>
          <p:cNvPr id="22" name="Shape 20"/>
          <p:cNvSpPr/>
          <p:nvPr/>
        </p:nvSpPr>
        <p:spPr>
          <a:xfrm>
            <a:off x="11515167" y="566234"/>
            <a:ext cx="52819" cy="52819"/>
          </a:xfrm>
          <a:prstGeom prst="ellipse">
            <a:avLst/>
          </a:prstGeom>
          <a:solidFill>
            <a:srgbClr val="F4D9DC"/>
          </a:solidFill>
          <a:ln/>
        </p:spPr>
        <p:txBody>
          <a:bodyPr/>
          <a:lstStyle/>
          <a:p>
            <a:endParaRPr/>
          </a:p>
        </p:txBody>
      </p:sp>
      <p:sp>
        <p:nvSpPr>
          <p:cNvPr id="23" name="Shape 21"/>
          <p:cNvSpPr/>
          <p:nvPr/>
        </p:nvSpPr>
        <p:spPr>
          <a:xfrm>
            <a:off x="11262860" y="569742"/>
            <a:ext cx="34961" cy="34961"/>
          </a:xfrm>
          <a:prstGeom prst="ellipse">
            <a:avLst/>
          </a:prstGeom>
          <a:solidFill>
            <a:srgbClr val="F4D9DC"/>
          </a:solidFill>
          <a:ln/>
        </p:spPr>
        <p:txBody>
          <a:bodyPr/>
          <a:lstStyle/>
          <a:p>
            <a:endParaRPr/>
          </a:p>
        </p:txBody>
      </p:sp>
      <p:sp>
        <p:nvSpPr>
          <p:cNvPr id="24" name="Shape 22"/>
          <p:cNvSpPr/>
          <p:nvPr/>
        </p:nvSpPr>
        <p:spPr>
          <a:xfrm>
            <a:off x="11462521" y="569818"/>
            <a:ext cx="35294" cy="35294"/>
          </a:xfrm>
          <a:prstGeom prst="ellipse">
            <a:avLst/>
          </a:prstGeom>
          <a:solidFill>
            <a:srgbClr val="F4D9DC"/>
          </a:solidFill>
          <a:ln/>
        </p:spPr>
        <p:txBody>
          <a:bodyPr/>
          <a:lstStyle/>
          <a:p>
            <a:endParaRPr/>
          </a:p>
        </p:txBody>
      </p:sp>
      <p:sp>
        <p:nvSpPr>
          <p:cNvPr id="25" name="Shape 23"/>
          <p:cNvSpPr/>
          <p:nvPr/>
        </p:nvSpPr>
        <p:spPr>
          <a:xfrm>
            <a:off x="11145681" y="573441"/>
            <a:ext cx="34270" cy="34270"/>
          </a:xfrm>
          <a:prstGeom prst="ellipse">
            <a:avLst/>
          </a:prstGeom>
          <a:solidFill>
            <a:srgbClr val="F4D9DC"/>
          </a:solidFill>
          <a:ln/>
        </p:spPr>
        <p:txBody>
          <a:bodyPr/>
          <a:lstStyle/>
          <a:p>
            <a:endParaRPr/>
          </a:p>
        </p:txBody>
      </p:sp>
      <p:sp>
        <p:nvSpPr>
          <p:cNvPr id="26" name="Shape 24"/>
          <p:cNvSpPr/>
          <p:nvPr/>
        </p:nvSpPr>
        <p:spPr>
          <a:xfrm>
            <a:off x="11592015" y="593213"/>
            <a:ext cx="35294" cy="35294"/>
          </a:xfrm>
          <a:prstGeom prst="ellipse">
            <a:avLst/>
          </a:prstGeom>
          <a:solidFill>
            <a:srgbClr val="F4D9DC"/>
          </a:solidFill>
          <a:ln/>
        </p:spPr>
        <p:txBody>
          <a:bodyPr/>
          <a:lstStyle/>
          <a:p>
            <a:endParaRPr/>
          </a:p>
        </p:txBody>
      </p:sp>
      <p:sp>
        <p:nvSpPr>
          <p:cNvPr id="27" name="Shape 25"/>
          <p:cNvSpPr/>
          <p:nvPr/>
        </p:nvSpPr>
        <p:spPr>
          <a:xfrm>
            <a:off x="11019124" y="593444"/>
            <a:ext cx="34616" cy="34616"/>
          </a:xfrm>
          <a:prstGeom prst="ellipse">
            <a:avLst/>
          </a:prstGeom>
          <a:solidFill>
            <a:srgbClr val="F4D9DC"/>
          </a:solidFill>
          <a:ln/>
        </p:spPr>
        <p:txBody>
          <a:bodyPr/>
          <a:lstStyle/>
          <a:p>
            <a:endParaRPr/>
          </a:p>
        </p:txBody>
      </p:sp>
      <p:sp>
        <p:nvSpPr>
          <p:cNvPr id="28" name="Shape 26"/>
          <p:cNvSpPr/>
          <p:nvPr/>
        </p:nvSpPr>
        <p:spPr>
          <a:xfrm>
            <a:off x="11403576" y="610214"/>
            <a:ext cx="34961" cy="34961"/>
          </a:xfrm>
          <a:prstGeom prst="ellipse">
            <a:avLst/>
          </a:prstGeom>
          <a:solidFill>
            <a:srgbClr val="F4D9DC"/>
          </a:solidFill>
          <a:ln/>
        </p:spPr>
        <p:txBody>
          <a:bodyPr/>
          <a:lstStyle/>
          <a:p>
            <a:endParaRPr/>
          </a:p>
        </p:txBody>
      </p:sp>
      <p:sp>
        <p:nvSpPr>
          <p:cNvPr id="29" name="Shape 27"/>
          <p:cNvSpPr/>
          <p:nvPr/>
        </p:nvSpPr>
        <p:spPr>
          <a:xfrm>
            <a:off x="11201662" y="616570"/>
            <a:ext cx="35627" cy="35627"/>
          </a:xfrm>
          <a:prstGeom prst="ellipse">
            <a:avLst/>
          </a:prstGeom>
          <a:solidFill>
            <a:srgbClr val="F4D9DC"/>
          </a:solidFill>
          <a:ln/>
        </p:spPr>
        <p:txBody>
          <a:bodyPr/>
          <a:lstStyle/>
          <a:p>
            <a:endParaRPr/>
          </a:p>
        </p:txBody>
      </p:sp>
      <p:sp>
        <p:nvSpPr>
          <p:cNvPr id="30" name="Shape 28"/>
          <p:cNvSpPr/>
          <p:nvPr/>
        </p:nvSpPr>
        <p:spPr>
          <a:xfrm>
            <a:off x="11127484" y="620705"/>
            <a:ext cx="58030" cy="58030"/>
          </a:xfrm>
          <a:prstGeom prst="ellipse">
            <a:avLst/>
          </a:prstGeom>
          <a:solidFill>
            <a:srgbClr val="F4D9DC"/>
          </a:solidFill>
          <a:ln/>
        </p:spPr>
        <p:txBody>
          <a:bodyPr/>
          <a:lstStyle/>
          <a:p>
            <a:endParaRPr/>
          </a:p>
        </p:txBody>
      </p:sp>
      <p:sp>
        <p:nvSpPr>
          <p:cNvPr id="31" name="Shape 29"/>
          <p:cNvSpPr/>
          <p:nvPr/>
        </p:nvSpPr>
        <p:spPr>
          <a:xfrm>
            <a:off x="11460767" y="620852"/>
            <a:ext cx="57428" cy="57428"/>
          </a:xfrm>
          <a:prstGeom prst="ellipse">
            <a:avLst/>
          </a:prstGeom>
          <a:solidFill>
            <a:srgbClr val="F4D9DC"/>
          </a:solidFill>
          <a:ln/>
        </p:spPr>
        <p:txBody>
          <a:bodyPr/>
          <a:lstStyle/>
          <a:p>
            <a:endParaRPr/>
          </a:p>
        </p:txBody>
      </p:sp>
      <p:sp>
        <p:nvSpPr>
          <p:cNvPr id="32" name="Shape 30"/>
          <p:cNvSpPr/>
          <p:nvPr/>
        </p:nvSpPr>
        <p:spPr>
          <a:xfrm>
            <a:off x="11055219" y="640144"/>
            <a:ext cx="51718" cy="51718"/>
          </a:xfrm>
          <a:prstGeom prst="ellipse">
            <a:avLst/>
          </a:prstGeom>
          <a:solidFill>
            <a:srgbClr val="F4D9DC"/>
          </a:solidFill>
          <a:ln/>
        </p:spPr>
        <p:txBody>
          <a:bodyPr/>
          <a:lstStyle/>
          <a:p>
            <a:endParaRPr/>
          </a:p>
        </p:txBody>
      </p:sp>
      <p:sp>
        <p:nvSpPr>
          <p:cNvPr id="33" name="Shape 31"/>
          <p:cNvSpPr/>
          <p:nvPr/>
        </p:nvSpPr>
        <p:spPr>
          <a:xfrm>
            <a:off x="11539330" y="640266"/>
            <a:ext cx="51270" cy="51270"/>
          </a:xfrm>
          <a:prstGeom prst="ellipse">
            <a:avLst/>
          </a:prstGeom>
          <a:solidFill>
            <a:srgbClr val="F4D9DC"/>
          </a:solidFill>
          <a:ln/>
        </p:spPr>
        <p:txBody>
          <a:bodyPr/>
          <a:lstStyle/>
          <a:p>
            <a:endParaRPr/>
          </a:p>
        </p:txBody>
      </p:sp>
      <p:sp>
        <p:nvSpPr>
          <p:cNvPr id="34" name="Shape 32"/>
          <p:cNvSpPr/>
          <p:nvPr/>
        </p:nvSpPr>
        <p:spPr>
          <a:xfrm>
            <a:off x="11429576" y="682274"/>
            <a:ext cx="35627" cy="35627"/>
          </a:xfrm>
          <a:prstGeom prst="ellipse">
            <a:avLst/>
          </a:prstGeom>
          <a:solidFill>
            <a:srgbClr val="F4D9DC"/>
          </a:solidFill>
          <a:ln/>
        </p:spPr>
        <p:txBody>
          <a:bodyPr/>
          <a:lstStyle/>
          <a:p>
            <a:endParaRPr/>
          </a:p>
        </p:txBody>
      </p:sp>
      <p:sp>
        <p:nvSpPr>
          <p:cNvPr id="35" name="Shape 33"/>
          <p:cNvSpPr/>
          <p:nvPr/>
        </p:nvSpPr>
        <p:spPr>
          <a:xfrm>
            <a:off x="11004076" y="687222"/>
            <a:ext cx="34616" cy="34616"/>
          </a:xfrm>
          <a:prstGeom prst="ellipse">
            <a:avLst/>
          </a:prstGeom>
          <a:solidFill>
            <a:srgbClr val="F4D9DC"/>
          </a:solidFill>
          <a:ln/>
        </p:spPr>
        <p:txBody>
          <a:bodyPr/>
          <a:lstStyle/>
          <a:p>
            <a:endParaRPr/>
          </a:p>
        </p:txBody>
      </p:sp>
      <p:sp>
        <p:nvSpPr>
          <p:cNvPr id="36" name="Shape 34"/>
          <p:cNvSpPr/>
          <p:nvPr/>
        </p:nvSpPr>
        <p:spPr>
          <a:xfrm>
            <a:off x="11502052" y="685321"/>
            <a:ext cx="34270" cy="34270"/>
          </a:xfrm>
          <a:prstGeom prst="ellipse">
            <a:avLst/>
          </a:prstGeom>
          <a:solidFill>
            <a:srgbClr val="F4D9DC"/>
          </a:solidFill>
          <a:ln/>
        </p:spPr>
        <p:txBody>
          <a:bodyPr/>
          <a:lstStyle/>
          <a:p>
            <a:endParaRPr/>
          </a:p>
        </p:txBody>
      </p:sp>
      <p:sp>
        <p:nvSpPr>
          <p:cNvPr id="37" name="Shape 35"/>
          <p:cNvSpPr/>
          <p:nvPr/>
        </p:nvSpPr>
        <p:spPr>
          <a:xfrm>
            <a:off x="11606321" y="686422"/>
            <a:ext cx="35627" cy="35627"/>
          </a:xfrm>
          <a:prstGeom prst="ellipse">
            <a:avLst/>
          </a:prstGeom>
          <a:solidFill>
            <a:srgbClr val="F4D9DC"/>
          </a:solidFill>
          <a:ln/>
        </p:spPr>
        <p:txBody>
          <a:bodyPr/>
          <a:lstStyle/>
          <a:p>
            <a:endParaRPr/>
          </a:p>
        </p:txBody>
      </p:sp>
      <p:sp>
        <p:nvSpPr>
          <p:cNvPr id="38" name="Shape 36"/>
          <p:cNvSpPr/>
          <p:nvPr/>
        </p:nvSpPr>
        <p:spPr>
          <a:xfrm>
            <a:off x="11108908" y="688957"/>
            <a:ext cx="35294" cy="35294"/>
          </a:xfrm>
          <a:prstGeom prst="ellipse">
            <a:avLst/>
          </a:prstGeom>
          <a:solidFill>
            <a:srgbClr val="F4D9DC"/>
          </a:solidFill>
          <a:ln/>
        </p:spPr>
        <p:txBody>
          <a:bodyPr/>
          <a:lstStyle/>
          <a:p>
            <a:endParaRPr/>
          </a:p>
        </p:txBody>
      </p:sp>
      <p:sp>
        <p:nvSpPr>
          <p:cNvPr id="39" name="Shape 37"/>
          <p:cNvSpPr/>
          <p:nvPr/>
        </p:nvSpPr>
        <p:spPr>
          <a:xfrm>
            <a:off x="11179733" y="690371"/>
            <a:ext cx="36613" cy="36613"/>
          </a:xfrm>
          <a:prstGeom prst="ellipse">
            <a:avLst/>
          </a:prstGeom>
          <a:solidFill>
            <a:srgbClr val="F4D9DC"/>
          </a:solidFill>
          <a:ln/>
        </p:spPr>
        <p:txBody>
          <a:bodyPr/>
          <a:lstStyle/>
          <a:p>
            <a:endParaRPr/>
          </a:p>
        </p:txBody>
      </p:sp>
      <p:sp>
        <p:nvSpPr>
          <p:cNvPr id="40" name="Shape 38"/>
          <p:cNvSpPr/>
          <p:nvPr/>
        </p:nvSpPr>
        <p:spPr>
          <a:xfrm>
            <a:off x="11054764" y="716576"/>
            <a:ext cx="51936" cy="51936"/>
          </a:xfrm>
          <a:prstGeom prst="ellipse">
            <a:avLst/>
          </a:prstGeom>
          <a:solidFill>
            <a:srgbClr val="F4D9DC"/>
          </a:solidFill>
          <a:ln/>
        </p:spPr>
        <p:txBody>
          <a:bodyPr/>
          <a:lstStyle/>
          <a:p>
            <a:endParaRPr/>
          </a:p>
        </p:txBody>
      </p:sp>
      <p:sp>
        <p:nvSpPr>
          <p:cNvPr id="41" name="Shape 39"/>
          <p:cNvSpPr/>
          <p:nvPr/>
        </p:nvSpPr>
        <p:spPr>
          <a:xfrm>
            <a:off x="11539023" y="716851"/>
            <a:ext cx="51488" cy="51488"/>
          </a:xfrm>
          <a:prstGeom prst="ellipse">
            <a:avLst/>
          </a:prstGeom>
          <a:solidFill>
            <a:srgbClr val="F4D9DC"/>
          </a:solidFill>
          <a:ln/>
        </p:spPr>
        <p:txBody>
          <a:bodyPr/>
          <a:lstStyle/>
          <a:p>
            <a:endParaRPr/>
          </a:p>
        </p:txBody>
      </p:sp>
      <p:sp>
        <p:nvSpPr>
          <p:cNvPr id="42" name="Shape 40"/>
          <p:cNvSpPr/>
          <p:nvPr/>
        </p:nvSpPr>
        <p:spPr>
          <a:xfrm>
            <a:off x="11127490" y="729288"/>
            <a:ext cx="58222" cy="58222"/>
          </a:xfrm>
          <a:prstGeom prst="ellipse">
            <a:avLst/>
          </a:prstGeom>
          <a:solidFill>
            <a:srgbClr val="F4D9DC"/>
          </a:solidFill>
          <a:ln/>
        </p:spPr>
        <p:txBody>
          <a:bodyPr/>
          <a:lstStyle/>
          <a:p>
            <a:endParaRPr/>
          </a:p>
        </p:txBody>
      </p:sp>
      <p:sp>
        <p:nvSpPr>
          <p:cNvPr id="43" name="Shape 41"/>
          <p:cNvSpPr/>
          <p:nvPr/>
        </p:nvSpPr>
        <p:spPr>
          <a:xfrm>
            <a:off x="11460671" y="729781"/>
            <a:ext cx="57633" cy="57633"/>
          </a:xfrm>
          <a:prstGeom prst="ellipse">
            <a:avLst/>
          </a:prstGeom>
          <a:solidFill>
            <a:srgbClr val="F4D9DC"/>
          </a:solidFill>
          <a:ln/>
        </p:spPr>
        <p:txBody>
          <a:bodyPr/>
          <a:lstStyle/>
          <a:p>
            <a:endParaRPr/>
          </a:p>
        </p:txBody>
      </p:sp>
      <p:sp>
        <p:nvSpPr>
          <p:cNvPr id="44" name="Shape 42"/>
          <p:cNvSpPr/>
          <p:nvPr/>
        </p:nvSpPr>
        <p:spPr>
          <a:xfrm>
            <a:off x="11407973" y="756415"/>
            <a:ext cx="35960" cy="35960"/>
          </a:xfrm>
          <a:prstGeom prst="ellipse">
            <a:avLst/>
          </a:prstGeom>
          <a:solidFill>
            <a:srgbClr val="F4D9DC"/>
          </a:solidFill>
          <a:ln/>
        </p:spPr>
        <p:txBody>
          <a:bodyPr/>
          <a:lstStyle/>
          <a:p>
            <a:endParaRPr/>
          </a:p>
        </p:txBody>
      </p:sp>
      <p:sp>
        <p:nvSpPr>
          <p:cNvPr id="45" name="Shape 43"/>
          <p:cNvSpPr/>
          <p:nvPr/>
        </p:nvSpPr>
        <p:spPr>
          <a:xfrm>
            <a:off x="11207308" y="763884"/>
            <a:ext cx="34616" cy="34616"/>
          </a:xfrm>
          <a:prstGeom prst="ellipse">
            <a:avLst/>
          </a:prstGeom>
          <a:solidFill>
            <a:srgbClr val="F4D9DC"/>
          </a:solidFill>
          <a:ln/>
        </p:spPr>
        <p:txBody>
          <a:bodyPr/>
          <a:lstStyle/>
          <a:p>
            <a:endParaRPr/>
          </a:p>
        </p:txBody>
      </p:sp>
      <p:sp>
        <p:nvSpPr>
          <p:cNvPr id="46" name="Shape 44"/>
          <p:cNvSpPr/>
          <p:nvPr/>
        </p:nvSpPr>
        <p:spPr>
          <a:xfrm>
            <a:off x="11018670" y="780462"/>
            <a:ext cx="34616" cy="34616"/>
          </a:xfrm>
          <a:prstGeom prst="ellipse">
            <a:avLst/>
          </a:prstGeom>
          <a:solidFill>
            <a:srgbClr val="F4D9DC"/>
          </a:solidFill>
          <a:ln/>
        </p:spPr>
        <p:txBody>
          <a:bodyPr/>
          <a:lstStyle/>
          <a:p>
            <a:endParaRPr/>
          </a:p>
        </p:txBody>
      </p:sp>
      <p:sp>
        <p:nvSpPr>
          <p:cNvPr id="47" name="Shape 45"/>
          <p:cNvSpPr/>
          <p:nvPr/>
        </p:nvSpPr>
        <p:spPr>
          <a:xfrm>
            <a:off x="11591670" y="780123"/>
            <a:ext cx="35294" cy="35294"/>
          </a:xfrm>
          <a:prstGeom prst="ellipse">
            <a:avLst/>
          </a:prstGeom>
          <a:solidFill>
            <a:srgbClr val="F4D9DC"/>
          </a:solidFill>
          <a:ln/>
        </p:spPr>
        <p:txBody>
          <a:bodyPr/>
          <a:lstStyle/>
          <a:p>
            <a:endParaRPr/>
          </a:p>
        </p:txBody>
      </p:sp>
      <p:sp>
        <p:nvSpPr>
          <p:cNvPr id="48" name="Shape 46"/>
          <p:cNvSpPr/>
          <p:nvPr/>
        </p:nvSpPr>
        <p:spPr>
          <a:xfrm>
            <a:off x="11079010" y="790179"/>
            <a:ext cx="51270" cy="51270"/>
          </a:xfrm>
          <a:prstGeom prst="ellipse">
            <a:avLst/>
          </a:prstGeom>
          <a:solidFill>
            <a:srgbClr val="F4D9DC"/>
          </a:solidFill>
          <a:ln/>
        </p:spPr>
        <p:txBody>
          <a:bodyPr/>
          <a:lstStyle/>
          <a:p>
            <a:endParaRPr/>
          </a:p>
        </p:txBody>
      </p:sp>
      <p:sp>
        <p:nvSpPr>
          <p:cNvPr id="49" name="Shape 47"/>
          <p:cNvSpPr/>
          <p:nvPr/>
        </p:nvSpPr>
        <p:spPr>
          <a:xfrm>
            <a:off x="11515218" y="789692"/>
            <a:ext cx="52602" cy="52602"/>
          </a:xfrm>
          <a:prstGeom prst="ellipse">
            <a:avLst/>
          </a:prstGeom>
          <a:solidFill>
            <a:srgbClr val="F4D9DC"/>
          </a:solidFill>
          <a:ln/>
        </p:spPr>
        <p:txBody>
          <a:bodyPr/>
          <a:lstStyle/>
          <a:p>
            <a:endParaRPr/>
          </a:p>
        </p:txBody>
      </p:sp>
      <p:sp>
        <p:nvSpPr>
          <p:cNvPr id="50" name="Shape 48"/>
          <p:cNvSpPr/>
          <p:nvPr/>
        </p:nvSpPr>
        <p:spPr>
          <a:xfrm>
            <a:off x="11147371" y="803460"/>
            <a:ext cx="35627" cy="35627"/>
          </a:xfrm>
          <a:prstGeom prst="ellipse">
            <a:avLst/>
          </a:prstGeom>
          <a:solidFill>
            <a:srgbClr val="F4D9DC"/>
          </a:solidFill>
          <a:ln/>
        </p:spPr>
        <p:txBody>
          <a:bodyPr/>
          <a:lstStyle/>
          <a:p>
            <a:endParaRPr/>
          </a:p>
        </p:txBody>
      </p:sp>
      <p:sp>
        <p:nvSpPr>
          <p:cNvPr id="51" name="Shape 49"/>
          <p:cNvSpPr/>
          <p:nvPr/>
        </p:nvSpPr>
        <p:spPr>
          <a:xfrm>
            <a:off x="11347786" y="804293"/>
            <a:ext cx="35294" cy="35294"/>
          </a:xfrm>
          <a:prstGeom prst="ellipse">
            <a:avLst/>
          </a:prstGeom>
          <a:solidFill>
            <a:srgbClr val="F4D9DC"/>
          </a:solidFill>
          <a:ln/>
        </p:spPr>
        <p:txBody>
          <a:bodyPr/>
          <a:lstStyle/>
          <a:p>
            <a:endParaRPr/>
          </a:p>
        </p:txBody>
      </p:sp>
      <p:sp>
        <p:nvSpPr>
          <p:cNvPr id="52" name="Shape 50"/>
          <p:cNvSpPr/>
          <p:nvPr/>
        </p:nvSpPr>
        <p:spPr>
          <a:xfrm>
            <a:off x="11465119" y="800919"/>
            <a:ext cx="34961" cy="34961"/>
          </a:xfrm>
          <a:prstGeom prst="ellipse">
            <a:avLst/>
          </a:prstGeom>
          <a:solidFill>
            <a:srgbClr val="F4D9DC"/>
          </a:solidFill>
          <a:ln/>
        </p:spPr>
        <p:txBody>
          <a:bodyPr/>
          <a:lstStyle/>
          <a:p>
            <a:endParaRPr/>
          </a:p>
        </p:txBody>
      </p:sp>
      <p:sp>
        <p:nvSpPr>
          <p:cNvPr id="53" name="Shape 51"/>
          <p:cNvSpPr/>
          <p:nvPr/>
        </p:nvSpPr>
        <p:spPr>
          <a:xfrm>
            <a:off x="11270669" y="806590"/>
            <a:ext cx="35627" cy="35627"/>
          </a:xfrm>
          <a:prstGeom prst="ellipse">
            <a:avLst/>
          </a:prstGeom>
          <a:solidFill>
            <a:srgbClr val="F4D9DC"/>
          </a:solidFill>
          <a:ln/>
        </p:spPr>
        <p:txBody>
          <a:bodyPr/>
          <a:lstStyle/>
          <a:p>
            <a:endParaRPr/>
          </a:p>
        </p:txBody>
      </p:sp>
      <p:sp>
        <p:nvSpPr>
          <p:cNvPr id="54" name="Shape 52"/>
          <p:cNvSpPr/>
          <p:nvPr/>
        </p:nvSpPr>
        <p:spPr>
          <a:xfrm>
            <a:off x="11191498" y="817766"/>
            <a:ext cx="57633" cy="57633"/>
          </a:xfrm>
          <a:prstGeom prst="ellipse">
            <a:avLst/>
          </a:prstGeom>
          <a:solidFill>
            <a:srgbClr val="F4D9DC"/>
          </a:solidFill>
          <a:ln/>
        </p:spPr>
        <p:txBody>
          <a:bodyPr/>
          <a:lstStyle/>
          <a:p>
            <a:endParaRPr/>
          </a:p>
        </p:txBody>
      </p:sp>
      <p:sp>
        <p:nvSpPr>
          <p:cNvPr id="55" name="Shape 53"/>
          <p:cNvSpPr/>
          <p:nvPr/>
        </p:nvSpPr>
        <p:spPr>
          <a:xfrm>
            <a:off x="11396573" y="817888"/>
            <a:ext cx="57633" cy="57633"/>
          </a:xfrm>
          <a:prstGeom prst="ellipse">
            <a:avLst/>
          </a:prstGeom>
          <a:solidFill>
            <a:srgbClr val="F4D9DC"/>
          </a:solidFill>
          <a:ln/>
        </p:spPr>
        <p:txBody>
          <a:bodyPr/>
          <a:lstStyle/>
          <a:p>
            <a:endParaRPr/>
          </a:p>
        </p:txBody>
      </p:sp>
      <p:sp>
        <p:nvSpPr>
          <p:cNvPr id="56" name="Shape 54"/>
          <p:cNvSpPr/>
          <p:nvPr/>
        </p:nvSpPr>
        <p:spPr>
          <a:xfrm>
            <a:off x="11123445" y="851985"/>
            <a:ext cx="52167" cy="52167"/>
          </a:xfrm>
          <a:prstGeom prst="ellipse">
            <a:avLst/>
          </a:prstGeom>
          <a:solidFill>
            <a:srgbClr val="F4D9DC"/>
          </a:solidFill>
          <a:ln/>
        </p:spPr>
        <p:txBody>
          <a:bodyPr/>
          <a:lstStyle/>
          <a:p>
            <a:endParaRPr/>
          </a:p>
        </p:txBody>
      </p:sp>
      <p:sp>
        <p:nvSpPr>
          <p:cNvPr id="57" name="Shape 55"/>
          <p:cNvSpPr/>
          <p:nvPr/>
        </p:nvSpPr>
        <p:spPr>
          <a:xfrm>
            <a:off x="11294647" y="851390"/>
            <a:ext cx="57223" cy="57223"/>
          </a:xfrm>
          <a:prstGeom prst="ellipse">
            <a:avLst/>
          </a:prstGeom>
          <a:solidFill>
            <a:srgbClr val="F4D9DC"/>
          </a:solidFill>
          <a:ln/>
        </p:spPr>
        <p:txBody>
          <a:bodyPr/>
          <a:lstStyle/>
          <a:p>
            <a:endParaRPr/>
          </a:p>
        </p:txBody>
      </p:sp>
      <p:sp>
        <p:nvSpPr>
          <p:cNvPr id="58" name="Shape 56"/>
          <p:cNvSpPr/>
          <p:nvPr/>
        </p:nvSpPr>
        <p:spPr>
          <a:xfrm>
            <a:off x="11470202" y="852382"/>
            <a:ext cx="52384" cy="52384"/>
          </a:xfrm>
          <a:prstGeom prst="ellipse">
            <a:avLst/>
          </a:prstGeom>
          <a:solidFill>
            <a:srgbClr val="F4D9DC"/>
          </a:solidFill>
          <a:ln/>
        </p:spPr>
        <p:txBody>
          <a:bodyPr/>
          <a:lstStyle/>
          <a:p>
            <a:endParaRPr/>
          </a:p>
        </p:txBody>
      </p:sp>
      <p:sp>
        <p:nvSpPr>
          <p:cNvPr id="59" name="Shape 57"/>
          <p:cNvSpPr/>
          <p:nvPr/>
        </p:nvSpPr>
        <p:spPr>
          <a:xfrm>
            <a:off x="11060774" y="864607"/>
            <a:ext cx="35627" cy="35627"/>
          </a:xfrm>
          <a:prstGeom prst="ellipse">
            <a:avLst/>
          </a:prstGeom>
          <a:solidFill>
            <a:srgbClr val="F4D9DC"/>
          </a:solidFill>
          <a:ln/>
        </p:spPr>
        <p:txBody>
          <a:bodyPr/>
          <a:lstStyle/>
          <a:p>
            <a:endParaRPr/>
          </a:p>
        </p:txBody>
      </p:sp>
      <p:sp>
        <p:nvSpPr>
          <p:cNvPr id="60" name="Shape 58"/>
          <p:cNvSpPr/>
          <p:nvPr/>
        </p:nvSpPr>
        <p:spPr>
          <a:xfrm>
            <a:off x="11548733" y="864185"/>
            <a:ext cx="35627" cy="35627"/>
          </a:xfrm>
          <a:prstGeom prst="ellipse">
            <a:avLst/>
          </a:prstGeom>
          <a:solidFill>
            <a:srgbClr val="F4D9DC"/>
          </a:solidFill>
          <a:ln/>
        </p:spPr>
        <p:txBody>
          <a:bodyPr/>
          <a:lstStyle/>
          <a:p>
            <a:endParaRPr/>
          </a:p>
        </p:txBody>
      </p:sp>
      <p:sp>
        <p:nvSpPr>
          <p:cNvPr id="61" name="Shape 59"/>
          <p:cNvSpPr/>
          <p:nvPr/>
        </p:nvSpPr>
        <p:spPr>
          <a:xfrm>
            <a:off x="11246231" y="873908"/>
            <a:ext cx="35627" cy="35627"/>
          </a:xfrm>
          <a:prstGeom prst="ellipse">
            <a:avLst/>
          </a:prstGeom>
          <a:solidFill>
            <a:srgbClr val="F4D9DC"/>
          </a:solidFill>
          <a:ln/>
        </p:spPr>
        <p:txBody>
          <a:bodyPr/>
          <a:lstStyle/>
          <a:p>
            <a:endParaRPr/>
          </a:p>
        </p:txBody>
      </p:sp>
      <p:sp>
        <p:nvSpPr>
          <p:cNvPr id="62" name="Shape 60"/>
          <p:cNvSpPr/>
          <p:nvPr/>
        </p:nvSpPr>
        <p:spPr>
          <a:xfrm>
            <a:off x="11367418" y="872896"/>
            <a:ext cx="35627" cy="35627"/>
          </a:xfrm>
          <a:prstGeom prst="ellipse">
            <a:avLst/>
          </a:prstGeom>
          <a:solidFill>
            <a:srgbClr val="F4D9DC"/>
          </a:solidFill>
          <a:ln/>
        </p:spPr>
        <p:txBody>
          <a:bodyPr/>
          <a:lstStyle/>
          <a:p>
            <a:endParaRPr/>
          </a:p>
        </p:txBody>
      </p:sp>
      <p:sp>
        <p:nvSpPr>
          <p:cNvPr id="63" name="Shape 61"/>
          <p:cNvSpPr/>
          <p:nvPr/>
        </p:nvSpPr>
        <p:spPr>
          <a:xfrm>
            <a:off x="11185366" y="897322"/>
            <a:ext cx="51936" cy="51936"/>
          </a:xfrm>
          <a:prstGeom prst="ellipse">
            <a:avLst/>
          </a:prstGeom>
          <a:solidFill>
            <a:srgbClr val="F4D9DC"/>
          </a:solidFill>
          <a:ln/>
        </p:spPr>
        <p:txBody>
          <a:bodyPr/>
          <a:lstStyle/>
          <a:p>
            <a:endParaRPr/>
          </a:p>
        </p:txBody>
      </p:sp>
      <p:sp>
        <p:nvSpPr>
          <p:cNvPr id="64" name="Shape 62"/>
          <p:cNvSpPr/>
          <p:nvPr/>
        </p:nvSpPr>
        <p:spPr>
          <a:xfrm>
            <a:off x="11407845" y="897655"/>
            <a:ext cx="52602" cy="52602"/>
          </a:xfrm>
          <a:prstGeom prst="ellipse">
            <a:avLst/>
          </a:prstGeom>
          <a:solidFill>
            <a:srgbClr val="F4D9DC"/>
          </a:solidFill>
          <a:ln/>
        </p:spPr>
        <p:txBody>
          <a:bodyPr/>
          <a:lstStyle/>
          <a:p>
            <a:endParaRPr/>
          </a:p>
        </p:txBody>
      </p:sp>
      <p:sp>
        <p:nvSpPr>
          <p:cNvPr id="65" name="Shape 63"/>
          <p:cNvSpPr/>
          <p:nvPr/>
        </p:nvSpPr>
        <p:spPr>
          <a:xfrm>
            <a:off x="11258822" y="921466"/>
            <a:ext cx="51270" cy="51270"/>
          </a:xfrm>
          <a:prstGeom prst="ellipse">
            <a:avLst/>
          </a:prstGeom>
          <a:solidFill>
            <a:srgbClr val="F4D9DC"/>
          </a:solidFill>
          <a:ln/>
        </p:spPr>
        <p:txBody>
          <a:bodyPr/>
          <a:lstStyle/>
          <a:p>
            <a:endParaRPr/>
          </a:p>
        </p:txBody>
      </p:sp>
      <p:sp>
        <p:nvSpPr>
          <p:cNvPr id="66" name="Shape 64"/>
          <p:cNvSpPr/>
          <p:nvPr/>
        </p:nvSpPr>
        <p:spPr>
          <a:xfrm>
            <a:off x="11335350" y="921504"/>
            <a:ext cx="51270" cy="51270"/>
          </a:xfrm>
          <a:prstGeom prst="ellipse">
            <a:avLst/>
          </a:prstGeom>
          <a:solidFill>
            <a:srgbClr val="F4D9DC"/>
          </a:solidFill>
          <a:ln/>
        </p:spPr>
        <p:txBody>
          <a:bodyPr/>
          <a:lstStyle/>
          <a:p>
            <a:endParaRPr/>
          </a:p>
        </p:txBody>
      </p:sp>
      <p:sp>
        <p:nvSpPr>
          <p:cNvPr id="67" name="Shape 65"/>
          <p:cNvSpPr/>
          <p:nvPr/>
        </p:nvSpPr>
        <p:spPr>
          <a:xfrm>
            <a:off x="11127388" y="931368"/>
            <a:ext cx="35294" cy="35294"/>
          </a:xfrm>
          <a:prstGeom prst="ellipse">
            <a:avLst/>
          </a:prstGeom>
          <a:solidFill>
            <a:srgbClr val="F4D9DC"/>
          </a:solidFill>
          <a:ln/>
        </p:spPr>
        <p:txBody>
          <a:bodyPr/>
          <a:lstStyle/>
          <a:p>
            <a:endParaRPr/>
          </a:p>
        </p:txBody>
      </p:sp>
      <p:sp>
        <p:nvSpPr>
          <p:cNvPr id="68" name="Shape 66"/>
          <p:cNvSpPr/>
          <p:nvPr/>
        </p:nvSpPr>
        <p:spPr>
          <a:xfrm>
            <a:off x="11481979" y="931035"/>
            <a:ext cx="35960" cy="35960"/>
          </a:xfrm>
          <a:prstGeom prst="ellipse">
            <a:avLst/>
          </a:prstGeom>
          <a:solidFill>
            <a:srgbClr val="F4D9DC"/>
          </a:solidFill>
          <a:ln/>
        </p:spPr>
        <p:txBody>
          <a:bodyPr/>
          <a:lstStyle/>
          <a:p>
            <a:endParaRPr/>
          </a:p>
        </p:txBody>
      </p:sp>
      <p:sp>
        <p:nvSpPr>
          <p:cNvPr id="69" name="Shape 67"/>
          <p:cNvSpPr/>
          <p:nvPr/>
        </p:nvSpPr>
        <p:spPr>
          <a:xfrm>
            <a:off x="11211987" y="974695"/>
            <a:ext cx="34961" cy="34961"/>
          </a:xfrm>
          <a:prstGeom prst="ellipse">
            <a:avLst/>
          </a:prstGeom>
          <a:solidFill>
            <a:srgbClr val="F4D9DC"/>
          </a:solidFill>
          <a:ln/>
        </p:spPr>
        <p:txBody>
          <a:bodyPr/>
          <a:lstStyle/>
          <a:p>
            <a:endParaRPr/>
          </a:p>
        </p:txBody>
      </p:sp>
      <p:sp>
        <p:nvSpPr>
          <p:cNvPr id="70" name="Shape 68"/>
          <p:cNvSpPr/>
          <p:nvPr/>
        </p:nvSpPr>
        <p:spPr>
          <a:xfrm>
            <a:off x="11398461" y="974695"/>
            <a:ext cx="34961" cy="34961"/>
          </a:xfrm>
          <a:prstGeom prst="ellipse">
            <a:avLst/>
          </a:prstGeom>
          <a:solidFill>
            <a:srgbClr val="F4D9DC"/>
          </a:solidFill>
          <a:ln/>
        </p:spPr>
        <p:txBody>
          <a:bodyPr/>
          <a:lstStyle/>
          <a:p>
            <a:endParaRPr/>
          </a:p>
        </p:txBody>
      </p:sp>
      <p:sp>
        <p:nvSpPr>
          <p:cNvPr id="71" name="Shape 69"/>
          <p:cNvSpPr/>
          <p:nvPr/>
        </p:nvSpPr>
        <p:spPr>
          <a:xfrm>
            <a:off x="11304837" y="988501"/>
            <a:ext cx="35627" cy="35627"/>
          </a:xfrm>
          <a:prstGeom prst="ellipse">
            <a:avLst/>
          </a:prstGeom>
          <a:solidFill>
            <a:srgbClr val="F4D9DC"/>
          </a:solidFill>
          <a:ln/>
        </p:spPr>
        <p:txBody>
          <a:bodyPr/>
          <a:lstStyle/>
          <a:p>
            <a:endParaRPr/>
          </a:p>
        </p:txBody>
      </p:sp>
      <p:sp>
        <p:nvSpPr>
          <p:cNvPr id="72" name="Text 70"/>
          <p:cNvSpPr/>
          <p:nvPr/>
        </p:nvSpPr>
        <p:spPr>
          <a:xfrm>
            <a:off x="548640" y="2468880"/>
            <a:ext cx="7863840" cy="1828800"/>
          </a:xfrm>
          <a:prstGeom prst="rect">
            <a:avLst/>
          </a:prstGeom>
          <a:noFill/>
          <a:ln/>
        </p:spPr>
        <p:txBody>
          <a:bodyPr wrap="square" lIns="0" tIns="0" rIns="0" bIns="0" rtlCol="0" anchor="b"/>
          <a:lstStyle/>
          <a:p>
            <a:pPr marL="0" indent="0" algn="l">
              <a:lnSpc>
                <a:spcPct val="105000"/>
              </a:lnSpc>
              <a:buNone/>
            </a:pPr>
            <a:r>
              <a:rPr lang="en-US" sz="4800" dirty="0">
                <a:solidFill>
                  <a:srgbClr val="F4D9DC"/>
                </a:solidFill>
                <a:latin typeface="General Sans Semibold" pitchFamily="34" charset="0"/>
                <a:ea typeface="General Sans Semibold" pitchFamily="34" charset="-122"/>
                <a:cs typeface="General Sans Semibold" pitchFamily="34" charset="-120"/>
              </a:rPr>
              <a:t>Ruim na afloop je Codespace op</a:t>
            </a:r>
            <a:endParaRPr lang="en-US" sz="4800" dirty="0"/>
          </a:p>
        </p:txBody>
      </p:sp>
      <p:sp>
        <p:nvSpPr>
          <p:cNvPr id="73" name="Text 71"/>
          <p:cNvSpPr/>
          <p:nvPr/>
        </p:nvSpPr>
        <p:spPr>
          <a:xfrm>
            <a:off x="548640" y="4526280"/>
            <a:ext cx="7498080" cy="1280160"/>
          </a:xfrm>
          <a:prstGeom prst="rect">
            <a:avLst/>
          </a:prstGeom>
          <a:noFill/>
          <a:ln/>
        </p:spPr>
        <p:txBody>
          <a:bodyPr wrap="square" lIns="0" tIns="0" rIns="0" bIns="0" rtlCol="0" anchor="t"/>
          <a:lstStyle/>
          <a:p>
            <a:pPr marL="0" indent="0" algn="l">
              <a:lnSpc>
                <a:spcPct val="105000"/>
              </a:lnSpc>
              <a:buNone/>
            </a:pPr>
            <a:r>
              <a:rPr lang="en-US" sz="2200" dirty="0">
                <a:solidFill>
                  <a:srgbClr val="F4D74B"/>
                </a:solidFill>
                <a:latin typeface="Cooper Lt BT" pitchFamily="34" charset="0"/>
                <a:ea typeface="Cooper Lt BT" pitchFamily="34" charset="-122"/>
                <a:cs typeface="Cooper Lt BT" pitchFamily="34" charset="-120"/>
              </a:rPr>
              <a:t>github.com/codespaces, de drie puntjes naast je Codespace, dan Delete. Stoppen alleen is niet genoeg.</a:t>
            </a:r>
            <a:endParaRPr lang="en-US" sz="2200" dirty="0"/>
          </a:p>
        </p:txBody>
      </p:sp>
      <p:pic>
        <p:nvPicPr>
          <p:cNvPr id="74" name="Image 0" descr="exports\261005_workshop_rad_uitvoering\img\kunstmatigeintelligentie.png"/>
          <p:cNvPicPr>
            <a:picLocks noChangeAspect="1"/>
          </p:cNvPicPr>
          <p:nvPr/>
        </p:nvPicPr>
        <p:blipFill>
          <a:blip r:embed="rId3"/>
          <a:stretch>
            <a:fillRect/>
          </a:stretch>
        </p:blipFill>
        <p:spPr>
          <a:xfrm>
            <a:off x="8503920" y="1828800"/>
            <a:ext cx="3291840" cy="32918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neral Sans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neral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67</TotalTime>
  <Words>3448</Words>
  <Application>Microsoft Office PowerPoint</Application>
  <PresentationFormat>Widescreen</PresentationFormat>
  <Paragraphs>353</Paragraphs>
  <Slides>39</Slides>
  <Notes>39</Notes>
  <HiddenSlides>0</HiddenSlides>
  <MMClips>4</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39</vt:i4>
      </vt:variant>
    </vt:vector>
  </HeadingPairs>
  <TitlesOfParts>
    <vt:vector size="44" baseType="lpstr">
      <vt:lpstr>Arial</vt:lpstr>
      <vt:lpstr>Cooper Lt BT</vt:lpstr>
      <vt:lpstr>General Sans</vt:lpstr>
      <vt:lpstr>General Sans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Npuls · CEDA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 data science in het onderwijs: jij stuurt, de agent bouwt</dc:title>
  <dc:subject>PptxGenJS Presentation</dc:subject>
  <dc:creator>CEDA</dc:creator>
  <cp:lastModifiedBy>Aslam Tanjung</cp:lastModifiedBy>
  <cp:revision>7</cp:revision>
  <dcterms:created xsi:type="dcterms:W3CDTF">2026-10-08T11:06:42Z</dcterms:created>
  <dcterms:modified xsi:type="dcterms:W3CDTF">2026-10-27T16:19:48Z</dcterms:modified>
</cp:coreProperties>
</file>