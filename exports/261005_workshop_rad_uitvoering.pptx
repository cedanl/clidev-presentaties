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86" r:id="rId37"/>
    <p:sldId id="287" r:id="rId38"/>
    <p:sldId id="288" r:id="rId39"/>
    <p:sldId id="289" r:id="rId40"/>
    <p:sldId id="260" r:id="rId6"/>
    <p:sldId id="261" r:id="rId7"/>
    <p:sldId id="262" r:id="rId8"/>
    <p:sldId id="263" r:id="rId9"/>
    <p:sldId id="264" r:id="rId10"/>
    <p:sldId id="265" r:id="rId11"/>
    <p:sldId id="292" r:id="rId26"/>
    <p:sldId id="266" r:id="rId12"/>
    <p:sldId id="267" r:id="rId13"/>
    <p:sldId id="268" r:id="rId14"/>
    <p:sldId id="269" r:id="rId15"/>
    <p:sldId id="270" r:id="rId16"/>
    <p:sldId id="271" r:id="rId17"/>
    <p:sldId id="272" r:id="rId18"/>
    <p:sldId id="273" r:id="rId19"/>
    <p:sldId id="293" r:id="rId28"/>
    <p:sldId id="274" r:id="rId20"/>
    <p:sldId id="275" r:id="rId21"/>
    <p:sldId id="276" r:id="rId22"/>
    <p:sldId id="277" r:id="rId23"/>
    <p:sldId id="291" r:id="rId42"/>
    <p:sldId id="294" r:id="rId43"/>
    <p:sldId id="278" r:id="rId24"/>
    <p:sldId id="279" r:id="rId25"/>
    <p:sldId id="295" r:id="rId44"/>
    <p:sldId id="281" r:id="rId27"/>
    <p:sldId id="283" r:id="rId29"/>
    <p:sldId id="284" r:id="rId30"/>
    <p:sldId id="290" r:id="rId41"/>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slide" Target="slides/slide28.xml"/><Relationship Id="rId24" Type="http://schemas.openxmlformats.org/officeDocument/2006/relationships/slide" Target="slides/slide31.xml"/><Relationship Id="rId25" Type="http://schemas.openxmlformats.org/officeDocument/2006/relationships/slide" Target="slides/slide32.xml"/><Relationship Id="rId26" Type="http://schemas.openxmlformats.org/officeDocument/2006/relationships/slide" Target="slides/slide15.xml"/><Relationship Id="rId27" Type="http://schemas.openxmlformats.org/officeDocument/2006/relationships/slide" Target="slides/slide34.xml"/><Relationship Id="rId28" Type="http://schemas.openxmlformats.org/officeDocument/2006/relationships/slide" Target="slides/slide2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slide" Target="slides/slide38.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5.xml"/><Relationship Id="rId38" Type="http://schemas.openxmlformats.org/officeDocument/2006/relationships/slide" Target="slides/slide6.xml"/><Relationship Id="rId39" Type="http://schemas.openxmlformats.org/officeDocument/2006/relationships/slide" Target="slides/slide7.xml"/><Relationship Id="rId40" Type="http://schemas.openxmlformats.org/officeDocument/2006/relationships/slide" Target="slides/slide8.xml"/><Relationship Id="rId41" Type="http://schemas.openxmlformats.org/officeDocument/2006/relationships/slide" Target="slides/slide37.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 Skills starten alleen als je ze zelf typt (/naam): tijdens gewoon chatten met de agent springen ze niet vanzelf aan, dus in de rondes werken de deelnemers echt met hun eigen prompts.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De skill bouwt alle views uit de schets in één keer: sturen doe je bij de schets. Daarna bekijkt de skill de hele pagina met screenshots en rekent de uitkomst onafhankelijk na op de data. Het dashboard laadt zelf geen data: het eerste scherm is een upload, zodat dezelfde code later op echte data draait zonder AI. Aan het eind bewaart de skill de tests, doet een waarden-check en een snelle stijlcheck, en test opnieuw. check-style en simplify-ceda draait de skill niet zelf: ze zijn optioneel en kosten veel tijd, de gebruiker typt ze zelf. Er wordt alleen iets opgeslagen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Evaluatie en afsluiting zijn één blok van 16 minuten. Vraag eerst toestemming: de antwoorden zijn anoniem en gebruiken we om te bepalen of er een vervolg komt. Terugblik in een kort rondje, daarna de vragenlijst in de eigen Codespace. Houd de tijd: loopt het uit, kort dan de afsluiting in, niet de vragenlijst.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Eén slide voor de evaluatie: de vraag wat ze nog willen zien en leren, en meteen de review.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 Per view tekent de skill een schetsplaatje van het grafiektype met neutrale vormen: gelijke staven en vlakke lijnen, zodat niemand er al een uitkomst in leest.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De Npuls-huisstijl is standaard, met het officiële logo in de hero. De skill legt ook uit hoe je het opent: in de Codespace via poort 8501 (Open in Browser). Eigen data gebruik je in je eigen instelling, niet in deze workshop.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Slide-30-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7.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7.xml"/><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8.xml"/><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5"/>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anchor="b" lIns="0" rIns="0" tIns="0" bIns="0">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anchor="t" lIns="0" rIns="0" tIns="0" bIns="0">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anchor="t" lIns="0" rIns="0" tIns="0" bIns="0">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txBody>
          <a:bodyPr/>
          <a:p/>
        </p:txBody>
      </p:sp>
      <p:sp>
        <p:nvSpPr>
          <p:cNvPr id="75" name="Text 73"/>
          <p:cNvSpPr/>
          <p:nvPr/>
        </p:nvSpPr>
        <p:spPr>
          <a:xfrm>
            <a:off x="548640" y="2103120"/>
            <a:ext cx="153284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txBody>
          <a:bodyPr/>
          <a:p/>
        </p:txBody>
      </p:sp>
      <p:sp>
        <p:nvSpPr>
          <p:cNvPr id="77" name="Text 75"/>
          <p:cNvSpPr/>
          <p:nvPr/>
        </p:nvSpPr>
        <p:spPr>
          <a:xfrm>
            <a:off x="566928" y="3291840"/>
            <a:ext cx="144140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txBody>
          <a:bodyPr/>
          <a:p/>
        </p:txBody>
      </p:sp>
      <p:sp>
        <p:nvSpPr>
          <p:cNvPr id="81" name="Text 79"/>
          <p:cNvSpPr/>
          <p:nvPr/>
        </p:nvSpPr>
        <p:spPr>
          <a:xfrm>
            <a:off x="2127207" y="2103120"/>
            <a:ext cx="117217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txBody>
          <a:bodyPr/>
          <a:p/>
        </p:txBody>
      </p:sp>
      <p:sp>
        <p:nvSpPr>
          <p:cNvPr id="83" name="Text 81"/>
          <p:cNvSpPr/>
          <p:nvPr/>
        </p:nvSpPr>
        <p:spPr>
          <a:xfrm>
            <a:off x="2145495" y="3291840"/>
            <a:ext cx="108073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txBody>
          <a:bodyPr/>
          <a:p/>
        </p:txBody>
      </p:sp>
      <p:sp>
        <p:nvSpPr>
          <p:cNvPr id="87" name="Text 85"/>
          <p:cNvSpPr/>
          <p:nvPr/>
        </p:nvSpPr>
        <p:spPr>
          <a:xfrm>
            <a:off x="3345104"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txBody>
          <a:bodyPr/>
          <a:p/>
        </p:txBody>
      </p:sp>
      <p:sp>
        <p:nvSpPr>
          <p:cNvPr id="89" name="Text 87"/>
          <p:cNvSpPr/>
          <p:nvPr/>
        </p:nvSpPr>
        <p:spPr>
          <a:xfrm>
            <a:off x="3363392"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txBody>
          <a:bodyPr/>
          <a:p/>
        </p:txBody>
      </p:sp>
      <p:sp>
        <p:nvSpPr>
          <p:cNvPr id="93" name="Text 91"/>
          <p:cNvSpPr/>
          <p:nvPr/>
        </p:nvSpPr>
        <p:spPr>
          <a:xfrm>
            <a:off x="5374508"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txBody>
          <a:bodyPr/>
          <a:p/>
        </p:txBody>
      </p:sp>
      <p:sp>
        <p:nvSpPr>
          <p:cNvPr id="95" name="Text 93"/>
          <p:cNvSpPr/>
          <p:nvPr/>
        </p:nvSpPr>
        <p:spPr>
          <a:xfrm>
            <a:off x="5392796"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txBody>
          <a:bodyPr/>
          <a:p/>
        </p:txBody>
      </p:sp>
      <p:sp>
        <p:nvSpPr>
          <p:cNvPr id="98" name="Text 96"/>
          <p:cNvSpPr/>
          <p:nvPr/>
        </p:nvSpPr>
        <p:spPr>
          <a:xfrm>
            <a:off x="5392796"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txBody>
          <a:bodyPr/>
          <a:p/>
        </p:txBody>
      </p:sp>
      <p:sp>
        <p:nvSpPr>
          <p:cNvPr id="101" name="Text 99"/>
          <p:cNvSpPr/>
          <p:nvPr/>
        </p:nvSpPr>
        <p:spPr>
          <a:xfrm>
            <a:off x="6772740"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txBody>
          <a:bodyPr/>
          <a:p/>
        </p:txBody>
      </p:sp>
      <p:sp>
        <p:nvSpPr>
          <p:cNvPr id="103" name="Text 101"/>
          <p:cNvSpPr/>
          <p:nvPr/>
        </p:nvSpPr>
        <p:spPr>
          <a:xfrm>
            <a:off x="6791028"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txBody>
          <a:bodyPr/>
          <a:p/>
        </p:txBody>
      </p:sp>
      <p:sp>
        <p:nvSpPr>
          <p:cNvPr id="107" name="Text 105"/>
          <p:cNvSpPr/>
          <p:nvPr/>
        </p:nvSpPr>
        <p:spPr>
          <a:xfrm>
            <a:off x="8802144"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txBody>
          <a:bodyPr/>
          <a:p/>
        </p:txBody>
      </p:sp>
      <p:sp>
        <p:nvSpPr>
          <p:cNvPr id="109" name="Text 107"/>
          <p:cNvSpPr/>
          <p:nvPr/>
        </p:nvSpPr>
        <p:spPr>
          <a:xfrm>
            <a:off x="8820432"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txBody>
          <a:bodyPr/>
          <a:p/>
        </p:txBody>
      </p:sp>
      <p:sp>
        <p:nvSpPr>
          <p:cNvPr id="112" name="Text 110"/>
          <p:cNvSpPr/>
          <p:nvPr/>
        </p:nvSpPr>
        <p:spPr>
          <a:xfrm>
            <a:off x="8820432" y="5029200"/>
            <a:ext cx="1315936" cy="440000"/>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txBody>
          <a:bodyPr/>
          <a:p/>
        </p:txBody>
      </p:sp>
      <p:sp>
        <p:nvSpPr>
          <p:cNvPr id="115" name="Text 113"/>
          <p:cNvSpPr/>
          <p:nvPr/>
        </p:nvSpPr>
        <p:spPr>
          <a:xfrm>
            <a:off x="10200376"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txBody>
          <a:bodyPr/>
          <a:p/>
        </p:txBody>
      </p:sp>
      <p:sp>
        <p:nvSpPr>
          <p:cNvPr id="117" name="Text 115"/>
          <p:cNvSpPr/>
          <p:nvPr/>
        </p:nvSpPr>
        <p:spPr>
          <a:xfrm>
            <a:off x="10218664"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vragenlijst,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Wij laten vraag A zien.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txBody>
          <a:bodyPr/>
          <a:p/>
        </p:txBody>
      </p:sp>
      <p:sp>
        <p:nvSpPr>
          <p:cNvPr id="84" name="Shape 82"/>
          <p:cNvSpPr/>
          <p:nvPr/>
        </p:nvSpPr>
        <p:spPr>
          <a:xfrm>
            <a:off x="6507328" y="1645920"/>
            <a:ext cx="548640" cy="548640"/>
          </a:xfrm>
          <a:prstGeom prst="ellipse">
            <a:avLst/>
          </a:prstGeom>
          <a:solidFill>
            <a:srgbClr val="F4D9DC"/>
          </a:solidFill>
          <a:ln/>
        </p:spPr>
        <p:txBody>
          <a:bodyPr/>
          <a:p/>
        </p:txBody>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txBody>
          <a:bodyPr/>
          <a:p/>
        </p:txBody>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Een skill start alleen als je hem zelf typt, nooit vanzelf. Jullie prompten zelf; wij draaien de skills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txBody>
          <a:body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txBody>
          <a:body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txBody>
          <a:body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r>
          <p:cNvPicPr>
            <a:picLocks noChangeAspect="1"/>
          </p:cNvPicPr>
          <p:nvPr/>
        </p:nvPicPr>
        <p:blipFill>
          <a:blip r:embed="rId4"/>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up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p/>
        </p:txBody>
      </p:sp>
      <p:sp>
        <p:nvSpPr>
          <p:cNvPr id="81" name="Shape 79"/>
          <p:cNvSpPr/>
          <p:nvPr/>
        </p:nvSpPr>
        <p:spPr>
          <a:xfrm>
            <a:off x="4612538" y="1645920"/>
            <a:ext cx="548640" cy="548640"/>
          </a:xfrm>
          <a:prstGeom prst="ellipse">
            <a:avLst/>
          </a:prstGeom>
          <a:solidFill>
            <a:srgbClr val="F4D9DC"/>
          </a:solidFill>
          <a:ln/>
        </p:spPr>
        <p:txBody>
          <a:body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p/>
        </p:txBody>
      </p:sp>
      <p:sp>
        <p:nvSpPr>
          <p:cNvPr id="88" name="Shape 86"/>
          <p:cNvSpPr/>
          <p:nvPr/>
        </p:nvSpPr>
        <p:spPr>
          <a:xfrm>
            <a:off x="8402117" y="1645920"/>
            <a:ext cx="548640" cy="548640"/>
          </a:xfrm>
          <a:prstGeom prst="ellipse">
            <a:avLst/>
          </a:prstGeom>
          <a:solidFill>
            <a:srgbClr val="F4D9DC"/>
          </a:solidFill>
          <a:ln/>
        </p:spPr>
        <p:txBody>
          <a:body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pPr algn="l" indent="0" marL="0">
              <a:lnSpc>
                <a:spcPct val="105000"/>
              </a:lnSpc>
              <a:buNone/>
            </a:pPr>
            <a:pPr algn="l" indent="0" marL="0">
              <a:lnSpc>
                <a:spcPct val="105000"/>
              </a:lnSpc>
              <a:buNone/>
            </a:pPr>
            <a:pPr algn="l" indent="0" marL="0">
              <a:lnSpc>
                <a:spcPct val="105000"/>
              </a:lnSpc>
              <a:buNone/>
            </a:pP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de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Ideeën bij jouw vraag en drempels voor kleine groepen.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Ideeën en privacy</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Open het met rechtsklik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Show Preview</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Shape 70"/>
          <p:cNvSpPr/>
          <p:nvPr/>
        </p:nvSpPr>
        <p:spPr>
          <a:xfrm>
            <a:off x="548640" y="1280160"/>
            <a:ext cx="1005840" cy="1005840"/>
          </a:xfrm>
          <a:prstGeom prst="ellipse">
            <a:avLst/>
          </a:prstGeom>
          <a:solidFill>
            <a:srgbClr val="F4D74B"/>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txBody>
          <a:bodyPr/>
          <a:p/>
        </p:txBody>
      </p:sp>
      <p:sp>
        <p:nvSpPr>
          <p:cNvPr id="81" name="Shape 79"/>
          <p:cNvSpPr/>
          <p:nvPr/>
        </p:nvSpPr>
        <p:spPr>
          <a:xfrm>
            <a:off x="3665144" y="1645920"/>
            <a:ext cx="548640" cy="548640"/>
          </a:xfrm>
          <a:prstGeom prst="ellipse">
            <a:avLst/>
          </a:prstGeom>
          <a:solidFill>
            <a:srgbClr val="F4D9D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txBody>
          <a:bodyPr/>
          <a:p/>
        </p:txBody>
      </p:sp>
      <p:sp>
        <p:nvSpPr>
          <p:cNvPr id="88" name="Shape 86"/>
          <p:cNvSpPr/>
          <p:nvPr/>
        </p:nvSpPr>
        <p:spPr>
          <a:xfrm>
            <a:off x="6507328" y="1645920"/>
            <a:ext cx="548640" cy="548640"/>
          </a:xfrm>
          <a:prstGeom prst="ellipse">
            <a:avLst/>
          </a:prstGeom>
          <a:solidFill>
            <a:srgbClr val="F4D9D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txBody>
          <a:bodyPr/>
          <a:p/>
        </p:txBody>
      </p:sp>
      <p:sp>
        <p:nvSpPr>
          <p:cNvPr id="74" name="Shape 72"/>
          <p:cNvSpPr/>
          <p:nvPr/>
        </p:nvSpPr>
        <p:spPr>
          <a:xfrm>
            <a:off x="822960" y="1719072"/>
            <a:ext cx="2019224" cy="402336"/>
          </a:xfrm>
          <a:prstGeom prst="roundRect">
            <a:avLst>
              <a:gd name="adj" fmla="val 113636"/>
            </a:avLst>
          </a:prstGeom>
          <a:solidFill>
            <a:srgbClr val="F4D74B"/>
          </a:solidFill>
          <a:ln/>
        </p:spPr>
        <p:txBody>
          <a:bodyPr/>
          <a:p/>
        </p:txBody>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txBody>
          <a:bodyPr/>
          <a:p/>
        </p:txBody>
      </p:sp>
      <p:sp>
        <p:nvSpPr>
          <p:cNvPr id="79" name="Shape 77"/>
          <p:cNvSpPr/>
          <p:nvPr/>
        </p:nvSpPr>
        <p:spPr>
          <a:xfrm>
            <a:off x="3665144" y="1719072"/>
            <a:ext cx="2019224" cy="402336"/>
          </a:xfrm>
          <a:prstGeom prst="roundRect">
            <a:avLst>
              <a:gd name="adj" fmla="val 113636"/>
            </a:avLst>
          </a:prstGeom>
          <a:solidFill>
            <a:srgbClr val="F4D9DC"/>
          </a:solidFill>
          <a:ln/>
        </p:spPr>
        <p:txBody>
          <a:bodyPr/>
          <a:p/>
        </p:txBody>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txBody>
          <a:bodyPr/>
          <a:p/>
        </p:txBody>
      </p:sp>
      <p:sp>
        <p:nvSpPr>
          <p:cNvPr id="84" name="Shape 82"/>
          <p:cNvSpPr/>
          <p:nvPr/>
        </p:nvSpPr>
        <p:spPr>
          <a:xfrm>
            <a:off x="6507328" y="1719072"/>
            <a:ext cx="2019224" cy="402336"/>
          </a:xfrm>
          <a:prstGeom prst="roundRect">
            <a:avLst>
              <a:gd name="adj" fmla="val 113636"/>
            </a:avLst>
          </a:prstGeom>
          <a:solidFill>
            <a:srgbClr val="F4D9DC"/>
          </a:solidFill>
          <a:ln/>
        </p:spPr>
        <p:txBody>
          <a:bodyPr/>
          <a:p/>
        </p:txBody>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txBody>
          <a:bodyPr/>
          <a:p/>
        </p:txBody>
      </p:sp>
      <p:sp>
        <p:nvSpPr>
          <p:cNvPr id="89" name="Shape 87"/>
          <p:cNvSpPr/>
          <p:nvPr/>
        </p:nvSpPr>
        <p:spPr>
          <a:xfrm>
            <a:off x="9349511" y="1719072"/>
            <a:ext cx="2019224" cy="402336"/>
          </a:xfrm>
          <a:prstGeom prst="roundRect">
            <a:avLst>
              <a:gd name="adj" fmla="val 113636"/>
            </a:avLst>
          </a:prstGeom>
          <a:solidFill>
            <a:srgbClr val="3D68EC"/>
          </a:solidFill>
          <a:ln/>
        </p:spPr>
        <p:txBody>
          <a:bodyPr/>
          <a:p/>
        </p:txBody>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maat, uitsplitsing en grafiektype, met een schetsplaatje.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pPr algn="l" indent="0" marL="0">
              <a:lnSpc>
                <a:spcPct val="105000"/>
              </a:lnSpc>
              <a:spcAft>
                <a:spcPts val="800"/>
              </a:spcAft>
              <a:buNone/>
            </a:pP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txBody>
          <a:bodyPr/>
          <a:p/>
        </p:txBody>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txBody>
          <a:bodyPr/>
          <a:p/>
        </p:txBody>
      </p:sp>
      <p:sp>
        <p:nvSpPr>
          <p:cNvPr id="83" name="Shape 81"/>
          <p:cNvSpPr/>
          <p:nvPr/>
        </p:nvSpPr>
        <p:spPr>
          <a:xfrm>
            <a:off x="3436544" y="1371600"/>
            <a:ext cx="2430704" cy="4160520"/>
          </a:xfrm>
          <a:prstGeom prst="roundRect">
            <a:avLst>
              <a:gd name="adj" fmla="val 3962"/>
            </a:avLst>
          </a:prstGeom>
          <a:solidFill>
            <a:srgbClr val="DD784B"/>
          </a:solidFill>
          <a:ln/>
        </p:spPr>
        <p:txBody>
          <a:bodyPr/>
          <a:p/>
        </p:txBody>
      </p:sp>
      <p:sp>
        <p:nvSpPr>
          <p:cNvPr id="84" name="Shape 82"/>
          <p:cNvSpPr/>
          <p:nvPr/>
        </p:nvSpPr>
        <p:spPr>
          <a:xfrm>
            <a:off x="3710864" y="1645920"/>
            <a:ext cx="548640" cy="548640"/>
          </a:xfrm>
          <a:prstGeom prst="ellipse">
            <a:avLst/>
          </a:prstGeom>
          <a:solidFill>
            <a:srgbClr val="F4D9DC"/>
          </a:solidFill>
          <a:ln/>
        </p:spPr>
        <p:txBody>
          <a:bodyPr/>
          <a:p/>
        </p:txBody>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txBody>
          <a:bodyPr/>
          <a:p/>
        </p:txBody>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views in één keer, met de checks erin en een uploadscherm eerst.</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txBody>
          <a:bodyPr/>
          <a:p/>
        </p:txBody>
      </p:sp>
      <p:sp>
        <p:nvSpPr>
          <p:cNvPr id="93" name="Shape 91"/>
          <p:cNvSpPr/>
          <p:nvPr/>
        </p:nvSpPr>
        <p:spPr>
          <a:xfrm>
            <a:off x="6324448" y="1371600"/>
            <a:ext cx="2430704" cy="4160520"/>
          </a:xfrm>
          <a:prstGeom prst="roundRect">
            <a:avLst>
              <a:gd name="adj" fmla="val 3962"/>
            </a:avLst>
          </a:prstGeom>
          <a:solidFill>
            <a:srgbClr val="00AF81"/>
          </a:solidFill>
          <a:ln/>
        </p:spPr>
        <p:txBody>
          <a:bodyPr/>
          <a:p/>
        </p:txBody>
      </p:sp>
      <p:sp>
        <p:nvSpPr>
          <p:cNvPr id="94" name="Shape 92"/>
          <p:cNvSpPr/>
          <p:nvPr/>
        </p:nvSpPr>
        <p:spPr>
          <a:xfrm>
            <a:off x="6598768" y="1645920"/>
            <a:ext cx="548640" cy="548640"/>
          </a:xfrm>
          <a:prstGeom prst="ellipse">
            <a:avLst/>
          </a:prstGeom>
          <a:solidFill>
            <a:srgbClr val="F4D9DC"/>
          </a:solidFill>
          <a:ln/>
        </p:spPr>
        <p:txBody>
          <a:bodyPr/>
          <a:p/>
        </p:txBody>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txBody>
          <a:bodyPr/>
          <a:p/>
        </p:txBody>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Pagina en cijfers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Bekijkt de hele pagina en rekent de uitkomst na op de data.</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02" name="Shape 100"/>
          <p:cNvSpPr/>
          <p:nvPr/>
        </p:nvSpPr>
        <p:spPr>
          <a:xfrm>
            <a:off x="8864879" y="3177540"/>
            <a:ext cx="237744" cy="548640"/>
          </a:xfrm>
          <a:prstGeom prst="chevron">
            <a:avLst/>
          </a:prstGeom>
          <a:solidFill>
            <a:srgbClr val="3D68EC"/>
          </a:solidFill>
          <a:ln/>
        </p:spPr>
        <p:txBody>
          <a:bodyPr/>
          <a:p/>
        </p:txBody>
      </p:sp>
      <p:sp>
        <p:nvSpPr>
          <p:cNvPr id="103" name="Shape 101"/>
          <p:cNvSpPr/>
          <p:nvPr/>
        </p:nvSpPr>
        <p:spPr>
          <a:xfrm>
            <a:off x="9212351" y="1371600"/>
            <a:ext cx="2430704" cy="4160520"/>
          </a:xfrm>
          <a:prstGeom prst="roundRect">
            <a:avLst>
              <a:gd name="adj" fmla="val 3962"/>
            </a:avLst>
          </a:prstGeom>
          <a:solidFill>
            <a:srgbClr val="F4D74B"/>
          </a:solidFill>
          <a:ln/>
        </p:spPr>
        <p:txBody>
          <a:bodyPr/>
          <a:p/>
        </p:txBody>
      </p:sp>
      <p:sp>
        <p:nvSpPr>
          <p:cNvPr id="104" name="Shape 102"/>
          <p:cNvSpPr/>
          <p:nvPr/>
        </p:nvSpPr>
        <p:spPr>
          <a:xfrm>
            <a:off x="9486671" y="1645920"/>
            <a:ext cx="548640" cy="548640"/>
          </a:xfrm>
          <a:prstGeom prst="ellipse">
            <a:avLst/>
          </a:prstGeom>
          <a:solidFill>
            <a:srgbClr val="3D68EC"/>
          </a:solidFill>
          <a:ln/>
        </p:spPr>
        <p:txBody>
          <a:bodyPr/>
          <a:p/>
        </p:txBody>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txBody>
          <a:bodyPr/>
          <a:p/>
        </p:txBody>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Testen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Tests bewaren, waarden-check, snelle stijlcheck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Getest</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 code nakijken met /check-style of /simplify-ceda is optioneel.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r>
          <p:cNvPicPr>
            <a:picLocks noChangeAspect="1"/>
          </p:cNvPicPr>
          <p:nvPr/>
        </p:nvPicPr>
        <p:blipFill>
          <a:blip r:embed="rId4"/>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in Npuls-huisstijl, code in 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eerst een uploadscherm, dan een filter, grafieken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 per groep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een label dat het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demodata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txBody>
          <a:bodyPr/>
          <a:p/>
        </p:txBody>
      </p:sp>
      <p:sp>
        <p:nvSpPr>
          <p:cNvPr id="74" name="Shape 72"/>
          <p:cNvSpPr/>
          <p:nvPr/>
        </p:nvSpPr>
        <p:spPr>
          <a:xfrm>
            <a:off x="822960" y="1645920"/>
            <a:ext cx="548640" cy="548640"/>
          </a:xfrm>
          <a:prstGeom prst="ellipse">
            <a:avLst/>
          </a:prstGeom>
          <a:solidFill>
            <a:srgbClr val="3D68EC"/>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txBody>
          <a:bodyPr/>
          <a:p/>
        </p:txBody>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txBody>
          <a:bodyPr/>
          <a:p/>
        </p:txBody>
      </p:sp>
      <p:sp>
        <p:nvSpPr>
          <p:cNvPr id="81" name="Shape 79"/>
          <p:cNvSpPr/>
          <p:nvPr/>
        </p:nvSpPr>
        <p:spPr>
          <a:xfrm>
            <a:off x="3665144" y="1645920"/>
            <a:ext cx="548640" cy="548640"/>
          </a:xfrm>
          <a:prstGeom prst="ellipse">
            <a:avLst/>
          </a:prstGeom>
          <a:solidFill>
            <a:srgbClr val="3D68EC"/>
          </a:solidFill>
          <a:ln/>
        </p:spPr>
        <p:txBody>
          <a:bodyPr/>
          <a:p/>
        </p:txBody>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txBody>
          <a:bodyPr/>
          <a:p/>
        </p:txBody>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Vragenlijst</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Typ /review-reflect: er opent een vragenlijst.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txBody>
          <a:bodyPr/>
          <a:p/>
        </p:txBody>
      </p:sp>
      <p:sp>
        <p:nvSpPr>
          <p:cNvPr id="88" name="Shape 86"/>
          <p:cNvSpPr/>
          <p:nvPr/>
        </p:nvSpPr>
        <p:spPr>
          <a:xfrm>
            <a:off x="6507328" y="1645920"/>
            <a:ext cx="548640" cy="548640"/>
          </a:xfrm>
          <a:prstGeom prst="ellipse">
            <a:avLst/>
          </a:prstGeom>
          <a:solidFill>
            <a:srgbClr val="3D68EC"/>
          </a:solidFill>
          <a:ln/>
        </p:spPr>
        <p:txBody>
          <a:bodyPr/>
          <a:p/>
        </p:txBody>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txBody>
          <a:bodyPr/>
          <a:p/>
        </p:txBody>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Vervolg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vragenlijst vraagt of en in welke vorm je een vervolg wilt.</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txBody>
          <a:bodyPr/>
          <a:p/>
        </p:txBody>
      </p:sp>
      <p:sp>
        <p:nvSpPr>
          <p:cNvPr id="95" name="Shape 93"/>
          <p:cNvSpPr/>
          <p:nvPr/>
        </p:nvSpPr>
        <p:spPr>
          <a:xfrm>
            <a:off x="9349511" y="1645920"/>
            <a:ext cx="548640" cy="548640"/>
          </a:xfrm>
          <a:prstGeom prst="ellipse">
            <a:avLst/>
          </a:prstGeom>
          <a:solidFill>
            <a:srgbClr val="3D68EC"/>
          </a:solidFill>
          <a:ln/>
        </p:spPr>
        <p:txBody>
          <a:bodyPr/>
          <a:p/>
        </p:txBody>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txBody>
          <a:bodyPr/>
          <a:p/>
        </p:txBody>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txBody>
          <a:bodyPr/>
          <a:p/>
        </p:txBody>
      </p:sp>
      <p:sp>
        <p:nvSpPr>
          <p:cNvPr id="74" name="Shape 72"/>
          <p:cNvSpPr/>
          <p:nvPr/>
        </p:nvSpPr>
        <p:spPr>
          <a:xfrm>
            <a:off x="822960" y="1719072"/>
            <a:ext cx="2966618" cy="402336"/>
          </a:xfrm>
          <a:prstGeom prst="roundRect">
            <a:avLst>
              <a:gd name="adj" fmla="val 113636"/>
            </a:avLst>
          </a:prstGeom>
          <a:solidFill>
            <a:srgbClr val="3D68EC"/>
          </a:solidFill>
          <a:ln/>
        </p:spPr>
        <p:txBody>
          <a:body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txBody>
          <a:bodyPr/>
          <a:p/>
        </p:txBody>
      </p:sp>
      <p:sp>
        <p:nvSpPr>
          <p:cNvPr id="81" name="Shape 79"/>
          <p:cNvSpPr/>
          <p:nvPr/>
        </p:nvSpPr>
        <p:spPr>
          <a:xfrm>
            <a:off x="4612538" y="1719072"/>
            <a:ext cx="2966618" cy="402336"/>
          </a:xfrm>
          <a:prstGeom prst="roundRect">
            <a:avLst>
              <a:gd name="adj" fmla="val 113636"/>
            </a:avLst>
          </a:prstGeom>
          <a:solidFill>
            <a:srgbClr val="3D68EC"/>
          </a:solidFill>
          <a:ln/>
        </p:spPr>
        <p:txBody>
          <a:bodyPr/>
          <a:p/>
        </p:txBody>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txBody>
          <a:bodyPr/>
          <a:p/>
        </p:txBody>
      </p:sp>
      <p:sp>
        <p:nvSpPr>
          <p:cNvPr id="88" name="Shape 86"/>
          <p:cNvSpPr/>
          <p:nvPr/>
        </p:nvSpPr>
        <p:spPr>
          <a:xfrm>
            <a:off x="8402117" y="1719072"/>
            <a:ext cx="2966618" cy="402336"/>
          </a:xfrm>
          <a:prstGeom prst="roundRect">
            <a:avLst>
              <a:gd name="adj" fmla="val 113636"/>
            </a:avLst>
          </a:prstGeom>
          <a:solidFill>
            <a:srgbClr val="3D68EC"/>
          </a:solidFill>
          <a:ln/>
        </p:spPr>
        <p:txBody>
          <a:bodyPr/>
          <a:p/>
        </p:txBody>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2026-10-08T11:06:42Z</dcterms:created>
  <dcterms:modified xsi:type="dcterms:W3CDTF">2026-10-08T11:06:42Z</dcterms:modified>
</cp:coreProperties>
</file>