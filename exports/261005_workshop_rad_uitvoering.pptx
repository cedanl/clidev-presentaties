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97" r:id="rId4"/>
    <p:sldId id="259" r:id="rId5"/>
    <p:sldId id="308" r:id="rId6"/>
    <p:sldId id="286" r:id="rId7"/>
    <p:sldId id="287" r:id="rId8"/>
    <p:sldId id="288" r:id="rId9"/>
    <p:sldId id="314" r:id="rId10"/>
    <p:sldId id="260" r:id="rId11"/>
    <p:sldId id="261" r:id="rId12"/>
    <p:sldId id="262" r:id="rId13"/>
    <p:sldId id="313" r:id="rId14"/>
    <p:sldId id="316" r:id="rId15"/>
    <p:sldId id="292" r:id="rId16"/>
    <p:sldId id="266" r:id="rId17"/>
    <p:sldId id="268" r:id="rId18"/>
    <p:sldId id="300" r:id="rId19"/>
    <p:sldId id="269" r:id="rId20"/>
    <p:sldId id="306" r:id="rId21"/>
    <p:sldId id="271" r:id="rId22"/>
    <p:sldId id="318" r:id="rId23"/>
    <p:sldId id="293" r:id="rId24"/>
    <p:sldId id="274" r:id="rId25"/>
    <p:sldId id="301" r:id="rId26"/>
    <p:sldId id="277" r:id="rId27"/>
    <p:sldId id="310" r:id="rId28"/>
    <p:sldId id="294" r:id="rId29"/>
    <p:sldId id="309" r:id="rId30"/>
    <p:sldId id="295" r:id="rId31"/>
    <p:sldId id="317" r:id="rId32"/>
    <p:sldId id="283" r:id="rId33"/>
    <p:sldId id="296" r:id="rId34"/>
    <p:sldId id="284" r:id="rId35"/>
    <p:sldId id="285"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362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de sessie duurt 90 minuten. In de rondes werken de tweetallen meteen met de skills; bij de spiegelmomenten kijken we kort samen wat de skills deden.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Loop het schema in dertig seconden door. In de rondes werken de tweetallen meteen met de skills: /verkennen_data in ronde 1, /schets_dashboard en /bouwen_dashboard in ronde 2. De spiegelmomenten zijn kort (8 minuten): we kijken samen wat de skill deed en welke keuzes de tweetallen maakten, niet naar individuele dashboards. Aan het eind draait iedereen /review-reflect, daarna een kort rondje. De tijden zijn nog niet gemeten in een droge run; vooral /bouwen_dashboard kan langer duren dan 25 minuten.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Het verschil in één zin: een chatbot geeft je een antwoord, een agent voert het uit. Neem de vraag "Hoeveel eerstejaars stoppen binnen een jaar?". De chatbot geeft code die je zelf moet plakken en draaien. De agent opent het bestand, schrijft de code, draait die, ziet een vreemde uitkomst en past de code aan. Jullie zien dat straks in het Claude-paneel.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Vandaag zitten we alleen in het middelste blok: bouwen met de agent op synthetische data. Synthetische data maken en de code op echte data draaien doen instellingen zelf. Wil je dat voor je eigen data? CEDA helpt je een synthetische versie te maken, zodat je veilig met een agent kunt bouwen. Neem contact op via ceda@surf.nl.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1CijferHO-metadata en CROHO-codes. Het is fictief, dus de agent mag erin. Dezelfde code draait later op echte data. Bruikbaar, niet betrouwbaar: de structuur klopt, dus je kunt er code mee bouwen, maar de uitkomsten zeggen niets over echte studenten.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 tweetal kiest één van de drie vragen; alle drie kunnen met dezelfde demodata. A: eerstejaarsuitval = eerstejaars die binnen een jaar stoppen, per sector. B gebruikt de hoogste vooropleiding (mbo en havo). C gebruikt het diplomajaar; daar zijn de laatste cohorten nog niet waarneembaar, net als bij uitval. Wie niet kan kiezen, neemt A. De deelnemers laten de agent de cijfers uitrekenen; zij bepalen wat ze ermee doen. Bij de spiegelmomenten laten we A zien, omdat de data daar het sterkst op aansluit; de skills werken voor alle drie. Let op: opleidingsvorm heeft maar één waarde (voltijd). Wie dat zelf ontdekt, ziet waarom verkennen loont. Noem het niet vooraf.</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Vergelijk het met een nieuwe collega. De agent is die collega: hij doet het werk. Een prompt is een losse vraag die je hem stelt; elke keer net anders, dus de uitkomst ook. Een skill is een werkinstructie die je hem meegeeft: elke keer dezelfde stappen en checks. Een skill start alleen als je hem typt, met een slash ervoor.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Een GitHub-account is vooraf gevraagd; wie er geen heeft, maakt er nu een aan (gratis) of kijkt mee bij een buur. De workshop-key zit als secret in GitHub, dus de Codespace is meteen gekoppeld aan Claude: geen terminal en geen key plakken. Vraagt een terminal toch om een key, dan is het secret niet doorgekomen: roep de begeleider.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twee tot drie minuten (gemeten in de dry run van 12 oktober; het image is groter geworden: Chromium en de dashboardpakketten staan er nu in, zodat het bouwen later sneller gaat), vul die tijd met uitleg over wat een Codespace is: dezelfde omgeving voor iedereen, in de browser, niets te installeren.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typen jullie straks zelf, aan het begin van elke ronde.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deze slide staan terwijl de deelnemers opstarten. Alle vier stappen staan hier op een rij, zodat niemand terug hoeft te bladeren. Dezelfde stappen staan in de README van de repo.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20 minuten. Iedereen begint met /verkennen_data en kiest daarin de casus (A, B of C). Loop rond; beantwoord vragen met een wedervraag. Let op: wie het laatste cohort meetelt (vertekend percentage), zit in de valkuil. Dat bespreken we bij het spiegelmoment.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skill. Een skill is een vast stappenplan dat start als je hem typt. Aan het eind van ronde 1 heeft elk tweetal een dataprofiel: hoeveel studenten en cohorten, wat elke kolom betekent en waar kleine groepen zitten.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Kort: 8 minuten. De deelnemers hebben de skill zelf gedraaid, dus er is geen live demo. Vraag twee tweetallen om één keuze die ze in de skill maakten (één zin per tweetal). Loop daarna met de volgende drie dia's door wat de skill deed en wat hij afving. Open eventueel kort de SKILL.md.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Boven de vier stappen, onder wat de skill voor je afvangt. Vraag: welke zag je terug in je profiel? Het laatste cohort heeft nog geen volgend jaar in de data, dus uitval lijkt daar 100%. De drempels 30 en 5 zijn voorbeeldwaarden, niet getoetst door een privacy officer.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 Openen: rechtsklik, Show Preview; de pagina opent in een nieuw browsertabblad. Vraagt GitHub om door te gaan, klik dan op Continue.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25 minuten. Eerst /schets_dashboard: daar stuur je bij. Daarna /bouwen_dashboard, dat alle views in één keer bouwt. Bouwen duurt het langst; start het uiterlijk na 10 minuten. Loop rond met de responsible-checks in je hoofd: drempel, waarneembaarheid, framing, toegankelijkheid.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 hier vertel je over de twee skills van ronde 2. Bijsturen doe je in de schets; het bouwen gaat daarna in één keer. Start het bouwen uiterlijk na 10 minuten.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Kort: 8 minuten, geen live demo. Vraag twee tweetallen om één keuze die ze maakten (bijvoorbeeld de titel of de drempel). Loop daarna met de volgende dia's door wat de skills deden: de checks zitten erin, jij hoeft er niet aan te denken. Is een dashboard nog niet af, laat dan de schets en de voorbeeldscreenshot zien.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/schets_dashboard/SKILL.md. De skill begint met een voorstel waar je op reageert en stelt daarna hooguit drie vragen. Het is een schets zonder data en zonder conclusie; daar stuur je bij.</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De checks staan in de bouwinstructie zelf. De skill bouwt alle grafieken uit de schets in één keer, bekijkt de pagina en rekent de uitkomst na op de data. Het resultaat is één HTML-bestand. Bewaren in GitHub alleen als je "bewaar" zegt; /check-style en /simplify-ceda zijn optioneel.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Laat het dashboard zien dat uit de skill komt. Wijs aan: de vraag als titel, het label dat dit demodata is, n per groep, het filter. LET OP: het screenshot is nog de oude Streamlit-versie; vervangen zodra /bouwen_dashboard HTML oplevert. De Npuls-huisstijl is standaard, met het officiële logo in de hero. Het dashboard is één HTML-bestand in uitvoer/; geen server of poort nodig. Eigen data gebruik je in je eigen instelling, niet in deze workshop.</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Terugblik op het hele proces, niet alleen het dashboard. Bij elke stap zorgde de skill voor privacy (kleine groepen niet tonen) en betrouwbaarheid (vaste definities, geen oorzaak claimen, cijfers nagerekend). Vraag: welke van deze keuzes had je zelf vergeten? Dat is het verschil tussen een losse prompt en een skill.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hele evaluatie: iedereen draait alleen /review-reflect in de eigen Codespace. Laat iedereen /review-reflect typen; er opent een vragenlijst die ze invullen (ongeveer vijf minuten). De antwoorden zijn anoniem en gaan naar de begeleiders. Vraag om concreet gedrag, niet om een onderwerp als "AI"; één of twee zinnen is genoeg. Het workshop-token geeft de begeleider vooraf; deel het niet op de slide. Loopt de tijd uit, kort dan het rondje op de volgende slide in, niet de review.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 Stoppen bewaart de opslag, die telt ook mee; alleen Delete ruimt alles op.</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rondje, één zin per persoon (circa 2 minuten; de evaluatie en afsluiting hebben samen 7 minuten). Sluit af met de contactslide. Verwijs voor echte data naar het CEDA-pakket eencijferho.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cedanl/dair-agentic-coding"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hyperlink" Target="mailto:ceda@surf.nl" TargetMode="External"/><Relationship Id="rId5" Type="http://schemas.openxmlformats.org/officeDocument/2006/relationships/hyperlink" Target="https://community.npuls.nl/groups/data-ai" TargetMode="External"/><Relationship Id="rId4" Type="http://schemas.openxmlformats.org/officeDocument/2006/relationships/hyperlink" Target="https://github.com/ceda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3"/>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lIns="0" tIns="0" rIns="0" bIns="0" anchor="b">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lIns="0" tIns="0" rIns="0" bIns="0" anchor="t">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lIns="0" tIns="0" rIns="0" bIns="0" anchor="t">
            <a:spAutoFit/>
          </a:bodyPr>
          <a:lstStyle/>
          <a:p>
            <a:pPr algn="l"/>
            <a:r>
              <a:rPr sz="1600">
                <a:solidFill>
                  <a:srgbClr val="000000"/>
                </a:solidFill>
                <a:latin typeface="General Sans"/>
              </a:rPr>
              <a:t>CEDA · DAIR-bijeenkomst · 90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44267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442679" cy="914400"/>
          </a:xfrm>
          <a:prstGeom prst="rect">
            <a:avLst/>
          </a:prstGeom>
          <a:solidFill>
            <a:srgbClr val="F4D74B"/>
          </a:solidFill>
          <a:ln/>
        </p:spPr>
        <p:txBody>
          <a:bodyPr/>
          <a:lstStyle/>
          <a:p>
            <a:endParaRPr/>
          </a:p>
        </p:txBody>
      </p:sp>
      <p:sp>
        <p:nvSpPr>
          <p:cNvPr id="75" name="Text 73"/>
          <p:cNvSpPr/>
          <p:nvPr/>
        </p:nvSpPr>
        <p:spPr>
          <a:xfrm>
            <a:off x="548640" y="2103120"/>
            <a:ext cx="1442679"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12 min</a:t>
            </a:r>
            <a:endParaRPr lang="en-US" sz="1800" dirty="0"/>
          </a:p>
        </p:txBody>
      </p:sp>
      <p:sp>
        <p:nvSpPr>
          <p:cNvPr id="76" name="Shape 74"/>
          <p:cNvSpPr/>
          <p:nvPr/>
        </p:nvSpPr>
        <p:spPr>
          <a:xfrm>
            <a:off x="548640" y="3017520"/>
            <a:ext cx="1442679" cy="45720"/>
          </a:xfrm>
          <a:prstGeom prst="rect">
            <a:avLst/>
          </a:prstGeom>
          <a:solidFill>
            <a:srgbClr val="F4D74B"/>
          </a:solidFill>
          <a:ln/>
        </p:spPr>
        <p:txBody>
          <a:bodyPr/>
          <a:lstStyle/>
          <a:p>
            <a:endParaRPr/>
          </a:p>
        </p:txBody>
      </p:sp>
      <p:sp>
        <p:nvSpPr>
          <p:cNvPr id="77" name="Text 75"/>
          <p:cNvSpPr/>
          <p:nvPr/>
        </p:nvSpPr>
        <p:spPr>
          <a:xfrm>
            <a:off x="566928" y="3291840"/>
            <a:ext cx="135123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35123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037039" y="1719072"/>
            <a:ext cx="120223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0:12</a:t>
            </a:r>
            <a:endParaRPr lang="en-US" sz="1400" dirty="0"/>
          </a:p>
        </p:txBody>
      </p:sp>
      <p:sp>
        <p:nvSpPr>
          <p:cNvPr id="80" name="Shape 78"/>
          <p:cNvSpPr/>
          <p:nvPr/>
        </p:nvSpPr>
        <p:spPr>
          <a:xfrm>
            <a:off x="2037039" y="2103120"/>
            <a:ext cx="1202233" cy="914400"/>
          </a:xfrm>
          <a:prstGeom prst="rect">
            <a:avLst/>
          </a:prstGeom>
          <a:solidFill>
            <a:srgbClr val="F4D74B"/>
          </a:solidFill>
          <a:ln/>
        </p:spPr>
        <p:txBody>
          <a:bodyPr/>
          <a:lstStyle/>
          <a:p>
            <a:endParaRPr/>
          </a:p>
        </p:txBody>
      </p:sp>
      <p:sp>
        <p:nvSpPr>
          <p:cNvPr id="81" name="Text 79"/>
          <p:cNvSpPr/>
          <p:nvPr/>
        </p:nvSpPr>
        <p:spPr>
          <a:xfrm>
            <a:off x="2037039" y="2103120"/>
            <a:ext cx="1202233"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82" name="Shape 80"/>
          <p:cNvSpPr/>
          <p:nvPr/>
        </p:nvSpPr>
        <p:spPr>
          <a:xfrm>
            <a:off x="2037039" y="3017520"/>
            <a:ext cx="1202233" cy="45720"/>
          </a:xfrm>
          <a:prstGeom prst="rect">
            <a:avLst/>
          </a:prstGeom>
          <a:solidFill>
            <a:srgbClr val="F4D74B"/>
          </a:solidFill>
          <a:ln/>
        </p:spPr>
        <p:txBody>
          <a:bodyPr/>
          <a:lstStyle/>
          <a:p>
            <a:endParaRPr/>
          </a:p>
        </p:txBody>
      </p:sp>
      <p:sp>
        <p:nvSpPr>
          <p:cNvPr id="83" name="Text 81"/>
          <p:cNvSpPr/>
          <p:nvPr/>
        </p:nvSpPr>
        <p:spPr>
          <a:xfrm>
            <a:off x="2055327" y="3291840"/>
            <a:ext cx="111079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Codespace</a:t>
            </a:r>
            <a:endParaRPr lang="en-US" sz="1100" dirty="0"/>
          </a:p>
        </p:txBody>
      </p:sp>
      <p:sp>
        <p:nvSpPr>
          <p:cNvPr id="84" name="Text 82"/>
          <p:cNvSpPr/>
          <p:nvPr/>
        </p:nvSpPr>
        <p:spPr>
          <a:xfrm>
            <a:off x="2055327" y="4160520"/>
            <a:ext cx="111079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opstarten</a:t>
            </a:r>
            <a:endParaRPr lang="en-US" sz="1200" dirty="0"/>
          </a:p>
        </p:txBody>
      </p:sp>
      <p:sp>
        <p:nvSpPr>
          <p:cNvPr id="85" name="Text 83"/>
          <p:cNvSpPr/>
          <p:nvPr/>
        </p:nvSpPr>
        <p:spPr>
          <a:xfrm>
            <a:off x="3284992" y="1719072"/>
            <a:ext cx="240446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0:22</a:t>
            </a:r>
            <a:endParaRPr lang="en-US" sz="1400" dirty="0"/>
          </a:p>
        </p:txBody>
      </p:sp>
      <p:sp>
        <p:nvSpPr>
          <p:cNvPr id="86" name="Shape 84"/>
          <p:cNvSpPr/>
          <p:nvPr/>
        </p:nvSpPr>
        <p:spPr>
          <a:xfrm>
            <a:off x="3284992" y="2103120"/>
            <a:ext cx="2404466" cy="914400"/>
          </a:xfrm>
          <a:prstGeom prst="rect">
            <a:avLst/>
          </a:prstGeom>
          <a:solidFill>
            <a:srgbClr val="3D68EC"/>
          </a:solidFill>
          <a:ln/>
        </p:spPr>
        <p:txBody>
          <a:bodyPr/>
          <a:lstStyle/>
          <a:p>
            <a:endParaRPr/>
          </a:p>
        </p:txBody>
      </p:sp>
      <p:sp>
        <p:nvSpPr>
          <p:cNvPr id="87" name="Text 85"/>
          <p:cNvSpPr/>
          <p:nvPr/>
        </p:nvSpPr>
        <p:spPr>
          <a:xfrm>
            <a:off x="3284992" y="2103120"/>
            <a:ext cx="2404466"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8" name="Shape 86"/>
          <p:cNvSpPr/>
          <p:nvPr/>
        </p:nvSpPr>
        <p:spPr>
          <a:xfrm>
            <a:off x="3284992" y="3017520"/>
            <a:ext cx="2404466" cy="45720"/>
          </a:xfrm>
          <a:prstGeom prst="rect">
            <a:avLst/>
          </a:prstGeom>
          <a:solidFill>
            <a:srgbClr val="3D68EC"/>
          </a:solidFill>
          <a:ln/>
        </p:spPr>
        <p:txBody>
          <a:bodyPr/>
          <a:lstStyle/>
          <a:p>
            <a:endParaRPr/>
          </a:p>
        </p:txBody>
      </p:sp>
      <p:sp>
        <p:nvSpPr>
          <p:cNvPr id="89" name="Text 87"/>
          <p:cNvSpPr/>
          <p:nvPr/>
        </p:nvSpPr>
        <p:spPr>
          <a:xfrm>
            <a:off x="3303280" y="3291840"/>
            <a:ext cx="231302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03280" y="4160520"/>
            <a:ext cx="231302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gebruiken de skill</a:t>
            </a:r>
            <a:endParaRPr lang="en-US" sz="1200" dirty="0"/>
          </a:p>
        </p:txBody>
      </p:sp>
      <p:sp>
        <p:nvSpPr>
          <p:cNvPr id="91" name="Shape 89"/>
          <p:cNvSpPr/>
          <p:nvPr/>
        </p:nvSpPr>
        <p:spPr>
          <a:xfrm>
            <a:off x="3303280" y="5029200"/>
            <a:ext cx="2367890" cy="310896"/>
          </a:xfrm>
          <a:prstGeom prst="roundRect">
            <a:avLst>
              <a:gd name="adj" fmla="val 147059"/>
            </a:avLst>
          </a:prstGeom>
          <a:solidFill>
            <a:srgbClr val="FFFFFF"/>
          </a:solidFill>
          <a:ln/>
        </p:spPr>
        <p:txBody>
          <a:bodyPr/>
          <a:lstStyle/>
          <a:p>
            <a:endParaRPr/>
          </a:p>
        </p:txBody>
      </p:sp>
      <p:sp>
        <p:nvSpPr>
          <p:cNvPr id="92" name="Text 90"/>
          <p:cNvSpPr/>
          <p:nvPr/>
        </p:nvSpPr>
        <p:spPr>
          <a:xfrm>
            <a:off x="3303280" y="5029200"/>
            <a:ext cx="2367890"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3" name="Text 91"/>
          <p:cNvSpPr/>
          <p:nvPr/>
        </p:nvSpPr>
        <p:spPr>
          <a:xfrm>
            <a:off x="5735178" y="1719072"/>
            <a:ext cx="96178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0:42</a:t>
            </a:r>
            <a:endParaRPr lang="en-US" sz="1400" dirty="0"/>
          </a:p>
        </p:txBody>
      </p:sp>
      <p:sp>
        <p:nvSpPr>
          <p:cNvPr id="94" name="Shape 92"/>
          <p:cNvSpPr/>
          <p:nvPr/>
        </p:nvSpPr>
        <p:spPr>
          <a:xfrm>
            <a:off x="5735178" y="2103120"/>
            <a:ext cx="961786" cy="914400"/>
          </a:xfrm>
          <a:prstGeom prst="rect">
            <a:avLst/>
          </a:prstGeom>
          <a:solidFill>
            <a:srgbClr val="DD784B"/>
          </a:solidFill>
          <a:ln/>
        </p:spPr>
        <p:txBody>
          <a:bodyPr/>
          <a:lstStyle/>
          <a:p>
            <a:endParaRPr/>
          </a:p>
        </p:txBody>
      </p:sp>
      <p:sp>
        <p:nvSpPr>
          <p:cNvPr id="95" name="Text 93"/>
          <p:cNvSpPr/>
          <p:nvPr/>
        </p:nvSpPr>
        <p:spPr>
          <a:xfrm>
            <a:off x="5735178" y="2103120"/>
            <a:ext cx="961786"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96" name="Shape 94"/>
          <p:cNvSpPr/>
          <p:nvPr/>
        </p:nvSpPr>
        <p:spPr>
          <a:xfrm>
            <a:off x="5735178" y="3017520"/>
            <a:ext cx="961786" cy="45720"/>
          </a:xfrm>
          <a:prstGeom prst="rect">
            <a:avLst/>
          </a:prstGeom>
          <a:solidFill>
            <a:srgbClr val="DD784B"/>
          </a:solidFill>
          <a:ln/>
        </p:spPr>
        <p:txBody>
          <a:bodyPr/>
          <a:lstStyle/>
          <a:p>
            <a:endParaRPr/>
          </a:p>
        </p:txBody>
      </p:sp>
      <p:sp>
        <p:nvSpPr>
          <p:cNvPr id="97" name="Text 95"/>
          <p:cNvSpPr/>
          <p:nvPr/>
        </p:nvSpPr>
        <p:spPr>
          <a:xfrm>
            <a:off x="5753466" y="3291840"/>
            <a:ext cx="87034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8" name="Text 96"/>
          <p:cNvSpPr/>
          <p:nvPr/>
        </p:nvSpPr>
        <p:spPr>
          <a:xfrm>
            <a:off x="5753466" y="4160520"/>
            <a:ext cx="87034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deed de skill?</a:t>
            </a:r>
            <a:endParaRPr lang="en-US" sz="1200" dirty="0"/>
          </a:p>
        </p:txBody>
      </p:sp>
      <p:sp>
        <p:nvSpPr>
          <p:cNvPr id="99" name="Text 97"/>
          <p:cNvSpPr/>
          <p:nvPr/>
        </p:nvSpPr>
        <p:spPr>
          <a:xfrm>
            <a:off x="6742684" y="1719072"/>
            <a:ext cx="300558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100" name="Shape 98"/>
          <p:cNvSpPr/>
          <p:nvPr/>
        </p:nvSpPr>
        <p:spPr>
          <a:xfrm>
            <a:off x="6742684" y="2103120"/>
            <a:ext cx="3005582" cy="914400"/>
          </a:xfrm>
          <a:prstGeom prst="rect">
            <a:avLst/>
          </a:prstGeom>
          <a:solidFill>
            <a:srgbClr val="3D68EC"/>
          </a:solidFill>
          <a:ln/>
        </p:spPr>
        <p:txBody>
          <a:bodyPr/>
          <a:lstStyle/>
          <a:p>
            <a:endParaRPr/>
          </a:p>
        </p:txBody>
      </p:sp>
      <p:sp>
        <p:nvSpPr>
          <p:cNvPr id="101" name="Text 99"/>
          <p:cNvSpPr/>
          <p:nvPr/>
        </p:nvSpPr>
        <p:spPr>
          <a:xfrm>
            <a:off x="6742684" y="2103120"/>
            <a:ext cx="3005582"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102" name="Shape 100"/>
          <p:cNvSpPr/>
          <p:nvPr/>
        </p:nvSpPr>
        <p:spPr>
          <a:xfrm>
            <a:off x="6742684" y="3017520"/>
            <a:ext cx="3005582" cy="45720"/>
          </a:xfrm>
          <a:prstGeom prst="rect">
            <a:avLst/>
          </a:prstGeom>
          <a:solidFill>
            <a:srgbClr val="3D68EC"/>
          </a:solidFill>
          <a:ln/>
        </p:spPr>
        <p:txBody>
          <a:bodyPr/>
          <a:lstStyle/>
          <a:p>
            <a:endParaRPr/>
          </a:p>
        </p:txBody>
      </p:sp>
      <p:sp>
        <p:nvSpPr>
          <p:cNvPr id="103" name="Text 101"/>
          <p:cNvSpPr/>
          <p:nvPr/>
        </p:nvSpPr>
        <p:spPr>
          <a:xfrm>
            <a:off x="6760972" y="3291840"/>
            <a:ext cx="291414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60972" y="4160520"/>
            <a:ext cx="291414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Andere rol, twee skills</a:t>
            </a:r>
            <a:endParaRPr lang="en-US" sz="1200" dirty="0"/>
          </a:p>
        </p:txBody>
      </p:sp>
      <p:sp>
        <p:nvSpPr>
          <p:cNvPr id="105" name="Shape 103"/>
          <p:cNvSpPr/>
          <p:nvPr/>
        </p:nvSpPr>
        <p:spPr>
          <a:xfrm>
            <a:off x="6760972" y="5029200"/>
            <a:ext cx="2969006" cy="310896"/>
          </a:xfrm>
          <a:prstGeom prst="roundRect">
            <a:avLst>
              <a:gd name="adj" fmla="val 147059"/>
            </a:avLst>
          </a:prstGeom>
          <a:solidFill>
            <a:srgbClr val="FFFFFF"/>
          </a:solidFill>
          <a:ln/>
        </p:spPr>
        <p:txBody>
          <a:bodyPr/>
          <a:lstStyle/>
          <a:p>
            <a:endParaRPr/>
          </a:p>
        </p:txBody>
      </p:sp>
      <p:sp>
        <p:nvSpPr>
          <p:cNvPr id="106" name="Text 104"/>
          <p:cNvSpPr/>
          <p:nvPr/>
        </p:nvSpPr>
        <p:spPr>
          <a:xfrm>
            <a:off x="6760972" y="5029200"/>
            <a:ext cx="2969006"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 /bouwen_dashboard</a:t>
            </a:r>
            <a:endParaRPr lang="en-US" sz="900" dirty="0"/>
          </a:p>
        </p:txBody>
      </p:sp>
      <p:sp>
        <p:nvSpPr>
          <p:cNvPr id="107" name="Text 105"/>
          <p:cNvSpPr/>
          <p:nvPr/>
        </p:nvSpPr>
        <p:spPr>
          <a:xfrm>
            <a:off x="9793986" y="1719072"/>
            <a:ext cx="96178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8" name="Shape 106"/>
          <p:cNvSpPr/>
          <p:nvPr/>
        </p:nvSpPr>
        <p:spPr>
          <a:xfrm>
            <a:off x="9793986" y="2103120"/>
            <a:ext cx="961786" cy="914400"/>
          </a:xfrm>
          <a:prstGeom prst="rect">
            <a:avLst/>
          </a:prstGeom>
          <a:solidFill>
            <a:srgbClr val="DD784B"/>
          </a:solidFill>
          <a:ln/>
        </p:spPr>
        <p:txBody>
          <a:bodyPr/>
          <a:lstStyle/>
          <a:p>
            <a:endParaRPr/>
          </a:p>
        </p:txBody>
      </p:sp>
      <p:sp>
        <p:nvSpPr>
          <p:cNvPr id="109" name="Text 107"/>
          <p:cNvSpPr/>
          <p:nvPr/>
        </p:nvSpPr>
        <p:spPr>
          <a:xfrm>
            <a:off x="9793986" y="2103120"/>
            <a:ext cx="961786"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10" name="Shape 108"/>
          <p:cNvSpPr/>
          <p:nvPr/>
        </p:nvSpPr>
        <p:spPr>
          <a:xfrm>
            <a:off x="9793986" y="3017520"/>
            <a:ext cx="961786" cy="45720"/>
          </a:xfrm>
          <a:prstGeom prst="rect">
            <a:avLst/>
          </a:prstGeom>
          <a:solidFill>
            <a:srgbClr val="DD784B"/>
          </a:solidFill>
          <a:ln/>
        </p:spPr>
        <p:txBody>
          <a:bodyPr/>
          <a:lstStyle/>
          <a:p>
            <a:endParaRPr/>
          </a:p>
        </p:txBody>
      </p:sp>
      <p:sp>
        <p:nvSpPr>
          <p:cNvPr id="111" name="Text 109"/>
          <p:cNvSpPr/>
          <p:nvPr/>
        </p:nvSpPr>
        <p:spPr>
          <a:xfrm>
            <a:off x="9812274" y="3291840"/>
            <a:ext cx="87034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2" name="Text 110"/>
          <p:cNvSpPr/>
          <p:nvPr/>
        </p:nvSpPr>
        <p:spPr>
          <a:xfrm>
            <a:off x="9812274" y="4160520"/>
            <a:ext cx="87034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deden de skills?</a:t>
            </a:r>
            <a:endParaRPr lang="en-US" sz="1200" dirty="0"/>
          </a:p>
        </p:txBody>
      </p:sp>
      <p:sp>
        <p:nvSpPr>
          <p:cNvPr id="113" name="Text 111"/>
          <p:cNvSpPr/>
          <p:nvPr/>
        </p:nvSpPr>
        <p:spPr>
          <a:xfrm>
            <a:off x="10801492" y="1719072"/>
            <a:ext cx="84156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1:23</a:t>
            </a:r>
            <a:endParaRPr lang="en-US" sz="1400" dirty="0"/>
          </a:p>
        </p:txBody>
      </p:sp>
      <p:sp>
        <p:nvSpPr>
          <p:cNvPr id="114" name="Shape 112"/>
          <p:cNvSpPr/>
          <p:nvPr/>
        </p:nvSpPr>
        <p:spPr>
          <a:xfrm>
            <a:off x="10801492" y="2103120"/>
            <a:ext cx="841563" cy="914400"/>
          </a:xfrm>
          <a:prstGeom prst="rect">
            <a:avLst/>
          </a:prstGeom>
          <a:solidFill>
            <a:srgbClr val="00AF81"/>
          </a:solidFill>
          <a:ln/>
        </p:spPr>
        <p:txBody>
          <a:bodyPr/>
          <a:lstStyle/>
          <a:p>
            <a:endParaRPr/>
          </a:p>
        </p:txBody>
      </p:sp>
      <p:sp>
        <p:nvSpPr>
          <p:cNvPr id="115" name="Text 113"/>
          <p:cNvSpPr/>
          <p:nvPr/>
        </p:nvSpPr>
        <p:spPr>
          <a:xfrm>
            <a:off x="10801492" y="2103120"/>
            <a:ext cx="841563"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16" name="Shape 114"/>
          <p:cNvSpPr/>
          <p:nvPr/>
        </p:nvSpPr>
        <p:spPr>
          <a:xfrm>
            <a:off x="10801492" y="3017520"/>
            <a:ext cx="841563" cy="45720"/>
          </a:xfrm>
          <a:prstGeom prst="rect">
            <a:avLst/>
          </a:prstGeom>
          <a:solidFill>
            <a:srgbClr val="00AF81"/>
          </a:solidFill>
          <a:ln/>
        </p:spPr>
        <p:txBody>
          <a:bodyPr/>
          <a:lstStyle/>
          <a:p>
            <a:endParaRPr/>
          </a:p>
        </p:txBody>
      </p:sp>
      <p:sp>
        <p:nvSpPr>
          <p:cNvPr id="117" name="Text 115"/>
          <p:cNvSpPr/>
          <p:nvPr/>
        </p:nvSpPr>
        <p:spPr>
          <a:xfrm>
            <a:off x="10819780" y="3291840"/>
            <a:ext cx="75012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a:t>
            </a:r>
            <a:endParaRPr lang="en-US" sz="1100" dirty="0"/>
          </a:p>
        </p:txBody>
      </p:sp>
      <p:sp>
        <p:nvSpPr>
          <p:cNvPr id="118" name="Text 116"/>
          <p:cNvSpPr/>
          <p:nvPr/>
        </p:nvSpPr>
        <p:spPr>
          <a:xfrm>
            <a:off x="10819780" y="4160520"/>
            <a:ext cx="75012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/review-reflect,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20" name="Shape 118"/>
          <p:cNvSpPr/>
          <p:nvPr/>
        </p:nvSpPr>
        <p:spPr>
          <a:xfrm>
            <a:off x="548640" y="6025896"/>
            <a:ext cx="201168" cy="201168"/>
          </a:xfrm>
          <a:prstGeom prst="rect">
            <a:avLst/>
          </a:prstGeom>
          <a:solidFill>
            <a:srgbClr val="F4D74B"/>
          </a:solidFill>
          <a:ln/>
        </p:spPr>
        <p:txBody>
          <a:bodyPr/>
          <a:lstStyle/>
          <a:p>
            <a:endParaRPr/>
          </a:p>
        </p:txBody>
      </p:sp>
      <p:sp>
        <p:nvSpPr>
          <p:cNvPr id="121" name="Text 119"/>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txBody>
          <a:bodyPr/>
          <a:lstStyle/>
          <a:p>
            <a:endParaRPr/>
          </a:p>
        </p:txBody>
      </p:sp>
      <p:sp>
        <p:nvSpPr>
          <p:cNvPr id="123" name="Text 121"/>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met de skills</a:t>
            </a:r>
            <a:endParaRPr lang="en-US" sz="1200" dirty="0"/>
          </a:p>
        </p:txBody>
      </p:sp>
      <p:sp>
        <p:nvSpPr>
          <p:cNvPr id="124" name="Shape 122"/>
          <p:cNvSpPr/>
          <p:nvPr/>
        </p:nvSpPr>
        <p:spPr>
          <a:xfrm>
            <a:off x="4663440" y="6025896"/>
            <a:ext cx="201168" cy="201168"/>
          </a:xfrm>
          <a:prstGeom prst="rect">
            <a:avLst/>
          </a:prstGeom>
          <a:solidFill>
            <a:srgbClr val="DD784B"/>
          </a:solidFill>
          <a:ln/>
        </p:spPr>
        <p:txBody>
          <a:bodyPr/>
          <a:lstStyle/>
          <a:p>
            <a:endParaRPr/>
          </a:p>
        </p:txBody>
      </p:sp>
      <p:sp>
        <p:nvSpPr>
          <p:cNvPr id="125" name="Text 123"/>
          <p:cNvSpPr/>
          <p:nvPr/>
        </p:nvSpPr>
        <p:spPr>
          <a:xfrm>
            <a:off x="49560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txBody>
          <a:bodyPr/>
          <a:lstStyle/>
          <a:p>
            <a:endParaRPr/>
          </a:p>
        </p:txBody>
      </p:sp>
      <p:sp>
        <p:nvSpPr>
          <p:cNvPr id="127" name="Text 125"/>
          <p:cNvSpPr/>
          <p:nvPr/>
        </p:nvSpPr>
        <p:spPr>
          <a:xfrm>
            <a:off x="70134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kiest wat het dashboard laat zien, en je kunt uitleggen waarom.</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Chatbot of agent: wie doet het werk?</a:t>
            </a:r>
            <a:endParaRPr lang="en-US" sz="3400" dirty="0"/>
          </a:p>
        </p:txBody>
      </p:sp>
      <p:sp>
        <p:nvSpPr>
          <p:cNvPr id="73" name="Shape 71"/>
          <p:cNvSpPr/>
          <p:nvPr/>
        </p:nvSpPr>
        <p:spPr>
          <a:xfrm>
            <a:off x="548640" y="1371600"/>
            <a:ext cx="5410048" cy="2713482"/>
          </a:xfrm>
          <a:prstGeom prst="roundRect">
            <a:avLst>
              <a:gd name="adj" fmla="val 3180"/>
            </a:avLst>
          </a:prstGeom>
          <a:solidFill>
            <a:srgbClr val="DD784B"/>
          </a:solidFill>
          <a:ln/>
        </p:spPr>
        <p:txBody>
          <a:bodyPr/>
          <a:lstStyle/>
          <a:p>
            <a:endParaRPr/>
          </a:p>
        </p:txBody>
      </p:sp>
      <p:pic>
        <p:nvPicPr>
          <p:cNvPr id="74" name="Image 0" descr="exports\_hulp2\img\gesprek.png"/>
          <p:cNvPicPr>
            <a:picLocks noChangeAspect="1"/>
          </p:cNvPicPr>
          <p:nvPr/>
        </p:nvPicPr>
        <p:blipFill>
          <a:blip r:embed="rId3"/>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Chatbot</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GEEFT ANTWOORD</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plakt de code, draait die en zoekt de fout.</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ChatGPT, Copilot Chat</a:t>
            </a:r>
            <a:endParaRPr lang="en-US" sz="1500" dirty="0"/>
          </a:p>
        </p:txBody>
      </p:sp>
      <p:sp>
        <p:nvSpPr>
          <p:cNvPr id="80" name="Shape 77"/>
          <p:cNvSpPr/>
          <p:nvPr/>
        </p:nvSpPr>
        <p:spPr>
          <a:xfrm>
            <a:off x="6233008" y="1371600"/>
            <a:ext cx="5410048" cy="2713482"/>
          </a:xfrm>
          <a:prstGeom prst="roundRect">
            <a:avLst>
              <a:gd name="adj" fmla="val 3180"/>
            </a:avLst>
          </a:prstGeom>
          <a:solidFill>
            <a:srgbClr val="3D68EC"/>
          </a:solidFill>
          <a:ln/>
        </p:spPr>
        <p:txBody>
          <a:bodyPr/>
          <a:lstStyle/>
          <a:p>
            <a:endParaRPr/>
          </a:p>
        </p:txBody>
      </p:sp>
      <p:pic>
        <p:nvPicPr>
          <p:cNvPr id="81" name="Image 1" descr="exports\_hulp2\img\Laptopman.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DOET HET WERK</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Leest je bestanden, schrijft code, draait die en verbetert tot het klopt.</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icPr>
            <a:picLocks noChangeAspect="1"/>
          </p:cNvPicPr>
          <p:nvPr/>
        </p:nvPicPr>
        <p:blipFill>
          <a:blip r:embed="rId3"/>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marL="0" indent="0" algn="l">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marL="0" indent="0" algn="l">
              <a:lnSpc>
                <a:spcPct val="105000"/>
              </a:lnSpc>
              <a:spcAft>
                <a:spcPts val="1000"/>
              </a:spcAft>
              <a:buNone/>
            </a:pP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Vandaag: bouwen op synthetische data</a:t>
            </a:r>
            <a:endParaRPr lang="en-US" sz="3400" dirty="0"/>
          </a:p>
        </p:txBody>
      </p:sp>
      <p:sp>
        <p:nvSpPr>
          <p:cNvPr id="73" name="Shape 71"/>
          <p:cNvSpPr/>
          <p:nvPr/>
        </p:nvSpPr>
        <p:spPr>
          <a:xfrm>
            <a:off x="548640" y="1371600"/>
            <a:ext cx="3515258" cy="2695956"/>
          </a:xfrm>
          <a:prstGeom prst="roundRect">
            <a:avLst>
              <a:gd name="adj" fmla="val 3221"/>
            </a:avLst>
          </a:prstGeom>
          <a:solidFill>
            <a:srgbClr val="00AF81"/>
          </a:solidFill>
          <a:ln/>
        </p:spPr>
        <p:txBody>
          <a:bodyPr/>
          <a:lstStyle/>
          <a:p>
            <a:endParaRPr/>
          </a:p>
        </p:txBody>
      </p:sp>
      <p:sp>
        <p:nvSpPr>
          <p:cNvPr id="74" name="Shape 72"/>
          <p:cNvSpPr/>
          <p:nvPr/>
        </p:nvSpPr>
        <p:spPr>
          <a:xfrm>
            <a:off x="822960" y="1719072"/>
            <a:ext cx="2966618" cy="402336"/>
          </a:xfrm>
          <a:prstGeom prst="roundRect">
            <a:avLst>
              <a:gd name="adj" fmla="val 113636"/>
            </a:avLst>
          </a:prstGeom>
          <a:solidFill>
            <a:srgbClr val="F4D9DC"/>
          </a:solidFill>
          <a:ln/>
        </p:spPr>
        <p:txBody>
          <a:bodyPr/>
          <a:lstStyle/>
          <a:p>
            <a:endParaRPr/>
          </a:p>
        </p:txBody>
      </p:sp>
      <p:sp>
        <p:nvSpPr>
          <p:cNvPr id="75" name="Text 73"/>
          <p:cNvSpPr/>
          <p:nvPr/>
        </p:nvSpPr>
        <p:spPr>
          <a:xfrm>
            <a:off x="914400"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Buiten de workshop</a:t>
            </a:r>
            <a:endParaRPr lang="en-US" sz="1200" dirty="0"/>
          </a:p>
        </p:txBody>
      </p:sp>
      <p:sp>
        <p:nvSpPr>
          <p:cNvPr id="76" name="Text 74"/>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Synthetische data</a:t>
            </a:r>
            <a:endParaRPr lang="en-US" sz="2300" dirty="0"/>
          </a:p>
        </p:txBody>
      </p:sp>
      <p:sp>
        <p:nvSpPr>
          <p:cNvPr id="77" name="Text 75"/>
          <p:cNvSpPr/>
          <p:nvPr/>
        </p:nvSpPr>
        <p:spPr>
          <a:xfrm>
            <a:off x="822960"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Nepdata met dezelfde kolommen en codes.</a:t>
            </a:r>
            <a:endParaRPr lang="en-US" sz="1500" dirty="0"/>
          </a:p>
        </p:txBody>
      </p:sp>
      <p:sp>
        <p:nvSpPr>
          <p:cNvPr id="78" name="Shape 76"/>
          <p:cNvSpPr/>
          <p:nvPr/>
        </p:nvSpPr>
        <p:spPr>
          <a:xfrm>
            <a:off x="4338218" y="1371600"/>
            <a:ext cx="3515258" cy="2695956"/>
          </a:xfrm>
          <a:prstGeom prst="roundRect">
            <a:avLst>
              <a:gd name="adj" fmla="val 3221"/>
            </a:avLst>
          </a:prstGeom>
          <a:solidFill>
            <a:srgbClr val="3D68EC"/>
          </a:solidFill>
          <a:ln/>
        </p:spPr>
        <p:txBody>
          <a:bodyPr/>
          <a:lstStyle/>
          <a:p>
            <a:endParaRPr/>
          </a:p>
        </p:txBody>
      </p:sp>
      <p:sp>
        <p:nvSpPr>
          <p:cNvPr id="79" name="Shape 77"/>
          <p:cNvSpPr/>
          <p:nvPr/>
        </p:nvSpPr>
        <p:spPr>
          <a:xfrm>
            <a:off x="4612538" y="1719072"/>
            <a:ext cx="2966618" cy="402336"/>
          </a:xfrm>
          <a:prstGeom prst="roundRect">
            <a:avLst>
              <a:gd name="adj" fmla="val 113636"/>
            </a:avLst>
          </a:prstGeom>
          <a:solidFill>
            <a:srgbClr val="F4D74B"/>
          </a:solidFill>
          <a:ln/>
        </p:spPr>
        <p:txBody>
          <a:bodyPr/>
          <a:lstStyle/>
          <a:p>
            <a:endParaRPr/>
          </a:p>
        </p:txBody>
      </p:sp>
      <p:sp>
        <p:nvSpPr>
          <p:cNvPr id="80" name="Text 78"/>
          <p:cNvSpPr/>
          <p:nvPr/>
        </p:nvSpPr>
        <p:spPr>
          <a:xfrm>
            <a:off x="4703978"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Deze workshop</a:t>
            </a:r>
            <a:endParaRPr lang="en-US" sz="1200" dirty="0"/>
          </a:p>
        </p:txBody>
      </p:sp>
      <p:sp>
        <p:nvSpPr>
          <p:cNvPr id="81" name="Text 79"/>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Bouwen met de agent</a:t>
            </a:r>
            <a:endParaRPr lang="en-US" sz="2300" dirty="0"/>
          </a:p>
        </p:txBody>
      </p:sp>
      <p:sp>
        <p:nvSpPr>
          <p:cNvPr id="82" name="Text 80"/>
          <p:cNvSpPr/>
          <p:nvPr/>
        </p:nvSpPr>
        <p:spPr>
          <a:xfrm>
            <a:off x="4612538"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agent schrijft en test de code.</a:t>
            </a:r>
            <a:endParaRPr lang="en-US" sz="1500" dirty="0"/>
          </a:p>
        </p:txBody>
      </p:sp>
      <p:sp>
        <p:nvSpPr>
          <p:cNvPr id="83" name="Shape 81"/>
          <p:cNvSpPr/>
          <p:nvPr/>
        </p:nvSpPr>
        <p:spPr>
          <a:xfrm>
            <a:off x="8127797" y="1371600"/>
            <a:ext cx="3515258" cy="2695956"/>
          </a:xfrm>
          <a:prstGeom prst="roundRect">
            <a:avLst>
              <a:gd name="adj" fmla="val 3221"/>
            </a:avLst>
          </a:prstGeom>
          <a:solidFill>
            <a:srgbClr val="00AF81"/>
          </a:solidFill>
          <a:ln/>
        </p:spPr>
        <p:txBody>
          <a:bodyPr/>
          <a:lstStyle/>
          <a:p>
            <a:endParaRPr/>
          </a:p>
        </p:txBody>
      </p:sp>
      <p:sp>
        <p:nvSpPr>
          <p:cNvPr id="84" name="Shape 82"/>
          <p:cNvSpPr/>
          <p:nvPr/>
        </p:nvSpPr>
        <p:spPr>
          <a:xfrm>
            <a:off x="8402117" y="1719072"/>
            <a:ext cx="2966618" cy="402336"/>
          </a:xfrm>
          <a:prstGeom prst="roundRect">
            <a:avLst>
              <a:gd name="adj" fmla="val 113636"/>
            </a:avLst>
          </a:prstGeom>
          <a:solidFill>
            <a:srgbClr val="F4D9DC"/>
          </a:solidFill>
          <a:ln/>
        </p:spPr>
        <p:txBody>
          <a:bodyPr/>
          <a:lstStyle/>
          <a:p>
            <a:endParaRPr/>
          </a:p>
        </p:txBody>
      </p:sp>
      <p:sp>
        <p:nvSpPr>
          <p:cNvPr id="85" name="Text 83"/>
          <p:cNvSpPr/>
          <p:nvPr/>
        </p:nvSpPr>
        <p:spPr>
          <a:xfrm>
            <a:off x="8493557" y="1719072"/>
            <a:ext cx="27837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Buiten de workshop</a:t>
            </a:r>
            <a:endParaRPr lang="en-US" sz="1200" dirty="0"/>
          </a:p>
        </p:txBody>
      </p:sp>
      <p:sp>
        <p:nvSpPr>
          <p:cNvPr id="86" name="Text 84"/>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Echte data</a:t>
            </a:r>
            <a:endParaRPr lang="en-US" sz="2400" dirty="0"/>
          </a:p>
        </p:txBody>
      </p:sp>
      <p:sp>
        <p:nvSpPr>
          <p:cNvPr id="87" name="Text 85"/>
          <p:cNvSpPr/>
          <p:nvPr/>
        </p:nvSpPr>
        <p:spPr>
          <a:xfrm>
            <a:off x="8402117" y="338937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bij je instelling, zonder agent.</a:t>
            </a:r>
            <a:endParaRPr lang="en-US" sz="1500" dirty="0"/>
          </a:p>
        </p:txBody>
      </p:sp>
      <p:sp>
        <p:nvSpPr>
          <p:cNvPr id="88" name="Shape 86"/>
          <p:cNvSpPr/>
          <p:nvPr/>
        </p:nvSpPr>
        <p:spPr>
          <a:xfrm>
            <a:off x="548640" y="4341876"/>
            <a:ext cx="11094415" cy="1005840"/>
          </a:xfrm>
          <a:prstGeom prst="roundRect">
            <a:avLst>
              <a:gd name="adj" fmla="val 16529"/>
            </a:avLst>
          </a:prstGeom>
          <a:solidFill>
            <a:srgbClr val="FFFFFF"/>
          </a:solidFill>
          <a:ln/>
        </p:spPr>
        <p:txBody>
          <a:bodyPr/>
          <a:lstStyle/>
          <a:p>
            <a:endParaRPr/>
          </a:p>
        </p:txBody>
      </p:sp>
      <p:sp>
        <p:nvSpPr>
          <p:cNvPr id="89" name="Text 87"/>
          <p:cNvSpPr/>
          <p:nvPr/>
        </p:nvSpPr>
        <p:spPr>
          <a:xfrm>
            <a:off x="914400" y="4341876"/>
            <a:ext cx="10362895" cy="1005840"/>
          </a:xfrm>
          <a:prstGeom prst="rect">
            <a:avLst/>
          </a:prstGeom>
          <a:noFill/>
          <a:ln/>
        </p:spPr>
        <p:txBody>
          <a:bodyPr wrap="square" lIns="0" tIns="0" rIns="0" bIns="0" rtlCol="0" anchor="ctr"/>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CEDA helpt:</a:t>
            </a:r>
            <a:r>
              <a:rPr lang="en-US" sz="2200" dirty="0">
                <a:solidFill>
                  <a:srgbClr val="000000"/>
                </a:solidFill>
                <a:latin typeface="General Sans" pitchFamily="34" charset="0"/>
                <a:ea typeface="General Sans" pitchFamily="34" charset="-122"/>
                <a:cs typeface="General Sans" pitchFamily="34" charset="-120"/>
              </a:rPr>
              <a:t> wil je bouwen op je eigen data? Wij helpen je een synthetische versie te maken: zelfde structuur, geen echte studenten.</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r>
              <a:rPr lang="en-US" sz="1900" dirty="0">
                <a:solidFill>
                  <a:srgbClr val="000000"/>
                </a:solidFill>
                <a:latin typeface="General Sans" pitchFamily="34" charset="0"/>
                <a:ea typeface="General Sans" pitchFamily="34" charset="-122"/>
                <a:cs typeface="General Sans" pitchFamily="34" charset="-120"/>
              </a:rPr>
              <a:t> zelfde kolommen en codes als 1CijferHO,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r>
              <a:rPr lang="en-US" sz="1900" dirty="0">
                <a:solidFill>
                  <a:srgbClr val="000000"/>
                </a:solidFill>
                <a:latin typeface="General Sans" pitchFamily="34" charset="0"/>
                <a:ea typeface="General Sans" pitchFamily="34" charset="-122"/>
                <a:cs typeface="General Sans" pitchFamily="34" charset="-120"/>
              </a:rPr>
              <a:t> gecontroleerd tegen de 1CijferHO-metadata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Bruikbaar, niet betrouwbaar:</a:t>
            </a:r>
            <a:r>
              <a:rPr lang="en-US" sz="1900" dirty="0">
                <a:solidFill>
                  <a:srgbClr val="000000"/>
                </a:solidFill>
                <a:latin typeface="General Sans" pitchFamily="34" charset="0"/>
                <a:ea typeface="General Sans" pitchFamily="34" charset="-122"/>
                <a:cs typeface="General Sans" pitchFamily="34" charset="-120"/>
              </a:rPr>
              <a:t> je bouwt er code mee, maar de uitkomsten zeggen niets over de werkelijkheid</a:t>
            </a:r>
            <a:endParaRPr lang="en-US" sz="1900" dirty="0"/>
          </a:p>
        </p:txBody>
      </p:sp>
      <p:pic>
        <p:nvPicPr>
          <p:cNvPr id="81" name="Image 0" descr="exports\261005_workshop_rad_uitvoering\img\Slot.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casus: drie vragen, één dataset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txBody>
          <a:bodyPr/>
          <a:lstStyle/>
          <a:p>
            <a:endParaRPr/>
          </a:p>
        </p:txBody>
      </p:sp>
      <p:sp>
        <p:nvSpPr>
          <p:cNvPr id="77" name="Text 75"/>
          <p:cNvSpPr/>
          <p:nvPr/>
        </p:nvSpPr>
        <p:spPr>
          <a:xfrm>
            <a:off x="1600200"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Uitval</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txBody>
          <a:bodyPr/>
          <a:lstStyle/>
          <a:p>
            <a:endParaRPr/>
          </a:p>
        </p:txBody>
      </p:sp>
      <p:sp>
        <p:nvSpPr>
          <p:cNvPr id="81" name="Shape 79"/>
          <p:cNvSpPr/>
          <p:nvPr/>
        </p:nvSpPr>
        <p:spPr>
          <a:xfrm>
            <a:off x="4612538" y="1645920"/>
            <a:ext cx="548640" cy="548640"/>
          </a:xfrm>
          <a:prstGeom prst="ellipse">
            <a:avLst/>
          </a:prstGeom>
          <a:solidFill>
            <a:srgbClr val="F4D9DC"/>
          </a:solidFill>
          <a:ln/>
        </p:spPr>
        <p:txBody>
          <a:bodyPr/>
          <a:lstStyle/>
          <a:p>
            <a:endParaRPr/>
          </a:p>
        </p:txBody>
      </p:sp>
      <p:sp>
        <p:nvSpPr>
          <p:cNvPr id="82" name="Text 80"/>
          <p:cNvSpPr/>
          <p:nvPr/>
        </p:nvSpPr>
        <p:spPr>
          <a:xfrm>
            <a:off x="461253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txBody>
          <a:bodyPr/>
          <a:lstStyle/>
          <a:p>
            <a:endParaRPr/>
          </a:p>
        </p:txBody>
      </p:sp>
      <p:sp>
        <p:nvSpPr>
          <p:cNvPr id="84" name="Text 82"/>
          <p:cNvSpPr/>
          <p:nvPr/>
        </p:nvSpPr>
        <p:spPr>
          <a:xfrm>
            <a:off x="5389778"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Vooropleiding</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Mbo of havo?</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Vallen eerstejaars met een mbo-diploma vaker uit dan havisten, en verschilt dat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txBody>
          <a:bodyPr/>
          <a:lstStyle/>
          <a:p>
            <a:endParaRPr/>
          </a:p>
        </p:txBody>
      </p:sp>
      <p:sp>
        <p:nvSpPr>
          <p:cNvPr id="88" name="Shape 86"/>
          <p:cNvSpPr/>
          <p:nvPr/>
        </p:nvSpPr>
        <p:spPr>
          <a:xfrm>
            <a:off x="8402117" y="1645920"/>
            <a:ext cx="548640" cy="548640"/>
          </a:xfrm>
          <a:prstGeom prst="ellipse">
            <a:avLst/>
          </a:prstGeom>
          <a:solidFill>
            <a:srgbClr val="F4D9DC"/>
          </a:solidFill>
          <a:ln/>
        </p:spPr>
        <p:txBody>
          <a:bodyPr/>
          <a:lstStyle/>
          <a:p>
            <a:endParaRPr/>
          </a:p>
        </p:txBody>
      </p:sp>
      <p:sp>
        <p:nvSpPr>
          <p:cNvPr id="89" name="Text 87"/>
          <p:cNvSpPr/>
          <p:nvPr/>
        </p:nvSpPr>
        <p:spPr>
          <a:xfrm>
            <a:off x="840211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C</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txBody>
          <a:bodyPr/>
          <a:lstStyle/>
          <a:p>
            <a:endParaRPr/>
          </a:p>
        </p:txBody>
      </p:sp>
      <p:sp>
        <p:nvSpPr>
          <p:cNvPr id="91" name="Text 89"/>
          <p:cNvSpPr/>
          <p:nvPr/>
        </p:nvSpPr>
        <p:spPr>
          <a:xfrm>
            <a:off x="9179357" y="1719072"/>
            <a:ext cx="209793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Studiesucces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Wie haalt het diploma?</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Hoeveel studenten halen hun bachelor binnen vijf jaar, per sector of vestiging?</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marL="0" indent="0" algn="l">
              <a:lnSpc>
                <a:spcPct val="105000"/>
              </a:lnSpc>
              <a:buNone/>
            </a:pPr>
            <a:r>
              <a:rPr lang="en-US" sz="1700" dirty="0">
                <a:solidFill>
                  <a:srgbClr val="000000"/>
                </a:solidFill>
                <a:latin typeface="General Sans" pitchFamily="34" charset="0"/>
                <a:ea typeface="General Sans" pitchFamily="34" charset="-122"/>
                <a:cs typeface="General Sans" pitchFamily="34" charset="-120"/>
              </a:rPr>
              <a:t>Alle drie in data/demodata_1cho.csv: fictieve studenten, 2012-2023. Elke vraag levert één dashboard met de conclusie als titel. De voorbeelden gaan over vraag A.</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txBody>
          <a:bodyPr/>
          <a:lstStyle/>
          <a:p>
            <a:endParaRPr/>
          </a:p>
        </p:txBody>
      </p:sp>
      <p:sp>
        <p:nvSpPr>
          <p:cNvPr id="74" name="Text 72"/>
          <p:cNvSpPr/>
          <p:nvPr/>
        </p:nvSpPr>
        <p:spPr>
          <a:xfrm>
            <a:off x="960120" y="14630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txBody>
          <a:bodyPr/>
          <a:lstStyle/>
          <a:p>
            <a:endParaRPr/>
          </a:p>
        </p:txBody>
      </p:sp>
      <p:sp>
        <p:nvSpPr>
          <p:cNvPr id="76" name="Text 74"/>
          <p:cNvSpPr/>
          <p:nvPr/>
        </p:nvSpPr>
        <p:spPr>
          <a:xfrm>
            <a:off x="960120" y="2377440"/>
            <a:ext cx="5897880" cy="804672"/>
          </a:xfrm>
          <a:prstGeom prst="rect">
            <a:avLst/>
          </a:prstGeom>
          <a:noFill/>
          <a:ln/>
        </p:spPr>
        <p:txBody>
          <a:bodyPr wrap="square" lIns="0" tIns="0" rIns="0" bIns="0" rtlCol="0" anchor="t"/>
          <a:lstStyle/>
          <a:p>
            <a:pPr marL="0" indent="0" algn="l">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txBody>
          <a:bodyPr/>
          <a:lstStyle/>
          <a:p>
            <a:endParaRPr/>
          </a:p>
        </p:txBody>
      </p:sp>
      <p:sp>
        <p:nvSpPr>
          <p:cNvPr id="78" name="Text 76"/>
          <p:cNvSpPr/>
          <p:nvPr/>
        </p:nvSpPr>
        <p:spPr>
          <a:xfrm>
            <a:off x="960120" y="32918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txBody>
          <a:bodyPr/>
          <a:lstStyle/>
          <a:p>
            <a:endParaRPr/>
          </a:p>
        </p:txBody>
      </p:sp>
      <p:sp>
        <p:nvSpPr>
          <p:cNvPr id="80" name="Text 78"/>
          <p:cNvSpPr/>
          <p:nvPr/>
        </p:nvSpPr>
        <p:spPr>
          <a:xfrm>
            <a:off x="960120" y="4206240"/>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De agent is je collega, de skill zijn werkinstructie</a:t>
            </a:r>
            <a:endParaRPr lang="en-US" sz="2500" dirty="0"/>
          </a:p>
        </p:txBody>
      </p:sp>
      <p:sp>
        <p:nvSpPr>
          <p:cNvPr id="73" name="Shape 71"/>
          <p:cNvSpPr/>
          <p:nvPr/>
        </p:nvSpPr>
        <p:spPr>
          <a:xfrm>
            <a:off x="548640" y="1371600"/>
            <a:ext cx="3515258" cy="2713482"/>
          </a:xfrm>
          <a:prstGeom prst="roundRect">
            <a:avLst>
              <a:gd name="adj" fmla="val 3180"/>
            </a:avLst>
          </a:prstGeom>
          <a:solidFill>
            <a:srgbClr val="3D68EC"/>
          </a:solidFill>
          <a:ln/>
        </p:spPr>
        <p:txBody>
          <a:bodyPr/>
          <a:lstStyle/>
          <a:p>
            <a:endParaRPr/>
          </a:p>
        </p:txBody>
      </p:sp>
      <p:pic>
        <p:nvPicPr>
          <p:cNvPr id="74" name="Image 0" descr="exports\_hulp3\img\Laptopman.png"/>
          <p:cNvPicPr>
            <a:picLocks noChangeAspect="1"/>
          </p:cNvPicPr>
          <p:nvPr/>
        </p:nvPicPr>
        <p:blipFill>
          <a:blip r:embed="rId3"/>
          <a:stretch>
            <a:fillRect/>
          </a:stretch>
        </p:blipFill>
        <p:spPr>
          <a:xfrm>
            <a:off x="2875178" y="1554480"/>
            <a:ext cx="1005840" cy="1005840"/>
          </a:xfrm>
          <a:prstGeom prst="rect">
            <a:avLst/>
          </a:prstGeom>
        </p:spPr>
      </p:pic>
      <p:sp>
        <p:nvSpPr>
          <p:cNvPr id="75" name="Text 72"/>
          <p:cNvSpPr/>
          <p:nvPr/>
        </p:nvSpPr>
        <p:spPr>
          <a:xfrm>
            <a:off x="822960"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6" name="Text 73"/>
          <p:cNvSpPr/>
          <p:nvPr/>
        </p:nvSpPr>
        <p:spPr>
          <a:xfrm>
            <a:off x="822960"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WIE</a:t>
            </a:r>
            <a:endParaRPr lang="en-US" sz="1100" dirty="0"/>
          </a:p>
        </p:txBody>
      </p:sp>
      <p:sp>
        <p:nvSpPr>
          <p:cNvPr id="77" name="Text 74"/>
          <p:cNvSpPr/>
          <p:nvPr/>
        </p:nvSpPr>
        <p:spPr>
          <a:xfrm>
            <a:off x="822960"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 collega die het werk doet</a:t>
            </a:r>
            <a:endParaRPr lang="en-US" sz="1500" dirty="0"/>
          </a:p>
        </p:txBody>
      </p:sp>
      <p:sp>
        <p:nvSpPr>
          <p:cNvPr id="78" name="Text 75"/>
          <p:cNvSpPr/>
          <p:nvPr/>
        </p:nvSpPr>
        <p:spPr>
          <a:xfrm>
            <a:off x="822960"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6"/>
          <p:cNvSpPr/>
          <p:nvPr/>
        </p:nvSpPr>
        <p:spPr>
          <a:xfrm>
            <a:off x="822960"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Claude Code</a:t>
            </a:r>
            <a:endParaRPr lang="en-US" sz="1500" dirty="0"/>
          </a:p>
        </p:txBody>
      </p:sp>
      <p:sp>
        <p:nvSpPr>
          <p:cNvPr id="80" name="Shape 77"/>
          <p:cNvSpPr/>
          <p:nvPr/>
        </p:nvSpPr>
        <p:spPr>
          <a:xfrm>
            <a:off x="4338218" y="1371600"/>
            <a:ext cx="3515258" cy="2713482"/>
          </a:xfrm>
          <a:prstGeom prst="roundRect">
            <a:avLst>
              <a:gd name="adj" fmla="val 3180"/>
            </a:avLst>
          </a:prstGeom>
          <a:solidFill>
            <a:srgbClr val="DD784B"/>
          </a:solidFill>
          <a:ln/>
        </p:spPr>
        <p:txBody>
          <a:bodyPr/>
          <a:lstStyle/>
          <a:p>
            <a:endParaRPr/>
          </a:p>
        </p:txBody>
      </p:sp>
      <p:pic>
        <p:nvPicPr>
          <p:cNvPr id="81" name="Image 1" descr="exports\_hulp3\img\gesprek.png"/>
          <p:cNvPicPr>
            <a:picLocks noChangeAspect="1"/>
          </p:cNvPicPr>
          <p:nvPr/>
        </p:nvPicPr>
        <p:blipFill>
          <a:blip r:embed="rId4"/>
          <a:stretch>
            <a:fillRect/>
          </a:stretch>
        </p:blipFill>
        <p:spPr>
          <a:xfrm>
            <a:off x="6664757" y="1554480"/>
            <a:ext cx="1005840" cy="1005840"/>
          </a:xfrm>
          <a:prstGeom prst="rect">
            <a:avLst/>
          </a:prstGeom>
        </p:spPr>
      </p:pic>
      <p:sp>
        <p:nvSpPr>
          <p:cNvPr id="82" name="Text 78"/>
          <p:cNvSpPr/>
          <p:nvPr/>
        </p:nvSpPr>
        <p:spPr>
          <a:xfrm>
            <a:off x="4612538"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3" name="Text 79"/>
          <p:cNvSpPr/>
          <p:nvPr/>
        </p:nvSpPr>
        <p:spPr>
          <a:xfrm>
            <a:off x="4612538"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84" name="Text 80"/>
          <p:cNvSpPr/>
          <p:nvPr/>
        </p:nvSpPr>
        <p:spPr>
          <a:xfrm>
            <a:off x="4612538"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losse vraag. Elke keer anders.</a:t>
            </a:r>
            <a:endParaRPr lang="en-US" sz="1500" dirty="0"/>
          </a:p>
        </p:txBody>
      </p:sp>
      <p:sp>
        <p:nvSpPr>
          <p:cNvPr id="85" name="Text 81"/>
          <p:cNvSpPr/>
          <p:nvPr/>
        </p:nvSpPr>
        <p:spPr>
          <a:xfrm>
            <a:off x="4612538"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2"/>
          <p:cNvSpPr/>
          <p:nvPr/>
        </p:nvSpPr>
        <p:spPr>
          <a:xfrm>
            <a:off x="4612538"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"Laat zien wie er uitvalt"</a:t>
            </a:r>
            <a:endParaRPr lang="en-US" sz="1500" dirty="0"/>
          </a:p>
        </p:txBody>
      </p:sp>
      <p:sp>
        <p:nvSpPr>
          <p:cNvPr id="87" name="Shape 83"/>
          <p:cNvSpPr/>
          <p:nvPr/>
        </p:nvSpPr>
        <p:spPr>
          <a:xfrm>
            <a:off x="8127797" y="1371600"/>
            <a:ext cx="3515258" cy="2713482"/>
          </a:xfrm>
          <a:prstGeom prst="roundRect">
            <a:avLst>
              <a:gd name="adj" fmla="val 3180"/>
            </a:avLst>
          </a:prstGeom>
          <a:solidFill>
            <a:srgbClr val="00AF81"/>
          </a:solidFill>
          <a:ln/>
        </p:spPr>
        <p:txBody>
          <a:bodyPr/>
          <a:lstStyle/>
          <a:p>
            <a:endParaRPr/>
          </a:p>
        </p:txBody>
      </p:sp>
      <p:pic>
        <p:nvPicPr>
          <p:cNvPr id="88" name="Image 2" descr="exports\_hulp3\img\Document.png"/>
          <p:cNvPicPr>
            <a:picLocks noChangeAspect="1"/>
          </p:cNvPicPr>
          <p:nvPr/>
        </p:nvPicPr>
        <p:blipFill>
          <a:blip r:embed="rId5"/>
          <a:stretch>
            <a:fillRect/>
          </a:stretch>
        </p:blipFill>
        <p:spPr>
          <a:xfrm>
            <a:off x="10454335" y="1554480"/>
            <a:ext cx="1005840" cy="1005840"/>
          </a:xfrm>
          <a:prstGeom prst="rect">
            <a:avLst/>
          </a:prstGeom>
        </p:spPr>
      </p:pic>
      <p:sp>
        <p:nvSpPr>
          <p:cNvPr id="89" name="Text 84"/>
          <p:cNvSpPr/>
          <p:nvPr/>
        </p:nvSpPr>
        <p:spPr>
          <a:xfrm>
            <a:off x="8402117" y="1645920"/>
            <a:ext cx="296661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0" name="Text 85"/>
          <p:cNvSpPr/>
          <p:nvPr/>
        </p:nvSpPr>
        <p:spPr>
          <a:xfrm>
            <a:off x="8402117" y="225856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WAT</a:t>
            </a:r>
            <a:endParaRPr lang="en-US" sz="1100" dirty="0"/>
          </a:p>
        </p:txBody>
      </p:sp>
      <p:sp>
        <p:nvSpPr>
          <p:cNvPr id="91" name="Text 86"/>
          <p:cNvSpPr/>
          <p:nvPr/>
        </p:nvSpPr>
        <p:spPr>
          <a:xfrm>
            <a:off x="8402117" y="260604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vaste werkinstructie. Elke keer dezelfde stappen.</a:t>
            </a:r>
            <a:endParaRPr lang="en-US" sz="1500" dirty="0"/>
          </a:p>
        </p:txBody>
      </p:sp>
      <p:sp>
        <p:nvSpPr>
          <p:cNvPr id="92" name="Text 87"/>
          <p:cNvSpPr/>
          <p:nvPr/>
        </p:nvSpPr>
        <p:spPr>
          <a:xfrm>
            <a:off x="8402117" y="3284220"/>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88"/>
          <p:cNvSpPr/>
          <p:nvPr/>
        </p:nvSpPr>
        <p:spPr>
          <a:xfrm>
            <a:off x="8402117" y="3631692"/>
            <a:ext cx="296661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/verkennen_data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txBody>
          <a:bodyPr/>
          <a:lstStyle/>
          <a:p>
            <a:endParaRPr lang="en-NL"/>
          </a:p>
        </p:txBody>
      </p:sp>
      <p:sp>
        <p:nvSpPr>
          <p:cNvPr id="74" name="Text 72"/>
          <p:cNvSpPr/>
          <p:nvPr/>
        </p:nvSpPr>
        <p:spPr>
          <a:xfrm>
            <a:off x="822960" y="147218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txBody>
          <a:bodyPr/>
          <a:lstStyle/>
          <a:p>
            <a:endParaRPr lang="en-NL"/>
          </a:p>
        </p:txBody>
      </p:sp>
      <p:sp>
        <p:nvSpPr>
          <p:cNvPr id="77" name="Text 75"/>
          <p:cNvSpPr/>
          <p:nvPr/>
        </p:nvSpPr>
        <p:spPr>
          <a:xfrm>
            <a:off x="9951415" y="168706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txBody>
          <a:bodyPr/>
          <a:lstStyle/>
          <a:p>
            <a:endParaRPr lang="en-NL"/>
          </a:p>
        </p:txBody>
      </p:sp>
      <p:sp>
        <p:nvSpPr>
          <p:cNvPr id="79" name="Text 77"/>
          <p:cNvSpPr/>
          <p:nvPr/>
        </p:nvSpPr>
        <p:spPr>
          <a:xfrm>
            <a:off x="822960" y="243230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 De key staat al klaar.</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txBody>
          <a:bodyPr/>
          <a:lstStyle/>
          <a:p>
            <a:endParaRPr lang="en-NL"/>
          </a:p>
        </p:txBody>
      </p:sp>
      <p:sp>
        <p:nvSpPr>
          <p:cNvPr id="82" name="Text 80"/>
          <p:cNvSpPr/>
          <p:nvPr/>
        </p:nvSpPr>
        <p:spPr>
          <a:xfrm>
            <a:off x="9951415" y="264718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txBody>
          <a:bodyPr/>
          <a:lstStyle/>
          <a:p>
            <a:endParaRPr lang="en-NL"/>
          </a:p>
        </p:txBody>
      </p:sp>
      <p:sp>
        <p:nvSpPr>
          <p:cNvPr id="84" name="Text 82"/>
          <p:cNvSpPr/>
          <p:nvPr/>
        </p:nvSpPr>
        <p:spPr>
          <a:xfrm>
            <a:off x="822960" y="3392424"/>
            <a:ext cx="3840480" cy="75895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 en begin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txBody>
          <a:bodyPr/>
          <a:lstStyle/>
          <a:p>
            <a:endParaRPr lang="en-NL"/>
          </a:p>
        </p:txBody>
      </p:sp>
      <p:sp>
        <p:nvSpPr>
          <p:cNvPr id="87" name="Text 85"/>
          <p:cNvSpPr/>
          <p:nvPr/>
        </p:nvSpPr>
        <p:spPr>
          <a:xfrm>
            <a:off x="9951415" y="3607308"/>
            <a:ext cx="1371600" cy="329184"/>
          </a:xfrm>
          <a:prstGeom prst="rect">
            <a:avLst/>
          </a:prstGeom>
          <a:noFill/>
          <a:ln/>
        </p:spPr>
        <p:txBody>
          <a:bodyPr wrap="square" lIns="0" tIns="0" rIns="0" bIns="0" rtlCol="0" anchor="ctr"/>
          <a:lstStyle/>
          <a:p>
            <a:pPr marL="0" indent="0" algn="ctr">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Text 86"/>
          <p:cNvSpPr/>
          <p:nvPr/>
        </p:nvSpPr>
        <p:spPr>
          <a:xfrm>
            <a:off x="548640" y="443484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Loop je vast? Roep iemand, dan zoeken we het samen uit.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icPr>
            <a:picLocks noChangeAspect="1"/>
          </p:cNvPicPr>
          <p:nvPr/>
        </p:nvPicPr>
        <p:blipFill>
          <a:blip r:embed="rId3"/>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r>
              <a:rPr lang="en-US" sz="1800" dirty="0">
                <a:solidFill>
                  <a:srgbClr val="00AF81"/>
                </a:solidFill>
                <a:latin typeface="General Sans Semibold" pitchFamily="34" charset="0"/>
                <a:ea typeface="General Sans Semibold" pitchFamily="34" charset="-122"/>
                <a:cs typeface="General Sans Semibold" pitchFamily="34" charset="-120"/>
              </a:rPr>
              <a:t>Sign in</a:t>
            </a: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r>
              <a:rPr lang="en-US" sz="1800" dirty="0">
                <a:solidFill>
                  <a:srgbClr val="00AF81"/>
                </a:solidFill>
                <a:latin typeface="General Sans Semibold" pitchFamily="34" charset="0"/>
                <a:ea typeface="General Sans Semibold" pitchFamily="34" charset="-122"/>
                <a:cs typeface="General Sans Semibold" pitchFamily="34" charset="-120"/>
              </a:rPr>
              <a:t>Sign up</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0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8103795" y="1463040"/>
            <a:ext cx="3464025" cy="4480560"/>
          </a:xfrm>
          <a:prstGeom prst="rect">
            <a:avLst/>
          </a:prstGeom>
          <a:noFill/>
          <a:ln/>
        </p:spPr>
        <p:txBody>
          <a:bodyPr wrap="square" lIns="0" tIns="0" rIns="0" bIns="0" rtlCol="0" anchor="t"/>
          <a:lstStyle/>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0000"/>
              </a:lnSpc>
              <a:spcAft>
                <a:spcPts val="800"/>
              </a:spcAft>
              <a:buNone/>
            </a:pPr>
            <a:r>
              <a:rPr lang="en-US" dirty="0">
                <a:solidFill>
                  <a:srgbClr val="000000"/>
                </a:solidFill>
                <a:latin typeface="General Sans" pitchFamily="34" charset="0"/>
                <a:ea typeface="General Sans" pitchFamily="34" charset="-122"/>
                <a:cs typeface="General Sans" pitchFamily="34" charset="-120"/>
                <a:hlinkClick r:id="rId4"/>
              </a:rPr>
              <a:t>https://github.com/cedanl/dair-agentic-coding</a:t>
            </a:r>
            <a:r>
              <a:rPr lang="en-US" dirty="0">
                <a:solidFill>
                  <a:srgbClr val="000000"/>
                </a:solidFill>
                <a:latin typeface="General Sans" pitchFamily="34" charset="0"/>
                <a:ea typeface="General Sans" pitchFamily="34" charset="-122"/>
                <a:cs typeface="General Sans" pitchFamily="34" charset="-120"/>
              </a:rPr>
              <a:t> </a:t>
            </a:r>
          </a:p>
          <a:p>
            <a:pPr marL="0" indent="0" algn="l">
              <a:lnSpc>
                <a:spcPct val="105000"/>
              </a:lnSpc>
              <a:spcAft>
                <a:spcPts val="800"/>
              </a:spcAft>
              <a:buNone/>
            </a:pPr>
            <a:endParaRPr lang="en-US" sz="1800"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endParaRPr lang="en-US" dirty="0">
              <a:solidFill>
                <a:srgbClr val="000000"/>
              </a:solidFill>
              <a:latin typeface="General Sans" pitchFamily="34" charset="0"/>
              <a:ea typeface="General Sans" pitchFamily="34" charset="-122"/>
              <a:cs typeface="General Sans" pitchFamily="34" charset="-120"/>
            </a:endParaRPr>
          </a:p>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r>
              <a:rPr lang="en-US" sz="1800" dirty="0">
                <a:solidFill>
                  <a:srgbClr val="00AF81"/>
                </a:solidFill>
                <a:latin typeface="General Sans Semibold" pitchFamily="34" charset="0"/>
                <a:ea typeface="General Sans Semibold" pitchFamily="34" charset="-122"/>
                <a:cs typeface="General Sans Semibold" pitchFamily="34" charset="-120"/>
              </a:rPr>
              <a:t>Code</a:t>
            </a:r>
            <a:r>
              <a:rPr lang="en-US" sz="1800" dirty="0">
                <a:solidFill>
                  <a:srgbClr val="000000"/>
                </a:solidFill>
                <a:latin typeface="General Sans" pitchFamily="34" charset="0"/>
                <a:ea typeface="General Sans" pitchFamily="34" charset="-122"/>
                <a:cs typeface="General Sans" pitchFamily="34" charset="-120"/>
              </a:rPr>
              <a:t>, tab </a:t>
            </a:r>
            <a:r>
              <a:rPr lang="en-US" sz="1800" dirty="0">
                <a:solidFill>
                  <a:srgbClr val="00AF81"/>
                </a:solidFill>
                <a:latin typeface="General Sans Semibold" pitchFamily="34" charset="0"/>
                <a:ea typeface="General Sans Semibold" pitchFamily="34" charset="-122"/>
                <a:cs typeface="General Sans Semibold" pitchFamily="34" charset="-120"/>
              </a:rPr>
              <a:t>Codespaces</a:t>
            </a:r>
            <a:r>
              <a:rPr lang="en-US" sz="1800" dirty="0">
                <a:solidFill>
                  <a:srgbClr val="000000"/>
                </a:solidFill>
                <a:latin typeface="General Sans" pitchFamily="34" charset="0"/>
                <a:ea typeface="General Sans" pitchFamily="34" charset="-122"/>
                <a:cs typeface="General Sans" pitchFamily="34" charset="-120"/>
              </a:rPr>
              <a:t>, dan </a:t>
            </a: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r>
              <a:rPr lang="en-US" sz="1800" dirty="0">
                <a:solidFill>
                  <a:srgbClr val="000000"/>
                </a:solidFill>
                <a:latin typeface="General Sans" pitchFamily="34" charset="0"/>
                <a:ea typeface="General Sans" pitchFamily="34" charset="-122"/>
                <a:cs typeface="General Sans" pitchFamily="34" charset="-120"/>
              </a:rPr>
              <a:t>. Wachten duurt twee tot drie minuten.</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3: open het Claude-paneel</a:t>
            </a:r>
            <a:endParaRPr lang="en-US" sz="3400" dirty="0"/>
          </a:p>
        </p:txBody>
      </p:sp>
      <p:pic>
        <p:nvPicPr>
          <p:cNvPr id="73" name="Image 0" descr="VS Code met het oranje Claude-icoon rechtsboven in de editor"/>
          <p:cNvPicPr>
            <a:picLocks noChangeAspect="1"/>
          </p:cNvPicPr>
          <p:nvPr/>
        </p:nvPicPr>
        <p:blipFill>
          <a:blip r:embed="rId3"/>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Opstarten in vier stappen</a:t>
            </a:r>
            <a:endParaRPr lang="en-US" sz="3400" dirty="0"/>
          </a:p>
        </p:txBody>
      </p:sp>
      <p:pic>
        <p:nvPicPr>
          <p:cNvPr id="73" name="Image 0" descr="Zes screenshots van het opstarten: knop Code, tab Codespaces, laden, terminal met workshop-key, Claude-icoon en Claude-paneel."/>
          <p:cNvPicPr>
            <a:picLocks noChangeAspect="1"/>
          </p:cNvPicPr>
          <p:nvPr/>
        </p:nvPicPr>
        <p:blipFill>
          <a:blip r:embed="rId3"/>
          <a:stretch>
            <a:fillRect/>
          </a:stretch>
        </p:blipFill>
        <p:spPr>
          <a:xfrm>
            <a:off x="1873941" y="1371600"/>
            <a:ext cx="8443813" cy="4343400"/>
          </a:xfrm>
          <a:prstGeom prst="rect">
            <a:avLst/>
          </a:prstGeom>
        </p:spPr>
      </p:pic>
      <p:sp>
        <p:nvSpPr>
          <p:cNvPr id="74" name="Text 71"/>
          <p:cNvSpPr/>
          <p:nvPr/>
        </p:nvSpPr>
        <p:spPr>
          <a:xfrm>
            <a:off x="548640" y="5852160"/>
            <a:ext cx="1109441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Typ /verkennen_data en beantwoord de vragen van de agent.</a:t>
            </a:r>
            <a:endParaRPr lang="en-US" sz="2200" dirty="0"/>
          </a:p>
        </p:txBody>
      </p:sp>
      <p:pic>
        <p:nvPicPr>
          <p:cNvPr id="76" name="Image 0" descr="exports\261005_workshop_rad_uitvoering\img\data.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Ronde 1: /verkennen_data maakt je dataprofiel</a:t>
            </a:r>
            <a:endParaRPr lang="en-US" sz="2900" dirty="0"/>
          </a:p>
        </p:txBody>
      </p:sp>
      <p:sp>
        <p:nvSpPr>
          <p:cNvPr id="73" name="Shape 71"/>
          <p:cNvSpPr/>
          <p:nvPr/>
        </p:nvSpPr>
        <p:spPr>
          <a:xfrm>
            <a:off x="548640" y="1371600"/>
            <a:ext cx="3393338" cy="2560320"/>
          </a:xfrm>
          <a:prstGeom prst="roundRect">
            <a:avLst>
              <a:gd name="adj" fmla="val 357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pic>
        <p:nvPicPr>
          <p:cNvPr id="76" name="Image 0" descr="exports\_hulp2\img\laptop.png"/>
          <p:cNvPicPr>
            <a:picLocks noChangeAspect="1"/>
          </p:cNvPicPr>
          <p:nvPr/>
        </p:nvPicPr>
        <p:blipFill>
          <a:blip r:embed="rId3"/>
          <a:stretch>
            <a:fillRect/>
          </a:stretch>
        </p:blipFill>
        <p:spPr>
          <a:xfrm>
            <a:off x="2753258" y="1554480"/>
            <a:ext cx="1005840" cy="1005840"/>
          </a:xfrm>
          <a:prstGeom prst="rect">
            <a:avLst/>
          </a:prstGeom>
        </p:spPr>
      </p:pic>
      <p:sp>
        <p:nvSpPr>
          <p:cNvPr id="77" name="Text 74"/>
          <p:cNvSpPr/>
          <p:nvPr/>
        </p:nvSpPr>
        <p:spPr>
          <a:xfrm>
            <a:off x="822960"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Typ</a:t>
            </a:r>
            <a:endParaRPr lang="en-US" sz="2200" dirty="0"/>
          </a:p>
        </p:txBody>
      </p:sp>
      <p:sp>
        <p:nvSpPr>
          <p:cNvPr id="78" name="Text 75"/>
          <p:cNvSpPr/>
          <p:nvPr/>
        </p:nvSpPr>
        <p:spPr>
          <a:xfrm>
            <a:off x="822960"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/verkennen_data</a:t>
            </a:r>
            <a:endParaRPr lang="en-US" sz="1500" dirty="0"/>
          </a:p>
        </p:txBody>
      </p:sp>
      <p:sp>
        <p:nvSpPr>
          <p:cNvPr id="79" name="Shape 76"/>
          <p:cNvSpPr/>
          <p:nvPr/>
        </p:nvSpPr>
        <p:spPr>
          <a:xfrm>
            <a:off x="4051706" y="2377440"/>
            <a:ext cx="237744" cy="548640"/>
          </a:xfrm>
          <a:prstGeom prst="chevron">
            <a:avLst/>
          </a:prstGeom>
          <a:solidFill>
            <a:srgbClr val="3D68EC"/>
          </a:solidFill>
          <a:ln/>
        </p:spPr>
        <p:txBody>
          <a:bodyPr/>
          <a:lstStyle/>
          <a:p>
            <a:endParaRPr/>
          </a:p>
        </p:txBody>
      </p:sp>
      <p:sp>
        <p:nvSpPr>
          <p:cNvPr id="80" name="Shape 77"/>
          <p:cNvSpPr/>
          <p:nvPr/>
        </p:nvSpPr>
        <p:spPr>
          <a:xfrm>
            <a:off x="4399178" y="1371600"/>
            <a:ext cx="3393338" cy="2560320"/>
          </a:xfrm>
          <a:prstGeom prst="roundRect">
            <a:avLst>
              <a:gd name="adj" fmla="val 3571"/>
            </a:avLst>
          </a:prstGeom>
          <a:solidFill>
            <a:srgbClr val="DD784B"/>
          </a:solidFill>
          <a:ln/>
        </p:spPr>
        <p:txBody>
          <a:bodyPr/>
          <a:lstStyle/>
          <a:p>
            <a:endParaRPr/>
          </a:p>
        </p:txBody>
      </p:sp>
      <p:sp>
        <p:nvSpPr>
          <p:cNvPr id="81" name="Shape 78"/>
          <p:cNvSpPr/>
          <p:nvPr/>
        </p:nvSpPr>
        <p:spPr>
          <a:xfrm>
            <a:off x="4673498" y="1645920"/>
            <a:ext cx="548640" cy="548640"/>
          </a:xfrm>
          <a:prstGeom prst="ellipse">
            <a:avLst/>
          </a:prstGeom>
          <a:solidFill>
            <a:srgbClr val="F4D9DC"/>
          </a:solidFill>
          <a:ln/>
        </p:spPr>
        <p:txBody>
          <a:bodyPr/>
          <a:lstStyle/>
          <a:p>
            <a:endParaRPr/>
          </a:p>
        </p:txBody>
      </p:sp>
      <p:sp>
        <p:nvSpPr>
          <p:cNvPr id="82" name="Text 79"/>
          <p:cNvSpPr/>
          <p:nvPr/>
        </p:nvSpPr>
        <p:spPr>
          <a:xfrm>
            <a:off x="467349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pic>
        <p:nvPicPr>
          <p:cNvPr id="83" name="Image 1" descr="exports\_hulp2\img\gesprek.png"/>
          <p:cNvPicPr>
            <a:picLocks noChangeAspect="1"/>
          </p:cNvPicPr>
          <p:nvPr/>
        </p:nvPicPr>
        <p:blipFill>
          <a:blip r:embed="rId4"/>
          <a:stretch>
            <a:fillRect/>
          </a:stretch>
        </p:blipFill>
        <p:spPr>
          <a:xfrm>
            <a:off x="6603797" y="1554480"/>
            <a:ext cx="1005840" cy="1005840"/>
          </a:xfrm>
          <a:prstGeom prst="rect">
            <a:avLst/>
          </a:prstGeom>
        </p:spPr>
      </p:pic>
      <p:sp>
        <p:nvSpPr>
          <p:cNvPr id="84" name="Text 80"/>
          <p:cNvSpPr/>
          <p:nvPr/>
        </p:nvSpPr>
        <p:spPr>
          <a:xfrm>
            <a:off x="4673498"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Beantwoord</a:t>
            </a:r>
            <a:endParaRPr lang="en-US" sz="2200" dirty="0"/>
          </a:p>
        </p:txBody>
      </p:sp>
      <p:sp>
        <p:nvSpPr>
          <p:cNvPr id="85" name="Text 81"/>
          <p:cNvSpPr/>
          <p:nvPr/>
        </p:nvSpPr>
        <p:spPr>
          <a:xfrm>
            <a:off x="4673498"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 van de agent</a:t>
            </a:r>
            <a:endParaRPr lang="en-US" sz="1500" dirty="0"/>
          </a:p>
        </p:txBody>
      </p:sp>
      <p:sp>
        <p:nvSpPr>
          <p:cNvPr id="86" name="Shape 82"/>
          <p:cNvSpPr/>
          <p:nvPr/>
        </p:nvSpPr>
        <p:spPr>
          <a:xfrm>
            <a:off x="7902245" y="2377440"/>
            <a:ext cx="237744" cy="548640"/>
          </a:xfrm>
          <a:prstGeom prst="chevron">
            <a:avLst/>
          </a:prstGeom>
          <a:solidFill>
            <a:srgbClr val="3D68EC"/>
          </a:solidFill>
          <a:ln/>
        </p:spPr>
        <p:txBody>
          <a:bodyPr/>
          <a:lstStyle/>
          <a:p>
            <a:endParaRPr/>
          </a:p>
        </p:txBody>
      </p:sp>
      <p:sp>
        <p:nvSpPr>
          <p:cNvPr id="87" name="Shape 83"/>
          <p:cNvSpPr/>
          <p:nvPr/>
        </p:nvSpPr>
        <p:spPr>
          <a:xfrm>
            <a:off x="8249717" y="1371600"/>
            <a:ext cx="3393338" cy="2560320"/>
          </a:xfrm>
          <a:prstGeom prst="roundRect">
            <a:avLst>
              <a:gd name="adj" fmla="val 3571"/>
            </a:avLst>
          </a:prstGeom>
          <a:solidFill>
            <a:srgbClr val="00AF81"/>
          </a:solidFill>
          <a:ln/>
        </p:spPr>
        <p:txBody>
          <a:bodyPr/>
          <a:lstStyle/>
          <a:p>
            <a:endParaRPr/>
          </a:p>
        </p:txBody>
      </p:sp>
      <p:sp>
        <p:nvSpPr>
          <p:cNvPr id="88" name="Shape 84"/>
          <p:cNvSpPr/>
          <p:nvPr/>
        </p:nvSpPr>
        <p:spPr>
          <a:xfrm>
            <a:off x="8524037" y="1645920"/>
            <a:ext cx="548640" cy="548640"/>
          </a:xfrm>
          <a:prstGeom prst="ellipse">
            <a:avLst/>
          </a:prstGeom>
          <a:solidFill>
            <a:srgbClr val="F4D9DC"/>
          </a:solidFill>
          <a:ln/>
        </p:spPr>
        <p:txBody>
          <a:bodyPr/>
          <a:lstStyle/>
          <a:p>
            <a:endParaRPr/>
          </a:p>
        </p:txBody>
      </p:sp>
      <p:sp>
        <p:nvSpPr>
          <p:cNvPr id="89" name="Text 85"/>
          <p:cNvSpPr/>
          <p:nvPr/>
        </p:nvSpPr>
        <p:spPr>
          <a:xfrm>
            <a:off x="852403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pic>
        <p:nvPicPr>
          <p:cNvPr id="90" name="Image 2" descr="exports\_hulp2\img\data.png"/>
          <p:cNvPicPr>
            <a:picLocks noChangeAspect="1"/>
          </p:cNvPicPr>
          <p:nvPr/>
        </p:nvPicPr>
        <p:blipFill>
          <a:blip r:embed="rId5"/>
          <a:stretch>
            <a:fillRect/>
          </a:stretch>
        </p:blipFill>
        <p:spPr>
          <a:xfrm>
            <a:off x="10454335" y="1554480"/>
            <a:ext cx="1005840" cy="1005840"/>
          </a:xfrm>
          <a:prstGeom prst="rect">
            <a:avLst/>
          </a:prstGeom>
        </p:spPr>
      </p:pic>
      <p:sp>
        <p:nvSpPr>
          <p:cNvPr id="91" name="Text 86"/>
          <p:cNvSpPr/>
          <p:nvPr/>
        </p:nvSpPr>
        <p:spPr>
          <a:xfrm>
            <a:off x="8524037"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Open</a:t>
            </a:r>
            <a:endParaRPr lang="en-US" sz="2200" dirty="0"/>
          </a:p>
        </p:txBody>
      </p:sp>
      <p:sp>
        <p:nvSpPr>
          <p:cNvPr id="92" name="Text 87"/>
          <p:cNvSpPr/>
          <p:nvPr/>
        </p:nvSpPr>
        <p:spPr>
          <a:xfrm>
            <a:off x="8524037"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uitvoer/data-profiel.html: wat er in de data zit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deed /verkennen_data, en welke keuzes maakte jij?</a:t>
            </a:r>
            <a:endParaRPr lang="en-US" sz="2200" dirty="0"/>
          </a:p>
        </p:txBody>
      </p:sp>
      <p:pic>
        <p:nvPicPr>
          <p:cNvPr id="76" name="Image 0" descr="exports\261005_workshop_rad_uitvoering\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/verkennen_data: vier stappen, vier valkuilen</a:t>
            </a:r>
            <a:endParaRPr lang="en-US" sz="2900" dirty="0"/>
          </a:p>
        </p:txBody>
      </p:sp>
      <p:sp>
        <p:nvSpPr>
          <p:cNvPr id="73" name="Text 71"/>
          <p:cNvSpPr/>
          <p:nvPr/>
        </p:nvSpPr>
        <p:spPr>
          <a:xfrm>
            <a:off x="548640" y="1371600"/>
            <a:ext cx="11094415"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WAT DE SKILL DOET</a:t>
            </a:r>
            <a:endParaRPr lang="en-US" sz="1100" dirty="0"/>
          </a:p>
        </p:txBody>
      </p:sp>
      <p:sp>
        <p:nvSpPr>
          <p:cNvPr id="74" name="Shape 72"/>
          <p:cNvSpPr/>
          <p:nvPr/>
        </p:nvSpPr>
        <p:spPr>
          <a:xfrm>
            <a:off x="548640" y="1737360"/>
            <a:ext cx="2567864" cy="1634236"/>
          </a:xfrm>
          <a:prstGeom prst="roundRect">
            <a:avLst>
              <a:gd name="adj" fmla="val 8766"/>
            </a:avLst>
          </a:prstGeom>
          <a:solidFill>
            <a:srgbClr val="3D68EC"/>
          </a:solidFill>
          <a:ln/>
        </p:spPr>
        <p:txBody>
          <a:bodyPr/>
          <a:lstStyle/>
          <a:p>
            <a:endParaRPr lang="en-NL"/>
          </a:p>
        </p:txBody>
      </p:sp>
      <p:sp>
        <p:nvSpPr>
          <p:cNvPr id="75" name="Shape 73"/>
          <p:cNvSpPr/>
          <p:nvPr/>
        </p:nvSpPr>
        <p:spPr>
          <a:xfrm>
            <a:off x="822960" y="1920240"/>
            <a:ext cx="420624" cy="420624"/>
          </a:xfrm>
          <a:prstGeom prst="ellipse">
            <a:avLst/>
          </a:prstGeom>
          <a:solidFill>
            <a:srgbClr val="F4D74B"/>
          </a:solidFill>
          <a:ln/>
        </p:spPr>
        <p:txBody>
          <a:bodyPr/>
          <a:lstStyle/>
          <a:p>
            <a:endParaRPr lang="en-NL"/>
          </a:p>
        </p:txBody>
      </p:sp>
      <p:sp>
        <p:nvSpPr>
          <p:cNvPr id="76" name="Text 74"/>
          <p:cNvSpPr/>
          <p:nvPr/>
        </p:nvSpPr>
        <p:spPr>
          <a:xfrm>
            <a:off x="822960"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1</a:t>
            </a:r>
            <a:endParaRPr lang="en-US" sz="1600" dirty="0"/>
          </a:p>
        </p:txBody>
      </p:sp>
      <p:sp>
        <p:nvSpPr>
          <p:cNvPr id="77" name="Text 75"/>
          <p:cNvSpPr/>
          <p:nvPr/>
        </p:nvSpPr>
        <p:spPr>
          <a:xfrm>
            <a:off x="1371600" y="1938528"/>
            <a:ext cx="147058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8" name="Text 76"/>
          <p:cNvSpPr/>
          <p:nvPr/>
        </p:nvSpPr>
        <p:spPr>
          <a:xfrm>
            <a:off x="822960" y="269341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elke kolom betekent</a:t>
            </a:r>
            <a:endParaRPr lang="en-US" sz="1500" dirty="0"/>
          </a:p>
        </p:txBody>
      </p:sp>
      <p:sp>
        <p:nvSpPr>
          <p:cNvPr id="79" name="Shape 77"/>
          <p:cNvSpPr/>
          <p:nvPr/>
        </p:nvSpPr>
        <p:spPr>
          <a:xfrm>
            <a:off x="3390824" y="1737360"/>
            <a:ext cx="2567864" cy="1634236"/>
          </a:xfrm>
          <a:prstGeom prst="roundRect">
            <a:avLst>
              <a:gd name="adj" fmla="val 8766"/>
            </a:avLst>
          </a:prstGeom>
          <a:solidFill>
            <a:srgbClr val="3D68EC"/>
          </a:solidFill>
          <a:ln/>
        </p:spPr>
        <p:txBody>
          <a:bodyPr/>
          <a:lstStyle/>
          <a:p>
            <a:endParaRPr lang="en-NL"/>
          </a:p>
        </p:txBody>
      </p:sp>
      <p:sp>
        <p:nvSpPr>
          <p:cNvPr id="80" name="Shape 78"/>
          <p:cNvSpPr/>
          <p:nvPr/>
        </p:nvSpPr>
        <p:spPr>
          <a:xfrm>
            <a:off x="3665144" y="1920240"/>
            <a:ext cx="420624" cy="420624"/>
          </a:xfrm>
          <a:prstGeom prst="ellipse">
            <a:avLst/>
          </a:prstGeom>
          <a:solidFill>
            <a:srgbClr val="F4D74B"/>
          </a:solidFill>
          <a:ln/>
        </p:spPr>
        <p:txBody>
          <a:bodyPr/>
          <a:lstStyle/>
          <a:p>
            <a:endParaRPr lang="en-NL"/>
          </a:p>
        </p:txBody>
      </p:sp>
      <p:sp>
        <p:nvSpPr>
          <p:cNvPr id="81" name="Text 79"/>
          <p:cNvSpPr/>
          <p:nvPr/>
        </p:nvSpPr>
        <p:spPr>
          <a:xfrm>
            <a:off x="3665144"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2</a:t>
            </a:r>
            <a:endParaRPr lang="en-US" sz="1600" dirty="0"/>
          </a:p>
        </p:txBody>
      </p:sp>
      <p:sp>
        <p:nvSpPr>
          <p:cNvPr id="82" name="Text 80"/>
          <p:cNvSpPr/>
          <p:nvPr/>
        </p:nvSpPr>
        <p:spPr>
          <a:xfrm>
            <a:off x="4213784" y="1938528"/>
            <a:ext cx="147058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3" name="Text 81"/>
          <p:cNvSpPr/>
          <p:nvPr/>
        </p:nvSpPr>
        <p:spPr>
          <a:xfrm>
            <a:off x="3665144" y="269341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Ontbrekend, dubbel</a:t>
            </a:r>
            <a:endParaRPr lang="en-US" sz="1500" dirty="0"/>
          </a:p>
        </p:txBody>
      </p:sp>
      <p:sp>
        <p:nvSpPr>
          <p:cNvPr id="84" name="Shape 82"/>
          <p:cNvSpPr/>
          <p:nvPr/>
        </p:nvSpPr>
        <p:spPr>
          <a:xfrm>
            <a:off x="6233008" y="1737360"/>
            <a:ext cx="2567864" cy="1634236"/>
          </a:xfrm>
          <a:prstGeom prst="roundRect">
            <a:avLst>
              <a:gd name="adj" fmla="val 8766"/>
            </a:avLst>
          </a:prstGeom>
          <a:solidFill>
            <a:srgbClr val="3D68EC"/>
          </a:solidFill>
          <a:ln/>
        </p:spPr>
        <p:txBody>
          <a:bodyPr/>
          <a:lstStyle/>
          <a:p>
            <a:endParaRPr lang="en-NL"/>
          </a:p>
        </p:txBody>
      </p:sp>
      <p:sp>
        <p:nvSpPr>
          <p:cNvPr id="85" name="Shape 83"/>
          <p:cNvSpPr/>
          <p:nvPr/>
        </p:nvSpPr>
        <p:spPr>
          <a:xfrm>
            <a:off x="6507328" y="1920240"/>
            <a:ext cx="420624" cy="420624"/>
          </a:xfrm>
          <a:prstGeom prst="ellipse">
            <a:avLst/>
          </a:prstGeom>
          <a:solidFill>
            <a:srgbClr val="F4D74B"/>
          </a:solidFill>
          <a:ln/>
        </p:spPr>
        <p:txBody>
          <a:bodyPr/>
          <a:lstStyle/>
          <a:p>
            <a:endParaRPr lang="en-NL"/>
          </a:p>
        </p:txBody>
      </p:sp>
      <p:sp>
        <p:nvSpPr>
          <p:cNvPr id="86" name="Text 84"/>
          <p:cNvSpPr/>
          <p:nvPr/>
        </p:nvSpPr>
        <p:spPr>
          <a:xfrm>
            <a:off x="6507328"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3</a:t>
            </a:r>
            <a:endParaRPr lang="en-US" sz="1600" dirty="0"/>
          </a:p>
        </p:txBody>
      </p:sp>
      <p:sp>
        <p:nvSpPr>
          <p:cNvPr id="87" name="Text 85"/>
          <p:cNvSpPr/>
          <p:nvPr/>
        </p:nvSpPr>
        <p:spPr>
          <a:xfrm>
            <a:off x="7055968" y="1938528"/>
            <a:ext cx="1470584" cy="572008"/>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88" name="Text 86"/>
          <p:cNvSpPr/>
          <p:nvPr/>
        </p:nvSpPr>
        <p:spPr>
          <a:xfrm>
            <a:off x="6507328" y="269341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je precies telt</a:t>
            </a:r>
            <a:endParaRPr lang="en-US" sz="1500" dirty="0"/>
          </a:p>
        </p:txBody>
      </p:sp>
      <p:sp>
        <p:nvSpPr>
          <p:cNvPr id="89" name="Shape 87"/>
          <p:cNvSpPr/>
          <p:nvPr/>
        </p:nvSpPr>
        <p:spPr>
          <a:xfrm>
            <a:off x="9075191" y="1737360"/>
            <a:ext cx="2567864" cy="1634236"/>
          </a:xfrm>
          <a:prstGeom prst="roundRect">
            <a:avLst>
              <a:gd name="adj" fmla="val 8766"/>
            </a:avLst>
          </a:prstGeom>
          <a:solidFill>
            <a:srgbClr val="3D68EC"/>
          </a:solidFill>
          <a:ln/>
        </p:spPr>
        <p:txBody>
          <a:bodyPr/>
          <a:lstStyle/>
          <a:p>
            <a:endParaRPr lang="en-NL"/>
          </a:p>
        </p:txBody>
      </p:sp>
      <p:sp>
        <p:nvSpPr>
          <p:cNvPr id="90" name="Shape 88"/>
          <p:cNvSpPr/>
          <p:nvPr/>
        </p:nvSpPr>
        <p:spPr>
          <a:xfrm>
            <a:off x="9349511" y="1920240"/>
            <a:ext cx="420624" cy="420624"/>
          </a:xfrm>
          <a:prstGeom prst="ellipse">
            <a:avLst/>
          </a:prstGeom>
          <a:solidFill>
            <a:srgbClr val="F4D74B"/>
          </a:solidFill>
          <a:ln/>
        </p:spPr>
        <p:txBody>
          <a:bodyPr/>
          <a:lstStyle/>
          <a:p>
            <a:endParaRPr lang="en-NL"/>
          </a:p>
        </p:txBody>
      </p:sp>
      <p:sp>
        <p:nvSpPr>
          <p:cNvPr id="91" name="Text 89"/>
          <p:cNvSpPr/>
          <p:nvPr/>
        </p:nvSpPr>
        <p:spPr>
          <a:xfrm>
            <a:off x="9349511" y="1920240"/>
            <a:ext cx="420624" cy="420624"/>
          </a:xfrm>
          <a:prstGeom prst="rect">
            <a:avLst/>
          </a:prstGeom>
          <a:noFill/>
          <a:ln/>
        </p:spPr>
        <p:txBody>
          <a:bodyPr wrap="square" lIns="0" tIns="0" rIns="0" bIns="0" rtlCol="0" anchor="ctr"/>
          <a:lstStyle/>
          <a:p>
            <a:pPr marL="0" indent="0" algn="ctr">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4</a:t>
            </a:r>
            <a:endParaRPr lang="en-US" sz="1600" dirty="0"/>
          </a:p>
        </p:txBody>
      </p:sp>
      <p:sp>
        <p:nvSpPr>
          <p:cNvPr id="92" name="Text 90"/>
          <p:cNvSpPr/>
          <p:nvPr/>
        </p:nvSpPr>
        <p:spPr>
          <a:xfrm>
            <a:off x="9898151" y="1938528"/>
            <a:ext cx="1470584" cy="572008"/>
          </a:xfrm>
          <a:prstGeom prst="rect">
            <a:avLst/>
          </a:prstGeom>
          <a:noFill/>
          <a:ln/>
        </p:spPr>
        <p:txBody>
          <a:bodyPr wrap="square" lIns="0" tIns="0" rIns="0" bIns="0" rtlCol="0" anchor="t"/>
          <a:lstStyle/>
          <a:p>
            <a:pPr marL="0" indent="0" algn="l">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93" name="Text 91"/>
          <p:cNvSpPr/>
          <p:nvPr/>
        </p:nvSpPr>
        <p:spPr>
          <a:xfrm>
            <a:off x="9349511" y="2693416"/>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Drempel kleine groepen</a:t>
            </a:r>
            <a:endParaRPr lang="en-US" sz="1500" dirty="0"/>
          </a:p>
        </p:txBody>
      </p:sp>
      <p:sp>
        <p:nvSpPr>
          <p:cNvPr id="94" name="Text 92"/>
          <p:cNvSpPr/>
          <p:nvPr/>
        </p:nvSpPr>
        <p:spPr>
          <a:xfrm>
            <a:off x="548640" y="3645916"/>
            <a:ext cx="11094415"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3D68EC"/>
                </a:solidFill>
                <a:latin typeface="General Sans Semibold" pitchFamily="34" charset="0"/>
                <a:ea typeface="General Sans Semibold" pitchFamily="34" charset="-122"/>
                <a:cs typeface="General Sans Semibold" pitchFamily="34" charset="-120"/>
              </a:rPr>
              <a:t>WAT HIJ VOOR JE AFVANGT</a:t>
            </a:r>
            <a:endParaRPr lang="en-US" sz="1100" dirty="0"/>
          </a:p>
        </p:txBody>
      </p:sp>
      <p:sp>
        <p:nvSpPr>
          <p:cNvPr id="95" name="Shape 93"/>
          <p:cNvSpPr/>
          <p:nvPr/>
        </p:nvSpPr>
        <p:spPr>
          <a:xfrm>
            <a:off x="548640" y="4011676"/>
            <a:ext cx="2567864" cy="1634236"/>
          </a:xfrm>
          <a:prstGeom prst="roundRect">
            <a:avLst>
              <a:gd name="adj" fmla="val 8766"/>
            </a:avLst>
          </a:prstGeom>
          <a:solidFill>
            <a:srgbClr val="DD784B"/>
          </a:solidFill>
          <a:ln/>
        </p:spPr>
        <p:txBody>
          <a:bodyPr/>
          <a:lstStyle/>
          <a:p>
            <a:endParaRPr lang="en-NL"/>
          </a:p>
        </p:txBody>
      </p:sp>
      <p:sp>
        <p:nvSpPr>
          <p:cNvPr id="96" name="Text 94"/>
          <p:cNvSpPr/>
          <p:nvPr/>
        </p:nvSpPr>
        <p:spPr>
          <a:xfrm>
            <a:off x="822960" y="4212844"/>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97" name="Text 95"/>
          <p:cNvSpPr/>
          <p:nvPr/>
        </p:nvSpPr>
        <p:spPr>
          <a:xfrm>
            <a:off x="822960" y="496773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Nog niet af: uitgesloten</a:t>
            </a:r>
            <a:endParaRPr lang="en-US" sz="1500" dirty="0"/>
          </a:p>
        </p:txBody>
      </p:sp>
      <p:sp>
        <p:nvSpPr>
          <p:cNvPr id="98" name="Shape 96"/>
          <p:cNvSpPr/>
          <p:nvPr/>
        </p:nvSpPr>
        <p:spPr>
          <a:xfrm>
            <a:off x="3390824" y="4011676"/>
            <a:ext cx="2567864" cy="1634236"/>
          </a:xfrm>
          <a:prstGeom prst="roundRect">
            <a:avLst>
              <a:gd name="adj" fmla="val 8766"/>
            </a:avLst>
          </a:prstGeom>
          <a:solidFill>
            <a:srgbClr val="DD784B"/>
          </a:solidFill>
          <a:ln/>
        </p:spPr>
        <p:txBody>
          <a:bodyPr/>
          <a:lstStyle/>
          <a:p>
            <a:endParaRPr lang="en-NL"/>
          </a:p>
        </p:txBody>
      </p:sp>
      <p:sp>
        <p:nvSpPr>
          <p:cNvPr id="99" name="Text 97"/>
          <p:cNvSpPr/>
          <p:nvPr/>
        </p:nvSpPr>
        <p:spPr>
          <a:xfrm>
            <a:off x="3665144" y="4212844"/>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100" name="Text 98"/>
          <p:cNvSpPr/>
          <p:nvPr/>
        </p:nvSpPr>
        <p:spPr>
          <a:xfrm>
            <a:off x="3665144" y="496773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Kolom zonder variatie weg</a:t>
            </a:r>
            <a:endParaRPr lang="en-US" sz="1500" dirty="0"/>
          </a:p>
        </p:txBody>
      </p:sp>
      <p:sp>
        <p:nvSpPr>
          <p:cNvPr id="101" name="Shape 99"/>
          <p:cNvSpPr/>
          <p:nvPr/>
        </p:nvSpPr>
        <p:spPr>
          <a:xfrm>
            <a:off x="6233008" y="4011676"/>
            <a:ext cx="2567864" cy="1634236"/>
          </a:xfrm>
          <a:prstGeom prst="roundRect">
            <a:avLst>
              <a:gd name="adj" fmla="val 8766"/>
            </a:avLst>
          </a:prstGeom>
          <a:solidFill>
            <a:srgbClr val="DD784B"/>
          </a:solidFill>
          <a:ln/>
        </p:spPr>
        <p:txBody>
          <a:bodyPr/>
          <a:lstStyle/>
          <a:p>
            <a:endParaRPr lang="en-NL"/>
          </a:p>
        </p:txBody>
      </p:sp>
      <p:sp>
        <p:nvSpPr>
          <p:cNvPr id="102" name="Text 100"/>
          <p:cNvSpPr/>
          <p:nvPr/>
        </p:nvSpPr>
        <p:spPr>
          <a:xfrm>
            <a:off x="6507328" y="4212844"/>
            <a:ext cx="2019224" cy="572008"/>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103" name="Text 101"/>
          <p:cNvSpPr/>
          <p:nvPr/>
        </p:nvSpPr>
        <p:spPr>
          <a:xfrm>
            <a:off x="6507328" y="496773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Onder de 30 niet getoond</a:t>
            </a:r>
            <a:endParaRPr lang="en-US" sz="1500" dirty="0"/>
          </a:p>
        </p:txBody>
      </p:sp>
      <p:sp>
        <p:nvSpPr>
          <p:cNvPr id="104" name="Shape 102"/>
          <p:cNvSpPr/>
          <p:nvPr/>
        </p:nvSpPr>
        <p:spPr>
          <a:xfrm>
            <a:off x="9075191" y="4011676"/>
            <a:ext cx="2567864" cy="1634236"/>
          </a:xfrm>
          <a:prstGeom prst="roundRect">
            <a:avLst>
              <a:gd name="adj" fmla="val 8766"/>
            </a:avLst>
          </a:prstGeom>
          <a:solidFill>
            <a:srgbClr val="DD784B"/>
          </a:solidFill>
          <a:ln/>
        </p:spPr>
        <p:txBody>
          <a:bodyPr/>
          <a:lstStyle/>
          <a:p>
            <a:endParaRPr lang="en-NL"/>
          </a:p>
        </p:txBody>
      </p:sp>
      <p:sp>
        <p:nvSpPr>
          <p:cNvPr id="105" name="Text 103"/>
          <p:cNvSpPr/>
          <p:nvPr/>
        </p:nvSpPr>
        <p:spPr>
          <a:xfrm>
            <a:off x="9349511" y="4212844"/>
            <a:ext cx="2019224" cy="572008"/>
          </a:xfrm>
          <a:prstGeom prst="rect">
            <a:avLst/>
          </a:prstGeom>
          <a:noFill/>
          <a:ln/>
        </p:spPr>
        <p:txBody>
          <a:bodyPr wrap="square" lIns="0" tIns="0" rIns="0" bIns="0" rtlCol="0" anchor="t"/>
          <a:lstStyle/>
          <a:p>
            <a:pPr marL="0" indent="0" algn="l">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106" name="Text 104"/>
          <p:cNvSpPr/>
          <p:nvPr/>
        </p:nvSpPr>
        <p:spPr>
          <a:xfrm>
            <a:off x="9349511" y="4967732"/>
            <a:ext cx="2019224"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Verschil is geen effect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r>
              <a:rPr lang="en-US" sz="1800" dirty="0">
                <a:solidFill>
                  <a:srgbClr val="000000"/>
                </a:solidFill>
                <a:latin typeface="General Sans" pitchFamily="34" charset="0"/>
                <a:ea typeface="General Sans" pitchFamily="34" charset="-122"/>
                <a:cs typeface="General Sans" pitchFamily="34" charset="-120"/>
              </a:rPr>
              <a:t>. Open het met rechtsklik en </a:t>
            </a:r>
            <a:r>
              <a:rPr lang="en-US" sz="1800" dirty="0">
                <a:solidFill>
                  <a:srgbClr val="00AF81"/>
                </a:solidFill>
                <a:latin typeface="General Sans Semibold" pitchFamily="34" charset="0"/>
                <a:ea typeface="General Sans Semibold" pitchFamily="34" charset="-122"/>
                <a:cs typeface="General Sans Semibold" pitchFamily="34" charset="-120"/>
              </a:rPr>
              <a:t>Show Preview</a:t>
            </a: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Shape 70"/>
          <p:cNvSpPr/>
          <p:nvPr/>
        </p:nvSpPr>
        <p:spPr>
          <a:xfrm>
            <a:off x="548640" y="1280160"/>
            <a:ext cx="1005840" cy="1005840"/>
          </a:xfrm>
          <a:prstGeom prst="ellipse">
            <a:avLst/>
          </a:prstGeom>
          <a:solidFill>
            <a:srgbClr val="F4D74B"/>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25 minuten. Wissel van rol: /schets_dashboard, dan /bouwen_dashboard.</a:t>
            </a:r>
            <a:endParaRPr lang="en-US" sz="2200" dirty="0"/>
          </a:p>
        </p:txBody>
      </p:sp>
      <p:pic>
        <p:nvPicPr>
          <p:cNvPr id="76" name="Image 0" descr="exports\261005_workshop_rad_uitvoering\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2: eerst schetsen, dan bouwen</a:t>
            </a:r>
            <a:endParaRPr lang="en-US" sz="3400" dirty="0"/>
          </a:p>
        </p:txBody>
      </p:sp>
      <p:sp>
        <p:nvSpPr>
          <p:cNvPr id="73" name="Shape 71"/>
          <p:cNvSpPr/>
          <p:nvPr/>
        </p:nvSpPr>
        <p:spPr>
          <a:xfrm>
            <a:off x="548640" y="1371600"/>
            <a:ext cx="5318608" cy="2560320"/>
          </a:xfrm>
          <a:prstGeom prst="roundRect">
            <a:avLst>
              <a:gd name="adj" fmla="val 3571"/>
            </a:avLst>
          </a:prstGeom>
          <a:solidFill>
            <a:srgbClr val="3D68EC"/>
          </a:solidFill>
          <a:ln/>
        </p:spPr>
        <p:txBody>
          <a:bodyPr/>
          <a:lstStyle/>
          <a:p>
            <a:endParaRPr/>
          </a:p>
        </p:txBody>
      </p:sp>
      <p:pic>
        <p:nvPicPr>
          <p:cNvPr id="74" name="Image 0" descr="exports\_hulp2\img\Document.png"/>
          <p:cNvPicPr>
            <a:picLocks noChangeAspect="1"/>
          </p:cNvPicPr>
          <p:nvPr/>
        </p:nvPicPr>
        <p:blipFill>
          <a:blip r:embed="rId3"/>
          <a:stretch>
            <a:fillRect/>
          </a:stretch>
        </p:blipFill>
        <p:spPr>
          <a:xfrm>
            <a:off x="4678528" y="1554480"/>
            <a:ext cx="1005840" cy="1005840"/>
          </a:xfrm>
          <a:prstGeom prst="rect">
            <a:avLst/>
          </a:prstGeom>
        </p:spPr>
      </p:pic>
      <p:sp>
        <p:nvSpPr>
          <p:cNvPr id="75" name="Text 72"/>
          <p:cNvSpPr/>
          <p:nvPr/>
        </p:nvSpPr>
        <p:spPr>
          <a:xfrm>
            <a:off x="822960"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/schets_dashboard</a:t>
            </a:r>
            <a:endParaRPr lang="en-US" sz="2200" dirty="0"/>
          </a:p>
        </p:txBody>
      </p:sp>
      <p:sp>
        <p:nvSpPr>
          <p:cNvPr id="76" name="Text 73"/>
          <p:cNvSpPr/>
          <p:nvPr/>
        </p:nvSpPr>
        <p:spPr>
          <a:xfrm>
            <a:off x="822960"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grafieken, nog zonder data.</a:t>
            </a:r>
            <a:endParaRPr lang="en-US" sz="1500" dirty="0"/>
          </a:p>
        </p:txBody>
      </p:sp>
      <p:sp>
        <p:nvSpPr>
          <p:cNvPr id="77" name="Text 74"/>
          <p:cNvSpPr/>
          <p:nvPr/>
        </p:nvSpPr>
        <p:spPr>
          <a:xfrm>
            <a:off x="822960"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8" name="Text 75"/>
          <p:cNvSpPr/>
          <p:nvPr/>
        </p:nvSpPr>
        <p:spPr>
          <a:xfrm>
            <a:off x="822960"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uitvoer/schets.html</a:t>
            </a:r>
            <a:endParaRPr lang="en-US" sz="1500" dirty="0"/>
          </a:p>
        </p:txBody>
      </p:sp>
      <p:sp>
        <p:nvSpPr>
          <p:cNvPr id="79" name="Shape 76"/>
          <p:cNvSpPr/>
          <p:nvPr/>
        </p:nvSpPr>
        <p:spPr>
          <a:xfrm>
            <a:off x="5976976" y="2377440"/>
            <a:ext cx="237744" cy="548640"/>
          </a:xfrm>
          <a:prstGeom prst="chevron">
            <a:avLst/>
          </a:prstGeom>
          <a:solidFill>
            <a:srgbClr val="3D68EC"/>
          </a:solidFill>
          <a:ln/>
        </p:spPr>
        <p:txBody>
          <a:bodyPr/>
          <a:lstStyle/>
          <a:p>
            <a:endParaRPr/>
          </a:p>
        </p:txBody>
      </p:sp>
      <p:sp>
        <p:nvSpPr>
          <p:cNvPr id="80" name="Shape 77"/>
          <p:cNvSpPr/>
          <p:nvPr/>
        </p:nvSpPr>
        <p:spPr>
          <a:xfrm>
            <a:off x="6324448" y="1371600"/>
            <a:ext cx="5318608" cy="2560320"/>
          </a:xfrm>
          <a:prstGeom prst="roundRect">
            <a:avLst>
              <a:gd name="adj" fmla="val 3571"/>
            </a:avLst>
          </a:prstGeom>
          <a:solidFill>
            <a:srgbClr val="DD784B"/>
          </a:solidFill>
          <a:ln/>
        </p:spPr>
        <p:txBody>
          <a:bodyPr/>
          <a:lstStyle/>
          <a:p>
            <a:endParaRPr/>
          </a:p>
        </p:txBody>
      </p:sp>
      <p:pic>
        <p:nvPicPr>
          <p:cNvPr id="81" name="Image 1" descr="exports\_hulp2\img\learninganalystics.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98768" y="1645920"/>
            <a:ext cx="476996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/bouwen_dashboard</a:t>
            </a:r>
            <a:endParaRPr lang="en-US" sz="2200" dirty="0"/>
          </a:p>
        </p:txBody>
      </p:sp>
      <p:sp>
        <p:nvSpPr>
          <p:cNvPr id="83" name="Text 79"/>
          <p:cNvSpPr/>
          <p:nvPr/>
        </p:nvSpPr>
        <p:spPr>
          <a:xfrm>
            <a:off x="6598768" y="2258568"/>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Bouwt alle grafieken uit de schets.</a:t>
            </a:r>
            <a:endParaRPr lang="en-US" sz="1500" dirty="0"/>
          </a:p>
        </p:txBody>
      </p:sp>
      <p:sp>
        <p:nvSpPr>
          <p:cNvPr id="84" name="Text 80"/>
          <p:cNvSpPr/>
          <p:nvPr/>
        </p:nvSpPr>
        <p:spPr>
          <a:xfrm>
            <a:off x="6598768" y="2711958"/>
            <a:ext cx="476996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5" name="Text 81"/>
          <p:cNvSpPr/>
          <p:nvPr/>
        </p:nvSpPr>
        <p:spPr>
          <a:xfrm>
            <a:off x="6598768" y="3059430"/>
            <a:ext cx="476996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uitvoer/dashboard.html</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Shape 70"/>
          <p:cNvSpPr/>
          <p:nvPr/>
        </p:nvSpPr>
        <p:spPr>
          <a:xfrm>
            <a:off x="548640" y="1280160"/>
            <a:ext cx="1005840" cy="1005840"/>
          </a:xfrm>
          <a:prstGeom prst="ellipse">
            <a:avLst/>
          </a:prstGeom>
          <a:solidFill>
            <a:srgbClr val="F4D9DC"/>
          </a:solidFill>
          <a:ln/>
        </p:spPr>
        <p:txBody>
          <a:bodyPr/>
          <a:lstStyle/>
          <a:p>
            <a:endParaR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deden de skills, en wat zou jij anders willen?</a:t>
            </a:r>
            <a:endParaRPr lang="en-US" sz="2200" dirty="0"/>
          </a:p>
        </p:txBody>
      </p:sp>
      <p:pic>
        <p:nvPicPr>
          <p:cNvPr id="76" name="Image 0" descr="exports\261005_workshop_rad_uitvoering\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/schets_dashboard: voorstel, bijsturen, schets</a:t>
            </a:r>
            <a:endParaRPr lang="en-US" sz="2800" dirty="0"/>
          </a:p>
        </p:txBody>
      </p:sp>
      <p:sp>
        <p:nvSpPr>
          <p:cNvPr id="73" name="Shape 71"/>
          <p:cNvSpPr/>
          <p:nvPr/>
        </p:nvSpPr>
        <p:spPr>
          <a:xfrm>
            <a:off x="548640" y="1371600"/>
            <a:ext cx="3393338" cy="2560320"/>
          </a:xfrm>
          <a:prstGeom prst="roundRect">
            <a:avLst>
              <a:gd name="adj" fmla="val 357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Voorstel</a:t>
            </a:r>
            <a:endParaRPr lang="en-US" sz="2200" dirty="0"/>
          </a:p>
        </p:txBody>
      </p:sp>
      <p:sp>
        <p:nvSpPr>
          <p:cNvPr id="77" name="Text 75"/>
          <p:cNvSpPr/>
          <p:nvPr/>
        </p:nvSpPr>
        <p:spPr>
          <a:xfrm>
            <a:off x="822960"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grafieken</a:t>
            </a:r>
            <a:endParaRPr lang="en-US" sz="1500" dirty="0"/>
          </a:p>
        </p:txBody>
      </p:sp>
      <p:sp>
        <p:nvSpPr>
          <p:cNvPr id="78" name="Shape 76"/>
          <p:cNvSpPr/>
          <p:nvPr/>
        </p:nvSpPr>
        <p:spPr>
          <a:xfrm>
            <a:off x="4051706" y="2377440"/>
            <a:ext cx="237744" cy="548640"/>
          </a:xfrm>
          <a:prstGeom prst="chevron">
            <a:avLst/>
          </a:prstGeom>
          <a:solidFill>
            <a:srgbClr val="3D68EC"/>
          </a:solidFill>
          <a:ln/>
        </p:spPr>
        <p:txBody>
          <a:bodyPr/>
          <a:lstStyle/>
          <a:p>
            <a:endParaRPr/>
          </a:p>
        </p:txBody>
      </p:sp>
      <p:sp>
        <p:nvSpPr>
          <p:cNvPr id="79" name="Shape 77"/>
          <p:cNvSpPr/>
          <p:nvPr/>
        </p:nvSpPr>
        <p:spPr>
          <a:xfrm>
            <a:off x="4399178" y="1371600"/>
            <a:ext cx="3393338" cy="2560320"/>
          </a:xfrm>
          <a:prstGeom prst="roundRect">
            <a:avLst>
              <a:gd name="adj" fmla="val 3571"/>
            </a:avLst>
          </a:prstGeom>
          <a:solidFill>
            <a:srgbClr val="DD784B"/>
          </a:solidFill>
          <a:ln/>
        </p:spPr>
        <p:txBody>
          <a:bodyPr/>
          <a:lstStyle/>
          <a:p>
            <a:endParaRPr/>
          </a:p>
        </p:txBody>
      </p:sp>
      <p:sp>
        <p:nvSpPr>
          <p:cNvPr id="80" name="Shape 78"/>
          <p:cNvSpPr/>
          <p:nvPr/>
        </p:nvSpPr>
        <p:spPr>
          <a:xfrm>
            <a:off x="4673498" y="1645920"/>
            <a:ext cx="548640" cy="548640"/>
          </a:xfrm>
          <a:prstGeom prst="ellipse">
            <a:avLst/>
          </a:prstGeom>
          <a:solidFill>
            <a:srgbClr val="F4D9DC"/>
          </a:solidFill>
          <a:ln/>
        </p:spPr>
        <p:txBody>
          <a:bodyPr/>
          <a:lstStyle/>
          <a:p>
            <a:endParaRPr/>
          </a:p>
        </p:txBody>
      </p:sp>
      <p:sp>
        <p:nvSpPr>
          <p:cNvPr id="81" name="Text 79"/>
          <p:cNvSpPr/>
          <p:nvPr/>
        </p:nvSpPr>
        <p:spPr>
          <a:xfrm>
            <a:off x="467349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2" name="Text 80"/>
          <p:cNvSpPr/>
          <p:nvPr/>
        </p:nvSpPr>
        <p:spPr>
          <a:xfrm>
            <a:off x="4673498"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Bijsturen</a:t>
            </a:r>
            <a:endParaRPr lang="en-US" sz="2200" dirty="0"/>
          </a:p>
        </p:txBody>
      </p:sp>
      <p:sp>
        <p:nvSpPr>
          <p:cNvPr id="83" name="Text 81"/>
          <p:cNvSpPr/>
          <p:nvPr/>
        </p:nvSpPr>
        <p:spPr>
          <a:xfrm>
            <a:off x="4673498"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kiest, schrapt of past aan</a:t>
            </a:r>
            <a:endParaRPr lang="en-US" sz="1500" dirty="0"/>
          </a:p>
        </p:txBody>
      </p:sp>
      <p:sp>
        <p:nvSpPr>
          <p:cNvPr id="84" name="Shape 82"/>
          <p:cNvSpPr/>
          <p:nvPr/>
        </p:nvSpPr>
        <p:spPr>
          <a:xfrm>
            <a:off x="7902245" y="2377440"/>
            <a:ext cx="237744" cy="548640"/>
          </a:xfrm>
          <a:prstGeom prst="chevron">
            <a:avLst/>
          </a:prstGeom>
          <a:solidFill>
            <a:srgbClr val="3D68EC"/>
          </a:solidFill>
          <a:ln/>
        </p:spPr>
        <p:txBody>
          <a:bodyPr/>
          <a:lstStyle/>
          <a:p>
            <a:endParaRPr/>
          </a:p>
        </p:txBody>
      </p:sp>
      <p:sp>
        <p:nvSpPr>
          <p:cNvPr id="85" name="Shape 83"/>
          <p:cNvSpPr/>
          <p:nvPr/>
        </p:nvSpPr>
        <p:spPr>
          <a:xfrm>
            <a:off x="8249717" y="1371600"/>
            <a:ext cx="3393338" cy="2560320"/>
          </a:xfrm>
          <a:prstGeom prst="roundRect">
            <a:avLst>
              <a:gd name="adj" fmla="val 3571"/>
            </a:avLst>
          </a:prstGeom>
          <a:solidFill>
            <a:srgbClr val="00AF81"/>
          </a:solidFill>
          <a:ln/>
        </p:spPr>
        <p:txBody>
          <a:bodyPr/>
          <a:lstStyle/>
          <a:p>
            <a:endParaRPr/>
          </a:p>
        </p:txBody>
      </p:sp>
      <p:sp>
        <p:nvSpPr>
          <p:cNvPr id="86" name="Shape 84"/>
          <p:cNvSpPr/>
          <p:nvPr/>
        </p:nvSpPr>
        <p:spPr>
          <a:xfrm>
            <a:off x="8524037" y="1645920"/>
            <a:ext cx="548640" cy="548640"/>
          </a:xfrm>
          <a:prstGeom prst="ellipse">
            <a:avLst/>
          </a:prstGeom>
          <a:solidFill>
            <a:srgbClr val="F4D9DC"/>
          </a:solidFill>
          <a:ln/>
        </p:spPr>
        <p:txBody>
          <a:bodyPr/>
          <a:lstStyle/>
          <a:p>
            <a:endParaRPr/>
          </a:p>
        </p:txBody>
      </p:sp>
      <p:sp>
        <p:nvSpPr>
          <p:cNvPr id="87" name="Text 85"/>
          <p:cNvSpPr/>
          <p:nvPr/>
        </p:nvSpPr>
        <p:spPr>
          <a:xfrm>
            <a:off x="852403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88" name="Text 86"/>
          <p:cNvSpPr/>
          <p:nvPr/>
        </p:nvSpPr>
        <p:spPr>
          <a:xfrm>
            <a:off x="8524037"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a:t>
            </a:r>
            <a:endParaRPr lang="en-US" sz="2200" dirty="0"/>
          </a:p>
        </p:txBody>
      </p:sp>
      <p:sp>
        <p:nvSpPr>
          <p:cNvPr id="89" name="Text 87"/>
          <p:cNvSpPr/>
          <p:nvPr/>
        </p:nvSpPr>
        <p:spPr>
          <a:xfrm>
            <a:off x="8524037"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uitvoer/schets.html, nog zonder data</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icPr>
            <a:picLocks noChangeAspect="1"/>
          </p:cNvPicPr>
          <p:nvPr/>
        </p:nvPicPr>
        <p:blipFill>
          <a:blip r:embed="rId3"/>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schets_dashboard: je vraag, je keuzes en per view de maat, de uitsplitsing en een schetsplaatje. Zonder data en zonder conclusie.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900" dirty="0">
                <a:solidFill>
                  <a:srgbClr val="3D68EC"/>
                </a:solidFill>
                <a:latin typeface="General Sans Semibold" pitchFamily="34" charset="0"/>
                <a:ea typeface="General Sans Semibold" pitchFamily="34" charset="-122"/>
                <a:cs typeface="General Sans Semibold" pitchFamily="34" charset="-120"/>
              </a:rPr>
              <a:t>/bouwen_dashboard: lezen, bouwen, controleren</a:t>
            </a:r>
            <a:endParaRPr lang="en-US" sz="2900" dirty="0"/>
          </a:p>
        </p:txBody>
      </p:sp>
      <p:sp>
        <p:nvSpPr>
          <p:cNvPr id="73" name="Shape 71"/>
          <p:cNvSpPr/>
          <p:nvPr/>
        </p:nvSpPr>
        <p:spPr>
          <a:xfrm>
            <a:off x="548640" y="1371600"/>
            <a:ext cx="3393338" cy="2560320"/>
          </a:xfrm>
          <a:prstGeom prst="roundRect">
            <a:avLst>
              <a:gd name="adj" fmla="val 3571"/>
            </a:avLst>
          </a:prstGeom>
          <a:solidFill>
            <a:srgbClr val="3D68EC"/>
          </a:solidFill>
          <a:ln/>
        </p:spPr>
        <p:txBody>
          <a:bodyPr/>
          <a:lstStyle/>
          <a:p>
            <a:endParaRPr/>
          </a:p>
        </p:txBody>
      </p:sp>
      <p:sp>
        <p:nvSpPr>
          <p:cNvPr id="74" name="Shape 72"/>
          <p:cNvSpPr/>
          <p:nvPr/>
        </p:nvSpPr>
        <p:spPr>
          <a:xfrm>
            <a:off x="822960" y="1645920"/>
            <a:ext cx="548640" cy="548640"/>
          </a:xfrm>
          <a:prstGeom prst="ellipse">
            <a:avLst/>
          </a:prstGeom>
          <a:solidFill>
            <a:srgbClr val="F4D74B"/>
          </a:solidFill>
          <a:ln/>
        </p:spPr>
        <p:txBody>
          <a:bodyPr/>
          <a:lstStyle/>
          <a:p>
            <a:endParaR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Leest</a:t>
            </a:r>
            <a:endParaRPr lang="en-US" sz="2200" dirty="0"/>
          </a:p>
        </p:txBody>
      </p:sp>
      <p:sp>
        <p:nvSpPr>
          <p:cNvPr id="77" name="Text 75"/>
          <p:cNvSpPr/>
          <p:nvPr/>
        </p:nvSpPr>
        <p:spPr>
          <a:xfrm>
            <a:off x="822960"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Je profiel en je schets</a:t>
            </a:r>
            <a:endParaRPr lang="en-US" sz="1500" dirty="0"/>
          </a:p>
        </p:txBody>
      </p:sp>
      <p:sp>
        <p:nvSpPr>
          <p:cNvPr id="78" name="Shape 76"/>
          <p:cNvSpPr/>
          <p:nvPr/>
        </p:nvSpPr>
        <p:spPr>
          <a:xfrm>
            <a:off x="4051706" y="2377440"/>
            <a:ext cx="237744" cy="548640"/>
          </a:xfrm>
          <a:prstGeom prst="chevron">
            <a:avLst/>
          </a:prstGeom>
          <a:solidFill>
            <a:srgbClr val="3D68EC"/>
          </a:solidFill>
          <a:ln/>
        </p:spPr>
        <p:txBody>
          <a:bodyPr/>
          <a:lstStyle/>
          <a:p>
            <a:endParaRPr/>
          </a:p>
        </p:txBody>
      </p:sp>
      <p:sp>
        <p:nvSpPr>
          <p:cNvPr id="79" name="Shape 77"/>
          <p:cNvSpPr/>
          <p:nvPr/>
        </p:nvSpPr>
        <p:spPr>
          <a:xfrm>
            <a:off x="4399178" y="1371600"/>
            <a:ext cx="3393338" cy="2560320"/>
          </a:xfrm>
          <a:prstGeom prst="roundRect">
            <a:avLst>
              <a:gd name="adj" fmla="val 3571"/>
            </a:avLst>
          </a:prstGeom>
          <a:solidFill>
            <a:srgbClr val="DD784B"/>
          </a:solidFill>
          <a:ln/>
        </p:spPr>
        <p:txBody>
          <a:bodyPr/>
          <a:lstStyle/>
          <a:p>
            <a:endParaRPr/>
          </a:p>
        </p:txBody>
      </p:sp>
      <p:sp>
        <p:nvSpPr>
          <p:cNvPr id="80" name="Shape 78"/>
          <p:cNvSpPr/>
          <p:nvPr/>
        </p:nvSpPr>
        <p:spPr>
          <a:xfrm>
            <a:off x="4673498" y="1645920"/>
            <a:ext cx="548640" cy="548640"/>
          </a:xfrm>
          <a:prstGeom prst="ellipse">
            <a:avLst/>
          </a:prstGeom>
          <a:solidFill>
            <a:srgbClr val="F4D9DC"/>
          </a:solidFill>
          <a:ln/>
        </p:spPr>
        <p:txBody>
          <a:bodyPr/>
          <a:lstStyle/>
          <a:p>
            <a:endParaRPr/>
          </a:p>
        </p:txBody>
      </p:sp>
      <p:sp>
        <p:nvSpPr>
          <p:cNvPr id="81" name="Text 79"/>
          <p:cNvSpPr/>
          <p:nvPr/>
        </p:nvSpPr>
        <p:spPr>
          <a:xfrm>
            <a:off x="467349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2" name="Text 80"/>
          <p:cNvSpPr/>
          <p:nvPr/>
        </p:nvSpPr>
        <p:spPr>
          <a:xfrm>
            <a:off x="4673498"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Bouwt</a:t>
            </a:r>
            <a:endParaRPr lang="en-US" sz="2200" dirty="0"/>
          </a:p>
        </p:txBody>
      </p:sp>
      <p:sp>
        <p:nvSpPr>
          <p:cNvPr id="83" name="Text 81"/>
          <p:cNvSpPr/>
          <p:nvPr/>
        </p:nvSpPr>
        <p:spPr>
          <a:xfrm>
            <a:off x="4673498"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 grafieken, met de checks erin</a:t>
            </a:r>
            <a:endParaRPr lang="en-US" sz="1500" dirty="0"/>
          </a:p>
        </p:txBody>
      </p:sp>
      <p:sp>
        <p:nvSpPr>
          <p:cNvPr id="84" name="Shape 82"/>
          <p:cNvSpPr/>
          <p:nvPr/>
        </p:nvSpPr>
        <p:spPr>
          <a:xfrm>
            <a:off x="7902245" y="2377440"/>
            <a:ext cx="237744" cy="548640"/>
          </a:xfrm>
          <a:prstGeom prst="chevron">
            <a:avLst/>
          </a:prstGeom>
          <a:solidFill>
            <a:srgbClr val="3D68EC"/>
          </a:solidFill>
          <a:ln/>
        </p:spPr>
        <p:txBody>
          <a:bodyPr/>
          <a:lstStyle/>
          <a:p>
            <a:endParaRPr/>
          </a:p>
        </p:txBody>
      </p:sp>
      <p:sp>
        <p:nvSpPr>
          <p:cNvPr id="85" name="Shape 83"/>
          <p:cNvSpPr/>
          <p:nvPr/>
        </p:nvSpPr>
        <p:spPr>
          <a:xfrm>
            <a:off x="8249717" y="1371600"/>
            <a:ext cx="3393338" cy="2560320"/>
          </a:xfrm>
          <a:prstGeom prst="roundRect">
            <a:avLst>
              <a:gd name="adj" fmla="val 3571"/>
            </a:avLst>
          </a:prstGeom>
          <a:solidFill>
            <a:srgbClr val="00AF81"/>
          </a:solidFill>
          <a:ln/>
        </p:spPr>
        <p:txBody>
          <a:bodyPr/>
          <a:lstStyle/>
          <a:p>
            <a:endParaRPr/>
          </a:p>
        </p:txBody>
      </p:sp>
      <p:sp>
        <p:nvSpPr>
          <p:cNvPr id="86" name="Shape 84"/>
          <p:cNvSpPr/>
          <p:nvPr/>
        </p:nvSpPr>
        <p:spPr>
          <a:xfrm>
            <a:off x="8524037" y="1645920"/>
            <a:ext cx="548640" cy="548640"/>
          </a:xfrm>
          <a:prstGeom prst="ellipse">
            <a:avLst/>
          </a:prstGeom>
          <a:solidFill>
            <a:srgbClr val="F4D9DC"/>
          </a:solidFill>
          <a:ln/>
        </p:spPr>
        <p:txBody>
          <a:bodyPr/>
          <a:lstStyle/>
          <a:p>
            <a:endParaRPr/>
          </a:p>
        </p:txBody>
      </p:sp>
      <p:sp>
        <p:nvSpPr>
          <p:cNvPr id="87" name="Text 85"/>
          <p:cNvSpPr/>
          <p:nvPr/>
        </p:nvSpPr>
        <p:spPr>
          <a:xfrm>
            <a:off x="8524037"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88" name="Text 86"/>
          <p:cNvSpPr/>
          <p:nvPr/>
        </p:nvSpPr>
        <p:spPr>
          <a:xfrm>
            <a:off x="8524037" y="2423160"/>
            <a:ext cx="284469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Controleert</a:t>
            </a:r>
            <a:endParaRPr lang="en-US" sz="2200" dirty="0"/>
          </a:p>
        </p:txBody>
      </p:sp>
      <p:sp>
        <p:nvSpPr>
          <p:cNvPr id="89" name="Text 87"/>
          <p:cNvSpPr/>
          <p:nvPr/>
        </p:nvSpPr>
        <p:spPr>
          <a:xfrm>
            <a:off x="8524037" y="3035808"/>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Rekent de cijfers na</a:t>
            </a:r>
            <a:endParaRPr lang="en-US" sz="1500" dirty="0"/>
          </a:p>
        </p:txBody>
      </p:sp>
      <p:sp>
        <p:nvSpPr>
          <p:cNvPr id="90" name="Text 88"/>
          <p:cNvSpPr/>
          <p:nvPr/>
        </p:nvSpPr>
        <p:spPr>
          <a:xfrm>
            <a:off x="548640" y="41148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pitchFamily="34" charset="0"/>
                <a:ea typeface="General Sans" pitchFamily="34" charset="-122"/>
                <a:cs typeface="General Sans" pitchFamily="34" charset="-120"/>
              </a:rPr>
              <a:t>Levert: </a:t>
            </a:r>
            <a:r>
              <a:rPr lang="en-US" sz="1800" dirty="0">
                <a:solidFill>
                  <a:srgbClr val="3D68EC"/>
                </a:solidFill>
                <a:latin typeface="General Sans Semibold" pitchFamily="34" charset="0"/>
                <a:ea typeface="General Sans Semibold" pitchFamily="34" charset="-122"/>
                <a:cs typeface="General Sans Semibold" pitchFamily="34" charset="-120"/>
              </a:rPr>
              <a:t>uitvoer/dashboard.html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icPr>
            <a:picLocks noChangeAspect="1"/>
          </p:cNvPicPr>
          <p:nvPr/>
        </p:nvPicPr>
        <p:blipFill>
          <a:blip r:embed="rId3"/>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uitvoer/dashboard.html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Eén HTML-bestand met een filter, grafieken met n per groep en een label dat het demodata is.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NL"/>
          </a:p>
        </p:txBody>
      </p:sp>
      <p:sp>
        <p:nvSpPr>
          <p:cNvPr id="3" name="Shape 1"/>
          <p:cNvSpPr/>
          <p:nvPr/>
        </p:nvSpPr>
        <p:spPr>
          <a:xfrm>
            <a:off x="11212173" y="399224"/>
            <a:ext cx="34616" cy="34616"/>
          </a:xfrm>
          <a:prstGeom prst="ellipse">
            <a:avLst/>
          </a:prstGeom>
          <a:solidFill>
            <a:srgbClr val="000000"/>
          </a:solidFill>
          <a:ln/>
        </p:spPr>
        <p:txBody>
          <a:bodyPr/>
          <a:lstStyle/>
          <a:p>
            <a:endParaRPr lang="en-NL"/>
          </a:p>
        </p:txBody>
      </p:sp>
      <p:sp>
        <p:nvSpPr>
          <p:cNvPr id="4" name="Shape 2"/>
          <p:cNvSpPr/>
          <p:nvPr/>
        </p:nvSpPr>
        <p:spPr>
          <a:xfrm>
            <a:off x="11398641" y="399224"/>
            <a:ext cx="34616" cy="34616"/>
          </a:xfrm>
          <a:prstGeom prst="ellipse">
            <a:avLst/>
          </a:prstGeom>
          <a:solidFill>
            <a:srgbClr val="000000"/>
          </a:solidFill>
          <a:ln/>
        </p:spPr>
        <p:txBody>
          <a:bodyPr/>
          <a:lstStyle/>
          <a:p>
            <a:endParaRPr lang="en-NL"/>
          </a:p>
        </p:txBody>
      </p:sp>
      <p:sp>
        <p:nvSpPr>
          <p:cNvPr id="5" name="Shape 3"/>
          <p:cNvSpPr/>
          <p:nvPr/>
        </p:nvSpPr>
        <p:spPr>
          <a:xfrm>
            <a:off x="11258374" y="435357"/>
            <a:ext cx="51936" cy="51936"/>
          </a:xfrm>
          <a:prstGeom prst="ellipse">
            <a:avLst/>
          </a:prstGeom>
          <a:solidFill>
            <a:srgbClr val="000000"/>
          </a:solidFill>
          <a:ln/>
        </p:spPr>
        <p:txBody>
          <a:bodyPr/>
          <a:lstStyle/>
          <a:p>
            <a:endParaRPr lang="en-NL"/>
          </a:p>
        </p:txBody>
      </p:sp>
      <p:sp>
        <p:nvSpPr>
          <p:cNvPr id="6" name="Shape 4"/>
          <p:cNvSpPr/>
          <p:nvPr/>
        </p:nvSpPr>
        <p:spPr>
          <a:xfrm>
            <a:off x="11335407" y="435306"/>
            <a:ext cx="51718" cy="51718"/>
          </a:xfrm>
          <a:prstGeom prst="ellipse">
            <a:avLst/>
          </a:prstGeom>
          <a:solidFill>
            <a:srgbClr val="000000"/>
          </a:solidFill>
          <a:ln/>
        </p:spPr>
        <p:txBody>
          <a:bodyPr/>
          <a:lstStyle/>
          <a:p>
            <a:endParaRPr lang="en-NL"/>
          </a:p>
        </p:txBody>
      </p:sp>
      <p:sp>
        <p:nvSpPr>
          <p:cNvPr id="7" name="Shape 5"/>
          <p:cNvSpPr/>
          <p:nvPr/>
        </p:nvSpPr>
        <p:spPr>
          <a:xfrm>
            <a:off x="11127388" y="442398"/>
            <a:ext cx="35294" cy="35294"/>
          </a:xfrm>
          <a:prstGeom prst="ellipse">
            <a:avLst/>
          </a:prstGeom>
          <a:solidFill>
            <a:srgbClr val="000000"/>
          </a:solidFill>
          <a:ln/>
        </p:spPr>
        <p:txBody>
          <a:bodyPr/>
          <a:lstStyle/>
          <a:p>
            <a:endParaRPr lang="en-NL"/>
          </a:p>
        </p:txBody>
      </p:sp>
      <p:sp>
        <p:nvSpPr>
          <p:cNvPr id="8" name="Shape 6"/>
          <p:cNvSpPr/>
          <p:nvPr/>
        </p:nvSpPr>
        <p:spPr>
          <a:xfrm>
            <a:off x="11482145" y="441649"/>
            <a:ext cx="35960" cy="35960"/>
          </a:xfrm>
          <a:prstGeom prst="ellipse">
            <a:avLst/>
          </a:prstGeom>
          <a:solidFill>
            <a:srgbClr val="000000"/>
          </a:solidFill>
          <a:ln/>
        </p:spPr>
        <p:txBody>
          <a:bodyPr/>
          <a:lstStyle/>
          <a:p>
            <a:endParaRPr lang="en-NL"/>
          </a:p>
        </p:txBody>
      </p:sp>
      <p:sp>
        <p:nvSpPr>
          <p:cNvPr id="9" name="Shape 7"/>
          <p:cNvSpPr/>
          <p:nvPr/>
        </p:nvSpPr>
        <p:spPr>
          <a:xfrm>
            <a:off x="11185603" y="459328"/>
            <a:ext cx="52167" cy="52167"/>
          </a:xfrm>
          <a:prstGeom prst="ellipse">
            <a:avLst/>
          </a:prstGeom>
          <a:solidFill>
            <a:srgbClr val="000000"/>
          </a:solidFill>
          <a:ln/>
        </p:spPr>
        <p:txBody>
          <a:bodyPr/>
          <a:lstStyle/>
          <a:p>
            <a:endParaRPr lang="en-NL"/>
          </a:p>
        </p:txBody>
      </p:sp>
      <p:sp>
        <p:nvSpPr>
          <p:cNvPr id="10" name="Shape 8"/>
          <p:cNvSpPr/>
          <p:nvPr/>
        </p:nvSpPr>
        <p:spPr>
          <a:xfrm>
            <a:off x="11408043" y="458713"/>
            <a:ext cx="52384" cy="52384"/>
          </a:xfrm>
          <a:prstGeom prst="ellipse">
            <a:avLst/>
          </a:prstGeom>
          <a:solidFill>
            <a:srgbClr val="000000"/>
          </a:solidFill>
          <a:ln/>
        </p:spPr>
        <p:txBody>
          <a:bodyPr/>
          <a:lstStyle/>
          <a:p>
            <a:endParaRPr lang="en-NL"/>
          </a:p>
        </p:txBody>
      </p:sp>
      <p:sp>
        <p:nvSpPr>
          <p:cNvPr id="11" name="Shape 9"/>
          <p:cNvSpPr/>
          <p:nvPr/>
        </p:nvSpPr>
        <p:spPr>
          <a:xfrm>
            <a:off x="11241891" y="499749"/>
            <a:ext cx="36613" cy="36613"/>
          </a:xfrm>
          <a:prstGeom prst="ellipse">
            <a:avLst/>
          </a:prstGeom>
          <a:solidFill>
            <a:srgbClr val="000000"/>
          </a:solidFill>
          <a:ln/>
        </p:spPr>
        <p:txBody>
          <a:bodyPr/>
          <a:lstStyle/>
          <a:p>
            <a:endParaRPr lang="en-NL"/>
          </a:p>
        </p:txBody>
      </p:sp>
      <p:sp>
        <p:nvSpPr>
          <p:cNvPr id="12" name="Shape 10"/>
          <p:cNvSpPr/>
          <p:nvPr/>
        </p:nvSpPr>
        <p:spPr>
          <a:xfrm>
            <a:off x="11294557" y="500146"/>
            <a:ext cx="57223" cy="57223"/>
          </a:xfrm>
          <a:prstGeom prst="ellipse">
            <a:avLst/>
          </a:prstGeom>
          <a:solidFill>
            <a:srgbClr val="000000"/>
          </a:solidFill>
          <a:ln/>
        </p:spPr>
        <p:txBody>
          <a:bodyPr/>
          <a:lstStyle/>
          <a:p>
            <a:endParaRPr lang="en-NL"/>
          </a:p>
        </p:txBody>
      </p:sp>
      <p:sp>
        <p:nvSpPr>
          <p:cNvPr id="13" name="Shape 11"/>
          <p:cNvSpPr/>
          <p:nvPr/>
        </p:nvSpPr>
        <p:spPr>
          <a:xfrm>
            <a:off x="11364102" y="498770"/>
            <a:ext cx="35294" cy="35294"/>
          </a:xfrm>
          <a:prstGeom prst="ellipse">
            <a:avLst/>
          </a:prstGeom>
          <a:solidFill>
            <a:srgbClr val="000000"/>
          </a:solidFill>
          <a:ln/>
        </p:spPr>
        <p:txBody>
          <a:bodyPr/>
          <a:lstStyle/>
          <a:p>
            <a:endParaRPr lang="en-NL"/>
          </a:p>
        </p:txBody>
      </p:sp>
      <p:sp>
        <p:nvSpPr>
          <p:cNvPr id="14" name="Shape 12"/>
          <p:cNvSpPr/>
          <p:nvPr/>
        </p:nvSpPr>
        <p:spPr>
          <a:xfrm>
            <a:off x="11123515" y="504524"/>
            <a:ext cx="51936" cy="51936"/>
          </a:xfrm>
          <a:prstGeom prst="ellipse">
            <a:avLst/>
          </a:prstGeom>
          <a:solidFill>
            <a:srgbClr val="000000"/>
          </a:solidFill>
          <a:ln/>
        </p:spPr>
        <p:txBody>
          <a:bodyPr/>
          <a:lstStyle/>
          <a:p>
            <a:endParaRPr lang="en-NL"/>
          </a:p>
        </p:txBody>
      </p:sp>
      <p:sp>
        <p:nvSpPr>
          <p:cNvPr id="15" name="Shape 13"/>
          <p:cNvSpPr/>
          <p:nvPr/>
        </p:nvSpPr>
        <p:spPr>
          <a:xfrm>
            <a:off x="11470202" y="504300"/>
            <a:ext cx="52384" cy="52384"/>
          </a:xfrm>
          <a:prstGeom prst="ellipse">
            <a:avLst/>
          </a:prstGeom>
          <a:solidFill>
            <a:srgbClr val="000000"/>
          </a:solidFill>
          <a:ln/>
        </p:spPr>
        <p:txBody>
          <a:bodyPr/>
          <a:lstStyle/>
          <a:p>
            <a:endParaRPr lang="en-NL"/>
          </a:p>
        </p:txBody>
      </p:sp>
      <p:sp>
        <p:nvSpPr>
          <p:cNvPr id="16" name="Shape 14"/>
          <p:cNvSpPr/>
          <p:nvPr/>
        </p:nvSpPr>
        <p:spPr>
          <a:xfrm>
            <a:off x="11060774" y="508825"/>
            <a:ext cx="35627" cy="35627"/>
          </a:xfrm>
          <a:prstGeom prst="ellipse">
            <a:avLst/>
          </a:prstGeom>
          <a:solidFill>
            <a:srgbClr val="000000"/>
          </a:solidFill>
          <a:ln/>
        </p:spPr>
        <p:txBody>
          <a:bodyPr/>
          <a:lstStyle/>
          <a:p>
            <a:endParaRPr lang="en-NL"/>
          </a:p>
        </p:txBody>
      </p:sp>
      <p:sp>
        <p:nvSpPr>
          <p:cNvPr id="17" name="Shape 15"/>
          <p:cNvSpPr/>
          <p:nvPr/>
        </p:nvSpPr>
        <p:spPr>
          <a:xfrm>
            <a:off x="11548535" y="508038"/>
            <a:ext cx="36613" cy="36613"/>
          </a:xfrm>
          <a:prstGeom prst="ellipse">
            <a:avLst/>
          </a:prstGeom>
          <a:solidFill>
            <a:srgbClr val="000000"/>
          </a:solidFill>
          <a:ln/>
        </p:spPr>
        <p:txBody>
          <a:bodyPr/>
          <a:lstStyle/>
          <a:p>
            <a:endParaRPr lang="en-NL"/>
          </a:p>
        </p:txBody>
      </p:sp>
      <p:sp>
        <p:nvSpPr>
          <p:cNvPr id="18" name="Shape 16"/>
          <p:cNvSpPr/>
          <p:nvPr/>
        </p:nvSpPr>
        <p:spPr>
          <a:xfrm>
            <a:off x="11191466" y="533379"/>
            <a:ext cx="57825" cy="57825"/>
          </a:xfrm>
          <a:prstGeom prst="ellipse">
            <a:avLst/>
          </a:prstGeom>
          <a:solidFill>
            <a:srgbClr val="000000"/>
          </a:solidFill>
          <a:ln/>
        </p:spPr>
        <p:txBody>
          <a:bodyPr/>
          <a:lstStyle/>
          <a:p>
            <a:endParaRPr lang="en-NL"/>
          </a:p>
        </p:txBody>
      </p:sp>
      <p:sp>
        <p:nvSpPr>
          <p:cNvPr id="19" name="Shape 17"/>
          <p:cNvSpPr/>
          <p:nvPr/>
        </p:nvSpPr>
        <p:spPr>
          <a:xfrm>
            <a:off x="11396535" y="533494"/>
            <a:ext cx="57428" cy="57428"/>
          </a:xfrm>
          <a:prstGeom prst="ellipse">
            <a:avLst/>
          </a:prstGeom>
          <a:solidFill>
            <a:srgbClr val="000000"/>
          </a:solidFill>
          <a:ln/>
        </p:spPr>
        <p:txBody>
          <a:bodyPr/>
          <a:lstStyle/>
          <a:p>
            <a:endParaRPr lang="en-NL"/>
          </a:p>
        </p:txBody>
      </p:sp>
      <p:sp>
        <p:nvSpPr>
          <p:cNvPr id="20" name="Shape 18"/>
          <p:cNvSpPr/>
          <p:nvPr/>
        </p:nvSpPr>
        <p:spPr>
          <a:xfrm>
            <a:off x="11079087" y="567226"/>
            <a:ext cx="51270" cy="51270"/>
          </a:xfrm>
          <a:prstGeom prst="ellipse">
            <a:avLst/>
          </a:prstGeom>
          <a:solidFill>
            <a:srgbClr val="000000"/>
          </a:solidFill>
          <a:ln/>
        </p:spPr>
        <p:txBody>
          <a:bodyPr/>
          <a:lstStyle/>
          <a:p>
            <a:endParaRPr lang="en-NL"/>
          </a:p>
        </p:txBody>
      </p:sp>
      <p:sp>
        <p:nvSpPr>
          <p:cNvPr id="21" name="Shape 19"/>
          <p:cNvSpPr/>
          <p:nvPr/>
        </p:nvSpPr>
        <p:spPr>
          <a:xfrm>
            <a:off x="11339728" y="567053"/>
            <a:ext cx="34616" cy="34616"/>
          </a:xfrm>
          <a:prstGeom prst="ellipse">
            <a:avLst/>
          </a:prstGeom>
          <a:solidFill>
            <a:srgbClr val="000000"/>
          </a:solidFill>
          <a:ln/>
        </p:spPr>
        <p:txBody>
          <a:bodyPr/>
          <a:lstStyle/>
          <a:p>
            <a:endParaRPr lang="en-NL"/>
          </a:p>
        </p:txBody>
      </p:sp>
      <p:sp>
        <p:nvSpPr>
          <p:cNvPr id="22" name="Shape 20"/>
          <p:cNvSpPr/>
          <p:nvPr/>
        </p:nvSpPr>
        <p:spPr>
          <a:xfrm>
            <a:off x="11515167" y="566234"/>
            <a:ext cx="52819" cy="52819"/>
          </a:xfrm>
          <a:prstGeom prst="ellipse">
            <a:avLst/>
          </a:prstGeom>
          <a:solidFill>
            <a:srgbClr val="000000"/>
          </a:solidFill>
          <a:ln/>
        </p:spPr>
        <p:txBody>
          <a:bodyPr/>
          <a:lstStyle/>
          <a:p>
            <a:endParaRPr lang="en-NL"/>
          </a:p>
        </p:txBody>
      </p:sp>
      <p:sp>
        <p:nvSpPr>
          <p:cNvPr id="23" name="Shape 21"/>
          <p:cNvSpPr/>
          <p:nvPr/>
        </p:nvSpPr>
        <p:spPr>
          <a:xfrm>
            <a:off x="11262860" y="569742"/>
            <a:ext cx="34961" cy="34961"/>
          </a:xfrm>
          <a:prstGeom prst="ellipse">
            <a:avLst/>
          </a:prstGeom>
          <a:solidFill>
            <a:srgbClr val="000000"/>
          </a:solidFill>
          <a:ln/>
        </p:spPr>
        <p:txBody>
          <a:bodyPr/>
          <a:lstStyle/>
          <a:p>
            <a:endParaRPr lang="en-NL"/>
          </a:p>
        </p:txBody>
      </p:sp>
      <p:sp>
        <p:nvSpPr>
          <p:cNvPr id="24" name="Shape 22"/>
          <p:cNvSpPr/>
          <p:nvPr/>
        </p:nvSpPr>
        <p:spPr>
          <a:xfrm>
            <a:off x="11462521" y="569818"/>
            <a:ext cx="35294" cy="35294"/>
          </a:xfrm>
          <a:prstGeom prst="ellipse">
            <a:avLst/>
          </a:prstGeom>
          <a:solidFill>
            <a:srgbClr val="000000"/>
          </a:solidFill>
          <a:ln/>
        </p:spPr>
        <p:txBody>
          <a:bodyPr/>
          <a:lstStyle/>
          <a:p>
            <a:endParaRPr lang="en-NL"/>
          </a:p>
        </p:txBody>
      </p:sp>
      <p:sp>
        <p:nvSpPr>
          <p:cNvPr id="25" name="Shape 23"/>
          <p:cNvSpPr/>
          <p:nvPr/>
        </p:nvSpPr>
        <p:spPr>
          <a:xfrm>
            <a:off x="11145681" y="573441"/>
            <a:ext cx="34270" cy="34270"/>
          </a:xfrm>
          <a:prstGeom prst="ellipse">
            <a:avLst/>
          </a:prstGeom>
          <a:solidFill>
            <a:srgbClr val="000000"/>
          </a:solidFill>
          <a:ln/>
        </p:spPr>
        <p:txBody>
          <a:bodyPr/>
          <a:lstStyle/>
          <a:p>
            <a:endParaRPr lang="en-NL"/>
          </a:p>
        </p:txBody>
      </p:sp>
      <p:sp>
        <p:nvSpPr>
          <p:cNvPr id="26" name="Shape 24"/>
          <p:cNvSpPr/>
          <p:nvPr/>
        </p:nvSpPr>
        <p:spPr>
          <a:xfrm>
            <a:off x="11592015" y="593213"/>
            <a:ext cx="35294" cy="35294"/>
          </a:xfrm>
          <a:prstGeom prst="ellipse">
            <a:avLst/>
          </a:prstGeom>
          <a:solidFill>
            <a:srgbClr val="000000"/>
          </a:solidFill>
          <a:ln/>
        </p:spPr>
        <p:txBody>
          <a:bodyPr/>
          <a:lstStyle/>
          <a:p>
            <a:endParaRPr lang="en-NL"/>
          </a:p>
        </p:txBody>
      </p:sp>
      <p:sp>
        <p:nvSpPr>
          <p:cNvPr id="27" name="Shape 25"/>
          <p:cNvSpPr/>
          <p:nvPr/>
        </p:nvSpPr>
        <p:spPr>
          <a:xfrm>
            <a:off x="11019124" y="593444"/>
            <a:ext cx="34616" cy="34616"/>
          </a:xfrm>
          <a:prstGeom prst="ellipse">
            <a:avLst/>
          </a:prstGeom>
          <a:solidFill>
            <a:srgbClr val="000000"/>
          </a:solidFill>
          <a:ln/>
        </p:spPr>
        <p:txBody>
          <a:bodyPr/>
          <a:lstStyle/>
          <a:p>
            <a:endParaRPr lang="en-NL"/>
          </a:p>
        </p:txBody>
      </p:sp>
      <p:sp>
        <p:nvSpPr>
          <p:cNvPr id="28" name="Shape 26"/>
          <p:cNvSpPr/>
          <p:nvPr/>
        </p:nvSpPr>
        <p:spPr>
          <a:xfrm>
            <a:off x="11403576" y="610214"/>
            <a:ext cx="34961" cy="34961"/>
          </a:xfrm>
          <a:prstGeom prst="ellipse">
            <a:avLst/>
          </a:prstGeom>
          <a:solidFill>
            <a:srgbClr val="000000"/>
          </a:solidFill>
          <a:ln/>
        </p:spPr>
        <p:txBody>
          <a:bodyPr/>
          <a:lstStyle/>
          <a:p>
            <a:endParaRPr lang="en-NL"/>
          </a:p>
        </p:txBody>
      </p:sp>
      <p:sp>
        <p:nvSpPr>
          <p:cNvPr id="29" name="Shape 27"/>
          <p:cNvSpPr/>
          <p:nvPr/>
        </p:nvSpPr>
        <p:spPr>
          <a:xfrm>
            <a:off x="11201662" y="616570"/>
            <a:ext cx="35627" cy="35627"/>
          </a:xfrm>
          <a:prstGeom prst="ellipse">
            <a:avLst/>
          </a:prstGeom>
          <a:solidFill>
            <a:srgbClr val="000000"/>
          </a:solidFill>
          <a:ln/>
        </p:spPr>
        <p:txBody>
          <a:bodyPr/>
          <a:lstStyle/>
          <a:p>
            <a:endParaRPr lang="en-NL"/>
          </a:p>
        </p:txBody>
      </p:sp>
      <p:sp>
        <p:nvSpPr>
          <p:cNvPr id="30" name="Shape 28"/>
          <p:cNvSpPr/>
          <p:nvPr/>
        </p:nvSpPr>
        <p:spPr>
          <a:xfrm>
            <a:off x="11127484" y="620705"/>
            <a:ext cx="58030" cy="58030"/>
          </a:xfrm>
          <a:prstGeom prst="ellipse">
            <a:avLst/>
          </a:prstGeom>
          <a:solidFill>
            <a:srgbClr val="000000"/>
          </a:solidFill>
          <a:ln/>
        </p:spPr>
        <p:txBody>
          <a:bodyPr/>
          <a:lstStyle/>
          <a:p>
            <a:endParaRPr lang="en-NL"/>
          </a:p>
        </p:txBody>
      </p:sp>
      <p:sp>
        <p:nvSpPr>
          <p:cNvPr id="31" name="Shape 29"/>
          <p:cNvSpPr/>
          <p:nvPr/>
        </p:nvSpPr>
        <p:spPr>
          <a:xfrm>
            <a:off x="11460767" y="620852"/>
            <a:ext cx="57428" cy="57428"/>
          </a:xfrm>
          <a:prstGeom prst="ellipse">
            <a:avLst/>
          </a:prstGeom>
          <a:solidFill>
            <a:srgbClr val="000000"/>
          </a:solidFill>
          <a:ln/>
        </p:spPr>
        <p:txBody>
          <a:bodyPr/>
          <a:lstStyle/>
          <a:p>
            <a:endParaRPr lang="en-NL"/>
          </a:p>
        </p:txBody>
      </p:sp>
      <p:sp>
        <p:nvSpPr>
          <p:cNvPr id="32" name="Shape 30"/>
          <p:cNvSpPr/>
          <p:nvPr/>
        </p:nvSpPr>
        <p:spPr>
          <a:xfrm>
            <a:off x="11055219" y="640144"/>
            <a:ext cx="51718" cy="51718"/>
          </a:xfrm>
          <a:prstGeom prst="ellipse">
            <a:avLst/>
          </a:prstGeom>
          <a:solidFill>
            <a:srgbClr val="000000"/>
          </a:solidFill>
          <a:ln/>
        </p:spPr>
        <p:txBody>
          <a:bodyPr/>
          <a:lstStyle/>
          <a:p>
            <a:endParaRPr lang="en-NL"/>
          </a:p>
        </p:txBody>
      </p:sp>
      <p:sp>
        <p:nvSpPr>
          <p:cNvPr id="33" name="Shape 31"/>
          <p:cNvSpPr/>
          <p:nvPr/>
        </p:nvSpPr>
        <p:spPr>
          <a:xfrm>
            <a:off x="11539330" y="640266"/>
            <a:ext cx="51270" cy="51270"/>
          </a:xfrm>
          <a:prstGeom prst="ellipse">
            <a:avLst/>
          </a:prstGeom>
          <a:solidFill>
            <a:srgbClr val="000000"/>
          </a:solidFill>
          <a:ln/>
        </p:spPr>
        <p:txBody>
          <a:bodyPr/>
          <a:lstStyle/>
          <a:p>
            <a:endParaRPr lang="en-NL"/>
          </a:p>
        </p:txBody>
      </p:sp>
      <p:sp>
        <p:nvSpPr>
          <p:cNvPr id="34" name="Shape 32"/>
          <p:cNvSpPr/>
          <p:nvPr/>
        </p:nvSpPr>
        <p:spPr>
          <a:xfrm>
            <a:off x="11429576" y="682274"/>
            <a:ext cx="35627" cy="35627"/>
          </a:xfrm>
          <a:prstGeom prst="ellipse">
            <a:avLst/>
          </a:prstGeom>
          <a:solidFill>
            <a:srgbClr val="000000"/>
          </a:solidFill>
          <a:ln/>
        </p:spPr>
        <p:txBody>
          <a:bodyPr/>
          <a:lstStyle/>
          <a:p>
            <a:endParaRPr lang="en-NL"/>
          </a:p>
        </p:txBody>
      </p:sp>
      <p:sp>
        <p:nvSpPr>
          <p:cNvPr id="35" name="Shape 33"/>
          <p:cNvSpPr/>
          <p:nvPr/>
        </p:nvSpPr>
        <p:spPr>
          <a:xfrm>
            <a:off x="11004076" y="687222"/>
            <a:ext cx="34616" cy="34616"/>
          </a:xfrm>
          <a:prstGeom prst="ellipse">
            <a:avLst/>
          </a:prstGeom>
          <a:solidFill>
            <a:srgbClr val="000000"/>
          </a:solidFill>
          <a:ln/>
        </p:spPr>
        <p:txBody>
          <a:bodyPr/>
          <a:lstStyle/>
          <a:p>
            <a:endParaRPr lang="en-NL"/>
          </a:p>
        </p:txBody>
      </p:sp>
      <p:sp>
        <p:nvSpPr>
          <p:cNvPr id="36" name="Shape 34"/>
          <p:cNvSpPr/>
          <p:nvPr/>
        </p:nvSpPr>
        <p:spPr>
          <a:xfrm>
            <a:off x="11502052" y="685321"/>
            <a:ext cx="34270" cy="34270"/>
          </a:xfrm>
          <a:prstGeom prst="ellipse">
            <a:avLst/>
          </a:prstGeom>
          <a:solidFill>
            <a:srgbClr val="000000"/>
          </a:solidFill>
          <a:ln/>
        </p:spPr>
        <p:txBody>
          <a:bodyPr/>
          <a:lstStyle/>
          <a:p>
            <a:endParaRPr lang="en-NL"/>
          </a:p>
        </p:txBody>
      </p:sp>
      <p:sp>
        <p:nvSpPr>
          <p:cNvPr id="37" name="Shape 35"/>
          <p:cNvSpPr/>
          <p:nvPr/>
        </p:nvSpPr>
        <p:spPr>
          <a:xfrm>
            <a:off x="11606321" y="686422"/>
            <a:ext cx="35627" cy="35627"/>
          </a:xfrm>
          <a:prstGeom prst="ellipse">
            <a:avLst/>
          </a:prstGeom>
          <a:solidFill>
            <a:srgbClr val="000000"/>
          </a:solidFill>
          <a:ln/>
        </p:spPr>
        <p:txBody>
          <a:bodyPr/>
          <a:lstStyle/>
          <a:p>
            <a:endParaRPr lang="en-NL"/>
          </a:p>
        </p:txBody>
      </p:sp>
      <p:sp>
        <p:nvSpPr>
          <p:cNvPr id="38" name="Shape 36"/>
          <p:cNvSpPr/>
          <p:nvPr/>
        </p:nvSpPr>
        <p:spPr>
          <a:xfrm>
            <a:off x="11108908" y="688957"/>
            <a:ext cx="35294" cy="35294"/>
          </a:xfrm>
          <a:prstGeom prst="ellipse">
            <a:avLst/>
          </a:prstGeom>
          <a:solidFill>
            <a:srgbClr val="000000"/>
          </a:solidFill>
          <a:ln/>
        </p:spPr>
        <p:txBody>
          <a:bodyPr/>
          <a:lstStyle/>
          <a:p>
            <a:endParaRPr lang="en-NL"/>
          </a:p>
        </p:txBody>
      </p:sp>
      <p:sp>
        <p:nvSpPr>
          <p:cNvPr id="39" name="Shape 37"/>
          <p:cNvSpPr/>
          <p:nvPr/>
        </p:nvSpPr>
        <p:spPr>
          <a:xfrm>
            <a:off x="11179733" y="690371"/>
            <a:ext cx="36613" cy="36613"/>
          </a:xfrm>
          <a:prstGeom prst="ellipse">
            <a:avLst/>
          </a:prstGeom>
          <a:solidFill>
            <a:srgbClr val="000000"/>
          </a:solidFill>
          <a:ln/>
        </p:spPr>
        <p:txBody>
          <a:bodyPr/>
          <a:lstStyle/>
          <a:p>
            <a:endParaRPr lang="en-NL"/>
          </a:p>
        </p:txBody>
      </p:sp>
      <p:sp>
        <p:nvSpPr>
          <p:cNvPr id="40" name="Shape 38"/>
          <p:cNvSpPr/>
          <p:nvPr/>
        </p:nvSpPr>
        <p:spPr>
          <a:xfrm>
            <a:off x="11054764" y="716576"/>
            <a:ext cx="51936" cy="51936"/>
          </a:xfrm>
          <a:prstGeom prst="ellipse">
            <a:avLst/>
          </a:prstGeom>
          <a:solidFill>
            <a:srgbClr val="000000"/>
          </a:solidFill>
          <a:ln/>
        </p:spPr>
        <p:txBody>
          <a:bodyPr/>
          <a:lstStyle/>
          <a:p>
            <a:endParaRPr lang="en-NL"/>
          </a:p>
        </p:txBody>
      </p:sp>
      <p:sp>
        <p:nvSpPr>
          <p:cNvPr id="41" name="Shape 39"/>
          <p:cNvSpPr/>
          <p:nvPr/>
        </p:nvSpPr>
        <p:spPr>
          <a:xfrm>
            <a:off x="11539023" y="716851"/>
            <a:ext cx="51488" cy="51488"/>
          </a:xfrm>
          <a:prstGeom prst="ellipse">
            <a:avLst/>
          </a:prstGeom>
          <a:solidFill>
            <a:srgbClr val="000000"/>
          </a:solidFill>
          <a:ln/>
        </p:spPr>
        <p:txBody>
          <a:bodyPr/>
          <a:lstStyle/>
          <a:p>
            <a:endParaRPr lang="en-NL"/>
          </a:p>
        </p:txBody>
      </p:sp>
      <p:sp>
        <p:nvSpPr>
          <p:cNvPr id="42" name="Shape 40"/>
          <p:cNvSpPr/>
          <p:nvPr/>
        </p:nvSpPr>
        <p:spPr>
          <a:xfrm>
            <a:off x="11127490" y="729288"/>
            <a:ext cx="58222" cy="58222"/>
          </a:xfrm>
          <a:prstGeom prst="ellipse">
            <a:avLst/>
          </a:prstGeom>
          <a:solidFill>
            <a:srgbClr val="000000"/>
          </a:solidFill>
          <a:ln/>
        </p:spPr>
        <p:txBody>
          <a:bodyPr/>
          <a:lstStyle/>
          <a:p>
            <a:endParaRPr lang="en-NL"/>
          </a:p>
        </p:txBody>
      </p:sp>
      <p:sp>
        <p:nvSpPr>
          <p:cNvPr id="43" name="Shape 41"/>
          <p:cNvSpPr/>
          <p:nvPr/>
        </p:nvSpPr>
        <p:spPr>
          <a:xfrm>
            <a:off x="11460671" y="729781"/>
            <a:ext cx="57633" cy="57633"/>
          </a:xfrm>
          <a:prstGeom prst="ellipse">
            <a:avLst/>
          </a:prstGeom>
          <a:solidFill>
            <a:srgbClr val="000000"/>
          </a:solidFill>
          <a:ln/>
        </p:spPr>
        <p:txBody>
          <a:bodyPr/>
          <a:lstStyle/>
          <a:p>
            <a:endParaRPr lang="en-NL"/>
          </a:p>
        </p:txBody>
      </p:sp>
      <p:sp>
        <p:nvSpPr>
          <p:cNvPr id="44" name="Shape 42"/>
          <p:cNvSpPr/>
          <p:nvPr/>
        </p:nvSpPr>
        <p:spPr>
          <a:xfrm>
            <a:off x="11407973" y="756415"/>
            <a:ext cx="35960" cy="35960"/>
          </a:xfrm>
          <a:prstGeom prst="ellipse">
            <a:avLst/>
          </a:prstGeom>
          <a:solidFill>
            <a:srgbClr val="000000"/>
          </a:solidFill>
          <a:ln/>
        </p:spPr>
        <p:txBody>
          <a:bodyPr/>
          <a:lstStyle/>
          <a:p>
            <a:endParaRPr lang="en-NL"/>
          </a:p>
        </p:txBody>
      </p:sp>
      <p:sp>
        <p:nvSpPr>
          <p:cNvPr id="45" name="Shape 43"/>
          <p:cNvSpPr/>
          <p:nvPr/>
        </p:nvSpPr>
        <p:spPr>
          <a:xfrm>
            <a:off x="11207308" y="763884"/>
            <a:ext cx="34616" cy="34616"/>
          </a:xfrm>
          <a:prstGeom prst="ellipse">
            <a:avLst/>
          </a:prstGeom>
          <a:solidFill>
            <a:srgbClr val="000000"/>
          </a:solidFill>
          <a:ln/>
        </p:spPr>
        <p:txBody>
          <a:bodyPr/>
          <a:lstStyle/>
          <a:p>
            <a:endParaRPr lang="en-NL"/>
          </a:p>
        </p:txBody>
      </p:sp>
      <p:sp>
        <p:nvSpPr>
          <p:cNvPr id="46" name="Shape 44"/>
          <p:cNvSpPr/>
          <p:nvPr/>
        </p:nvSpPr>
        <p:spPr>
          <a:xfrm>
            <a:off x="11018670" y="780462"/>
            <a:ext cx="34616" cy="34616"/>
          </a:xfrm>
          <a:prstGeom prst="ellipse">
            <a:avLst/>
          </a:prstGeom>
          <a:solidFill>
            <a:srgbClr val="000000"/>
          </a:solidFill>
          <a:ln/>
        </p:spPr>
        <p:txBody>
          <a:bodyPr/>
          <a:lstStyle/>
          <a:p>
            <a:endParaRPr lang="en-NL"/>
          </a:p>
        </p:txBody>
      </p:sp>
      <p:sp>
        <p:nvSpPr>
          <p:cNvPr id="47" name="Shape 45"/>
          <p:cNvSpPr/>
          <p:nvPr/>
        </p:nvSpPr>
        <p:spPr>
          <a:xfrm>
            <a:off x="11591670" y="780123"/>
            <a:ext cx="35294" cy="35294"/>
          </a:xfrm>
          <a:prstGeom prst="ellipse">
            <a:avLst/>
          </a:prstGeom>
          <a:solidFill>
            <a:srgbClr val="000000"/>
          </a:solidFill>
          <a:ln/>
        </p:spPr>
        <p:txBody>
          <a:bodyPr/>
          <a:lstStyle/>
          <a:p>
            <a:endParaRPr lang="en-NL"/>
          </a:p>
        </p:txBody>
      </p:sp>
      <p:sp>
        <p:nvSpPr>
          <p:cNvPr id="48" name="Shape 46"/>
          <p:cNvSpPr/>
          <p:nvPr/>
        </p:nvSpPr>
        <p:spPr>
          <a:xfrm>
            <a:off x="11079010" y="790179"/>
            <a:ext cx="51270" cy="51270"/>
          </a:xfrm>
          <a:prstGeom prst="ellipse">
            <a:avLst/>
          </a:prstGeom>
          <a:solidFill>
            <a:srgbClr val="000000"/>
          </a:solidFill>
          <a:ln/>
        </p:spPr>
        <p:txBody>
          <a:bodyPr/>
          <a:lstStyle/>
          <a:p>
            <a:endParaRPr lang="en-NL"/>
          </a:p>
        </p:txBody>
      </p:sp>
      <p:sp>
        <p:nvSpPr>
          <p:cNvPr id="49" name="Shape 47"/>
          <p:cNvSpPr/>
          <p:nvPr/>
        </p:nvSpPr>
        <p:spPr>
          <a:xfrm>
            <a:off x="11515218" y="789692"/>
            <a:ext cx="52602" cy="52602"/>
          </a:xfrm>
          <a:prstGeom prst="ellipse">
            <a:avLst/>
          </a:prstGeom>
          <a:solidFill>
            <a:srgbClr val="000000"/>
          </a:solidFill>
          <a:ln/>
        </p:spPr>
        <p:txBody>
          <a:bodyPr/>
          <a:lstStyle/>
          <a:p>
            <a:endParaRPr lang="en-NL"/>
          </a:p>
        </p:txBody>
      </p:sp>
      <p:sp>
        <p:nvSpPr>
          <p:cNvPr id="50" name="Shape 48"/>
          <p:cNvSpPr/>
          <p:nvPr/>
        </p:nvSpPr>
        <p:spPr>
          <a:xfrm>
            <a:off x="11147371" y="803460"/>
            <a:ext cx="35627" cy="35627"/>
          </a:xfrm>
          <a:prstGeom prst="ellipse">
            <a:avLst/>
          </a:prstGeom>
          <a:solidFill>
            <a:srgbClr val="000000"/>
          </a:solidFill>
          <a:ln/>
        </p:spPr>
        <p:txBody>
          <a:bodyPr/>
          <a:lstStyle/>
          <a:p>
            <a:endParaRPr lang="en-NL"/>
          </a:p>
        </p:txBody>
      </p:sp>
      <p:sp>
        <p:nvSpPr>
          <p:cNvPr id="51" name="Shape 49"/>
          <p:cNvSpPr/>
          <p:nvPr/>
        </p:nvSpPr>
        <p:spPr>
          <a:xfrm>
            <a:off x="11347786" y="804293"/>
            <a:ext cx="35294" cy="35294"/>
          </a:xfrm>
          <a:prstGeom prst="ellipse">
            <a:avLst/>
          </a:prstGeom>
          <a:solidFill>
            <a:srgbClr val="000000"/>
          </a:solidFill>
          <a:ln/>
        </p:spPr>
        <p:txBody>
          <a:bodyPr/>
          <a:lstStyle/>
          <a:p>
            <a:endParaRPr lang="en-NL"/>
          </a:p>
        </p:txBody>
      </p:sp>
      <p:sp>
        <p:nvSpPr>
          <p:cNvPr id="52" name="Shape 50"/>
          <p:cNvSpPr/>
          <p:nvPr/>
        </p:nvSpPr>
        <p:spPr>
          <a:xfrm>
            <a:off x="11465119" y="800919"/>
            <a:ext cx="34961" cy="34961"/>
          </a:xfrm>
          <a:prstGeom prst="ellipse">
            <a:avLst/>
          </a:prstGeom>
          <a:solidFill>
            <a:srgbClr val="000000"/>
          </a:solidFill>
          <a:ln/>
        </p:spPr>
        <p:txBody>
          <a:bodyPr/>
          <a:lstStyle/>
          <a:p>
            <a:endParaRPr lang="en-NL"/>
          </a:p>
        </p:txBody>
      </p:sp>
      <p:sp>
        <p:nvSpPr>
          <p:cNvPr id="53" name="Shape 51"/>
          <p:cNvSpPr/>
          <p:nvPr/>
        </p:nvSpPr>
        <p:spPr>
          <a:xfrm>
            <a:off x="11270669" y="806590"/>
            <a:ext cx="35627" cy="35627"/>
          </a:xfrm>
          <a:prstGeom prst="ellipse">
            <a:avLst/>
          </a:prstGeom>
          <a:solidFill>
            <a:srgbClr val="000000"/>
          </a:solidFill>
          <a:ln/>
        </p:spPr>
        <p:txBody>
          <a:bodyPr/>
          <a:lstStyle/>
          <a:p>
            <a:endParaRPr lang="en-NL"/>
          </a:p>
        </p:txBody>
      </p:sp>
      <p:sp>
        <p:nvSpPr>
          <p:cNvPr id="54" name="Shape 52"/>
          <p:cNvSpPr/>
          <p:nvPr/>
        </p:nvSpPr>
        <p:spPr>
          <a:xfrm>
            <a:off x="11191498" y="817766"/>
            <a:ext cx="57633" cy="57633"/>
          </a:xfrm>
          <a:prstGeom prst="ellipse">
            <a:avLst/>
          </a:prstGeom>
          <a:solidFill>
            <a:srgbClr val="000000"/>
          </a:solidFill>
          <a:ln/>
        </p:spPr>
        <p:txBody>
          <a:bodyPr/>
          <a:lstStyle/>
          <a:p>
            <a:endParaRPr lang="en-NL"/>
          </a:p>
        </p:txBody>
      </p:sp>
      <p:sp>
        <p:nvSpPr>
          <p:cNvPr id="55" name="Shape 53"/>
          <p:cNvSpPr/>
          <p:nvPr/>
        </p:nvSpPr>
        <p:spPr>
          <a:xfrm>
            <a:off x="11396573" y="817888"/>
            <a:ext cx="57633" cy="57633"/>
          </a:xfrm>
          <a:prstGeom prst="ellipse">
            <a:avLst/>
          </a:prstGeom>
          <a:solidFill>
            <a:srgbClr val="000000"/>
          </a:solidFill>
          <a:ln/>
        </p:spPr>
        <p:txBody>
          <a:bodyPr/>
          <a:lstStyle/>
          <a:p>
            <a:endParaRPr lang="en-NL"/>
          </a:p>
        </p:txBody>
      </p:sp>
      <p:sp>
        <p:nvSpPr>
          <p:cNvPr id="56" name="Shape 54"/>
          <p:cNvSpPr/>
          <p:nvPr/>
        </p:nvSpPr>
        <p:spPr>
          <a:xfrm>
            <a:off x="11123445" y="851985"/>
            <a:ext cx="52167" cy="52167"/>
          </a:xfrm>
          <a:prstGeom prst="ellipse">
            <a:avLst/>
          </a:prstGeom>
          <a:solidFill>
            <a:srgbClr val="000000"/>
          </a:solidFill>
          <a:ln/>
        </p:spPr>
        <p:txBody>
          <a:bodyPr/>
          <a:lstStyle/>
          <a:p>
            <a:endParaRPr lang="en-NL"/>
          </a:p>
        </p:txBody>
      </p:sp>
      <p:sp>
        <p:nvSpPr>
          <p:cNvPr id="57" name="Shape 55"/>
          <p:cNvSpPr/>
          <p:nvPr/>
        </p:nvSpPr>
        <p:spPr>
          <a:xfrm>
            <a:off x="11294647" y="851390"/>
            <a:ext cx="57223" cy="57223"/>
          </a:xfrm>
          <a:prstGeom prst="ellipse">
            <a:avLst/>
          </a:prstGeom>
          <a:solidFill>
            <a:srgbClr val="000000"/>
          </a:solidFill>
          <a:ln/>
        </p:spPr>
        <p:txBody>
          <a:bodyPr/>
          <a:lstStyle/>
          <a:p>
            <a:endParaRPr lang="en-NL"/>
          </a:p>
        </p:txBody>
      </p:sp>
      <p:sp>
        <p:nvSpPr>
          <p:cNvPr id="58" name="Shape 56"/>
          <p:cNvSpPr/>
          <p:nvPr/>
        </p:nvSpPr>
        <p:spPr>
          <a:xfrm>
            <a:off x="11470202" y="852382"/>
            <a:ext cx="52384" cy="52384"/>
          </a:xfrm>
          <a:prstGeom prst="ellipse">
            <a:avLst/>
          </a:prstGeom>
          <a:solidFill>
            <a:srgbClr val="000000"/>
          </a:solidFill>
          <a:ln/>
        </p:spPr>
        <p:txBody>
          <a:bodyPr/>
          <a:lstStyle/>
          <a:p>
            <a:endParaRPr lang="en-NL"/>
          </a:p>
        </p:txBody>
      </p:sp>
      <p:sp>
        <p:nvSpPr>
          <p:cNvPr id="59" name="Shape 57"/>
          <p:cNvSpPr/>
          <p:nvPr/>
        </p:nvSpPr>
        <p:spPr>
          <a:xfrm>
            <a:off x="11060774" y="864607"/>
            <a:ext cx="35627" cy="35627"/>
          </a:xfrm>
          <a:prstGeom prst="ellipse">
            <a:avLst/>
          </a:prstGeom>
          <a:solidFill>
            <a:srgbClr val="000000"/>
          </a:solidFill>
          <a:ln/>
        </p:spPr>
        <p:txBody>
          <a:bodyPr/>
          <a:lstStyle/>
          <a:p>
            <a:endParaRPr lang="en-NL"/>
          </a:p>
        </p:txBody>
      </p:sp>
      <p:sp>
        <p:nvSpPr>
          <p:cNvPr id="60" name="Shape 58"/>
          <p:cNvSpPr/>
          <p:nvPr/>
        </p:nvSpPr>
        <p:spPr>
          <a:xfrm>
            <a:off x="11548733" y="864185"/>
            <a:ext cx="35627" cy="35627"/>
          </a:xfrm>
          <a:prstGeom prst="ellipse">
            <a:avLst/>
          </a:prstGeom>
          <a:solidFill>
            <a:srgbClr val="000000"/>
          </a:solidFill>
          <a:ln/>
        </p:spPr>
        <p:txBody>
          <a:bodyPr/>
          <a:lstStyle/>
          <a:p>
            <a:endParaRPr lang="en-NL"/>
          </a:p>
        </p:txBody>
      </p:sp>
      <p:sp>
        <p:nvSpPr>
          <p:cNvPr id="61" name="Shape 59"/>
          <p:cNvSpPr/>
          <p:nvPr/>
        </p:nvSpPr>
        <p:spPr>
          <a:xfrm>
            <a:off x="11246231" y="873908"/>
            <a:ext cx="35627" cy="35627"/>
          </a:xfrm>
          <a:prstGeom prst="ellipse">
            <a:avLst/>
          </a:prstGeom>
          <a:solidFill>
            <a:srgbClr val="000000"/>
          </a:solidFill>
          <a:ln/>
        </p:spPr>
        <p:txBody>
          <a:bodyPr/>
          <a:lstStyle/>
          <a:p>
            <a:endParaRPr lang="en-NL"/>
          </a:p>
        </p:txBody>
      </p:sp>
      <p:sp>
        <p:nvSpPr>
          <p:cNvPr id="62" name="Shape 60"/>
          <p:cNvSpPr/>
          <p:nvPr/>
        </p:nvSpPr>
        <p:spPr>
          <a:xfrm>
            <a:off x="11367418" y="872896"/>
            <a:ext cx="35627" cy="35627"/>
          </a:xfrm>
          <a:prstGeom prst="ellipse">
            <a:avLst/>
          </a:prstGeom>
          <a:solidFill>
            <a:srgbClr val="000000"/>
          </a:solidFill>
          <a:ln/>
        </p:spPr>
        <p:txBody>
          <a:bodyPr/>
          <a:lstStyle/>
          <a:p>
            <a:endParaRPr lang="en-NL"/>
          </a:p>
        </p:txBody>
      </p:sp>
      <p:sp>
        <p:nvSpPr>
          <p:cNvPr id="63" name="Shape 61"/>
          <p:cNvSpPr/>
          <p:nvPr/>
        </p:nvSpPr>
        <p:spPr>
          <a:xfrm>
            <a:off x="11185366" y="897322"/>
            <a:ext cx="51936" cy="51936"/>
          </a:xfrm>
          <a:prstGeom prst="ellipse">
            <a:avLst/>
          </a:prstGeom>
          <a:solidFill>
            <a:srgbClr val="000000"/>
          </a:solidFill>
          <a:ln/>
        </p:spPr>
        <p:txBody>
          <a:bodyPr/>
          <a:lstStyle/>
          <a:p>
            <a:endParaRPr lang="en-NL"/>
          </a:p>
        </p:txBody>
      </p:sp>
      <p:sp>
        <p:nvSpPr>
          <p:cNvPr id="64" name="Shape 62"/>
          <p:cNvSpPr/>
          <p:nvPr/>
        </p:nvSpPr>
        <p:spPr>
          <a:xfrm>
            <a:off x="11407845" y="897655"/>
            <a:ext cx="52602" cy="52602"/>
          </a:xfrm>
          <a:prstGeom prst="ellipse">
            <a:avLst/>
          </a:prstGeom>
          <a:solidFill>
            <a:srgbClr val="000000"/>
          </a:solidFill>
          <a:ln/>
        </p:spPr>
        <p:txBody>
          <a:bodyPr/>
          <a:lstStyle/>
          <a:p>
            <a:endParaRPr lang="en-NL"/>
          </a:p>
        </p:txBody>
      </p:sp>
      <p:sp>
        <p:nvSpPr>
          <p:cNvPr id="65" name="Shape 63"/>
          <p:cNvSpPr/>
          <p:nvPr/>
        </p:nvSpPr>
        <p:spPr>
          <a:xfrm>
            <a:off x="11258822" y="921466"/>
            <a:ext cx="51270" cy="51270"/>
          </a:xfrm>
          <a:prstGeom prst="ellipse">
            <a:avLst/>
          </a:prstGeom>
          <a:solidFill>
            <a:srgbClr val="000000"/>
          </a:solidFill>
          <a:ln/>
        </p:spPr>
        <p:txBody>
          <a:bodyPr/>
          <a:lstStyle/>
          <a:p>
            <a:endParaRPr lang="en-NL"/>
          </a:p>
        </p:txBody>
      </p:sp>
      <p:sp>
        <p:nvSpPr>
          <p:cNvPr id="66" name="Shape 64"/>
          <p:cNvSpPr/>
          <p:nvPr/>
        </p:nvSpPr>
        <p:spPr>
          <a:xfrm>
            <a:off x="11335350" y="921504"/>
            <a:ext cx="51270" cy="51270"/>
          </a:xfrm>
          <a:prstGeom prst="ellipse">
            <a:avLst/>
          </a:prstGeom>
          <a:solidFill>
            <a:srgbClr val="000000"/>
          </a:solidFill>
          <a:ln/>
        </p:spPr>
        <p:txBody>
          <a:bodyPr/>
          <a:lstStyle/>
          <a:p>
            <a:endParaRPr lang="en-NL"/>
          </a:p>
        </p:txBody>
      </p:sp>
      <p:sp>
        <p:nvSpPr>
          <p:cNvPr id="67" name="Shape 65"/>
          <p:cNvSpPr/>
          <p:nvPr/>
        </p:nvSpPr>
        <p:spPr>
          <a:xfrm>
            <a:off x="11127388" y="931368"/>
            <a:ext cx="35294" cy="35294"/>
          </a:xfrm>
          <a:prstGeom prst="ellipse">
            <a:avLst/>
          </a:prstGeom>
          <a:solidFill>
            <a:srgbClr val="000000"/>
          </a:solidFill>
          <a:ln/>
        </p:spPr>
        <p:txBody>
          <a:bodyPr/>
          <a:lstStyle/>
          <a:p>
            <a:endParaRPr lang="en-NL"/>
          </a:p>
        </p:txBody>
      </p:sp>
      <p:sp>
        <p:nvSpPr>
          <p:cNvPr id="68" name="Shape 66"/>
          <p:cNvSpPr/>
          <p:nvPr/>
        </p:nvSpPr>
        <p:spPr>
          <a:xfrm>
            <a:off x="11481979" y="931035"/>
            <a:ext cx="35960" cy="35960"/>
          </a:xfrm>
          <a:prstGeom prst="ellipse">
            <a:avLst/>
          </a:prstGeom>
          <a:solidFill>
            <a:srgbClr val="000000"/>
          </a:solidFill>
          <a:ln/>
        </p:spPr>
        <p:txBody>
          <a:bodyPr/>
          <a:lstStyle/>
          <a:p>
            <a:endParaRPr lang="en-NL"/>
          </a:p>
        </p:txBody>
      </p:sp>
      <p:sp>
        <p:nvSpPr>
          <p:cNvPr id="69" name="Shape 67"/>
          <p:cNvSpPr/>
          <p:nvPr/>
        </p:nvSpPr>
        <p:spPr>
          <a:xfrm>
            <a:off x="11211987" y="974695"/>
            <a:ext cx="34961" cy="34961"/>
          </a:xfrm>
          <a:prstGeom prst="ellipse">
            <a:avLst/>
          </a:prstGeom>
          <a:solidFill>
            <a:srgbClr val="000000"/>
          </a:solidFill>
          <a:ln/>
        </p:spPr>
        <p:txBody>
          <a:bodyPr/>
          <a:lstStyle/>
          <a:p>
            <a:endParaRPr lang="en-NL"/>
          </a:p>
        </p:txBody>
      </p:sp>
      <p:sp>
        <p:nvSpPr>
          <p:cNvPr id="70" name="Shape 68"/>
          <p:cNvSpPr/>
          <p:nvPr/>
        </p:nvSpPr>
        <p:spPr>
          <a:xfrm>
            <a:off x="11398461" y="974695"/>
            <a:ext cx="34961" cy="34961"/>
          </a:xfrm>
          <a:prstGeom prst="ellipse">
            <a:avLst/>
          </a:prstGeom>
          <a:solidFill>
            <a:srgbClr val="000000"/>
          </a:solidFill>
          <a:ln/>
        </p:spPr>
        <p:txBody>
          <a:bodyPr/>
          <a:lstStyle/>
          <a:p>
            <a:endParaRPr lang="en-NL"/>
          </a:p>
        </p:txBody>
      </p:sp>
      <p:sp>
        <p:nvSpPr>
          <p:cNvPr id="71" name="Shape 69"/>
          <p:cNvSpPr/>
          <p:nvPr/>
        </p:nvSpPr>
        <p:spPr>
          <a:xfrm>
            <a:off x="11304837" y="988501"/>
            <a:ext cx="35627" cy="35627"/>
          </a:xfrm>
          <a:prstGeom prst="ellipse">
            <a:avLst/>
          </a:prstGeom>
          <a:solidFill>
            <a:srgbClr val="000000"/>
          </a:solidFill>
          <a:ln/>
        </p:spPr>
        <p:txBody>
          <a:bodyPr/>
          <a:lstStyle/>
          <a:p>
            <a:endParaRPr lang="en-NL"/>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Zo zorgden de skills voor privacy en betrouwbaarheid</a:t>
            </a:r>
            <a:endParaRPr lang="en-US" sz="2500" dirty="0"/>
          </a:p>
        </p:txBody>
      </p:sp>
      <p:sp>
        <p:nvSpPr>
          <p:cNvPr id="73" name="Shape 71"/>
          <p:cNvSpPr/>
          <p:nvPr/>
        </p:nvSpPr>
        <p:spPr>
          <a:xfrm>
            <a:off x="548640" y="1371600"/>
            <a:ext cx="3515258" cy="3291840"/>
          </a:xfrm>
          <a:prstGeom prst="roundRect">
            <a:avLst>
              <a:gd name="adj" fmla="val 2160"/>
            </a:avLst>
          </a:prstGeom>
          <a:solidFill>
            <a:srgbClr val="3D68EC"/>
          </a:solidFill>
          <a:ln/>
        </p:spPr>
        <p:txBody>
          <a:bodyPr/>
          <a:lstStyle/>
          <a:p>
            <a:endParaRPr lang="en-NL"/>
          </a:p>
        </p:txBody>
      </p:sp>
      <p:sp>
        <p:nvSpPr>
          <p:cNvPr id="74" name="Text 72"/>
          <p:cNvSpPr/>
          <p:nvPr/>
        </p:nvSpPr>
        <p:spPr>
          <a:xfrm>
            <a:off x="822960" y="1645920"/>
            <a:ext cx="2966618" cy="691896"/>
          </a:xfrm>
          <a:prstGeom prst="rect">
            <a:avLst/>
          </a:prstGeom>
          <a:noFill/>
          <a:ln/>
        </p:spPr>
        <p:txBody>
          <a:bodyPr wrap="square" lIns="0" tIns="0" rIns="0" bIns="0" rtlCol="0" anchor="t"/>
          <a:lstStyle/>
          <a:p>
            <a:pPr marL="0" indent="0" algn="l">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400" dirty="0"/>
          </a:p>
        </p:txBody>
      </p:sp>
      <p:sp>
        <p:nvSpPr>
          <p:cNvPr id="75" name="Text 73"/>
          <p:cNvSpPr/>
          <p:nvPr/>
        </p:nvSpPr>
        <p:spPr>
          <a:xfrm>
            <a:off x="822960"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76" name="Text 74"/>
          <p:cNvSpPr/>
          <p:nvPr/>
        </p:nvSpPr>
        <p:spPr>
          <a:xfrm>
            <a:off x="822960"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Drempel voor kleine groepen vastgelegd</a:t>
            </a:r>
            <a:endParaRPr lang="en-US" sz="1500" dirty="0"/>
          </a:p>
        </p:txBody>
      </p:sp>
      <p:sp>
        <p:nvSpPr>
          <p:cNvPr id="77" name="Text 75"/>
          <p:cNvSpPr/>
          <p:nvPr/>
        </p:nvSpPr>
        <p:spPr>
          <a:xfrm>
            <a:off x="822960"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78" name="Text 76"/>
          <p:cNvSpPr/>
          <p:nvPr/>
        </p:nvSpPr>
        <p:spPr>
          <a:xfrm>
            <a:off x="822960"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Definitie vast, laatste cohort eruit</a:t>
            </a:r>
            <a:endParaRPr lang="en-US" sz="1500" dirty="0"/>
          </a:p>
        </p:txBody>
      </p:sp>
      <p:sp>
        <p:nvSpPr>
          <p:cNvPr id="79" name="Shape 77"/>
          <p:cNvSpPr/>
          <p:nvPr/>
        </p:nvSpPr>
        <p:spPr>
          <a:xfrm>
            <a:off x="4338218" y="1371600"/>
            <a:ext cx="3515258" cy="3291840"/>
          </a:xfrm>
          <a:prstGeom prst="roundRect">
            <a:avLst>
              <a:gd name="adj" fmla="val 2160"/>
            </a:avLst>
          </a:prstGeom>
          <a:solidFill>
            <a:srgbClr val="DD784B"/>
          </a:solidFill>
          <a:ln/>
        </p:spPr>
        <p:txBody>
          <a:bodyPr/>
          <a:lstStyle/>
          <a:p>
            <a:endParaRPr lang="en-NL"/>
          </a:p>
        </p:txBody>
      </p:sp>
      <p:sp>
        <p:nvSpPr>
          <p:cNvPr id="80" name="Text 78"/>
          <p:cNvSpPr/>
          <p:nvPr/>
        </p:nvSpPr>
        <p:spPr>
          <a:xfrm>
            <a:off x="4612538"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/schets_dashboard</a:t>
            </a:r>
            <a:endParaRPr lang="en-US" sz="2300" dirty="0"/>
          </a:p>
        </p:txBody>
      </p:sp>
      <p:sp>
        <p:nvSpPr>
          <p:cNvPr id="81" name="Text 79"/>
          <p:cNvSpPr/>
          <p:nvPr/>
        </p:nvSpPr>
        <p:spPr>
          <a:xfrm>
            <a:off x="4612538"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2" name="Text 80"/>
          <p:cNvSpPr/>
          <p:nvPr/>
        </p:nvSpPr>
        <p:spPr>
          <a:xfrm>
            <a:off x="4612538"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vallen weg</a:t>
            </a:r>
            <a:endParaRPr lang="en-US" sz="1500" dirty="0"/>
          </a:p>
        </p:txBody>
      </p:sp>
      <p:sp>
        <p:nvSpPr>
          <p:cNvPr id="83" name="Text 81"/>
          <p:cNvSpPr/>
          <p:nvPr/>
        </p:nvSpPr>
        <p:spPr>
          <a:xfrm>
            <a:off x="4612538"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84" name="Text 82"/>
          <p:cNvSpPr/>
          <p:nvPr/>
        </p:nvSpPr>
        <p:spPr>
          <a:xfrm>
            <a:off x="4612538"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Verband, geen oorzaak</a:t>
            </a:r>
            <a:endParaRPr lang="en-US" sz="1500" dirty="0"/>
          </a:p>
        </p:txBody>
      </p:sp>
      <p:sp>
        <p:nvSpPr>
          <p:cNvPr id="85" name="Shape 83"/>
          <p:cNvSpPr/>
          <p:nvPr/>
        </p:nvSpPr>
        <p:spPr>
          <a:xfrm>
            <a:off x="8127797" y="1371600"/>
            <a:ext cx="3515258" cy="3291840"/>
          </a:xfrm>
          <a:prstGeom prst="roundRect">
            <a:avLst>
              <a:gd name="adj" fmla="val 2160"/>
            </a:avLst>
          </a:prstGeom>
          <a:solidFill>
            <a:srgbClr val="00AF81"/>
          </a:solidFill>
          <a:ln/>
        </p:spPr>
        <p:txBody>
          <a:bodyPr/>
          <a:lstStyle/>
          <a:p>
            <a:endParaRPr lang="en-NL"/>
          </a:p>
        </p:txBody>
      </p:sp>
      <p:sp>
        <p:nvSpPr>
          <p:cNvPr id="86" name="Text 84"/>
          <p:cNvSpPr/>
          <p:nvPr/>
        </p:nvSpPr>
        <p:spPr>
          <a:xfrm>
            <a:off x="8402117"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/bouwen_dashboard</a:t>
            </a:r>
            <a:endParaRPr lang="en-US" sz="2300" dirty="0"/>
          </a:p>
        </p:txBody>
      </p:sp>
      <p:sp>
        <p:nvSpPr>
          <p:cNvPr id="87" name="Text 85"/>
          <p:cNvSpPr/>
          <p:nvPr/>
        </p:nvSpPr>
        <p:spPr>
          <a:xfrm>
            <a:off x="8402117" y="2612136"/>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PRIVACY</a:t>
            </a:r>
            <a:endParaRPr lang="en-US" sz="1100" dirty="0"/>
          </a:p>
        </p:txBody>
      </p:sp>
      <p:sp>
        <p:nvSpPr>
          <p:cNvPr id="88" name="Text 86"/>
          <p:cNvSpPr/>
          <p:nvPr/>
        </p:nvSpPr>
        <p:spPr>
          <a:xfrm>
            <a:off x="8402117" y="2959608"/>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Onder 30 niet getoond, ook na filteren</a:t>
            </a:r>
            <a:endParaRPr lang="en-US" sz="1500" dirty="0"/>
          </a:p>
        </p:txBody>
      </p:sp>
      <p:sp>
        <p:nvSpPr>
          <p:cNvPr id="89" name="Text 87"/>
          <p:cNvSpPr/>
          <p:nvPr/>
        </p:nvSpPr>
        <p:spPr>
          <a:xfrm>
            <a:off x="8402117" y="3637788"/>
            <a:ext cx="296661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BETROUWBAARHEID</a:t>
            </a:r>
            <a:endParaRPr lang="en-US" sz="1100" dirty="0"/>
          </a:p>
        </p:txBody>
      </p:sp>
      <p:sp>
        <p:nvSpPr>
          <p:cNvPr id="90" name="Text 88"/>
          <p:cNvSpPr/>
          <p:nvPr/>
        </p:nvSpPr>
        <p:spPr>
          <a:xfrm>
            <a:off x="8402117" y="3985260"/>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Cijfers nagerekend, bron erbij</a:t>
            </a:r>
            <a:endParaRPr lang="en-US" sz="1500" dirty="0"/>
          </a:p>
        </p:txBody>
      </p:sp>
      <p:sp>
        <p:nvSpPr>
          <p:cNvPr id="91" name="Text 89"/>
          <p:cNvSpPr/>
          <p:nvPr/>
        </p:nvSpPr>
        <p:spPr>
          <a:xfrm>
            <a:off x="548640" y="484632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En de data:</a:t>
            </a:r>
            <a:r>
              <a:rPr lang="en-US" sz="1800" dirty="0">
                <a:solidFill>
                  <a:srgbClr val="000000"/>
                </a:solidFill>
                <a:latin typeface="General Sans" pitchFamily="34" charset="0"/>
                <a:ea typeface="General Sans" pitchFamily="34" charset="-122"/>
                <a:cs typeface="General Sans" pitchFamily="34" charset="-120"/>
              </a:rPr>
              <a:t> synthetisch, dus er gingen geen echte studenten naar de agent.</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a:p>
        </p:txBody>
      </p:sp>
      <p:sp>
        <p:nvSpPr>
          <p:cNvPr id="3" name="Shape 1"/>
          <p:cNvSpPr/>
          <p:nvPr/>
        </p:nvSpPr>
        <p:spPr>
          <a:xfrm>
            <a:off x="11212173" y="399224"/>
            <a:ext cx="34616" cy="34616"/>
          </a:xfrm>
          <a:prstGeom prst="ellipse">
            <a:avLst/>
          </a:prstGeom>
          <a:solidFill>
            <a:srgbClr val="000000"/>
          </a:solidFill>
          <a:ln/>
        </p:spPr>
        <p:txBody>
          <a:bodyPr/>
          <a:lstStyle/>
          <a:p>
            <a:endParaRPr/>
          </a:p>
        </p:txBody>
      </p:sp>
      <p:sp>
        <p:nvSpPr>
          <p:cNvPr id="4" name="Shape 2"/>
          <p:cNvSpPr/>
          <p:nvPr/>
        </p:nvSpPr>
        <p:spPr>
          <a:xfrm>
            <a:off x="11398641" y="399224"/>
            <a:ext cx="34616" cy="34616"/>
          </a:xfrm>
          <a:prstGeom prst="ellipse">
            <a:avLst/>
          </a:prstGeom>
          <a:solidFill>
            <a:srgbClr val="000000"/>
          </a:solidFill>
          <a:ln/>
        </p:spPr>
        <p:txBody>
          <a:bodyPr/>
          <a:lstStyle/>
          <a:p>
            <a:endParaRPr/>
          </a:p>
        </p:txBody>
      </p:sp>
      <p:sp>
        <p:nvSpPr>
          <p:cNvPr id="5" name="Shape 3"/>
          <p:cNvSpPr/>
          <p:nvPr/>
        </p:nvSpPr>
        <p:spPr>
          <a:xfrm>
            <a:off x="11258374" y="435357"/>
            <a:ext cx="51936" cy="51936"/>
          </a:xfrm>
          <a:prstGeom prst="ellipse">
            <a:avLst/>
          </a:prstGeom>
          <a:solidFill>
            <a:srgbClr val="000000"/>
          </a:solidFill>
          <a:ln/>
        </p:spPr>
        <p:txBody>
          <a:bodyPr/>
          <a:lstStyle/>
          <a:p>
            <a:endParaRPr/>
          </a:p>
        </p:txBody>
      </p:sp>
      <p:sp>
        <p:nvSpPr>
          <p:cNvPr id="6" name="Shape 4"/>
          <p:cNvSpPr/>
          <p:nvPr/>
        </p:nvSpPr>
        <p:spPr>
          <a:xfrm>
            <a:off x="11335407" y="435306"/>
            <a:ext cx="51718" cy="51718"/>
          </a:xfrm>
          <a:prstGeom prst="ellipse">
            <a:avLst/>
          </a:prstGeom>
          <a:solidFill>
            <a:srgbClr val="000000"/>
          </a:solidFill>
          <a:ln/>
        </p:spPr>
        <p:txBody>
          <a:bodyPr/>
          <a:lstStyle/>
          <a:p>
            <a:endParaRPr/>
          </a:p>
        </p:txBody>
      </p:sp>
      <p:sp>
        <p:nvSpPr>
          <p:cNvPr id="7" name="Shape 5"/>
          <p:cNvSpPr/>
          <p:nvPr/>
        </p:nvSpPr>
        <p:spPr>
          <a:xfrm>
            <a:off x="11127388" y="442398"/>
            <a:ext cx="35294" cy="35294"/>
          </a:xfrm>
          <a:prstGeom prst="ellipse">
            <a:avLst/>
          </a:prstGeom>
          <a:solidFill>
            <a:srgbClr val="000000"/>
          </a:solidFill>
          <a:ln/>
        </p:spPr>
        <p:txBody>
          <a:bodyPr/>
          <a:lstStyle/>
          <a:p>
            <a:endParaRPr/>
          </a:p>
        </p:txBody>
      </p:sp>
      <p:sp>
        <p:nvSpPr>
          <p:cNvPr id="8" name="Shape 6"/>
          <p:cNvSpPr/>
          <p:nvPr/>
        </p:nvSpPr>
        <p:spPr>
          <a:xfrm>
            <a:off x="11482145" y="441649"/>
            <a:ext cx="35960" cy="35960"/>
          </a:xfrm>
          <a:prstGeom prst="ellipse">
            <a:avLst/>
          </a:prstGeom>
          <a:solidFill>
            <a:srgbClr val="000000"/>
          </a:solidFill>
          <a:ln/>
        </p:spPr>
        <p:txBody>
          <a:bodyPr/>
          <a:lstStyle/>
          <a:p>
            <a:endParaRPr/>
          </a:p>
        </p:txBody>
      </p:sp>
      <p:sp>
        <p:nvSpPr>
          <p:cNvPr id="9" name="Shape 7"/>
          <p:cNvSpPr/>
          <p:nvPr/>
        </p:nvSpPr>
        <p:spPr>
          <a:xfrm>
            <a:off x="11185603" y="459328"/>
            <a:ext cx="52167" cy="52167"/>
          </a:xfrm>
          <a:prstGeom prst="ellipse">
            <a:avLst/>
          </a:prstGeom>
          <a:solidFill>
            <a:srgbClr val="000000"/>
          </a:solidFill>
          <a:ln/>
        </p:spPr>
        <p:txBody>
          <a:bodyPr/>
          <a:lstStyle/>
          <a:p>
            <a:endParaRPr/>
          </a:p>
        </p:txBody>
      </p:sp>
      <p:sp>
        <p:nvSpPr>
          <p:cNvPr id="10" name="Shape 8"/>
          <p:cNvSpPr/>
          <p:nvPr/>
        </p:nvSpPr>
        <p:spPr>
          <a:xfrm>
            <a:off x="11408043" y="458713"/>
            <a:ext cx="52384" cy="52384"/>
          </a:xfrm>
          <a:prstGeom prst="ellipse">
            <a:avLst/>
          </a:prstGeom>
          <a:solidFill>
            <a:srgbClr val="000000"/>
          </a:solidFill>
          <a:ln/>
        </p:spPr>
        <p:txBody>
          <a:bodyPr/>
          <a:lstStyle/>
          <a:p>
            <a:endParaRPr/>
          </a:p>
        </p:txBody>
      </p:sp>
      <p:sp>
        <p:nvSpPr>
          <p:cNvPr id="11" name="Shape 9"/>
          <p:cNvSpPr/>
          <p:nvPr/>
        </p:nvSpPr>
        <p:spPr>
          <a:xfrm>
            <a:off x="11241891" y="499749"/>
            <a:ext cx="36613" cy="36613"/>
          </a:xfrm>
          <a:prstGeom prst="ellipse">
            <a:avLst/>
          </a:prstGeom>
          <a:solidFill>
            <a:srgbClr val="000000"/>
          </a:solidFill>
          <a:ln/>
        </p:spPr>
        <p:txBody>
          <a:bodyPr/>
          <a:lstStyle/>
          <a:p>
            <a:endParaRPr/>
          </a:p>
        </p:txBody>
      </p:sp>
      <p:sp>
        <p:nvSpPr>
          <p:cNvPr id="12" name="Shape 10"/>
          <p:cNvSpPr/>
          <p:nvPr/>
        </p:nvSpPr>
        <p:spPr>
          <a:xfrm>
            <a:off x="11294557" y="500146"/>
            <a:ext cx="57223" cy="57223"/>
          </a:xfrm>
          <a:prstGeom prst="ellipse">
            <a:avLst/>
          </a:prstGeom>
          <a:solidFill>
            <a:srgbClr val="000000"/>
          </a:solidFill>
          <a:ln/>
        </p:spPr>
        <p:txBody>
          <a:bodyPr/>
          <a:lstStyle/>
          <a:p>
            <a:endParaRPr/>
          </a:p>
        </p:txBody>
      </p:sp>
      <p:sp>
        <p:nvSpPr>
          <p:cNvPr id="13" name="Shape 11"/>
          <p:cNvSpPr/>
          <p:nvPr/>
        </p:nvSpPr>
        <p:spPr>
          <a:xfrm>
            <a:off x="11364102" y="498770"/>
            <a:ext cx="35294" cy="35294"/>
          </a:xfrm>
          <a:prstGeom prst="ellipse">
            <a:avLst/>
          </a:prstGeom>
          <a:solidFill>
            <a:srgbClr val="000000"/>
          </a:solidFill>
          <a:ln/>
        </p:spPr>
        <p:txBody>
          <a:bodyPr/>
          <a:lstStyle/>
          <a:p>
            <a:endParaRPr/>
          </a:p>
        </p:txBody>
      </p:sp>
      <p:sp>
        <p:nvSpPr>
          <p:cNvPr id="14" name="Shape 12"/>
          <p:cNvSpPr/>
          <p:nvPr/>
        </p:nvSpPr>
        <p:spPr>
          <a:xfrm>
            <a:off x="11123515" y="504524"/>
            <a:ext cx="51936" cy="51936"/>
          </a:xfrm>
          <a:prstGeom prst="ellipse">
            <a:avLst/>
          </a:prstGeom>
          <a:solidFill>
            <a:srgbClr val="000000"/>
          </a:solidFill>
          <a:ln/>
        </p:spPr>
        <p:txBody>
          <a:bodyPr/>
          <a:lstStyle/>
          <a:p>
            <a:endParaRPr/>
          </a:p>
        </p:txBody>
      </p:sp>
      <p:sp>
        <p:nvSpPr>
          <p:cNvPr id="15" name="Shape 13"/>
          <p:cNvSpPr/>
          <p:nvPr/>
        </p:nvSpPr>
        <p:spPr>
          <a:xfrm>
            <a:off x="11470202" y="504300"/>
            <a:ext cx="52384" cy="52384"/>
          </a:xfrm>
          <a:prstGeom prst="ellipse">
            <a:avLst/>
          </a:prstGeom>
          <a:solidFill>
            <a:srgbClr val="000000"/>
          </a:solidFill>
          <a:ln/>
        </p:spPr>
        <p:txBody>
          <a:bodyPr/>
          <a:lstStyle/>
          <a:p>
            <a:endParaRPr/>
          </a:p>
        </p:txBody>
      </p:sp>
      <p:sp>
        <p:nvSpPr>
          <p:cNvPr id="16" name="Shape 14"/>
          <p:cNvSpPr/>
          <p:nvPr/>
        </p:nvSpPr>
        <p:spPr>
          <a:xfrm>
            <a:off x="11060774" y="508825"/>
            <a:ext cx="35627" cy="35627"/>
          </a:xfrm>
          <a:prstGeom prst="ellipse">
            <a:avLst/>
          </a:prstGeom>
          <a:solidFill>
            <a:srgbClr val="000000"/>
          </a:solidFill>
          <a:ln/>
        </p:spPr>
        <p:txBody>
          <a:bodyPr/>
          <a:lstStyle/>
          <a:p>
            <a:endParaRPr/>
          </a:p>
        </p:txBody>
      </p:sp>
      <p:sp>
        <p:nvSpPr>
          <p:cNvPr id="17" name="Shape 15"/>
          <p:cNvSpPr/>
          <p:nvPr/>
        </p:nvSpPr>
        <p:spPr>
          <a:xfrm>
            <a:off x="11548535" y="508038"/>
            <a:ext cx="36613" cy="36613"/>
          </a:xfrm>
          <a:prstGeom prst="ellipse">
            <a:avLst/>
          </a:prstGeom>
          <a:solidFill>
            <a:srgbClr val="000000"/>
          </a:solidFill>
          <a:ln/>
        </p:spPr>
        <p:txBody>
          <a:bodyPr/>
          <a:lstStyle/>
          <a:p>
            <a:endParaRPr/>
          </a:p>
        </p:txBody>
      </p:sp>
      <p:sp>
        <p:nvSpPr>
          <p:cNvPr id="18" name="Shape 16"/>
          <p:cNvSpPr/>
          <p:nvPr/>
        </p:nvSpPr>
        <p:spPr>
          <a:xfrm>
            <a:off x="11191466" y="533379"/>
            <a:ext cx="57825" cy="57825"/>
          </a:xfrm>
          <a:prstGeom prst="ellipse">
            <a:avLst/>
          </a:prstGeom>
          <a:solidFill>
            <a:srgbClr val="000000"/>
          </a:solidFill>
          <a:ln/>
        </p:spPr>
        <p:txBody>
          <a:bodyPr/>
          <a:lstStyle/>
          <a:p>
            <a:endParaRPr/>
          </a:p>
        </p:txBody>
      </p:sp>
      <p:sp>
        <p:nvSpPr>
          <p:cNvPr id="19" name="Shape 17"/>
          <p:cNvSpPr/>
          <p:nvPr/>
        </p:nvSpPr>
        <p:spPr>
          <a:xfrm>
            <a:off x="11396535" y="533494"/>
            <a:ext cx="57428" cy="57428"/>
          </a:xfrm>
          <a:prstGeom prst="ellipse">
            <a:avLst/>
          </a:prstGeom>
          <a:solidFill>
            <a:srgbClr val="000000"/>
          </a:solidFill>
          <a:ln/>
        </p:spPr>
        <p:txBody>
          <a:bodyPr/>
          <a:lstStyle/>
          <a:p>
            <a:endParaRPr/>
          </a:p>
        </p:txBody>
      </p:sp>
      <p:sp>
        <p:nvSpPr>
          <p:cNvPr id="20" name="Shape 18"/>
          <p:cNvSpPr/>
          <p:nvPr/>
        </p:nvSpPr>
        <p:spPr>
          <a:xfrm>
            <a:off x="11079087" y="567226"/>
            <a:ext cx="51270" cy="51270"/>
          </a:xfrm>
          <a:prstGeom prst="ellipse">
            <a:avLst/>
          </a:prstGeom>
          <a:solidFill>
            <a:srgbClr val="000000"/>
          </a:solidFill>
          <a:ln/>
        </p:spPr>
        <p:txBody>
          <a:bodyPr/>
          <a:lstStyle/>
          <a:p>
            <a:endParaRPr/>
          </a:p>
        </p:txBody>
      </p:sp>
      <p:sp>
        <p:nvSpPr>
          <p:cNvPr id="21" name="Shape 19"/>
          <p:cNvSpPr/>
          <p:nvPr/>
        </p:nvSpPr>
        <p:spPr>
          <a:xfrm>
            <a:off x="11339728" y="567053"/>
            <a:ext cx="34616" cy="34616"/>
          </a:xfrm>
          <a:prstGeom prst="ellipse">
            <a:avLst/>
          </a:prstGeom>
          <a:solidFill>
            <a:srgbClr val="000000"/>
          </a:solidFill>
          <a:ln/>
        </p:spPr>
        <p:txBody>
          <a:bodyPr/>
          <a:lstStyle/>
          <a:p>
            <a:endParaRPr/>
          </a:p>
        </p:txBody>
      </p:sp>
      <p:sp>
        <p:nvSpPr>
          <p:cNvPr id="22" name="Shape 20"/>
          <p:cNvSpPr/>
          <p:nvPr/>
        </p:nvSpPr>
        <p:spPr>
          <a:xfrm>
            <a:off x="11515167" y="566234"/>
            <a:ext cx="52819" cy="52819"/>
          </a:xfrm>
          <a:prstGeom prst="ellipse">
            <a:avLst/>
          </a:prstGeom>
          <a:solidFill>
            <a:srgbClr val="000000"/>
          </a:solidFill>
          <a:ln/>
        </p:spPr>
        <p:txBody>
          <a:bodyPr/>
          <a:lstStyle/>
          <a:p>
            <a:endParaRPr/>
          </a:p>
        </p:txBody>
      </p:sp>
      <p:sp>
        <p:nvSpPr>
          <p:cNvPr id="23" name="Shape 21"/>
          <p:cNvSpPr/>
          <p:nvPr/>
        </p:nvSpPr>
        <p:spPr>
          <a:xfrm>
            <a:off x="11262860" y="569742"/>
            <a:ext cx="34961" cy="34961"/>
          </a:xfrm>
          <a:prstGeom prst="ellipse">
            <a:avLst/>
          </a:prstGeom>
          <a:solidFill>
            <a:srgbClr val="000000"/>
          </a:solidFill>
          <a:ln/>
        </p:spPr>
        <p:txBody>
          <a:bodyPr/>
          <a:lstStyle/>
          <a:p>
            <a:endParaRPr/>
          </a:p>
        </p:txBody>
      </p:sp>
      <p:sp>
        <p:nvSpPr>
          <p:cNvPr id="24" name="Shape 22"/>
          <p:cNvSpPr/>
          <p:nvPr/>
        </p:nvSpPr>
        <p:spPr>
          <a:xfrm>
            <a:off x="11462521" y="569818"/>
            <a:ext cx="35294" cy="35294"/>
          </a:xfrm>
          <a:prstGeom prst="ellipse">
            <a:avLst/>
          </a:prstGeom>
          <a:solidFill>
            <a:srgbClr val="000000"/>
          </a:solidFill>
          <a:ln/>
        </p:spPr>
        <p:txBody>
          <a:bodyPr/>
          <a:lstStyle/>
          <a:p>
            <a:endParaRPr/>
          </a:p>
        </p:txBody>
      </p:sp>
      <p:sp>
        <p:nvSpPr>
          <p:cNvPr id="25" name="Shape 23"/>
          <p:cNvSpPr/>
          <p:nvPr/>
        </p:nvSpPr>
        <p:spPr>
          <a:xfrm>
            <a:off x="11145681" y="573441"/>
            <a:ext cx="34270" cy="34270"/>
          </a:xfrm>
          <a:prstGeom prst="ellipse">
            <a:avLst/>
          </a:prstGeom>
          <a:solidFill>
            <a:srgbClr val="000000"/>
          </a:solidFill>
          <a:ln/>
        </p:spPr>
        <p:txBody>
          <a:bodyPr/>
          <a:lstStyle/>
          <a:p>
            <a:endParaRPr/>
          </a:p>
        </p:txBody>
      </p:sp>
      <p:sp>
        <p:nvSpPr>
          <p:cNvPr id="26" name="Shape 24"/>
          <p:cNvSpPr/>
          <p:nvPr/>
        </p:nvSpPr>
        <p:spPr>
          <a:xfrm>
            <a:off x="11592015" y="593213"/>
            <a:ext cx="35294" cy="35294"/>
          </a:xfrm>
          <a:prstGeom prst="ellipse">
            <a:avLst/>
          </a:prstGeom>
          <a:solidFill>
            <a:srgbClr val="000000"/>
          </a:solidFill>
          <a:ln/>
        </p:spPr>
        <p:txBody>
          <a:bodyPr/>
          <a:lstStyle/>
          <a:p>
            <a:endParaRPr/>
          </a:p>
        </p:txBody>
      </p:sp>
      <p:sp>
        <p:nvSpPr>
          <p:cNvPr id="27" name="Shape 25"/>
          <p:cNvSpPr/>
          <p:nvPr/>
        </p:nvSpPr>
        <p:spPr>
          <a:xfrm>
            <a:off x="11019124" y="593444"/>
            <a:ext cx="34616" cy="34616"/>
          </a:xfrm>
          <a:prstGeom prst="ellipse">
            <a:avLst/>
          </a:prstGeom>
          <a:solidFill>
            <a:srgbClr val="000000"/>
          </a:solidFill>
          <a:ln/>
        </p:spPr>
        <p:txBody>
          <a:bodyPr/>
          <a:lstStyle/>
          <a:p>
            <a:endParaRPr/>
          </a:p>
        </p:txBody>
      </p:sp>
      <p:sp>
        <p:nvSpPr>
          <p:cNvPr id="28" name="Shape 26"/>
          <p:cNvSpPr/>
          <p:nvPr/>
        </p:nvSpPr>
        <p:spPr>
          <a:xfrm>
            <a:off x="11403576" y="610214"/>
            <a:ext cx="34961" cy="34961"/>
          </a:xfrm>
          <a:prstGeom prst="ellipse">
            <a:avLst/>
          </a:prstGeom>
          <a:solidFill>
            <a:srgbClr val="000000"/>
          </a:solidFill>
          <a:ln/>
        </p:spPr>
        <p:txBody>
          <a:bodyPr/>
          <a:lstStyle/>
          <a:p>
            <a:endParaRPr/>
          </a:p>
        </p:txBody>
      </p:sp>
      <p:sp>
        <p:nvSpPr>
          <p:cNvPr id="29" name="Shape 27"/>
          <p:cNvSpPr/>
          <p:nvPr/>
        </p:nvSpPr>
        <p:spPr>
          <a:xfrm>
            <a:off x="11201662" y="616570"/>
            <a:ext cx="35627" cy="35627"/>
          </a:xfrm>
          <a:prstGeom prst="ellipse">
            <a:avLst/>
          </a:prstGeom>
          <a:solidFill>
            <a:srgbClr val="000000"/>
          </a:solidFill>
          <a:ln/>
        </p:spPr>
        <p:txBody>
          <a:bodyPr/>
          <a:lstStyle/>
          <a:p>
            <a:endParaRPr/>
          </a:p>
        </p:txBody>
      </p:sp>
      <p:sp>
        <p:nvSpPr>
          <p:cNvPr id="30" name="Shape 28"/>
          <p:cNvSpPr/>
          <p:nvPr/>
        </p:nvSpPr>
        <p:spPr>
          <a:xfrm>
            <a:off x="11127484" y="620705"/>
            <a:ext cx="58030" cy="58030"/>
          </a:xfrm>
          <a:prstGeom prst="ellipse">
            <a:avLst/>
          </a:prstGeom>
          <a:solidFill>
            <a:srgbClr val="000000"/>
          </a:solidFill>
          <a:ln/>
        </p:spPr>
        <p:txBody>
          <a:bodyPr/>
          <a:lstStyle/>
          <a:p>
            <a:endParaRPr/>
          </a:p>
        </p:txBody>
      </p:sp>
      <p:sp>
        <p:nvSpPr>
          <p:cNvPr id="31" name="Shape 29"/>
          <p:cNvSpPr/>
          <p:nvPr/>
        </p:nvSpPr>
        <p:spPr>
          <a:xfrm>
            <a:off x="11460767" y="620852"/>
            <a:ext cx="57428" cy="57428"/>
          </a:xfrm>
          <a:prstGeom prst="ellipse">
            <a:avLst/>
          </a:prstGeom>
          <a:solidFill>
            <a:srgbClr val="000000"/>
          </a:solidFill>
          <a:ln/>
        </p:spPr>
        <p:txBody>
          <a:bodyPr/>
          <a:lstStyle/>
          <a:p>
            <a:endParaRPr/>
          </a:p>
        </p:txBody>
      </p:sp>
      <p:sp>
        <p:nvSpPr>
          <p:cNvPr id="32" name="Shape 30"/>
          <p:cNvSpPr/>
          <p:nvPr/>
        </p:nvSpPr>
        <p:spPr>
          <a:xfrm>
            <a:off x="11055219" y="640144"/>
            <a:ext cx="51718" cy="51718"/>
          </a:xfrm>
          <a:prstGeom prst="ellipse">
            <a:avLst/>
          </a:prstGeom>
          <a:solidFill>
            <a:srgbClr val="000000"/>
          </a:solidFill>
          <a:ln/>
        </p:spPr>
        <p:txBody>
          <a:bodyPr/>
          <a:lstStyle/>
          <a:p>
            <a:endParaRPr/>
          </a:p>
        </p:txBody>
      </p:sp>
      <p:sp>
        <p:nvSpPr>
          <p:cNvPr id="33" name="Shape 31"/>
          <p:cNvSpPr/>
          <p:nvPr/>
        </p:nvSpPr>
        <p:spPr>
          <a:xfrm>
            <a:off x="11539330" y="640266"/>
            <a:ext cx="51270" cy="51270"/>
          </a:xfrm>
          <a:prstGeom prst="ellipse">
            <a:avLst/>
          </a:prstGeom>
          <a:solidFill>
            <a:srgbClr val="000000"/>
          </a:solidFill>
          <a:ln/>
        </p:spPr>
        <p:txBody>
          <a:bodyPr/>
          <a:lstStyle/>
          <a:p>
            <a:endParaRPr/>
          </a:p>
        </p:txBody>
      </p:sp>
      <p:sp>
        <p:nvSpPr>
          <p:cNvPr id="34" name="Shape 32"/>
          <p:cNvSpPr/>
          <p:nvPr/>
        </p:nvSpPr>
        <p:spPr>
          <a:xfrm>
            <a:off x="11429576" y="682274"/>
            <a:ext cx="35627" cy="35627"/>
          </a:xfrm>
          <a:prstGeom prst="ellipse">
            <a:avLst/>
          </a:prstGeom>
          <a:solidFill>
            <a:srgbClr val="000000"/>
          </a:solidFill>
          <a:ln/>
        </p:spPr>
        <p:txBody>
          <a:bodyPr/>
          <a:lstStyle/>
          <a:p>
            <a:endParaRPr/>
          </a:p>
        </p:txBody>
      </p:sp>
      <p:sp>
        <p:nvSpPr>
          <p:cNvPr id="35" name="Shape 33"/>
          <p:cNvSpPr/>
          <p:nvPr/>
        </p:nvSpPr>
        <p:spPr>
          <a:xfrm>
            <a:off x="11004076" y="687222"/>
            <a:ext cx="34616" cy="34616"/>
          </a:xfrm>
          <a:prstGeom prst="ellipse">
            <a:avLst/>
          </a:prstGeom>
          <a:solidFill>
            <a:srgbClr val="000000"/>
          </a:solidFill>
          <a:ln/>
        </p:spPr>
        <p:txBody>
          <a:bodyPr/>
          <a:lstStyle/>
          <a:p>
            <a:endParaRPr/>
          </a:p>
        </p:txBody>
      </p:sp>
      <p:sp>
        <p:nvSpPr>
          <p:cNvPr id="36" name="Shape 34"/>
          <p:cNvSpPr/>
          <p:nvPr/>
        </p:nvSpPr>
        <p:spPr>
          <a:xfrm>
            <a:off x="11502052" y="685321"/>
            <a:ext cx="34270" cy="34270"/>
          </a:xfrm>
          <a:prstGeom prst="ellipse">
            <a:avLst/>
          </a:prstGeom>
          <a:solidFill>
            <a:srgbClr val="000000"/>
          </a:solidFill>
          <a:ln/>
        </p:spPr>
        <p:txBody>
          <a:bodyPr/>
          <a:lstStyle/>
          <a:p>
            <a:endParaRPr/>
          </a:p>
        </p:txBody>
      </p:sp>
      <p:sp>
        <p:nvSpPr>
          <p:cNvPr id="37" name="Shape 35"/>
          <p:cNvSpPr/>
          <p:nvPr/>
        </p:nvSpPr>
        <p:spPr>
          <a:xfrm>
            <a:off x="11606321" y="686422"/>
            <a:ext cx="35627" cy="35627"/>
          </a:xfrm>
          <a:prstGeom prst="ellipse">
            <a:avLst/>
          </a:prstGeom>
          <a:solidFill>
            <a:srgbClr val="000000"/>
          </a:solidFill>
          <a:ln/>
        </p:spPr>
        <p:txBody>
          <a:bodyPr/>
          <a:lstStyle/>
          <a:p>
            <a:endParaRPr/>
          </a:p>
        </p:txBody>
      </p:sp>
      <p:sp>
        <p:nvSpPr>
          <p:cNvPr id="38" name="Shape 36"/>
          <p:cNvSpPr/>
          <p:nvPr/>
        </p:nvSpPr>
        <p:spPr>
          <a:xfrm>
            <a:off x="11108908" y="688957"/>
            <a:ext cx="35294" cy="35294"/>
          </a:xfrm>
          <a:prstGeom prst="ellipse">
            <a:avLst/>
          </a:prstGeom>
          <a:solidFill>
            <a:srgbClr val="000000"/>
          </a:solidFill>
          <a:ln/>
        </p:spPr>
        <p:txBody>
          <a:bodyPr/>
          <a:lstStyle/>
          <a:p>
            <a:endParaRPr/>
          </a:p>
        </p:txBody>
      </p:sp>
      <p:sp>
        <p:nvSpPr>
          <p:cNvPr id="39" name="Shape 37"/>
          <p:cNvSpPr/>
          <p:nvPr/>
        </p:nvSpPr>
        <p:spPr>
          <a:xfrm>
            <a:off x="11179733" y="690371"/>
            <a:ext cx="36613" cy="36613"/>
          </a:xfrm>
          <a:prstGeom prst="ellipse">
            <a:avLst/>
          </a:prstGeom>
          <a:solidFill>
            <a:srgbClr val="000000"/>
          </a:solidFill>
          <a:ln/>
        </p:spPr>
        <p:txBody>
          <a:bodyPr/>
          <a:lstStyle/>
          <a:p>
            <a:endParaRPr/>
          </a:p>
        </p:txBody>
      </p:sp>
      <p:sp>
        <p:nvSpPr>
          <p:cNvPr id="40" name="Shape 38"/>
          <p:cNvSpPr/>
          <p:nvPr/>
        </p:nvSpPr>
        <p:spPr>
          <a:xfrm>
            <a:off x="11054764" y="716576"/>
            <a:ext cx="51936" cy="51936"/>
          </a:xfrm>
          <a:prstGeom prst="ellipse">
            <a:avLst/>
          </a:prstGeom>
          <a:solidFill>
            <a:srgbClr val="000000"/>
          </a:solidFill>
          <a:ln/>
        </p:spPr>
        <p:txBody>
          <a:bodyPr/>
          <a:lstStyle/>
          <a:p>
            <a:endParaRPr/>
          </a:p>
        </p:txBody>
      </p:sp>
      <p:sp>
        <p:nvSpPr>
          <p:cNvPr id="41" name="Shape 39"/>
          <p:cNvSpPr/>
          <p:nvPr/>
        </p:nvSpPr>
        <p:spPr>
          <a:xfrm>
            <a:off x="11539023" y="716851"/>
            <a:ext cx="51488" cy="51488"/>
          </a:xfrm>
          <a:prstGeom prst="ellipse">
            <a:avLst/>
          </a:prstGeom>
          <a:solidFill>
            <a:srgbClr val="000000"/>
          </a:solidFill>
          <a:ln/>
        </p:spPr>
        <p:txBody>
          <a:bodyPr/>
          <a:lstStyle/>
          <a:p>
            <a:endParaRPr/>
          </a:p>
        </p:txBody>
      </p:sp>
      <p:sp>
        <p:nvSpPr>
          <p:cNvPr id="42" name="Shape 40"/>
          <p:cNvSpPr/>
          <p:nvPr/>
        </p:nvSpPr>
        <p:spPr>
          <a:xfrm>
            <a:off x="11127490" y="729288"/>
            <a:ext cx="58222" cy="58222"/>
          </a:xfrm>
          <a:prstGeom prst="ellipse">
            <a:avLst/>
          </a:prstGeom>
          <a:solidFill>
            <a:srgbClr val="000000"/>
          </a:solidFill>
          <a:ln/>
        </p:spPr>
        <p:txBody>
          <a:bodyPr/>
          <a:lstStyle/>
          <a:p>
            <a:endParaRPr/>
          </a:p>
        </p:txBody>
      </p:sp>
      <p:sp>
        <p:nvSpPr>
          <p:cNvPr id="43" name="Shape 41"/>
          <p:cNvSpPr/>
          <p:nvPr/>
        </p:nvSpPr>
        <p:spPr>
          <a:xfrm>
            <a:off x="11460671" y="729781"/>
            <a:ext cx="57633" cy="57633"/>
          </a:xfrm>
          <a:prstGeom prst="ellipse">
            <a:avLst/>
          </a:prstGeom>
          <a:solidFill>
            <a:srgbClr val="000000"/>
          </a:solidFill>
          <a:ln/>
        </p:spPr>
        <p:txBody>
          <a:bodyPr/>
          <a:lstStyle/>
          <a:p>
            <a:endParaRPr/>
          </a:p>
        </p:txBody>
      </p:sp>
      <p:sp>
        <p:nvSpPr>
          <p:cNvPr id="44" name="Shape 42"/>
          <p:cNvSpPr/>
          <p:nvPr/>
        </p:nvSpPr>
        <p:spPr>
          <a:xfrm>
            <a:off x="11407973" y="756415"/>
            <a:ext cx="35960" cy="35960"/>
          </a:xfrm>
          <a:prstGeom prst="ellipse">
            <a:avLst/>
          </a:prstGeom>
          <a:solidFill>
            <a:srgbClr val="000000"/>
          </a:solidFill>
          <a:ln/>
        </p:spPr>
        <p:txBody>
          <a:bodyPr/>
          <a:lstStyle/>
          <a:p>
            <a:endParaRPr/>
          </a:p>
        </p:txBody>
      </p:sp>
      <p:sp>
        <p:nvSpPr>
          <p:cNvPr id="45" name="Shape 43"/>
          <p:cNvSpPr/>
          <p:nvPr/>
        </p:nvSpPr>
        <p:spPr>
          <a:xfrm>
            <a:off x="11207308" y="763884"/>
            <a:ext cx="34616" cy="34616"/>
          </a:xfrm>
          <a:prstGeom prst="ellipse">
            <a:avLst/>
          </a:prstGeom>
          <a:solidFill>
            <a:srgbClr val="000000"/>
          </a:solidFill>
          <a:ln/>
        </p:spPr>
        <p:txBody>
          <a:bodyPr/>
          <a:lstStyle/>
          <a:p>
            <a:endParaRPr/>
          </a:p>
        </p:txBody>
      </p:sp>
      <p:sp>
        <p:nvSpPr>
          <p:cNvPr id="46" name="Shape 44"/>
          <p:cNvSpPr/>
          <p:nvPr/>
        </p:nvSpPr>
        <p:spPr>
          <a:xfrm>
            <a:off x="11018670" y="780462"/>
            <a:ext cx="34616" cy="34616"/>
          </a:xfrm>
          <a:prstGeom prst="ellipse">
            <a:avLst/>
          </a:prstGeom>
          <a:solidFill>
            <a:srgbClr val="000000"/>
          </a:solidFill>
          <a:ln/>
        </p:spPr>
        <p:txBody>
          <a:bodyPr/>
          <a:lstStyle/>
          <a:p>
            <a:endParaRPr/>
          </a:p>
        </p:txBody>
      </p:sp>
      <p:sp>
        <p:nvSpPr>
          <p:cNvPr id="47" name="Shape 45"/>
          <p:cNvSpPr/>
          <p:nvPr/>
        </p:nvSpPr>
        <p:spPr>
          <a:xfrm>
            <a:off x="11591670" y="780123"/>
            <a:ext cx="35294" cy="35294"/>
          </a:xfrm>
          <a:prstGeom prst="ellipse">
            <a:avLst/>
          </a:prstGeom>
          <a:solidFill>
            <a:srgbClr val="000000"/>
          </a:solidFill>
          <a:ln/>
        </p:spPr>
        <p:txBody>
          <a:bodyPr/>
          <a:lstStyle/>
          <a:p>
            <a:endParaRPr/>
          </a:p>
        </p:txBody>
      </p:sp>
      <p:sp>
        <p:nvSpPr>
          <p:cNvPr id="48" name="Shape 46"/>
          <p:cNvSpPr/>
          <p:nvPr/>
        </p:nvSpPr>
        <p:spPr>
          <a:xfrm>
            <a:off x="11079010" y="790179"/>
            <a:ext cx="51270" cy="51270"/>
          </a:xfrm>
          <a:prstGeom prst="ellipse">
            <a:avLst/>
          </a:prstGeom>
          <a:solidFill>
            <a:srgbClr val="000000"/>
          </a:solidFill>
          <a:ln/>
        </p:spPr>
        <p:txBody>
          <a:bodyPr/>
          <a:lstStyle/>
          <a:p>
            <a:endParaRPr/>
          </a:p>
        </p:txBody>
      </p:sp>
      <p:sp>
        <p:nvSpPr>
          <p:cNvPr id="49" name="Shape 47"/>
          <p:cNvSpPr/>
          <p:nvPr/>
        </p:nvSpPr>
        <p:spPr>
          <a:xfrm>
            <a:off x="11515218" y="789692"/>
            <a:ext cx="52602" cy="52602"/>
          </a:xfrm>
          <a:prstGeom prst="ellipse">
            <a:avLst/>
          </a:prstGeom>
          <a:solidFill>
            <a:srgbClr val="000000"/>
          </a:solidFill>
          <a:ln/>
        </p:spPr>
        <p:txBody>
          <a:bodyPr/>
          <a:lstStyle/>
          <a:p>
            <a:endParaRPr/>
          </a:p>
        </p:txBody>
      </p:sp>
      <p:sp>
        <p:nvSpPr>
          <p:cNvPr id="50" name="Shape 48"/>
          <p:cNvSpPr/>
          <p:nvPr/>
        </p:nvSpPr>
        <p:spPr>
          <a:xfrm>
            <a:off x="11147371" y="803460"/>
            <a:ext cx="35627" cy="35627"/>
          </a:xfrm>
          <a:prstGeom prst="ellipse">
            <a:avLst/>
          </a:prstGeom>
          <a:solidFill>
            <a:srgbClr val="000000"/>
          </a:solidFill>
          <a:ln/>
        </p:spPr>
        <p:txBody>
          <a:bodyPr/>
          <a:lstStyle/>
          <a:p>
            <a:endParaRPr/>
          </a:p>
        </p:txBody>
      </p:sp>
      <p:sp>
        <p:nvSpPr>
          <p:cNvPr id="51" name="Shape 49"/>
          <p:cNvSpPr/>
          <p:nvPr/>
        </p:nvSpPr>
        <p:spPr>
          <a:xfrm>
            <a:off x="11347786" y="804293"/>
            <a:ext cx="35294" cy="35294"/>
          </a:xfrm>
          <a:prstGeom prst="ellipse">
            <a:avLst/>
          </a:prstGeom>
          <a:solidFill>
            <a:srgbClr val="000000"/>
          </a:solidFill>
          <a:ln/>
        </p:spPr>
        <p:txBody>
          <a:bodyPr/>
          <a:lstStyle/>
          <a:p>
            <a:endParaRPr/>
          </a:p>
        </p:txBody>
      </p:sp>
      <p:sp>
        <p:nvSpPr>
          <p:cNvPr id="52" name="Shape 50"/>
          <p:cNvSpPr/>
          <p:nvPr/>
        </p:nvSpPr>
        <p:spPr>
          <a:xfrm>
            <a:off x="11465119" y="800919"/>
            <a:ext cx="34961" cy="34961"/>
          </a:xfrm>
          <a:prstGeom prst="ellipse">
            <a:avLst/>
          </a:prstGeom>
          <a:solidFill>
            <a:srgbClr val="000000"/>
          </a:solidFill>
          <a:ln/>
        </p:spPr>
        <p:txBody>
          <a:bodyPr/>
          <a:lstStyle/>
          <a:p>
            <a:endParaRPr/>
          </a:p>
        </p:txBody>
      </p:sp>
      <p:sp>
        <p:nvSpPr>
          <p:cNvPr id="53" name="Shape 51"/>
          <p:cNvSpPr/>
          <p:nvPr/>
        </p:nvSpPr>
        <p:spPr>
          <a:xfrm>
            <a:off x="11270669" y="806590"/>
            <a:ext cx="35627" cy="35627"/>
          </a:xfrm>
          <a:prstGeom prst="ellipse">
            <a:avLst/>
          </a:prstGeom>
          <a:solidFill>
            <a:srgbClr val="000000"/>
          </a:solidFill>
          <a:ln/>
        </p:spPr>
        <p:txBody>
          <a:bodyPr/>
          <a:lstStyle/>
          <a:p>
            <a:endParaRPr/>
          </a:p>
        </p:txBody>
      </p:sp>
      <p:sp>
        <p:nvSpPr>
          <p:cNvPr id="54" name="Shape 52"/>
          <p:cNvSpPr/>
          <p:nvPr/>
        </p:nvSpPr>
        <p:spPr>
          <a:xfrm>
            <a:off x="11191498" y="817766"/>
            <a:ext cx="57633" cy="57633"/>
          </a:xfrm>
          <a:prstGeom prst="ellipse">
            <a:avLst/>
          </a:prstGeom>
          <a:solidFill>
            <a:srgbClr val="000000"/>
          </a:solidFill>
          <a:ln/>
        </p:spPr>
        <p:txBody>
          <a:bodyPr/>
          <a:lstStyle/>
          <a:p>
            <a:endParaRPr/>
          </a:p>
        </p:txBody>
      </p:sp>
      <p:sp>
        <p:nvSpPr>
          <p:cNvPr id="55" name="Shape 53"/>
          <p:cNvSpPr/>
          <p:nvPr/>
        </p:nvSpPr>
        <p:spPr>
          <a:xfrm>
            <a:off x="11396573" y="817888"/>
            <a:ext cx="57633" cy="57633"/>
          </a:xfrm>
          <a:prstGeom prst="ellipse">
            <a:avLst/>
          </a:prstGeom>
          <a:solidFill>
            <a:srgbClr val="000000"/>
          </a:solidFill>
          <a:ln/>
        </p:spPr>
        <p:txBody>
          <a:bodyPr/>
          <a:lstStyle/>
          <a:p>
            <a:endParaRPr/>
          </a:p>
        </p:txBody>
      </p:sp>
      <p:sp>
        <p:nvSpPr>
          <p:cNvPr id="56" name="Shape 54"/>
          <p:cNvSpPr/>
          <p:nvPr/>
        </p:nvSpPr>
        <p:spPr>
          <a:xfrm>
            <a:off x="11123445" y="851985"/>
            <a:ext cx="52167" cy="52167"/>
          </a:xfrm>
          <a:prstGeom prst="ellipse">
            <a:avLst/>
          </a:prstGeom>
          <a:solidFill>
            <a:srgbClr val="000000"/>
          </a:solidFill>
          <a:ln/>
        </p:spPr>
        <p:txBody>
          <a:bodyPr/>
          <a:lstStyle/>
          <a:p>
            <a:endParaRPr/>
          </a:p>
        </p:txBody>
      </p:sp>
      <p:sp>
        <p:nvSpPr>
          <p:cNvPr id="57" name="Shape 55"/>
          <p:cNvSpPr/>
          <p:nvPr/>
        </p:nvSpPr>
        <p:spPr>
          <a:xfrm>
            <a:off x="11294647" y="851390"/>
            <a:ext cx="57223" cy="57223"/>
          </a:xfrm>
          <a:prstGeom prst="ellipse">
            <a:avLst/>
          </a:prstGeom>
          <a:solidFill>
            <a:srgbClr val="000000"/>
          </a:solidFill>
          <a:ln/>
        </p:spPr>
        <p:txBody>
          <a:bodyPr/>
          <a:lstStyle/>
          <a:p>
            <a:endParaRPr/>
          </a:p>
        </p:txBody>
      </p:sp>
      <p:sp>
        <p:nvSpPr>
          <p:cNvPr id="58" name="Shape 56"/>
          <p:cNvSpPr/>
          <p:nvPr/>
        </p:nvSpPr>
        <p:spPr>
          <a:xfrm>
            <a:off x="11470202" y="852382"/>
            <a:ext cx="52384" cy="52384"/>
          </a:xfrm>
          <a:prstGeom prst="ellipse">
            <a:avLst/>
          </a:prstGeom>
          <a:solidFill>
            <a:srgbClr val="000000"/>
          </a:solidFill>
          <a:ln/>
        </p:spPr>
        <p:txBody>
          <a:bodyPr/>
          <a:lstStyle/>
          <a:p>
            <a:endParaRPr/>
          </a:p>
        </p:txBody>
      </p:sp>
      <p:sp>
        <p:nvSpPr>
          <p:cNvPr id="59" name="Shape 57"/>
          <p:cNvSpPr/>
          <p:nvPr/>
        </p:nvSpPr>
        <p:spPr>
          <a:xfrm>
            <a:off x="11060774" y="864607"/>
            <a:ext cx="35627" cy="35627"/>
          </a:xfrm>
          <a:prstGeom prst="ellipse">
            <a:avLst/>
          </a:prstGeom>
          <a:solidFill>
            <a:srgbClr val="000000"/>
          </a:solidFill>
          <a:ln/>
        </p:spPr>
        <p:txBody>
          <a:bodyPr/>
          <a:lstStyle/>
          <a:p>
            <a:endParaRPr/>
          </a:p>
        </p:txBody>
      </p:sp>
      <p:sp>
        <p:nvSpPr>
          <p:cNvPr id="60" name="Shape 58"/>
          <p:cNvSpPr/>
          <p:nvPr/>
        </p:nvSpPr>
        <p:spPr>
          <a:xfrm>
            <a:off x="11548733" y="864185"/>
            <a:ext cx="35627" cy="35627"/>
          </a:xfrm>
          <a:prstGeom prst="ellipse">
            <a:avLst/>
          </a:prstGeom>
          <a:solidFill>
            <a:srgbClr val="000000"/>
          </a:solidFill>
          <a:ln/>
        </p:spPr>
        <p:txBody>
          <a:bodyPr/>
          <a:lstStyle/>
          <a:p>
            <a:endParaRPr/>
          </a:p>
        </p:txBody>
      </p:sp>
      <p:sp>
        <p:nvSpPr>
          <p:cNvPr id="61" name="Shape 59"/>
          <p:cNvSpPr/>
          <p:nvPr/>
        </p:nvSpPr>
        <p:spPr>
          <a:xfrm>
            <a:off x="11246231" y="873908"/>
            <a:ext cx="35627" cy="35627"/>
          </a:xfrm>
          <a:prstGeom prst="ellipse">
            <a:avLst/>
          </a:prstGeom>
          <a:solidFill>
            <a:srgbClr val="000000"/>
          </a:solidFill>
          <a:ln/>
        </p:spPr>
        <p:txBody>
          <a:bodyPr/>
          <a:lstStyle/>
          <a:p>
            <a:endParaRPr/>
          </a:p>
        </p:txBody>
      </p:sp>
      <p:sp>
        <p:nvSpPr>
          <p:cNvPr id="62" name="Shape 60"/>
          <p:cNvSpPr/>
          <p:nvPr/>
        </p:nvSpPr>
        <p:spPr>
          <a:xfrm>
            <a:off x="11367418" y="872896"/>
            <a:ext cx="35627" cy="35627"/>
          </a:xfrm>
          <a:prstGeom prst="ellipse">
            <a:avLst/>
          </a:prstGeom>
          <a:solidFill>
            <a:srgbClr val="000000"/>
          </a:solidFill>
          <a:ln/>
        </p:spPr>
        <p:txBody>
          <a:bodyPr/>
          <a:lstStyle/>
          <a:p>
            <a:endParaRPr/>
          </a:p>
        </p:txBody>
      </p:sp>
      <p:sp>
        <p:nvSpPr>
          <p:cNvPr id="63" name="Shape 61"/>
          <p:cNvSpPr/>
          <p:nvPr/>
        </p:nvSpPr>
        <p:spPr>
          <a:xfrm>
            <a:off x="11185366" y="897322"/>
            <a:ext cx="51936" cy="51936"/>
          </a:xfrm>
          <a:prstGeom prst="ellipse">
            <a:avLst/>
          </a:prstGeom>
          <a:solidFill>
            <a:srgbClr val="000000"/>
          </a:solidFill>
          <a:ln/>
        </p:spPr>
        <p:txBody>
          <a:bodyPr/>
          <a:lstStyle/>
          <a:p>
            <a:endParaRPr/>
          </a:p>
        </p:txBody>
      </p:sp>
      <p:sp>
        <p:nvSpPr>
          <p:cNvPr id="64" name="Shape 62"/>
          <p:cNvSpPr/>
          <p:nvPr/>
        </p:nvSpPr>
        <p:spPr>
          <a:xfrm>
            <a:off x="11407845" y="897655"/>
            <a:ext cx="52602" cy="52602"/>
          </a:xfrm>
          <a:prstGeom prst="ellipse">
            <a:avLst/>
          </a:prstGeom>
          <a:solidFill>
            <a:srgbClr val="000000"/>
          </a:solidFill>
          <a:ln/>
        </p:spPr>
        <p:txBody>
          <a:bodyPr/>
          <a:lstStyle/>
          <a:p>
            <a:endParaRPr/>
          </a:p>
        </p:txBody>
      </p:sp>
      <p:sp>
        <p:nvSpPr>
          <p:cNvPr id="65" name="Shape 63"/>
          <p:cNvSpPr/>
          <p:nvPr/>
        </p:nvSpPr>
        <p:spPr>
          <a:xfrm>
            <a:off x="11258822" y="921466"/>
            <a:ext cx="51270" cy="51270"/>
          </a:xfrm>
          <a:prstGeom prst="ellipse">
            <a:avLst/>
          </a:prstGeom>
          <a:solidFill>
            <a:srgbClr val="000000"/>
          </a:solidFill>
          <a:ln/>
        </p:spPr>
        <p:txBody>
          <a:bodyPr/>
          <a:lstStyle/>
          <a:p>
            <a:endParaRPr/>
          </a:p>
        </p:txBody>
      </p:sp>
      <p:sp>
        <p:nvSpPr>
          <p:cNvPr id="66" name="Shape 64"/>
          <p:cNvSpPr/>
          <p:nvPr/>
        </p:nvSpPr>
        <p:spPr>
          <a:xfrm>
            <a:off x="11335350" y="921504"/>
            <a:ext cx="51270" cy="51270"/>
          </a:xfrm>
          <a:prstGeom prst="ellipse">
            <a:avLst/>
          </a:prstGeom>
          <a:solidFill>
            <a:srgbClr val="000000"/>
          </a:solidFill>
          <a:ln/>
        </p:spPr>
        <p:txBody>
          <a:bodyPr/>
          <a:lstStyle/>
          <a:p>
            <a:endParaRPr/>
          </a:p>
        </p:txBody>
      </p:sp>
      <p:sp>
        <p:nvSpPr>
          <p:cNvPr id="67" name="Shape 65"/>
          <p:cNvSpPr/>
          <p:nvPr/>
        </p:nvSpPr>
        <p:spPr>
          <a:xfrm>
            <a:off x="11127388" y="931368"/>
            <a:ext cx="35294" cy="35294"/>
          </a:xfrm>
          <a:prstGeom prst="ellipse">
            <a:avLst/>
          </a:prstGeom>
          <a:solidFill>
            <a:srgbClr val="000000"/>
          </a:solidFill>
          <a:ln/>
        </p:spPr>
        <p:txBody>
          <a:bodyPr/>
          <a:lstStyle/>
          <a:p>
            <a:endParaRPr/>
          </a:p>
        </p:txBody>
      </p:sp>
      <p:sp>
        <p:nvSpPr>
          <p:cNvPr id="68" name="Shape 66"/>
          <p:cNvSpPr/>
          <p:nvPr/>
        </p:nvSpPr>
        <p:spPr>
          <a:xfrm>
            <a:off x="11481979" y="931035"/>
            <a:ext cx="35960" cy="35960"/>
          </a:xfrm>
          <a:prstGeom prst="ellipse">
            <a:avLst/>
          </a:prstGeom>
          <a:solidFill>
            <a:srgbClr val="000000"/>
          </a:solidFill>
          <a:ln/>
        </p:spPr>
        <p:txBody>
          <a:bodyPr/>
          <a:lstStyle/>
          <a:p>
            <a:endParaRPr/>
          </a:p>
        </p:txBody>
      </p:sp>
      <p:sp>
        <p:nvSpPr>
          <p:cNvPr id="69" name="Shape 67"/>
          <p:cNvSpPr/>
          <p:nvPr/>
        </p:nvSpPr>
        <p:spPr>
          <a:xfrm>
            <a:off x="11211987" y="974695"/>
            <a:ext cx="34961" cy="34961"/>
          </a:xfrm>
          <a:prstGeom prst="ellipse">
            <a:avLst/>
          </a:prstGeom>
          <a:solidFill>
            <a:srgbClr val="000000"/>
          </a:solidFill>
          <a:ln/>
        </p:spPr>
        <p:txBody>
          <a:bodyPr/>
          <a:lstStyle/>
          <a:p>
            <a:endParaRPr/>
          </a:p>
        </p:txBody>
      </p:sp>
      <p:sp>
        <p:nvSpPr>
          <p:cNvPr id="70" name="Shape 68"/>
          <p:cNvSpPr/>
          <p:nvPr/>
        </p:nvSpPr>
        <p:spPr>
          <a:xfrm>
            <a:off x="11398461" y="974695"/>
            <a:ext cx="34961" cy="34961"/>
          </a:xfrm>
          <a:prstGeom prst="ellipse">
            <a:avLst/>
          </a:prstGeom>
          <a:solidFill>
            <a:srgbClr val="000000"/>
          </a:solidFill>
          <a:ln/>
        </p:spPr>
        <p:txBody>
          <a:bodyPr/>
          <a:lstStyle/>
          <a:p>
            <a:endParaRPr/>
          </a:p>
        </p:txBody>
      </p:sp>
      <p:sp>
        <p:nvSpPr>
          <p:cNvPr id="71" name="Shape 69"/>
          <p:cNvSpPr/>
          <p:nvPr/>
        </p:nvSpPr>
        <p:spPr>
          <a:xfrm>
            <a:off x="11304837" y="988501"/>
            <a:ext cx="35627" cy="35627"/>
          </a:xfrm>
          <a:prstGeom prst="ellipse">
            <a:avLst/>
          </a:prstGeom>
          <a:solidFill>
            <a:srgbClr val="000000"/>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a:p>
        </p:txBody>
      </p:sp>
      <p:sp>
        <p:nvSpPr>
          <p:cNvPr id="3" name="Shape 1"/>
          <p:cNvSpPr/>
          <p:nvPr/>
        </p:nvSpPr>
        <p:spPr>
          <a:xfrm>
            <a:off x="11212173" y="399224"/>
            <a:ext cx="34616" cy="34616"/>
          </a:xfrm>
          <a:prstGeom prst="ellipse">
            <a:avLst/>
          </a:prstGeom>
          <a:solidFill>
            <a:srgbClr val="F4D9DC"/>
          </a:solidFill>
          <a:ln/>
        </p:spPr>
        <p:txBody>
          <a:bodyPr/>
          <a:lstStyle/>
          <a:p>
            <a:endParaRPr/>
          </a:p>
        </p:txBody>
      </p:sp>
      <p:sp>
        <p:nvSpPr>
          <p:cNvPr id="4" name="Shape 2"/>
          <p:cNvSpPr/>
          <p:nvPr/>
        </p:nvSpPr>
        <p:spPr>
          <a:xfrm>
            <a:off x="11398641" y="399224"/>
            <a:ext cx="34616" cy="34616"/>
          </a:xfrm>
          <a:prstGeom prst="ellipse">
            <a:avLst/>
          </a:prstGeom>
          <a:solidFill>
            <a:srgbClr val="F4D9DC"/>
          </a:solidFill>
          <a:ln/>
        </p:spPr>
        <p:txBody>
          <a:bodyPr/>
          <a:lstStyle/>
          <a:p>
            <a:endParaRPr/>
          </a:p>
        </p:txBody>
      </p:sp>
      <p:sp>
        <p:nvSpPr>
          <p:cNvPr id="5" name="Shape 3"/>
          <p:cNvSpPr/>
          <p:nvPr/>
        </p:nvSpPr>
        <p:spPr>
          <a:xfrm>
            <a:off x="11258374" y="435357"/>
            <a:ext cx="51936" cy="51936"/>
          </a:xfrm>
          <a:prstGeom prst="ellipse">
            <a:avLst/>
          </a:prstGeom>
          <a:solidFill>
            <a:srgbClr val="F4D9DC"/>
          </a:solidFill>
          <a:ln/>
        </p:spPr>
        <p:txBody>
          <a:bodyPr/>
          <a:lstStyle/>
          <a:p>
            <a:endParaRPr/>
          </a:p>
        </p:txBody>
      </p:sp>
      <p:sp>
        <p:nvSpPr>
          <p:cNvPr id="6" name="Shape 4"/>
          <p:cNvSpPr/>
          <p:nvPr/>
        </p:nvSpPr>
        <p:spPr>
          <a:xfrm>
            <a:off x="11335407" y="435306"/>
            <a:ext cx="51718" cy="51718"/>
          </a:xfrm>
          <a:prstGeom prst="ellipse">
            <a:avLst/>
          </a:prstGeom>
          <a:solidFill>
            <a:srgbClr val="F4D9DC"/>
          </a:solidFill>
          <a:ln/>
        </p:spPr>
        <p:txBody>
          <a:bodyPr/>
          <a:lstStyle/>
          <a:p>
            <a:endParaRPr/>
          </a:p>
        </p:txBody>
      </p:sp>
      <p:sp>
        <p:nvSpPr>
          <p:cNvPr id="7" name="Shape 5"/>
          <p:cNvSpPr/>
          <p:nvPr/>
        </p:nvSpPr>
        <p:spPr>
          <a:xfrm>
            <a:off x="11127388" y="442398"/>
            <a:ext cx="35294" cy="35294"/>
          </a:xfrm>
          <a:prstGeom prst="ellipse">
            <a:avLst/>
          </a:prstGeom>
          <a:solidFill>
            <a:srgbClr val="F4D9DC"/>
          </a:solidFill>
          <a:ln/>
        </p:spPr>
        <p:txBody>
          <a:bodyPr/>
          <a:lstStyle/>
          <a:p>
            <a:endParaRPr/>
          </a:p>
        </p:txBody>
      </p:sp>
      <p:sp>
        <p:nvSpPr>
          <p:cNvPr id="8" name="Shape 6"/>
          <p:cNvSpPr/>
          <p:nvPr/>
        </p:nvSpPr>
        <p:spPr>
          <a:xfrm>
            <a:off x="11482145" y="441649"/>
            <a:ext cx="35960" cy="35960"/>
          </a:xfrm>
          <a:prstGeom prst="ellipse">
            <a:avLst/>
          </a:prstGeom>
          <a:solidFill>
            <a:srgbClr val="F4D9DC"/>
          </a:solidFill>
          <a:ln/>
        </p:spPr>
        <p:txBody>
          <a:bodyPr/>
          <a:lstStyle/>
          <a:p>
            <a:endParaRPr/>
          </a:p>
        </p:txBody>
      </p:sp>
      <p:sp>
        <p:nvSpPr>
          <p:cNvPr id="9" name="Shape 7"/>
          <p:cNvSpPr/>
          <p:nvPr/>
        </p:nvSpPr>
        <p:spPr>
          <a:xfrm>
            <a:off x="11185603" y="459328"/>
            <a:ext cx="52167" cy="52167"/>
          </a:xfrm>
          <a:prstGeom prst="ellipse">
            <a:avLst/>
          </a:prstGeom>
          <a:solidFill>
            <a:srgbClr val="F4D9DC"/>
          </a:solidFill>
          <a:ln/>
        </p:spPr>
        <p:txBody>
          <a:bodyPr/>
          <a:lstStyle/>
          <a:p>
            <a:endParaRPr/>
          </a:p>
        </p:txBody>
      </p:sp>
      <p:sp>
        <p:nvSpPr>
          <p:cNvPr id="10" name="Shape 8"/>
          <p:cNvSpPr/>
          <p:nvPr/>
        </p:nvSpPr>
        <p:spPr>
          <a:xfrm>
            <a:off x="11408043" y="458713"/>
            <a:ext cx="52384" cy="52384"/>
          </a:xfrm>
          <a:prstGeom prst="ellipse">
            <a:avLst/>
          </a:prstGeom>
          <a:solidFill>
            <a:srgbClr val="F4D9DC"/>
          </a:solidFill>
          <a:ln/>
        </p:spPr>
        <p:txBody>
          <a:bodyPr/>
          <a:lstStyle/>
          <a:p>
            <a:endParaRPr/>
          </a:p>
        </p:txBody>
      </p:sp>
      <p:sp>
        <p:nvSpPr>
          <p:cNvPr id="11" name="Shape 9"/>
          <p:cNvSpPr/>
          <p:nvPr/>
        </p:nvSpPr>
        <p:spPr>
          <a:xfrm>
            <a:off x="11241891" y="499749"/>
            <a:ext cx="36613" cy="36613"/>
          </a:xfrm>
          <a:prstGeom prst="ellipse">
            <a:avLst/>
          </a:prstGeom>
          <a:solidFill>
            <a:srgbClr val="F4D9DC"/>
          </a:solidFill>
          <a:ln/>
        </p:spPr>
        <p:txBody>
          <a:bodyPr/>
          <a:lstStyle/>
          <a:p>
            <a:endParaRPr/>
          </a:p>
        </p:txBody>
      </p:sp>
      <p:sp>
        <p:nvSpPr>
          <p:cNvPr id="12" name="Shape 10"/>
          <p:cNvSpPr/>
          <p:nvPr/>
        </p:nvSpPr>
        <p:spPr>
          <a:xfrm>
            <a:off x="11294557" y="500146"/>
            <a:ext cx="57223" cy="57223"/>
          </a:xfrm>
          <a:prstGeom prst="ellipse">
            <a:avLst/>
          </a:prstGeom>
          <a:solidFill>
            <a:srgbClr val="F4D9DC"/>
          </a:solidFill>
          <a:ln/>
        </p:spPr>
        <p:txBody>
          <a:bodyPr/>
          <a:lstStyle/>
          <a:p>
            <a:endParaRPr/>
          </a:p>
        </p:txBody>
      </p:sp>
      <p:sp>
        <p:nvSpPr>
          <p:cNvPr id="13" name="Shape 11"/>
          <p:cNvSpPr/>
          <p:nvPr/>
        </p:nvSpPr>
        <p:spPr>
          <a:xfrm>
            <a:off x="11364102" y="498770"/>
            <a:ext cx="35294" cy="35294"/>
          </a:xfrm>
          <a:prstGeom prst="ellipse">
            <a:avLst/>
          </a:prstGeom>
          <a:solidFill>
            <a:srgbClr val="F4D9DC"/>
          </a:solidFill>
          <a:ln/>
        </p:spPr>
        <p:txBody>
          <a:bodyPr/>
          <a:lstStyle/>
          <a:p>
            <a:endParaRPr/>
          </a:p>
        </p:txBody>
      </p:sp>
      <p:sp>
        <p:nvSpPr>
          <p:cNvPr id="14" name="Shape 12"/>
          <p:cNvSpPr/>
          <p:nvPr/>
        </p:nvSpPr>
        <p:spPr>
          <a:xfrm>
            <a:off x="11123515" y="504524"/>
            <a:ext cx="51936" cy="51936"/>
          </a:xfrm>
          <a:prstGeom prst="ellipse">
            <a:avLst/>
          </a:prstGeom>
          <a:solidFill>
            <a:srgbClr val="F4D9DC"/>
          </a:solidFill>
          <a:ln/>
        </p:spPr>
        <p:txBody>
          <a:bodyPr/>
          <a:lstStyle/>
          <a:p>
            <a:endParaRPr/>
          </a:p>
        </p:txBody>
      </p:sp>
      <p:sp>
        <p:nvSpPr>
          <p:cNvPr id="15" name="Shape 13"/>
          <p:cNvSpPr/>
          <p:nvPr/>
        </p:nvSpPr>
        <p:spPr>
          <a:xfrm>
            <a:off x="11470202" y="504300"/>
            <a:ext cx="52384" cy="52384"/>
          </a:xfrm>
          <a:prstGeom prst="ellipse">
            <a:avLst/>
          </a:prstGeom>
          <a:solidFill>
            <a:srgbClr val="F4D9DC"/>
          </a:solidFill>
          <a:ln/>
        </p:spPr>
        <p:txBody>
          <a:bodyPr/>
          <a:lstStyle/>
          <a:p>
            <a:endParaRPr/>
          </a:p>
        </p:txBody>
      </p:sp>
      <p:sp>
        <p:nvSpPr>
          <p:cNvPr id="16" name="Shape 14"/>
          <p:cNvSpPr/>
          <p:nvPr/>
        </p:nvSpPr>
        <p:spPr>
          <a:xfrm>
            <a:off x="11060774" y="508825"/>
            <a:ext cx="35627" cy="35627"/>
          </a:xfrm>
          <a:prstGeom prst="ellipse">
            <a:avLst/>
          </a:prstGeom>
          <a:solidFill>
            <a:srgbClr val="F4D9DC"/>
          </a:solidFill>
          <a:ln/>
        </p:spPr>
        <p:txBody>
          <a:bodyPr/>
          <a:lstStyle/>
          <a:p>
            <a:endParaRPr/>
          </a:p>
        </p:txBody>
      </p:sp>
      <p:sp>
        <p:nvSpPr>
          <p:cNvPr id="17" name="Shape 15"/>
          <p:cNvSpPr/>
          <p:nvPr/>
        </p:nvSpPr>
        <p:spPr>
          <a:xfrm>
            <a:off x="11548535" y="508038"/>
            <a:ext cx="36613" cy="36613"/>
          </a:xfrm>
          <a:prstGeom prst="ellipse">
            <a:avLst/>
          </a:prstGeom>
          <a:solidFill>
            <a:srgbClr val="F4D9DC"/>
          </a:solidFill>
          <a:ln/>
        </p:spPr>
        <p:txBody>
          <a:bodyPr/>
          <a:lstStyle/>
          <a:p>
            <a:endParaRPr/>
          </a:p>
        </p:txBody>
      </p:sp>
      <p:sp>
        <p:nvSpPr>
          <p:cNvPr id="18" name="Shape 16"/>
          <p:cNvSpPr/>
          <p:nvPr/>
        </p:nvSpPr>
        <p:spPr>
          <a:xfrm>
            <a:off x="11191466" y="533379"/>
            <a:ext cx="57825" cy="57825"/>
          </a:xfrm>
          <a:prstGeom prst="ellipse">
            <a:avLst/>
          </a:prstGeom>
          <a:solidFill>
            <a:srgbClr val="F4D9DC"/>
          </a:solidFill>
          <a:ln/>
        </p:spPr>
        <p:txBody>
          <a:bodyPr/>
          <a:lstStyle/>
          <a:p>
            <a:endParaRPr/>
          </a:p>
        </p:txBody>
      </p:sp>
      <p:sp>
        <p:nvSpPr>
          <p:cNvPr id="19" name="Shape 17"/>
          <p:cNvSpPr/>
          <p:nvPr/>
        </p:nvSpPr>
        <p:spPr>
          <a:xfrm>
            <a:off x="11396535" y="533494"/>
            <a:ext cx="57428" cy="57428"/>
          </a:xfrm>
          <a:prstGeom prst="ellipse">
            <a:avLst/>
          </a:prstGeom>
          <a:solidFill>
            <a:srgbClr val="F4D9DC"/>
          </a:solidFill>
          <a:ln/>
        </p:spPr>
        <p:txBody>
          <a:bodyPr/>
          <a:lstStyle/>
          <a:p>
            <a:endParaRPr/>
          </a:p>
        </p:txBody>
      </p:sp>
      <p:sp>
        <p:nvSpPr>
          <p:cNvPr id="20" name="Shape 18"/>
          <p:cNvSpPr/>
          <p:nvPr/>
        </p:nvSpPr>
        <p:spPr>
          <a:xfrm>
            <a:off x="11079087" y="567226"/>
            <a:ext cx="51270" cy="51270"/>
          </a:xfrm>
          <a:prstGeom prst="ellipse">
            <a:avLst/>
          </a:prstGeom>
          <a:solidFill>
            <a:srgbClr val="F4D9DC"/>
          </a:solidFill>
          <a:ln/>
        </p:spPr>
        <p:txBody>
          <a:bodyPr/>
          <a:lstStyle/>
          <a:p>
            <a:endParaRPr/>
          </a:p>
        </p:txBody>
      </p:sp>
      <p:sp>
        <p:nvSpPr>
          <p:cNvPr id="21" name="Shape 19"/>
          <p:cNvSpPr/>
          <p:nvPr/>
        </p:nvSpPr>
        <p:spPr>
          <a:xfrm>
            <a:off x="11339728" y="567053"/>
            <a:ext cx="34616" cy="34616"/>
          </a:xfrm>
          <a:prstGeom prst="ellipse">
            <a:avLst/>
          </a:prstGeom>
          <a:solidFill>
            <a:srgbClr val="F4D9DC"/>
          </a:solidFill>
          <a:ln/>
        </p:spPr>
        <p:txBody>
          <a:bodyPr/>
          <a:lstStyle/>
          <a:p>
            <a:endParaRPr/>
          </a:p>
        </p:txBody>
      </p:sp>
      <p:sp>
        <p:nvSpPr>
          <p:cNvPr id="22" name="Shape 20"/>
          <p:cNvSpPr/>
          <p:nvPr/>
        </p:nvSpPr>
        <p:spPr>
          <a:xfrm>
            <a:off x="11515167" y="566234"/>
            <a:ext cx="52819" cy="52819"/>
          </a:xfrm>
          <a:prstGeom prst="ellipse">
            <a:avLst/>
          </a:prstGeom>
          <a:solidFill>
            <a:srgbClr val="F4D9DC"/>
          </a:solidFill>
          <a:ln/>
        </p:spPr>
        <p:txBody>
          <a:bodyPr/>
          <a:lstStyle/>
          <a:p>
            <a:endParaRPr/>
          </a:p>
        </p:txBody>
      </p:sp>
      <p:sp>
        <p:nvSpPr>
          <p:cNvPr id="23" name="Shape 21"/>
          <p:cNvSpPr/>
          <p:nvPr/>
        </p:nvSpPr>
        <p:spPr>
          <a:xfrm>
            <a:off x="11262860" y="569742"/>
            <a:ext cx="34961" cy="34961"/>
          </a:xfrm>
          <a:prstGeom prst="ellipse">
            <a:avLst/>
          </a:prstGeom>
          <a:solidFill>
            <a:srgbClr val="F4D9DC"/>
          </a:solidFill>
          <a:ln/>
        </p:spPr>
        <p:txBody>
          <a:bodyPr/>
          <a:lstStyle/>
          <a:p>
            <a:endParaRPr/>
          </a:p>
        </p:txBody>
      </p:sp>
      <p:sp>
        <p:nvSpPr>
          <p:cNvPr id="24" name="Shape 22"/>
          <p:cNvSpPr/>
          <p:nvPr/>
        </p:nvSpPr>
        <p:spPr>
          <a:xfrm>
            <a:off x="11462521" y="569818"/>
            <a:ext cx="35294" cy="35294"/>
          </a:xfrm>
          <a:prstGeom prst="ellipse">
            <a:avLst/>
          </a:prstGeom>
          <a:solidFill>
            <a:srgbClr val="F4D9DC"/>
          </a:solidFill>
          <a:ln/>
        </p:spPr>
        <p:txBody>
          <a:bodyPr/>
          <a:lstStyle/>
          <a:p>
            <a:endParaRPr/>
          </a:p>
        </p:txBody>
      </p:sp>
      <p:sp>
        <p:nvSpPr>
          <p:cNvPr id="25" name="Shape 23"/>
          <p:cNvSpPr/>
          <p:nvPr/>
        </p:nvSpPr>
        <p:spPr>
          <a:xfrm>
            <a:off x="11145681" y="573441"/>
            <a:ext cx="34270" cy="34270"/>
          </a:xfrm>
          <a:prstGeom prst="ellipse">
            <a:avLst/>
          </a:prstGeom>
          <a:solidFill>
            <a:srgbClr val="F4D9DC"/>
          </a:solidFill>
          <a:ln/>
        </p:spPr>
        <p:txBody>
          <a:bodyPr/>
          <a:lstStyle/>
          <a:p>
            <a:endParaRPr/>
          </a:p>
        </p:txBody>
      </p:sp>
      <p:sp>
        <p:nvSpPr>
          <p:cNvPr id="26" name="Shape 24"/>
          <p:cNvSpPr/>
          <p:nvPr/>
        </p:nvSpPr>
        <p:spPr>
          <a:xfrm>
            <a:off x="11592015" y="593213"/>
            <a:ext cx="35294" cy="35294"/>
          </a:xfrm>
          <a:prstGeom prst="ellipse">
            <a:avLst/>
          </a:prstGeom>
          <a:solidFill>
            <a:srgbClr val="F4D9DC"/>
          </a:solidFill>
          <a:ln/>
        </p:spPr>
        <p:txBody>
          <a:bodyPr/>
          <a:lstStyle/>
          <a:p>
            <a:endParaRPr/>
          </a:p>
        </p:txBody>
      </p:sp>
      <p:sp>
        <p:nvSpPr>
          <p:cNvPr id="27" name="Shape 25"/>
          <p:cNvSpPr/>
          <p:nvPr/>
        </p:nvSpPr>
        <p:spPr>
          <a:xfrm>
            <a:off x="11019124" y="593444"/>
            <a:ext cx="34616" cy="34616"/>
          </a:xfrm>
          <a:prstGeom prst="ellipse">
            <a:avLst/>
          </a:prstGeom>
          <a:solidFill>
            <a:srgbClr val="F4D9DC"/>
          </a:solidFill>
          <a:ln/>
        </p:spPr>
        <p:txBody>
          <a:bodyPr/>
          <a:lstStyle/>
          <a:p>
            <a:endParaRPr/>
          </a:p>
        </p:txBody>
      </p:sp>
      <p:sp>
        <p:nvSpPr>
          <p:cNvPr id="28" name="Shape 26"/>
          <p:cNvSpPr/>
          <p:nvPr/>
        </p:nvSpPr>
        <p:spPr>
          <a:xfrm>
            <a:off x="11403576" y="610214"/>
            <a:ext cx="34961" cy="34961"/>
          </a:xfrm>
          <a:prstGeom prst="ellipse">
            <a:avLst/>
          </a:prstGeom>
          <a:solidFill>
            <a:srgbClr val="F4D9DC"/>
          </a:solidFill>
          <a:ln/>
        </p:spPr>
        <p:txBody>
          <a:bodyPr/>
          <a:lstStyle/>
          <a:p>
            <a:endParaRPr/>
          </a:p>
        </p:txBody>
      </p:sp>
      <p:sp>
        <p:nvSpPr>
          <p:cNvPr id="29" name="Shape 27"/>
          <p:cNvSpPr/>
          <p:nvPr/>
        </p:nvSpPr>
        <p:spPr>
          <a:xfrm>
            <a:off x="11201662" y="616570"/>
            <a:ext cx="35627" cy="35627"/>
          </a:xfrm>
          <a:prstGeom prst="ellipse">
            <a:avLst/>
          </a:prstGeom>
          <a:solidFill>
            <a:srgbClr val="F4D9DC"/>
          </a:solidFill>
          <a:ln/>
        </p:spPr>
        <p:txBody>
          <a:bodyPr/>
          <a:lstStyle/>
          <a:p>
            <a:endParaRPr/>
          </a:p>
        </p:txBody>
      </p:sp>
      <p:sp>
        <p:nvSpPr>
          <p:cNvPr id="30" name="Shape 28"/>
          <p:cNvSpPr/>
          <p:nvPr/>
        </p:nvSpPr>
        <p:spPr>
          <a:xfrm>
            <a:off x="11127484" y="620705"/>
            <a:ext cx="58030" cy="58030"/>
          </a:xfrm>
          <a:prstGeom prst="ellipse">
            <a:avLst/>
          </a:prstGeom>
          <a:solidFill>
            <a:srgbClr val="F4D9DC"/>
          </a:solidFill>
          <a:ln/>
        </p:spPr>
        <p:txBody>
          <a:bodyPr/>
          <a:lstStyle/>
          <a:p>
            <a:endParaRPr/>
          </a:p>
        </p:txBody>
      </p:sp>
      <p:sp>
        <p:nvSpPr>
          <p:cNvPr id="31" name="Shape 29"/>
          <p:cNvSpPr/>
          <p:nvPr/>
        </p:nvSpPr>
        <p:spPr>
          <a:xfrm>
            <a:off x="11460767" y="620852"/>
            <a:ext cx="57428" cy="57428"/>
          </a:xfrm>
          <a:prstGeom prst="ellipse">
            <a:avLst/>
          </a:prstGeom>
          <a:solidFill>
            <a:srgbClr val="F4D9DC"/>
          </a:solidFill>
          <a:ln/>
        </p:spPr>
        <p:txBody>
          <a:bodyPr/>
          <a:lstStyle/>
          <a:p>
            <a:endParaRPr/>
          </a:p>
        </p:txBody>
      </p:sp>
      <p:sp>
        <p:nvSpPr>
          <p:cNvPr id="32" name="Shape 30"/>
          <p:cNvSpPr/>
          <p:nvPr/>
        </p:nvSpPr>
        <p:spPr>
          <a:xfrm>
            <a:off x="11055219" y="640144"/>
            <a:ext cx="51718" cy="51718"/>
          </a:xfrm>
          <a:prstGeom prst="ellipse">
            <a:avLst/>
          </a:prstGeom>
          <a:solidFill>
            <a:srgbClr val="F4D9DC"/>
          </a:solidFill>
          <a:ln/>
        </p:spPr>
        <p:txBody>
          <a:bodyPr/>
          <a:lstStyle/>
          <a:p>
            <a:endParaRPr/>
          </a:p>
        </p:txBody>
      </p:sp>
      <p:sp>
        <p:nvSpPr>
          <p:cNvPr id="33" name="Shape 31"/>
          <p:cNvSpPr/>
          <p:nvPr/>
        </p:nvSpPr>
        <p:spPr>
          <a:xfrm>
            <a:off x="11539330" y="640266"/>
            <a:ext cx="51270" cy="51270"/>
          </a:xfrm>
          <a:prstGeom prst="ellipse">
            <a:avLst/>
          </a:prstGeom>
          <a:solidFill>
            <a:srgbClr val="F4D9DC"/>
          </a:solidFill>
          <a:ln/>
        </p:spPr>
        <p:txBody>
          <a:bodyPr/>
          <a:lstStyle/>
          <a:p>
            <a:endParaRPr/>
          </a:p>
        </p:txBody>
      </p:sp>
      <p:sp>
        <p:nvSpPr>
          <p:cNvPr id="34" name="Shape 32"/>
          <p:cNvSpPr/>
          <p:nvPr/>
        </p:nvSpPr>
        <p:spPr>
          <a:xfrm>
            <a:off x="11429576" y="682274"/>
            <a:ext cx="35627" cy="35627"/>
          </a:xfrm>
          <a:prstGeom prst="ellipse">
            <a:avLst/>
          </a:prstGeom>
          <a:solidFill>
            <a:srgbClr val="F4D9DC"/>
          </a:solidFill>
          <a:ln/>
        </p:spPr>
        <p:txBody>
          <a:bodyPr/>
          <a:lstStyle/>
          <a:p>
            <a:endParaRPr/>
          </a:p>
        </p:txBody>
      </p:sp>
      <p:sp>
        <p:nvSpPr>
          <p:cNvPr id="35" name="Shape 33"/>
          <p:cNvSpPr/>
          <p:nvPr/>
        </p:nvSpPr>
        <p:spPr>
          <a:xfrm>
            <a:off x="11004076" y="687222"/>
            <a:ext cx="34616" cy="34616"/>
          </a:xfrm>
          <a:prstGeom prst="ellipse">
            <a:avLst/>
          </a:prstGeom>
          <a:solidFill>
            <a:srgbClr val="F4D9DC"/>
          </a:solidFill>
          <a:ln/>
        </p:spPr>
        <p:txBody>
          <a:bodyPr/>
          <a:lstStyle/>
          <a:p>
            <a:endParaRPr/>
          </a:p>
        </p:txBody>
      </p:sp>
      <p:sp>
        <p:nvSpPr>
          <p:cNvPr id="36" name="Shape 34"/>
          <p:cNvSpPr/>
          <p:nvPr/>
        </p:nvSpPr>
        <p:spPr>
          <a:xfrm>
            <a:off x="11502052" y="685321"/>
            <a:ext cx="34270" cy="34270"/>
          </a:xfrm>
          <a:prstGeom prst="ellipse">
            <a:avLst/>
          </a:prstGeom>
          <a:solidFill>
            <a:srgbClr val="F4D9DC"/>
          </a:solidFill>
          <a:ln/>
        </p:spPr>
        <p:txBody>
          <a:bodyPr/>
          <a:lstStyle/>
          <a:p>
            <a:endParaRPr/>
          </a:p>
        </p:txBody>
      </p:sp>
      <p:sp>
        <p:nvSpPr>
          <p:cNvPr id="37" name="Shape 35"/>
          <p:cNvSpPr/>
          <p:nvPr/>
        </p:nvSpPr>
        <p:spPr>
          <a:xfrm>
            <a:off x="11606321" y="686422"/>
            <a:ext cx="35627" cy="35627"/>
          </a:xfrm>
          <a:prstGeom prst="ellipse">
            <a:avLst/>
          </a:prstGeom>
          <a:solidFill>
            <a:srgbClr val="F4D9DC"/>
          </a:solidFill>
          <a:ln/>
        </p:spPr>
        <p:txBody>
          <a:bodyPr/>
          <a:lstStyle/>
          <a:p>
            <a:endParaRPr/>
          </a:p>
        </p:txBody>
      </p:sp>
      <p:sp>
        <p:nvSpPr>
          <p:cNvPr id="38" name="Shape 36"/>
          <p:cNvSpPr/>
          <p:nvPr/>
        </p:nvSpPr>
        <p:spPr>
          <a:xfrm>
            <a:off x="11108908" y="688957"/>
            <a:ext cx="35294" cy="35294"/>
          </a:xfrm>
          <a:prstGeom prst="ellipse">
            <a:avLst/>
          </a:prstGeom>
          <a:solidFill>
            <a:srgbClr val="F4D9DC"/>
          </a:solidFill>
          <a:ln/>
        </p:spPr>
        <p:txBody>
          <a:bodyPr/>
          <a:lstStyle/>
          <a:p>
            <a:endParaRPr/>
          </a:p>
        </p:txBody>
      </p:sp>
      <p:sp>
        <p:nvSpPr>
          <p:cNvPr id="39" name="Shape 37"/>
          <p:cNvSpPr/>
          <p:nvPr/>
        </p:nvSpPr>
        <p:spPr>
          <a:xfrm>
            <a:off x="11179733" y="690371"/>
            <a:ext cx="36613" cy="36613"/>
          </a:xfrm>
          <a:prstGeom prst="ellipse">
            <a:avLst/>
          </a:prstGeom>
          <a:solidFill>
            <a:srgbClr val="F4D9DC"/>
          </a:solidFill>
          <a:ln/>
        </p:spPr>
        <p:txBody>
          <a:bodyPr/>
          <a:lstStyle/>
          <a:p>
            <a:endParaRPr/>
          </a:p>
        </p:txBody>
      </p:sp>
      <p:sp>
        <p:nvSpPr>
          <p:cNvPr id="40" name="Shape 38"/>
          <p:cNvSpPr/>
          <p:nvPr/>
        </p:nvSpPr>
        <p:spPr>
          <a:xfrm>
            <a:off x="11054764" y="716576"/>
            <a:ext cx="51936" cy="51936"/>
          </a:xfrm>
          <a:prstGeom prst="ellipse">
            <a:avLst/>
          </a:prstGeom>
          <a:solidFill>
            <a:srgbClr val="F4D9DC"/>
          </a:solidFill>
          <a:ln/>
        </p:spPr>
        <p:txBody>
          <a:bodyPr/>
          <a:lstStyle/>
          <a:p>
            <a:endParaRPr/>
          </a:p>
        </p:txBody>
      </p:sp>
      <p:sp>
        <p:nvSpPr>
          <p:cNvPr id="41" name="Shape 39"/>
          <p:cNvSpPr/>
          <p:nvPr/>
        </p:nvSpPr>
        <p:spPr>
          <a:xfrm>
            <a:off x="11539023" y="716851"/>
            <a:ext cx="51488" cy="51488"/>
          </a:xfrm>
          <a:prstGeom prst="ellipse">
            <a:avLst/>
          </a:prstGeom>
          <a:solidFill>
            <a:srgbClr val="F4D9DC"/>
          </a:solidFill>
          <a:ln/>
        </p:spPr>
        <p:txBody>
          <a:bodyPr/>
          <a:lstStyle/>
          <a:p>
            <a:endParaRPr/>
          </a:p>
        </p:txBody>
      </p:sp>
      <p:sp>
        <p:nvSpPr>
          <p:cNvPr id="42" name="Shape 40"/>
          <p:cNvSpPr/>
          <p:nvPr/>
        </p:nvSpPr>
        <p:spPr>
          <a:xfrm>
            <a:off x="11127490" y="729288"/>
            <a:ext cx="58222" cy="58222"/>
          </a:xfrm>
          <a:prstGeom prst="ellipse">
            <a:avLst/>
          </a:prstGeom>
          <a:solidFill>
            <a:srgbClr val="F4D9DC"/>
          </a:solidFill>
          <a:ln/>
        </p:spPr>
        <p:txBody>
          <a:bodyPr/>
          <a:lstStyle/>
          <a:p>
            <a:endParaRPr/>
          </a:p>
        </p:txBody>
      </p:sp>
      <p:sp>
        <p:nvSpPr>
          <p:cNvPr id="43" name="Shape 41"/>
          <p:cNvSpPr/>
          <p:nvPr/>
        </p:nvSpPr>
        <p:spPr>
          <a:xfrm>
            <a:off x="11460671" y="729781"/>
            <a:ext cx="57633" cy="57633"/>
          </a:xfrm>
          <a:prstGeom prst="ellipse">
            <a:avLst/>
          </a:prstGeom>
          <a:solidFill>
            <a:srgbClr val="F4D9DC"/>
          </a:solidFill>
          <a:ln/>
        </p:spPr>
        <p:txBody>
          <a:bodyPr/>
          <a:lstStyle/>
          <a:p>
            <a:endParaRPr/>
          </a:p>
        </p:txBody>
      </p:sp>
      <p:sp>
        <p:nvSpPr>
          <p:cNvPr id="44" name="Shape 42"/>
          <p:cNvSpPr/>
          <p:nvPr/>
        </p:nvSpPr>
        <p:spPr>
          <a:xfrm>
            <a:off x="11407973" y="756415"/>
            <a:ext cx="35960" cy="35960"/>
          </a:xfrm>
          <a:prstGeom prst="ellipse">
            <a:avLst/>
          </a:prstGeom>
          <a:solidFill>
            <a:srgbClr val="F4D9DC"/>
          </a:solidFill>
          <a:ln/>
        </p:spPr>
        <p:txBody>
          <a:bodyPr/>
          <a:lstStyle/>
          <a:p>
            <a:endParaRPr/>
          </a:p>
        </p:txBody>
      </p:sp>
      <p:sp>
        <p:nvSpPr>
          <p:cNvPr id="45" name="Shape 43"/>
          <p:cNvSpPr/>
          <p:nvPr/>
        </p:nvSpPr>
        <p:spPr>
          <a:xfrm>
            <a:off x="11207308" y="763884"/>
            <a:ext cx="34616" cy="34616"/>
          </a:xfrm>
          <a:prstGeom prst="ellipse">
            <a:avLst/>
          </a:prstGeom>
          <a:solidFill>
            <a:srgbClr val="F4D9DC"/>
          </a:solidFill>
          <a:ln/>
        </p:spPr>
        <p:txBody>
          <a:bodyPr/>
          <a:lstStyle/>
          <a:p>
            <a:endParaRPr/>
          </a:p>
        </p:txBody>
      </p:sp>
      <p:sp>
        <p:nvSpPr>
          <p:cNvPr id="46" name="Shape 44"/>
          <p:cNvSpPr/>
          <p:nvPr/>
        </p:nvSpPr>
        <p:spPr>
          <a:xfrm>
            <a:off x="11018670" y="780462"/>
            <a:ext cx="34616" cy="34616"/>
          </a:xfrm>
          <a:prstGeom prst="ellipse">
            <a:avLst/>
          </a:prstGeom>
          <a:solidFill>
            <a:srgbClr val="F4D9DC"/>
          </a:solidFill>
          <a:ln/>
        </p:spPr>
        <p:txBody>
          <a:bodyPr/>
          <a:lstStyle/>
          <a:p>
            <a:endParaRPr/>
          </a:p>
        </p:txBody>
      </p:sp>
      <p:sp>
        <p:nvSpPr>
          <p:cNvPr id="47" name="Shape 45"/>
          <p:cNvSpPr/>
          <p:nvPr/>
        </p:nvSpPr>
        <p:spPr>
          <a:xfrm>
            <a:off x="11591670" y="780123"/>
            <a:ext cx="35294" cy="35294"/>
          </a:xfrm>
          <a:prstGeom prst="ellipse">
            <a:avLst/>
          </a:prstGeom>
          <a:solidFill>
            <a:srgbClr val="F4D9DC"/>
          </a:solidFill>
          <a:ln/>
        </p:spPr>
        <p:txBody>
          <a:bodyPr/>
          <a:lstStyle/>
          <a:p>
            <a:endParaRPr/>
          </a:p>
        </p:txBody>
      </p:sp>
      <p:sp>
        <p:nvSpPr>
          <p:cNvPr id="48" name="Shape 46"/>
          <p:cNvSpPr/>
          <p:nvPr/>
        </p:nvSpPr>
        <p:spPr>
          <a:xfrm>
            <a:off x="11079010" y="790179"/>
            <a:ext cx="51270" cy="51270"/>
          </a:xfrm>
          <a:prstGeom prst="ellipse">
            <a:avLst/>
          </a:prstGeom>
          <a:solidFill>
            <a:srgbClr val="F4D9DC"/>
          </a:solidFill>
          <a:ln/>
        </p:spPr>
        <p:txBody>
          <a:bodyPr/>
          <a:lstStyle/>
          <a:p>
            <a:endParaRPr/>
          </a:p>
        </p:txBody>
      </p:sp>
      <p:sp>
        <p:nvSpPr>
          <p:cNvPr id="49" name="Shape 47"/>
          <p:cNvSpPr/>
          <p:nvPr/>
        </p:nvSpPr>
        <p:spPr>
          <a:xfrm>
            <a:off x="11515218" y="789692"/>
            <a:ext cx="52602" cy="52602"/>
          </a:xfrm>
          <a:prstGeom prst="ellipse">
            <a:avLst/>
          </a:prstGeom>
          <a:solidFill>
            <a:srgbClr val="F4D9DC"/>
          </a:solidFill>
          <a:ln/>
        </p:spPr>
        <p:txBody>
          <a:bodyPr/>
          <a:lstStyle/>
          <a:p>
            <a:endParaRPr/>
          </a:p>
        </p:txBody>
      </p:sp>
      <p:sp>
        <p:nvSpPr>
          <p:cNvPr id="50" name="Shape 48"/>
          <p:cNvSpPr/>
          <p:nvPr/>
        </p:nvSpPr>
        <p:spPr>
          <a:xfrm>
            <a:off x="11147371" y="803460"/>
            <a:ext cx="35627" cy="35627"/>
          </a:xfrm>
          <a:prstGeom prst="ellipse">
            <a:avLst/>
          </a:prstGeom>
          <a:solidFill>
            <a:srgbClr val="F4D9DC"/>
          </a:solidFill>
          <a:ln/>
        </p:spPr>
        <p:txBody>
          <a:bodyPr/>
          <a:lstStyle/>
          <a:p>
            <a:endParaRPr/>
          </a:p>
        </p:txBody>
      </p:sp>
      <p:sp>
        <p:nvSpPr>
          <p:cNvPr id="51" name="Shape 49"/>
          <p:cNvSpPr/>
          <p:nvPr/>
        </p:nvSpPr>
        <p:spPr>
          <a:xfrm>
            <a:off x="11347786" y="804293"/>
            <a:ext cx="35294" cy="35294"/>
          </a:xfrm>
          <a:prstGeom prst="ellipse">
            <a:avLst/>
          </a:prstGeom>
          <a:solidFill>
            <a:srgbClr val="F4D9DC"/>
          </a:solidFill>
          <a:ln/>
        </p:spPr>
        <p:txBody>
          <a:bodyPr/>
          <a:lstStyle/>
          <a:p>
            <a:endParaRPr/>
          </a:p>
        </p:txBody>
      </p:sp>
      <p:sp>
        <p:nvSpPr>
          <p:cNvPr id="52" name="Shape 50"/>
          <p:cNvSpPr/>
          <p:nvPr/>
        </p:nvSpPr>
        <p:spPr>
          <a:xfrm>
            <a:off x="11465119" y="800919"/>
            <a:ext cx="34961" cy="34961"/>
          </a:xfrm>
          <a:prstGeom prst="ellipse">
            <a:avLst/>
          </a:prstGeom>
          <a:solidFill>
            <a:srgbClr val="F4D9DC"/>
          </a:solidFill>
          <a:ln/>
        </p:spPr>
        <p:txBody>
          <a:bodyPr/>
          <a:lstStyle/>
          <a:p>
            <a:endParaRPr/>
          </a:p>
        </p:txBody>
      </p:sp>
      <p:sp>
        <p:nvSpPr>
          <p:cNvPr id="53" name="Shape 51"/>
          <p:cNvSpPr/>
          <p:nvPr/>
        </p:nvSpPr>
        <p:spPr>
          <a:xfrm>
            <a:off x="11270669" y="806590"/>
            <a:ext cx="35627" cy="35627"/>
          </a:xfrm>
          <a:prstGeom prst="ellipse">
            <a:avLst/>
          </a:prstGeom>
          <a:solidFill>
            <a:srgbClr val="F4D9DC"/>
          </a:solidFill>
          <a:ln/>
        </p:spPr>
        <p:txBody>
          <a:bodyPr/>
          <a:lstStyle/>
          <a:p>
            <a:endParaRPr/>
          </a:p>
        </p:txBody>
      </p:sp>
      <p:sp>
        <p:nvSpPr>
          <p:cNvPr id="54" name="Shape 52"/>
          <p:cNvSpPr/>
          <p:nvPr/>
        </p:nvSpPr>
        <p:spPr>
          <a:xfrm>
            <a:off x="11191498" y="817766"/>
            <a:ext cx="57633" cy="57633"/>
          </a:xfrm>
          <a:prstGeom prst="ellipse">
            <a:avLst/>
          </a:prstGeom>
          <a:solidFill>
            <a:srgbClr val="F4D9DC"/>
          </a:solidFill>
          <a:ln/>
        </p:spPr>
        <p:txBody>
          <a:bodyPr/>
          <a:lstStyle/>
          <a:p>
            <a:endParaRPr/>
          </a:p>
        </p:txBody>
      </p:sp>
      <p:sp>
        <p:nvSpPr>
          <p:cNvPr id="55" name="Shape 53"/>
          <p:cNvSpPr/>
          <p:nvPr/>
        </p:nvSpPr>
        <p:spPr>
          <a:xfrm>
            <a:off x="11396573" y="817888"/>
            <a:ext cx="57633" cy="57633"/>
          </a:xfrm>
          <a:prstGeom prst="ellipse">
            <a:avLst/>
          </a:prstGeom>
          <a:solidFill>
            <a:srgbClr val="F4D9DC"/>
          </a:solidFill>
          <a:ln/>
        </p:spPr>
        <p:txBody>
          <a:bodyPr/>
          <a:lstStyle/>
          <a:p>
            <a:endParaRPr/>
          </a:p>
        </p:txBody>
      </p:sp>
      <p:sp>
        <p:nvSpPr>
          <p:cNvPr id="56" name="Shape 54"/>
          <p:cNvSpPr/>
          <p:nvPr/>
        </p:nvSpPr>
        <p:spPr>
          <a:xfrm>
            <a:off x="11123445" y="851985"/>
            <a:ext cx="52167" cy="52167"/>
          </a:xfrm>
          <a:prstGeom prst="ellipse">
            <a:avLst/>
          </a:prstGeom>
          <a:solidFill>
            <a:srgbClr val="F4D9DC"/>
          </a:solidFill>
          <a:ln/>
        </p:spPr>
        <p:txBody>
          <a:bodyPr/>
          <a:lstStyle/>
          <a:p>
            <a:endParaRPr/>
          </a:p>
        </p:txBody>
      </p:sp>
      <p:sp>
        <p:nvSpPr>
          <p:cNvPr id="57" name="Shape 55"/>
          <p:cNvSpPr/>
          <p:nvPr/>
        </p:nvSpPr>
        <p:spPr>
          <a:xfrm>
            <a:off x="11294647" y="851390"/>
            <a:ext cx="57223" cy="57223"/>
          </a:xfrm>
          <a:prstGeom prst="ellipse">
            <a:avLst/>
          </a:prstGeom>
          <a:solidFill>
            <a:srgbClr val="F4D9DC"/>
          </a:solidFill>
          <a:ln/>
        </p:spPr>
        <p:txBody>
          <a:bodyPr/>
          <a:lstStyle/>
          <a:p>
            <a:endParaRPr/>
          </a:p>
        </p:txBody>
      </p:sp>
      <p:sp>
        <p:nvSpPr>
          <p:cNvPr id="58" name="Shape 56"/>
          <p:cNvSpPr/>
          <p:nvPr/>
        </p:nvSpPr>
        <p:spPr>
          <a:xfrm>
            <a:off x="11470202" y="852382"/>
            <a:ext cx="52384" cy="52384"/>
          </a:xfrm>
          <a:prstGeom prst="ellipse">
            <a:avLst/>
          </a:prstGeom>
          <a:solidFill>
            <a:srgbClr val="F4D9DC"/>
          </a:solidFill>
          <a:ln/>
        </p:spPr>
        <p:txBody>
          <a:bodyPr/>
          <a:lstStyle/>
          <a:p>
            <a:endParaRPr/>
          </a:p>
        </p:txBody>
      </p:sp>
      <p:sp>
        <p:nvSpPr>
          <p:cNvPr id="59" name="Shape 57"/>
          <p:cNvSpPr/>
          <p:nvPr/>
        </p:nvSpPr>
        <p:spPr>
          <a:xfrm>
            <a:off x="11060774" y="864607"/>
            <a:ext cx="35627" cy="35627"/>
          </a:xfrm>
          <a:prstGeom prst="ellipse">
            <a:avLst/>
          </a:prstGeom>
          <a:solidFill>
            <a:srgbClr val="F4D9DC"/>
          </a:solidFill>
          <a:ln/>
        </p:spPr>
        <p:txBody>
          <a:bodyPr/>
          <a:lstStyle/>
          <a:p>
            <a:endParaRPr/>
          </a:p>
        </p:txBody>
      </p:sp>
      <p:sp>
        <p:nvSpPr>
          <p:cNvPr id="60" name="Shape 58"/>
          <p:cNvSpPr/>
          <p:nvPr/>
        </p:nvSpPr>
        <p:spPr>
          <a:xfrm>
            <a:off x="11548733" y="864185"/>
            <a:ext cx="35627" cy="35627"/>
          </a:xfrm>
          <a:prstGeom prst="ellipse">
            <a:avLst/>
          </a:prstGeom>
          <a:solidFill>
            <a:srgbClr val="F4D9DC"/>
          </a:solidFill>
          <a:ln/>
        </p:spPr>
        <p:txBody>
          <a:bodyPr/>
          <a:lstStyle/>
          <a:p>
            <a:endParaRPr/>
          </a:p>
        </p:txBody>
      </p:sp>
      <p:sp>
        <p:nvSpPr>
          <p:cNvPr id="61" name="Shape 59"/>
          <p:cNvSpPr/>
          <p:nvPr/>
        </p:nvSpPr>
        <p:spPr>
          <a:xfrm>
            <a:off x="11246231" y="873908"/>
            <a:ext cx="35627" cy="35627"/>
          </a:xfrm>
          <a:prstGeom prst="ellipse">
            <a:avLst/>
          </a:prstGeom>
          <a:solidFill>
            <a:srgbClr val="F4D9DC"/>
          </a:solidFill>
          <a:ln/>
        </p:spPr>
        <p:txBody>
          <a:bodyPr/>
          <a:lstStyle/>
          <a:p>
            <a:endParaRPr/>
          </a:p>
        </p:txBody>
      </p:sp>
      <p:sp>
        <p:nvSpPr>
          <p:cNvPr id="62" name="Shape 60"/>
          <p:cNvSpPr/>
          <p:nvPr/>
        </p:nvSpPr>
        <p:spPr>
          <a:xfrm>
            <a:off x="11367418" y="872896"/>
            <a:ext cx="35627" cy="35627"/>
          </a:xfrm>
          <a:prstGeom prst="ellipse">
            <a:avLst/>
          </a:prstGeom>
          <a:solidFill>
            <a:srgbClr val="F4D9DC"/>
          </a:solidFill>
          <a:ln/>
        </p:spPr>
        <p:txBody>
          <a:bodyPr/>
          <a:lstStyle/>
          <a:p>
            <a:endParaRPr/>
          </a:p>
        </p:txBody>
      </p:sp>
      <p:sp>
        <p:nvSpPr>
          <p:cNvPr id="63" name="Shape 61"/>
          <p:cNvSpPr/>
          <p:nvPr/>
        </p:nvSpPr>
        <p:spPr>
          <a:xfrm>
            <a:off x="11185366" y="897322"/>
            <a:ext cx="51936" cy="51936"/>
          </a:xfrm>
          <a:prstGeom prst="ellipse">
            <a:avLst/>
          </a:prstGeom>
          <a:solidFill>
            <a:srgbClr val="F4D9DC"/>
          </a:solidFill>
          <a:ln/>
        </p:spPr>
        <p:txBody>
          <a:bodyPr/>
          <a:lstStyle/>
          <a:p>
            <a:endParaRPr/>
          </a:p>
        </p:txBody>
      </p:sp>
      <p:sp>
        <p:nvSpPr>
          <p:cNvPr id="64" name="Shape 62"/>
          <p:cNvSpPr/>
          <p:nvPr/>
        </p:nvSpPr>
        <p:spPr>
          <a:xfrm>
            <a:off x="11407845" y="897655"/>
            <a:ext cx="52602" cy="52602"/>
          </a:xfrm>
          <a:prstGeom prst="ellipse">
            <a:avLst/>
          </a:prstGeom>
          <a:solidFill>
            <a:srgbClr val="F4D9DC"/>
          </a:solidFill>
          <a:ln/>
        </p:spPr>
        <p:txBody>
          <a:bodyPr/>
          <a:lstStyle/>
          <a:p>
            <a:endParaRPr/>
          </a:p>
        </p:txBody>
      </p:sp>
      <p:sp>
        <p:nvSpPr>
          <p:cNvPr id="65" name="Shape 63"/>
          <p:cNvSpPr/>
          <p:nvPr/>
        </p:nvSpPr>
        <p:spPr>
          <a:xfrm>
            <a:off x="11258822" y="921466"/>
            <a:ext cx="51270" cy="51270"/>
          </a:xfrm>
          <a:prstGeom prst="ellipse">
            <a:avLst/>
          </a:prstGeom>
          <a:solidFill>
            <a:srgbClr val="F4D9DC"/>
          </a:solidFill>
          <a:ln/>
        </p:spPr>
        <p:txBody>
          <a:bodyPr/>
          <a:lstStyle/>
          <a:p>
            <a:endParaRPr/>
          </a:p>
        </p:txBody>
      </p:sp>
      <p:sp>
        <p:nvSpPr>
          <p:cNvPr id="66" name="Shape 64"/>
          <p:cNvSpPr/>
          <p:nvPr/>
        </p:nvSpPr>
        <p:spPr>
          <a:xfrm>
            <a:off x="11335350" y="921504"/>
            <a:ext cx="51270" cy="51270"/>
          </a:xfrm>
          <a:prstGeom prst="ellipse">
            <a:avLst/>
          </a:prstGeom>
          <a:solidFill>
            <a:srgbClr val="F4D9DC"/>
          </a:solidFill>
          <a:ln/>
        </p:spPr>
        <p:txBody>
          <a:bodyPr/>
          <a:lstStyle/>
          <a:p>
            <a:endParaRPr/>
          </a:p>
        </p:txBody>
      </p:sp>
      <p:sp>
        <p:nvSpPr>
          <p:cNvPr id="67" name="Shape 65"/>
          <p:cNvSpPr/>
          <p:nvPr/>
        </p:nvSpPr>
        <p:spPr>
          <a:xfrm>
            <a:off x="11127388" y="931368"/>
            <a:ext cx="35294" cy="35294"/>
          </a:xfrm>
          <a:prstGeom prst="ellipse">
            <a:avLst/>
          </a:prstGeom>
          <a:solidFill>
            <a:srgbClr val="F4D9DC"/>
          </a:solidFill>
          <a:ln/>
        </p:spPr>
        <p:txBody>
          <a:bodyPr/>
          <a:lstStyle/>
          <a:p>
            <a:endParaRPr/>
          </a:p>
        </p:txBody>
      </p:sp>
      <p:sp>
        <p:nvSpPr>
          <p:cNvPr id="68" name="Shape 66"/>
          <p:cNvSpPr/>
          <p:nvPr/>
        </p:nvSpPr>
        <p:spPr>
          <a:xfrm>
            <a:off x="11481979" y="931035"/>
            <a:ext cx="35960" cy="35960"/>
          </a:xfrm>
          <a:prstGeom prst="ellipse">
            <a:avLst/>
          </a:prstGeom>
          <a:solidFill>
            <a:srgbClr val="F4D9DC"/>
          </a:solidFill>
          <a:ln/>
        </p:spPr>
        <p:txBody>
          <a:bodyPr/>
          <a:lstStyle/>
          <a:p>
            <a:endParaRPr/>
          </a:p>
        </p:txBody>
      </p:sp>
      <p:sp>
        <p:nvSpPr>
          <p:cNvPr id="69" name="Shape 67"/>
          <p:cNvSpPr/>
          <p:nvPr/>
        </p:nvSpPr>
        <p:spPr>
          <a:xfrm>
            <a:off x="11211987" y="974695"/>
            <a:ext cx="34961" cy="34961"/>
          </a:xfrm>
          <a:prstGeom prst="ellipse">
            <a:avLst/>
          </a:prstGeom>
          <a:solidFill>
            <a:srgbClr val="F4D9DC"/>
          </a:solidFill>
          <a:ln/>
        </p:spPr>
        <p:txBody>
          <a:bodyPr/>
          <a:lstStyle/>
          <a:p>
            <a:endParaRPr/>
          </a:p>
        </p:txBody>
      </p:sp>
      <p:sp>
        <p:nvSpPr>
          <p:cNvPr id="70" name="Shape 68"/>
          <p:cNvSpPr/>
          <p:nvPr/>
        </p:nvSpPr>
        <p:spPr>
          <a:xfrm>
            <a:off x="11398461" y="974695"/>
            <a:ext cx="34961" cy="34961"/>
          </a:xfrm>
          <a:prstGeom prst="ellipse">
            <a:avLst/>
          </a:prstGeom>
          <a:solidFill>
            <a:srgbClr val="F4D9DC"/>
          </a:solidFill>
          <a:ln/>
        </p:spPr>
        <p:txBody>
          <a:bodyPr/>
          <a:lstStyle/>
          <a:p>
            <a:endParaRPr/>
          </a:p>
        </p:txBody>
      </p:sp>
      <p:sp>
        <p:nvSpPr>
          <p:cNvPr id="71" name="Shape 69"/>
          <p:cNvSpPr/>
          <p:nvPr/>
        </p:nvSpPr>
        <p:spPr>
          <a:xfrm>
            <a:off x="11304837" y="988501"/>
            <a:ext cx="35627" cy="35627"/>
          </a:xfrm>
          <a:prstGeom prst="ellipse">
            <a:avLst/>
          </a:prstGeom>
          <a:solidFill>
            <a:srgbClr val="F4D9DC"/>
          </a:solidFill>
          <a:ln/>
        </p:spPr>
        <p:txBody>
          <a:bodyPr/>
          <a:lstStyle/>
          <a:p>
            <a:endParaR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github.com/codespaces, de drie puntjes naast je Codespace, dan Delete. Stoppen alleen is niet genoeg.</a:t>
            </a:r>
            <a:endParaRPr lang="en-US" sz="2200" dirty="0"/>
          </a:p>
        </p:txBody>
      </p:sp>
      <p:pic>
        <p:nvPicPr>
          <p:cNvPr id="74" name="Image 0" descr="exports\261005_workshop_rad_uitvoering\img\kunstmatigeintelligentie.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marL="0" indent="0" algn="l">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txBody>
          <a:bodyPr/>
          <a:lstStyle/>
          <a:p>
            <a:endParaRPr/>
          </a:p>
        </p:txBody>
      </p:sp>
      <p:sp>
        <p:nvSpPr>
          <p:cNvPr id="7" name="Shape 5"/>
          <p:cNvSpPr/>
          <p:nvPr/>
        </p:nvSpPr>
        <p:spPr>
          <a:xfrm>
            <a:off x="6675120" y="2441448"/>
            <a:ext cx="1371600" cy="347472"/>
          </a:xfrm>
          <a:prstGeom prst="roundRect">
            <a:avLst>
              <a:gd name="adj" fmla="val 131579"/>
            </a:avLst>
          </a:prstGeom>
          <a:solidFill>
            <a:srgbClr val="F4D9DC"/>
          </a:solidFill>
          <a:ln/>
        </p:spPr>
        <p:txBody>
          <a:bodyPr/>
          <a:lstStyle/>
          <a:p>
            <a:endParaRPr/>
          </a:p>
        </p:txBody>
      </p:sp>
      <p:sp>
        <p:nvSpPr>
          <p:cNvPr id="8" name="Text 6"/>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Synthetische data van je eigen bestanden? CEDA helpt je graag. De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txBody>
          <a:bodyPr/>
          <a:lstStyle/>
          <a:p>
            <a:endParaRPr/>
          </a:p>
        </p:txBody>
      </p:sp>
      <p:sp>
        <p:nvSpPr>
          <p:cNvPr id="11" name="Shape 9"/>
          <p:cNvSpPr/>
          <p:nvPr/>
        </p:nvSpPr>
        <p:spPr>
          <a:xfrm>
            <a:off x="6675120" y="3950208"/>
            <a:ext cx="1371600" cy="347472"/>
          </a:xfrm>
          <a:prstGeom prst="roundRect">
            <a:avLst>
              <a:gd name="adj" fmla="val 131579"/>
            </a:avLst>
          </a:prstGeom>
          <a:solidFill>
            <a:srgbClr val="F4D9DC"/>
          </a:solidFill>
          <a:ln/>
        </p:spPr>
        <p:txBody>
          <a:bodyPr/>
          <a:lstStyle/>
          <a:p>
            <a:endParaRPr/>
          </a:p>
        </p:txBody>
      </p:sp>
      <p:sp>
        <p:nvSpPr>
          <p:cNvPr id="12" name="Text 10"/>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3838</Words>
  <Application>Microsoft Office PowerPoint</Application>
  <PresentationFormat>Widescreen</PresentationFormat>
  <Paragraphs>332</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Aslam Tanjung</cp:lastModifiedBy>
  <cp:revision>2</cp:revision>
  <dcterms:created xsi:type="dcterms:W3CDTF">2026-10-08T11:06:42Z</dcterms:created>
  <dcterms:modified xsi:type="dcterms:W3CDTF">2026-10-14T10:51:14Z</dcterms:modified>
</cp:coreProperties>
</file>