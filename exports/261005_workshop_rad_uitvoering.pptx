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25.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7"/>
  </p:notesMasterIdLst>
  <p:sldIdLst>
    <p:sldId id="256" r:id="rId2"/>
    <p:sldId id="257" r:id="rId3"/>
    <p:sldId id="322" r:id="rId45"/>
    <p:sldId id="259" r:id="rId5"/>
    <p:sldId id="308" r:id="rId6"/>
    <p:sldId id="286" r:id="rId7"/>
    <p:sldId id="287" r:id="rId8"/>
    <p:sldId id="288" r:id="rId9"/>
    <p:sldId id="314" r:id="rId10"/>
    <p:sldId id="260" r:id="rId11"/>
    <p:sldId id="329" r:id="rId18"/>
    <p:sldId id="262" r:id="rId13"/>
    <p:sldId id="313" r:id="rId14"/>
    <p:sldId id="324" r:id="rId17"/>
    <p:sldId id="269" r:id="rId20"/>
    <p:sldId id="306" r:id="rId21"/>
    <p:sldId id="320" r:id="rId43"/>
    <p:sldId id="271" r:id="rId22"/>
    <p:sldId id="330" r:id="rId16"/>
    <p:sldId id="331" r:id="rId23"/>
    <p:sldId id="274" r:id="rId25"/>
    <p:sldId id="301" r:id="rId26"/>
    <p:sldId id="328" r:id="rId31"/>
    <p:sldId id="277" r:id="rId27"/>
    <p:sldId id="332" r:id="rId19"/>
    <p:sldId id="333" r:id="rId28"/>
    <p:sldId id="334" r:id="rId24"/>
    <p:sldId id="335" r:id="rId30"/>
    <p:sldId id="317" r:id="rId32"/>
    <p:sldId id="283" r:id="rId33"/>
    <p:sldId id="321" r:id="rId44"/>
    <p:sldId id="296" r:id="rId34"/>
    <p:sldId id="284" r:id="rId35"/>
    <p:sldId id="285" r:id="rId3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95" d="100"/>
          <a:sy n="95" d="100"/>
        </p:scale>
        <p:origin x="178"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3" Type="http://schemas.openxmlformats.org/officeDocument/2006/relationships/slide" Target="slides/slide12.xml"/><Relationship Id="rId14" Type="http://schemas.openxmlformats.org/officeDocument/2006/relationships/slide" Target="slides/slide13.xml"/><Relationship Id="rId16" Type="http://schemas.openxmlformats.org/officeDocument/2006/relationships/slide" Target="slides/slide19.xml"/><Relationship Id="rId17" Type="http://schemas.openxmlformats.org/officeDocument/2006/relationships/slide" Target="slides/slide14.xml"/><Relationship Id="rId18" Type="http://schemas.openxmlformats.org/officeDocument/2006/relationships/slide" Target="slides/slide11.xml"/><Relationship Id="rId19" Type="http://schemas.openxmlformats.org/officeDocument/2006/relationships/slide" Target="slides/slide25.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8.xml"/><Relationship Id="rId23" Type="http://schemas.openxmlformats.org/officeDocument/2006/relationships/slide" Target="slides/slide20.xml"/><Relationship Id="rId24" Type="http://schemas.openxmlformats.org/officeDocument/2006/relationships/slide" Target="slides/slide27.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4.xml"/><Relationship Id="rId28" Type="http://schemas.openxmlformats.org/officeDocument/2006/relationships/slide" Target="slides/slide26.xml"/><Relationship Id="rId30" Type="http://schemas.openxmlformats.org/officeDocument/2006/relationships/slide" Target="slides/slide28.xml"/><Relationship Id="rId31" Type="http://schemas.openxmlformats.org/officeDocument/2006/relationships/slide" Target="slides/slide23.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 Id="rId43" Type="http://schemas.openxmlformats.org/officeDocument/2006/relationships/slide" Target="slides/slide17.xml"/><Relationship Id="rId44" Type="http://schemas.openxmlformats.org/officeDocument/2006/relationships/slide" Target="slides/slide31.xml"/><Relationship Id="rId45"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236294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Welkom. Zeg in een zin wat vandaag gebeurt: in tweetallen werken met een AI-agent aan één casus, en een dashboard opleveren dat de vraag beantwoordt. Schrijf de eindtijd op een bord: de sessie duurt 90 minuten. In de rondes werken de tweetallen meteen met de skills; bij de spiegelmomenten kijken we kort samen wat de skills deden.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Vaste CEDA-introslide: wie CEDA is. Kort toelichten, daarna door naar de inhoud.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Spelregels: iedereen werkt via de agent, niemand hoeft te kunnen programmeren, wel kritisch kijken. Doel aan het eind: een kwalitatief antwoord op de casusvraag, onderbouwd met je dashboard.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Het verschil in één zin: een chatbot geeft je een antwoord, een agent voert het uit. Neem de vraag "Hoeveel eerstejaars stoppen binnen een jaar?". De chatbot geeft code die je zelf moet plakken en draaien. De agent opent het bestand, schrijft de code, draait die, ziet een vreemde uitkomst en past de code aan. Jullie zien dat straks in het Claude-paneel.</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AL2: de mens doet het werk en AI levert losse stukken aan. Dit aandeel loopt vanaf begin 2026 hard terug. Bron: Anthropic R&amp;D Automation Index; zo werkt Anthropic zelf aan AI-onderzoek, de waarden zijn geschat. Vraag de zaal: waar herken je dit in je eigen werk?</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AL3: mens en AI werken als duo. Sinds maart 2026 is dit de grootste groep, in augustus ongeveer 70% van de taken. De mens blijft de regie houden: kiezen, controleren, bepalen.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AL4: AI voert de taak van begin tot eind uit, de mens geeft de opdracht en keurt goed. Een kwart van de taken in augustus 2026. Dit is wat jullie vandaag zelf doen: de agent bouwt, jullie sturen en controleren.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Vandaag zitten we alleen in het middelste blok: bouwen met de agent op synthetische data. Synthetische data maken en de code op echte data draaien doen instellingen zelf. Wil je dat voor je eigen data? CEDA helpt je een synthetische versie te maken, zodat je veilig met een agent kunt bouwen. Neem contact op via ceda@surf.nl.</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Wat is demodata: gegenereerd naar het patroon van een echt bestand en gecontroleerd tegen de 1CijferHO-metadata en CROHO-codes. Het is fictief, dus de agent mag erin. Dezelfde code draait later op echte data. Bruikbaar, niet betrouwbaar: de structuur klopt, dus je kunt er code mee bouwen, maar de uitkomsten zeggen niets over echte studenten. Validatie tegen de werkelijkheid doen we niet; dat vraagt echte data buiten de devcontainer.</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Verdeel de tweetallen nu. Niemand hoeft code te lezen: de prompter typt, de checker beoordeelt of het antwoord van de agent logisch is. Bij vragen van deelnemers: stel zelf een wedervraag (wat zou je de agent kunnen vragen?). Check dat per tweetal één laptop met de devcontainer werkt. Wat ze aan het eind in handen hebben: een eigen aanpak, gespiegeld aan de tweetallen om hen heen.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Vergelijk het met een nieuwe collega. De agent is die collega: hij doet het werk. Een prompt is een losse vraag die je hem stelt; elke keer net anders, dus de uitkomst ook. Een skill is een werkinstructie die je hem meegeeft: elke keer dezelfde stappen en checks. Een skill start alleen als je hem typt, met een slash ervoor.</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Dit is de opbouw van /1-verkennen/SKILL.md; open het bestand even. Eerst drie keuzevragen (voor wie, welke vraag, waarop vergelijken), dan de vier stappen bovenaan; onderaan wat de skill voor je afvangt. Vraag: welke zag je terug in je profiel? Het laatste instroomjaar heeft nog geen jaar erna in de data, dus uitval lijkt daar 100%: dat jaar valt weg. De drempels 30 en 5 zijn voorbeeldwaarden, niet getoetst door een privacy officer.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Laat deze slide staan terwijl iedereen opstart; speel de video af zodat iedereen de stappen een keer ziet. Lees de link hardop voor, deelnemers typen hem over (hij staat ook in de README en in de uitnodiging). Een GitHub-account is vooraf gevraagd; wie er geen heeft, maakt er nu een aan (gratis, een e-mailadres is genoeg) of kijkt mee bij een buur. De workshop-key zit als secret in GitHub, dus de Codespace is meteen gekoppeld aan Claude: geen terminal en geen key plakken. Vraagt een terminal toch om een key, dan is het secret niet doorgekomen: roep de begeleider. Het laden duurt meestal korter dan een minuut (nog bevestigen in een droge run). Doe daarna de eerste instructie live voor: "Lees data/demodata_1cho.csv en vertel in gewone taal wat erin zit."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Elk tweetal kiest één van de drie vragen; /1-verkennen stelt ze in dezelfde volgorde A, B, C. Alle drie kunnen met dezelfde demodata. A: het aandeel eerstejaars dat het jaar erna niet meer ingeschreven staat. B: het aandeel dat binnen vijf jaar een diploma haalt; daar vallen de laatste instroomjaren weg, omdat die vijf jaar nog niet voorbij zijn. C: stoppen, vergeleken per vooropleiding. Wie niet kan kiezen, neemt A. De deelnemers laten de agent de cijfers uitrekenen; zij bepalen wat ze ermee doen. In de video's en bij de spiegelmomenten zie je A; de skills werken voor alle drie. Let op: opleidingsvorm heeft maar één waarde (voltijd). Wie dat zelf ontdekt, ziet waarom verkennen loont. Noem het niet vooraf.</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Dit is de opbouw van /2-schetsen/SKILL.md. De skill leest je keuzes uit ronde 1 en stelt twee vragen: waarop je wilt filteren en in welke volgorde. Dan maakt hij schets.html: het dashboard in grijs, met de echte groepen en jaren maar zonder getallen. Daarna stuur je bij tot het klopt; het dashboard volgt de schets precies.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Iedereen begint met /1-verkennen en kiest daarin de casus (A, B of C). Loop rond; beantwoord vragen met een wedervraag. Let op: wie het laatste cohort meetelt (vertekend percentage), zit in de valkuil. Dat bespreken we bij het spiegelmoment.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Pas hier vertel je over de skill. Een skill is een vast stappenplan dat start als je hem typt. Aan het eind van ronde 1 heeft elk tweetal een dataprofiel: hoeveel studenten en cohorten, wat elke kolom betekent en waar kleine groepen zitten.</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kijken niet naar individuele profielen, maar naar de skill. Kort: 8 minuten. De deelnemers hebben de skill zelf gedraaid, dus er is geen live demo. Vraag twee tweetallen om één keuze die ze in de skill maakten (één zin per tweetal). Loop daarna met de volgende twee dia's door wat de skill deed en wat hij afving. Open eventueel kort de SKILL.md.</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Laat het bestand zien dat de skill heeft gemaakt: tegels met de kerncijfers, daaronder je keuzes (vraag, uitsplitsing, kernmaat, privacy) met hun status. Links staat nog een menu met kolommen, definities en kwaliteit (hier weggesneden). Vraag: welke keuzes zie je hier die jullie zelf niet hebben gemaakt? Dit is demodata; het profiel beschrijft het bestand, niet de werkelijkheid. Openen: klik op de link Open je dataprofiel die Claude aan het eind geeft; de pagina opent in een nieuw browsertabblad. Vraagt GitHub om door te gaan, klik dan op Continue.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Dit is de opbouw van /3-bouwen/SKILL.md. Geen vragen vooraf: één script bouwt het dashboard uit de keuzes in de schets, met kerncijfers, grafieken, filter, privacydrempel en uitleg in de Npuls-huisstijl. Het controleert eerst of schets en keuzes nog gelijk zijn. Daarna één vraag: klopt het? Een kleine wens in tekst of kleur mag; wil je iets anders zien, dan past de skill eerst de schets aan en bouwt opnieuw. In dashboard-berekeningen.py staat hoe de cijfers zijn berekend. Meenemen: rechtsklik op dashboard.html en Download.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Wissel nu van rol. Eerst /2-schetsen: daar stuur je bij. Daarna /3-bouwen, dat alle views in één keer bouwt. Bouwen duurt het langst; start het uiterlijk na 10 minuten. Loop rond met de responsible-checks in je hoofd: drempel, waarneembaarheid, framing, toegankelijkheid.</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Pas hier vertel je over de twee skills van ronde 2. Bijsturen doe je in de schets; het bouwen gaat daarna in één keer. Start het bouwen uiterlijk na 10 minuten.</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Ook nu geen individuele dashboards bekijken. Kort: 8 minuten, geen live demo. Vraag twee tweetallen om één keuze die ze maakten (bijvoorbeeld de titel of de drempel). Loop daarna met de volgende dia's door wat de skills deden: de checks zitten erin, jij hoeft er niet aan te denken. Is een dashboard nog niet af, laat dan de schets en de voorbeeldscreenshot zien.</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Laat de schets zien: dezelfde opbouw als het dashboard straks, met de vraag als titel, het filter en de grafieken, maar met vraagtekens in plaats van getallen. Zo beoordeel je eerst de opzet en pas daarna de cijfers. Vergelijk hem straks met het dashboard: alleen de getallen komen erbij.</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Laat het dashboard zien dat uit de skill komt. Wijs aan: de onderzoeksvraag als titel, het label dat dit demodata is, de kerncijfers (16% stopt na het eerste jaar, 5.811 eerstejaars die meetellen, instroomjaren 2012-2022) en n per groep bij de staven. Het laatste instroomjaar valt weg, omdat het jaar erna nog niet in de data zit. Het dashboard is één HTML-bestand in de hoofdmap; geen server of poort nodig. Eigen data gebruik je in je eigen instelling, niet in deze workshop.</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Laat zien hoe ronde 2 verloopt voordat de tweetallen zelf beginnen: /2-schetsen starten, de schets bijsturen, dan /3-bouwen en het dashboard openen. Klik op de video om af te spelen. Herinner aan de rolwissel: wie prompter was, is nu checker.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Terugblik op het hele proces, niet alleen het dashboard. Bij elke stap zorgde de skill voor privacy (kleine groepen niet tonen) en betrouwbaarheid (vaste definities, geen oorzaak claimen, cijfers nagerekend). Vraag: welke van deze keuzes had je zelf vergeten? Dat is het verschil tussen een losse prompt en een skill.</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Dit is de hele evaluatie: iedereen draait alleen /4-review in de eigen Codespace. Laat iedereen /4-review typen; er opent een vragenlijst die ze invullen (ongeveer vijf minuten). De antwoorden zijn anoniem en gaan naar de begeleiders. Vraag om concreet gedrag, niet om een onderwerp als "AI"; één of twee zinnen is genoeg. Het workshop-token geeft de begeleider vooraf; deel het niet op de slide. Loopt de tijd uit, kort dan het rondje op de volgende slide in, niet de review.</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Laat dit staan voor de contactslide. Vraag iedereen de Codespace nu te verwijderen, of aan het eind van de dag. Elke Codespace gebruikt het gratis maandquotum van het eigen GitHub-account, en een gestopte Codespace houdt nog opslag vast. Wil iemand de bestanden uit de workshop bewaren, dan eerst kopiëren of downloaden. Stoppen bewaart de opslag, die telt ook mee; alleen Delete ruimt alles op.</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Kort rondje, één zin per persoon (circa 2 minuten; de evaluatie en afsluiting hebben samen 7 minuten). Sluit af met de contactslide. Verwijs voor echte data naar het CEDA-pakket eencijferho.</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Vaste afsluitslide: laat deze staan tijdens de vragen, zodat iedereen de links ziet.</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Laat zien hoe ronde 1 verloopt voordat de tweetallen zelf beginnen: de skill starten, de vragen van de agent beantwoorden en het dataprofiel openen. Klik op de video om af te spelen.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Speel af voordat iedereen de review invult, zodat duidelijk is wat er gebeurt als je de skill start. Klik op de video om af te spelen.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Loop het schema in dertig seconden door. In de rondes werken de tweetallen meteen met de skills: /1-verkennen in ronde 1, /2-schetsen en /3-bouwen in ronde 2. Ronde 1 is korter (15 minuten) omdat /1-verkennen nu vrijwel vast verloopt; ronde 2 krijgt daardoor 30 minuten voor twee skills. De spiegelmomenten zijn kort (8 minuten): we kijken samen wat de skill deed en welke keuzes de tweetallen maakten, niet naar individuele dashboards. Aan het eind draait iedereen /4-review, daarna een kort rondje.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video" Target="../media/media1.mp4"/><Relationship Id="rId3" Type="http://schemas.microsoft.com/office/2007/relationships/media" Target="../media/media1.mp4"/><Relationship Id="rId4" Type="http://schemas.openxmlformats.org/officeDocument/2006/relationships/image" Target="../media/image26.png"/><Relationship Id="rId5" Type="http://schemas.openxmlformats.org/officeDocument/2006/relationships/notesSlide" Target="../notesSlides/notesSlide1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6.png"/><Relationship Id="rId4" Type="http://schemas.openxmlformats.org/officeDocument/2006/relationships/image" Target="../media/image4.png"/><Relationship Id="rId5"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video" Target="../media/media2.mp4"/><Relationship Id="rId3" Type="http://schemas.microsoft.com/office/2007/relationships/media" Target="../media/media2.mp4"/><Relationship Id="rId4" Type="http://schemas.openxmlformats.org/officeDocument/2006/relationships/image" Target="../media/image27.png"/><Relationship Id="rId5" Type="http://schemas.openxmlformats.org/officeDocument/2006/relationships/notesSlide" Target="../notesSlides/notesSlide3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notesSlide" Target="../notesSlides/notesSlide2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10.png"/><Relationship Id="rId4" Type="http://schemas.openxmlformats.org/officeDocument/2006/relationships/image" Target="../media/image1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video" Target="../media/media4.mp4"/><Relationship Id="rId3" Type="http://schemas.microsoft.com/office/2007/relationships/media" Target="../media/media4.mp4"/><Relationship Id="rId4" Type="http://schemas.openxmlformats.org/officeDocument/2006/relationships/image" Target="../media/image14.png"/><Relationship Id="rId5" Type="http://schemas.openxmlformats.org/officeDocument/2006/relationships/notesSlide" Target="../notesSlides/notesSlide3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2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notesSlide" Target="../notesSlides/notesSlide2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notesSlide" Target="../notesSlides/notesSlide2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2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video" Target="../media/media3.mp4"/><Relationship Id="rId3" Type="http://schemas.microsoft.com/office/2007/relationships/media" Target="../media/media3.mp4"/><Relationship Id="rId4" Type="http://schemas.openxmlformats.org/officeDocument/2006/relationships/image" Target="../media/image28.png"/><Relationship Id="rId5" Type="http://schemas.openxmlformats.org/officeDocument/2006/relationships/notesSlide" Target="../notesSlides/notesSlide3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2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25.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1.PNG"/><Relationship Id="rId4" Type="http://schemas.openxmlformats.org/officeDocument/2006/relationships/hyperlink" Target="https://github.com/cedanl" TargetMode="External"/><Relationship Id="rId5" Type="http://schemas.openxmlformats.org/officeDocument/2006/relationships/hyperlink" Target="https://community.npuls.nl/groups/data-ai" TargetMode="External"/><Relationship Id="rId6" Type="http://schemas.openxmlformats.org/officeDocument/2006/relationships/hyperlink" Target="mailto:ceda@surf.nl"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5" name="Picture 4" descr="Npuls-achtergrond met logo"/>
          <p:cNvPicPr>
            <a:picLocks noChangeAspect="1"/>
          </p:cNvPicPr>
          <p:nvPr/>
        </p:nvPicPr>
        <p:blipFill>
          <a:blip r:embed="rId3"/>
          <a:stretch>
            <a:fillRect/>
          </a:stretch>
        </p:blipFill>
        <p:spPr>
          <a:xfrm>
            <a:off x="0" y="0"/>
            <a:ext cx="12192000" cy="6858000"/>
          </a:xfrm>
          <a:prstGeom prst="rect">
            <a:avLst/>
          </a:prstGeom>
        </p:spPr>
      </p:pic>
      <p:sp>
        <p:nvSpPr>
          <p:cNvPr id="2" name="TextBox 1"/>
          <p:cNvSpPr txBox="1"/>
          <p:nvPr/>
        </p:nvSpPr>
        <p:spPr>
          <a:xfrm>
            <a:off x="914400" y="1691640"/>
            <a:ext cx="10058400" cy="1828800"/>
          </a:xfrm>
          <a:prstGeom prst="rect">
            <a:avLst/>
          </a:prstGeom>
          <a:noFill/>
        </p:spPr>
        <p:txBody>
          <a:bodyPr wrap="square" lIns="0" tIns="0" rIns="0" bIns="0" anchor="b">
            <a:spAutoFit/>
          </a:bodyPr>
          <a:lstStyle/>
          <a:p>
            <a:pPr algn="l"/>
            <a:r>
              <a:rPr sz="4600">
                <a:solidFill>
                  <a:srgbClr val="3D68EC"/>
                </a:solidFill>
                <a:latin typeface="General Sans Semibold"/>
              </a:rPr>
              <a:t>GenAI: jij stuurt, AI bouwt</a:t>
            </a:r>
          </a:p>
        </p:txBody>
      </p:sp>
      <p:sp>
        <p:nvSpPr>
          <p:cNvPr id="3" name="TextBox 2"/>
          <p:cNvSpPr txBox="1"/>
          <p:nvPr/>
        </p:nvSpPr>
        <p:spPr>
          <a:xfrm>
            <a:off x="914400" y="3657600"/>
            <a:ext cx="8229600" cy="548640"/>
          </a:xfrm>
          <a:prstGeom prst="rect">
            <a:avLst/>
          </a:prstGeom>
          <a:noFill/>
        </p:spPr>
        <p:txBody>
          <a:bodyPr wrap="square" lIns="0" tIns="0" rIns="0" bIns="0" anchor="t">
            <a:spAutoFit/>
          </a:bodyPr>
          <a:lstStyle/>
          <a:p>
            <a:pPr algn="l"/>
            <a:r>
              <a:rPr sz="2200">
                <a:solidFill>
                  <a:srgbClr val="000000"/>
                </a:solidFill>
                <a:latin typeface="Cooper Lt BT"/>
              </a:rPr>
              <a:t>Agentic data science in het onderwijs</a:t>
            </a:r>
          </a:p>
        </p:txBody>
      </p:sp>
      <p:sp>
        <p:nvSpPr>
          <p:cNvPr id="4" name="TextBox 3"/>
          <p:cNvSpPr txBox="1"/>
          <p:nvPr/>
        </p:nvSpPr>
        <p:spPr>
          <a:xfrm>
            <a:off x="914400" y="4297680"/>
            <a:ext cx="8229600" cy="411480"/>
          </a:xfrm>
          <a:prstGeom prst="rect">
            <a:avLst/>
          </a:prstGeom>
          <a:noFill/>
        </p:spPr>
        <p:txBody>
          <a:bodyPr wrap="square" lIns="0" tIns="0" rIns="0" bIns="0" anchor="t">
            <a:spAutoFit/>
          </a:bodyPr>
          <a:lstStyle/>
          <a:p>
            <a:pPr algn="l"/>
            <a:r>
              <a:rPr sz="1600">
                <a:solidFill>
                  <a:srgbClr val="000000"/>
                </a:solidFill>
                <a:latin typeface="General Sans"/>
              </a:rPr>
              <a:t>CEDA · DAIR-bijeenkomst · 90 minuten · één casus · één dashboard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31520" y="1600200"/>
            <a:ext cx="5090008" cy="320040"/>
          </a:xfrm>
          <a:prstGeom prst="rect">
            <a:avLst/>
          </a:prstGeom>
          <a:noFill/>
          <a:ln/>
        </p:spPr>
        <p:txBody>
          <a:bodyPr wrap="square" lIns="0" tIns="0" rIns="0" bIns="0" rtlCol="0" anchor="t"/>
          <a:lstStyle/>
          <a:p>
            <a:pPr marL="0" indent="0" algn="l">
              <a:lnSpc>
                <a:spcPct val="105000"/>
              </a:lnSpc>
              <a:buNone/>
            </a:pPr>
            <a:r>
              <a:rPr lang="en-US" sz="1300" kern="0" spc="300" dirty="0">
                <a:solidFill>
                  <a:srgbClr val="DD784B"/>
                </a:solidFill>
                <a:latin typeface="General Sans Semibold" pitchFamily="34" charset="0"/>
                <a:ea typeface="General Sans Semibold" pitchFamily="34" charset="-122"/>
                <a:cs typeface="General Sans Semibold" pitchFamily="34" charset="-120"/>
              </a:rPr>
              <a:t>WIE IS CEDA</a:t>
            </a:r>
            <a:endParaRPr lang="en-US" sz="1300" dirty="0"/>
          </a:p>
        </p:txBody>
      </p:sp>
      <p:sp>
        <p:nvSpPr>
          <p:cNvPr id="3" name="Text 1"/>
          <p:cNvSpPr/>
          <p:nvPr/>
        </p:nvSpPr>
        <p:spPr>
          <a:xfrm>
            <a:off x="731520" y="1965960"/>
            <a:ext cx="5090008" cy="1188720"/>
          </a:xfrm>
          <a:prstGeom prst="rect">
            <a:avLst/>
          </a:prstGeom>
          <a:noFill/>
          <a:ln/>
        </p:spPr>
        <p:txBody>
          <a:bodyPr wrap="square" lIns="0" tIns="0" rIns="0" bIns="0" rtlCol="0" anchor="t"/>
          <a:lstStyle/>
          <a:p>
            <a:pPr marL="0" indent="0" algn="l">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Centre of Educational Data Analytics</a:t>
            </a:r>
            <a:endParaRPr lang="en-US" sz="3200" dirty="0"/>
          </a:p>
        </p:txBody>
      </p:sp>
      <p:sp>
        <p:nvSpPr>
          <p:cNvPr id="4" name="Text 2"/>
          <p:cNvSpPr/>
          <p:nvPr/>
        </p:nvSpPr>
        <p:spPr>
          <a:xfrm>
            <a:off x="731520" y="3200400"/>
            <a:ext cx="5090008" cy="822960"/>
          </a:xfrm>
          <a:prstGeom prst="rect">
            <a:avLst/>
          </a:prstGeom>
          <a:noFill/>
          <a:ln/>
        </p:spPr>
        <p:txBody>
          <a:bodyPr wrap="square" lIns="0" tIns="0" rIns="0" bIns="0" rtlCol="0" anchor="t"/>
          <a:lstStyle/>
          <a:p>
            <a:pPr marL="0" indent="0" algn="l">
              <a:lnSpc>
                <a:spcPct val="105000"/>
              </a:lnSpc>
              <a:buNone/>
            </a:pPr>
            <a:r>
              <a:rPr lang="en-US" sz="1800" dirty="0">
                <a:solidFill>
                  <a:srgbClr val="000000"/>
                </a:solidFill>
                <a:latin typeface="Cooper Lt BT" pitchFamily="34" charset="0"/>
                <a:ea typeface="Cooper Lt BT" pitchFamily="34" charset="-122"/>
                <a:cs typeface="Cooper Lt BT" pitchFamily="34" charset="-120"/>
              </a:rPr>
              <a:t>Eén team binnen Npuls. Van ruwe data tot AI-toepassing, open source.</a:t>
            </a:r>
            <a:endParaRPr lang="en-US" sz="1800" dirty="0"/>
          </a:p>
        </p:txBody>
      </p:sp>
      <p:sp>
        <p:nvSpPr>
          <p:cNvPr id="5" name="Shape 3"/>
          <p:cNvSpPr/>
          <p:nvPr/>
        </p:nvSpPr>
        <p:spPr>
          <a:xfrm>
            <a:off x="731520" y="4315968"/>
            <a:ext cx="155448" cy="155448"/>
          </a:xfrm>
          <a:prstGeom prst="ellipse">
            <a:avLst/>
          </a:prstGeom>
          <a:solidFill>
            <a:srgbClr val="3D68EC"/>
          </a:solidFill>
          <a:ln/>
        </p:spPr>
        <p:txBody>
          <a:bodyPr/>
          <a:lstStyle/>
          <a:p>
            <a:endParaRPr/>
          </a:p>
        </p:txBody>
      </p:sp>
      <p:sp>
        <p:nvSpPr>
          <p:cNvPr id="6" name="Text 4"/>
          <p:cNvSpPr/>
          <p:nvPr/>
        </p:nvSpPr>
        <p:spPr>
          <a:xfrm>
            <a:off x="1051560" y="4206240"/>
            <a:ext cx="4769968" cy="502920"/>
          </a:xfrm>
          <a:prstGeom prst="rect">
            <a:avLst/>
          </a:prstGeom>
          <a:noFill/>
          <a:ln/>
        </p:spPr>
        <p:txBody>
          <a:bodyPr wrap="square" lIns="0" tIns="0" rIns="0" bIns="0" rtlCol="0" anchor="t"/>
          <a:lstStyle/>
          <a:p>
            <a:pPr marL="0" indent="0" algn="l">
              <a:lnSpc>
                <a:spcPct val="105000"/>
              </a:lnSpc>
              <a:buNone/>
            </a:pPr>
            <a:r>
              <a:rPr lang="en-US" sz="1600" dirty="0">
                <a:solidFill>
                  <a:srgbClr val="000000"/>
                </a:solidFill>
                <a:latin typeface="General Sans" pitchFamily="34" charset="0"/>
                <a:ea typeface="General Sans" pitchFamily="34" charset="-122"/>
                <a:cs typeface="General Sans" pitchFamily="34" charset="-120"/>
              </a:rPr>
              <a:t>Data, analytics en generatieve AI in één keten</a:t>
            </a:r>
            <a:endParaRPr lang="en-US" sz="1600" dirty="0"/>
          </a:p>
        </p:txBody>
      </p:sp>
      <p:sp>
        <p:nvSpPr>
          <p:cNvPr id="7" name="Shape 5"/>
          <p:cNvSpPr/>
          <p:nvPr/>
        </p:nvSpPr>
        <p:spPr>
          <a:xfrm>
            <a:off x="731520" y="4818888"/>
            <a:ext cx="155448" cy="155448"/>
          </a:xfrm>
          <a:prstGeom prst="ellipse">
            <a:avLst/>
          </a:prstGeom>
          <a:solidFill>
            <a:srgbClr val="DD784B"/>
          </a:solidFill>
          <a:ln/>
        </p:spPr>
        <p:txBody>
          <a:bodyPr/>
          <a:lstStyle/>
          <a:p>
            <a:endParaRPr/>
          </a:p>
        </p:txBody>
      </p:sp>
      <p:sp>
        <p:nvSpPr>
          <p:cNvPr id="8" name="Text 6"/>
          <p:cNvSpPr/>
          <p:nvPr/>
        </p:nvSpPr>
        <p:spPr>
          <a:xfrm>
            <a:off x="1051560" y="4709160"/>
            <a:ext cx="4769968" cy="502920"/>
          </a:xfrm>
          <a:prstGeom prst="rect">
            <a:avLst/>
          </a:prstGeom>
          <a:noFill/>
          <a:ln/>
        </p:spPr>
        <p:txBody>
          <a:bodyPr wrap="square" lIns="0" tIns="0" rIns="0" bIns="0" rtlCol="0" anchor="t"/>
          <a:lstStyle/>
          <a:p>
            <a:pPr marL="0" indent="0" algn="l">
              <a:lnSpc>
                <a:spcPct val="105000"/>
              </a:lnSpc>
              <a:buNone/>
            </a:pPr>
            <a:r>
              <a:rPr lang="en-US" sz="1600" dirty="0">
                <a:solidFill>
                  <a:srgbClr val="000000"/>
                </a:solidFill>
                <a:latin typeface="General Sans" pitchFamily="34" charset="0"/>
                <a:ea typeface="General Sans" pitchFamily="34" charset="-122"/>
                <a:cs typeface="General Sans" pitchFamily="34" charset="-120"/>
              </a:rPr>
              <a:t>Altijd in co-creatie met mbo, hbo en wo</a:t>
            </a:r>
            <a:endParaRPr lang="en-US" sz="1600" dirty="0"/>
          </a:p>
        </p:txBody>
      </p:sp>
      <p:sp>
        <p:nvSpPr>
          <p:cNvPr id="9" name="Shape 7"/>
          <p:cNvSpPr/>
          <p:nvPr/>
        </p:nvSpPr>
        <p:spPr>
          <a:xfrm>
            <a:off x="731520" y="5321808"/>
            <a:ext cx="155448" cy="155448"/>
          </a:xfrm>
          <a:prstGeom prst="ellipse">
            <a:avLst/>
          </a:prstGeom>
          <a:solidFill>
            <a:srgbClr val="00AF81"/>
          </a:solidFill>
          <a:ln/>
        </p:spPr>
        <p:txBody>
          <a:bodyPr/>
          <a:lstStyle/>
          <a:p>
            <a:endParaRPr/>
          </a:p>
        </p:txBody>
      </p:sp>
      <p:sp>
        <p:nvSpPr>
          <p:cNvPr id="10" name="Text 8"/>
          <p:cNvSpPr/>
          <p:nvPr/>
        </p:nvSpPr>
        <p:spPr>
          <a:xfrm>
            <a:off x="1051560" y="5212080"/>
            <a:ext cx="4769968" cy="502920"/>
          </a:xfrm>
          <a:prstGeom prst="rect">
            <a:avLst/>
          </a:prstGeom>
          <a:noFill/>
          <a:ln/>
        </p:spPr>
        <p:txBody>
          <a:bodyPr wrap="square" lIns="0" tIns="0" rIns="0" bIns="0" rtlCol="0" anchor="t"/>
          <a:lstStyle/>
          <a:p>
            <a:pPr marL="0" indent="0" algn="l">
              <a:lnSpc>
                <a:spcPct val="105000"/>
              </a:lnSpc>
              <a:buNone/>
            </a:pPr>
            <a:r>
              <a:rPr lang="en-US" sz="1600" dirty="0">
                <a:solidFill>
                  <a:srgbClr val="000000"/>
                </a:solidFill>
                <a:latin typeface="General Sans" pitchFamily="34" charset="0"/>
                <a:ea typeface="General Sans" pitchFamily="34" charset="-122"/>
                <a:cs typeface="General Sans" pitchFamily="34" charset="-120"/>
              </a:rPr>
              <a:t>Open source, voor elke instelling</a:t>
            </a:r>
            <a:endParaRPr lang="en-US" sz="16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D6E2FD"/>
        </a:solidFill>
      </p:bgPr>
    </p:bg>
    <p:spTree>
      <p:nvGrpSpPr>
        <p:cNvPr id="1" name=""/>
        <p:cNvGrpSpPr/>
        <p:nvPr/>
      </p:nvGrpSpPr>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Zo loopt de middag</a:t>
            </a:r>
            <a:endParaRPr lang="en-US" sz="3400" dirty="0"/>
          </a:p>
        </p:txBody>
      </p:sp>
      <p:sp>
        <p:nvSpPr>
          <p:cNvPr id="73" name="Text 71"/>
          <p:cNvSpPr/>
          <p:nvPr/>
        </p:nvSpPr>
        <p:spPr>
          <a:xfrm>
            <a:off x="548640" y="1719072"/>
            <a:ext cx="1442679" cy="274320"/>
          </a:xfrm>
          <a:prstGeom prst="rect">
            <a:avLst/>
          </a:prstGeom>
          <a:noFill/>
          <a:ln/>
        </p:spPr>
        <p:txBody>
          <a:bodyPr wrap="square" lIns="0" tIns="0" rIns="0" bIns="0" rtlCol="0" anchor="t"/>
          <a:lstStyle/>
          <a:p>
            <a:pPr algn="l"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0:00</a:t>
            </a:r>
            <a:endParaRPr lang="en-US" sz="1400" dirty="0"/>
          </a:p>
        </p:txBody>
      </p:sp>
      <p:sp>
        <p:nvSpPr>
          <p:cNvPr id="74" name="Shape 72"/>
          <p:cNvSpPr/>
          <p:nvPr/>
        </p:nvSpPr>
        <p:spPr>
          <a:xfrm>
            <a:off x="548640" y="2103120"/>
            <a:ext cx="1442679" cy="914400"/>
          </a:xfrm>
          <a:prstGeom prst="rect">
            <a:avLst/>
          </a:prstGeom>
          <a:solidFill>
            <a:srgbClr val="F4D74B"/>
          </a:solidFill>
          <a:ln/>
        </p:spPr>
      </p:sp>
      <p:sp>
        <p:nvSpPr>
          <p:cNvPr id="75" name="Text 73"/>
          <p:cNvSpPr/>
          <p:nvPr/>
        </p:nvSpPr>
        <p:spPr>
          <a:xfrm>
            <a:off x="548640" y="2103120"/>
            <a:ext cx="1442679" cy="914400"/>
          </a:xfrm>
          <a:prstGeom prst="rect">
            <a:avLst/>
          </a:prstGeom>
          <a:noFill/>
          <a:ln/>
        </p:spPr>
        <p:txBody>
          <a:bodyPr wrap="square" lIns="0" tIns="0" rIns="0" bIns="0" rtlCol="0" anchor="ctr"/>
          <a:lstStyle/>
          <a:p>
            <a:pPr algn="ctr" indent="0" marL="0">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12 min</a:t>
            </a:r>
            <a:endParaRPr lang="en-US" sz="1800" dirty="0"/>
          </a:p>
        </p:txBody>
      </p:sp>
      <p:sp>
        <p:nvSpPr>
          <p:cNvPr id="76" name="Shape 74"/>
          <p:cNvSpPr/>
          <p:nvPr/>
        </p:nvSpPr>
        <p:spPr>
          <a:xfrm>
            <a:off x="548640" y="3017520"/>
            <a:ext cx="1442679" cy="45720"/>
          </a:xfrm>
          <a:prstGeom prst="rect">
            <a:avLst/>
          </a:prstGeom>
          <a:solidFill>
            <a:srgbClr val="F4D74B"/>
          </a:solidFill>
          <a:ln/>
        </p:spPr>
      </p:sp>
      <p:sp>
        <p:nvSpPr>
          <p:cNvPr id="77" name="Text 75"/>
          <p:cNvSpPr/>
          <p:nvPr/>
        </p:nvSpPr>
        <p:spPr>
          <a:xfrm>
            <a:off x="566928" y="3291840"/>
            <a:ext cx="1351239" cy="731520"/>
          </a:xfrm>
          <a:prstGeom prst="rect">
            <a:avLst/>
          </a:prstGeom>
          <a:noFill/>
          <a:ln/>
        </p:spPr>
        <p:txBody>
          <a:bodyPr wrap="square" lIns="0" tIns="0" rIns="0" bIns="0" rtlCol="0" anchor="t"/>
          <a:lstStyle/>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Intro, data en casus</a:t>
            </a:r>
            <a:endParaRPr lang="en-US" sz="1100" dirty="0"/>
          </a:p>
        </p:txBody>
      </p:sp>
      <p:sp>
        <p:nvSpPr>
          <p:cNvPr id="78" name="Text 76"/>
          <p:cNvSpPr/>
          <p:nvPr/>
        </p:nvSpPr>
        <p:spPr>
          <a:xfrm>
            <a:off x="566928" y="4160520"/>
            <a:ext cx="1351239" cy="822960"/>
          </a:xfrm>
          <a:prstGeom prst="rect">
            <a:avLst/>
          </a:prstGeom>
          <a:noFill/>
          <a:ln/>
        </p:spPr>
        <p:txBody>
          <a:bodyPr wrap="square" lIns="0" tIns="0" rIns="0" bIns="0" rtlCol="0" anchor="t"/>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CEDA, demodata en de opdracht</a:t>
            </a:r>
            <a:endParaRPr lang="en-US" sz="1200" dirty="0"/>
          </a:p>
        </p:txBody>
      </p:sp>
      <p:sp>
        <p:nvSpPr>
          <p:cNvPr id="79" name="Text 77"/>
          <p:cNvSpPr/>
          <p:nvPr/>
        </p:nvSpPr>
        <p:spPr>
          <a:xfrm>
            <a:off x="2037039" y="1719072"/>
            <a:ext cx="1202233" cy="274320"/>
          </a:xfrm>
          <a:prstGeom prst="rect">
            <a:avLst/>
          </a:prstGeom>
          <a:noFill/>
          <a:ln/>
        </p:spPr>
        <p:txBody>
          <a:bodyPr wrap="square" lIns="0" tIns="0" rIns="0" bIns="0" rtlCol="0" anchor="t"/>
          <a:lstStyle/>
          <a:p>
            <a:pPr algn="l"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0:12</a:t>
            </a:r>
            <a:endParaRPr lang="en-US" sz="1400" dirty="0"/>
          </a:p>
        </p:txBody>
      </p:sp>
      <p:sp>
        <p:nvSpPr>
          <p:cNvPr id="80" name="Shape 78"/>
          <p:cNvSpPr/>
          <p:nvPr/>
        </p:nvSpPr>
        <p:spPr>
          <a:xfrm>
            <a:off x="2037039" y="2103120"/>
            <a:ext cx="1202233" cy="914400"/>
          </a:xfrm>
          <a:prstGeom prst="rect">
            <a:avLst/>
          </a:prstGeom>
          <a:solidFill>
            <a:srgbClr val="F4D74B"/>
          </a:solidFill>
          <a:ln/>
        </p:spPr>
      </p:sp>
      <p:sp>
        <p:nvSpPr>
          <p:cNvPr id="81" name="Text 79"/>
          <p:cNvSpPr/>
          <p:nvPr/>
        </p:nvSpPr>
        <p:spPr>
          <a:xfrm>
            <a:off x="2037039" y="2103120"/>
            <a:ext cx="1202233" cy="914400"/>
          </a:xfrm>
          <a:prstGeom prst="rect">
            <a:avLst/>
          </a:prstGeom>
          <a:noFill/>
          <a:ln/>
        </p:spPr>
        <p:txBody>
          <a:bodyPr wrap="square" lIns="0" tIns="0" rIns="0" bIns="0" rtlCol="0" anchor="ctr"/>
          <a:lstStyle/>
          <a:p>
            <a:pPr algn="ctr" indent="0" marL="0">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10 min</a:t>
            </a:r>
            <a:endParaRPr lang="en-US" sz="1800" dirty="0"/>
          </a:p>
        </p:txBody>
      </p:sp>
      <p:sp>
        <p:nvSpPr>
          <p:cNvPr id="82" name="Shape 80"/>
          <p:cNvSpPr/>
          <p:nvPr/>
        </p:nvSpPr>
        <p:spPr>
          <a:xfrm>
            <a:off x="2037039" y="3017520"/>
            <a:ext cx="1202233" cy="45720"/>
          </a:xfrm>
          <a:prstGeom prst="rect">
            <a:avLst/>
          </a:prstGeom>
          <a:solidFill>
            <a:srgbClr val="F4D74B"/>
          </a:solidFill>
          <a:ln/>
        </p:spPr>
      </p:sp>
      <p:sp>
        <p:nvSpPr>
          <p:cNvPr id="83" name="Text 81"/>
          <p:cNvSpPr/>
          <p:nvPr/>
        </p:nvSpPr>
        <p:spPr>
          <a:xfrm>
            <a:off x="2055327" y="3291840"/>
            <a:ext cx="1110793" cy="731520"/>
          </a:xfrm>
          <a:prstGeom prst="rect">
            <a:avLst/>
          </a:prstGeom>
          <a:noFill/>
          <a:ln/>
        </p:spPr>
        <p:txBody>
          <a:bodyPr wrap="square" lIns="0" tIns="0" rIns="0" bIns="0" rtlCol="0" anchor="t"/>
          <a:lstStyle/>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Skills en Codespace</a:t>
            </a:r>
            <a:endParaRPr lang="en-US" sz="1100" dirty="0"/>
          </a:p>
        </p:txBody>
      </p:sp>
      <p:sp>
        <p:nvSpPr>
          <p:cNvPr id="84" name="Text 82"/>
          <p:cNvSpPr/>
          <p:nvPr/>
        </p:nvSpPr>
        <p:spPr>
          <a:xfrm>
            <a:off x="2055327" y="4160520"/>
            <a:ext cx="1110793" cy="822960"/>
          </a:xfrm>
          <a:prstGeom prst="rect">
            <a:avLst/>
          </a:prstGeom>
          <a:noFill/>
          <a:ln/>
        </p:spPr>
        <p:txBody>
          <a:bodyPr wrap="square" lIns="0" tIns="0" rIns="0" bIns="0" rtlCol="0" anchor="t"/>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Wat is een skill, opstarten</a:t>
            </a:r>
            <a:endParaRPr lang="en-US" sz="1200" dirty="0"/>
          </a:p>
        </p:txBody>
      </p:sp>
      <p:sp>
        <p:nvSpPr>
          <p:cNvPr id="85" name="Text 83"/>
          <p:cNvSpPr/>
          <p:nvPr/>
        </p:nvSpPr>
        <p:spPr>
          <a:xfrm>
            <a:off x="3284992" y="1719072"/>
            <a:ext cx="1803349" cy="274320"/>
          </a:xfrm>
          <a:prstGeom prst="rect">
            <a:avLst/>
          </a:prstGeom>
          <a:noFill/>
          <a:ln/>
        </p:spPr>
        <p:txBody>
          <a:bodyPr wrap="square" lIns="0" tIns="0" rIns="0" bIns="0" rtlCol="0" anchor="t"/>
          <a:lstStyle/>
          <a:p>
            <a:pPr algn="l"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0:22</a:t>
            </a:r>
            <a:endParaRPr lang="en-US" sz="1400" dirty="0"/>
          </a:p>
        </p:txBody>
      </p:sp>
      <p:sp>
        <p:nvSpPr>
          <p:cNvPr id="86" name="Shape 84"/>
          <p:cNvSpPr/>
          <p:nvPr/>
        </p:nvSpPr>
        <p:spPr>
          <a:xfrm>
            <a:off x="3284992" y="2103120"/>
            <a:ext cx="1803349" cy="914400"/>
          </a:xfrm>
          <a:prstGeom prst="rect">
            <a:avLst/>
          </a:prstGeom>
          <a:solidFill>
            <a:srgbClr val="3D68EC"/>
          </a:solidFill>
          <a:ln/>
        </p:spPr>
      </p:sp>
      <p:sp>
        <p:nvSpPr>
          <p:cNvPr id="87" name="Text 85"/>
          <p:cNvSpPr/>
          <p:nvPr/>
        </p:nvSpPr>
        <p:spPr>
          <a:xfrm>
            <a:off x="3284992" y="2103120"/>
            <a:ext cx="1803349" cy="914400"/>
          </a:xfrm>
          <a:prstGeom prst="rect">
            <a:avLst/>
          </a:prstGeom>
          <a:noFill/>
          <a:ln/>
        </p:spPr>
        <p:txBody>
          <a:bodyPr wrap="square" lIns="0" tIns="0" rIns="0" bIns="0" rtlCol="0" anchor="ctr"/>
          <a:lstStyle/>
          <a:p>
            <a:pPr algn="ctr" indent="0" marL="0">
              <a:lnSpc>
                <a:spcPct val="105000"/>
              </a:lnSpc>
              <a:buNone/>
            </a:pPr>
            <a:r>
              <a:rPr lang="en-US" sz="1800" dirty="0">
                <a:solidFill>
                  <a:srgbClr val="F4D9DC"/>
                </a:solidFill>
                <a:latin typeface="General Sans Semibold" pitchFamily="34" charset="0"/>
                <a:ea typeface="General Sans Semibold" pitchFamily="34" charset="-122"/>
                <a:cs typeface="General Sans Semibold" pitchFamily="34" charset="-120"/>
              </a:rPr>
              <a:t>15 min</a:t>
            </a:r>
            <a:endParaRPr lang="en-US" sz="1800" dirty="0"/>
          </a:p>
        </p:txBody>
      </p:sp>
      <p:sp>
        <p:nvSpPr>
          <p:cNvPr id="88" name="Shape 86"/>
          <p:cNvSpPr/>
          <p:nvPr/>
        </p:nvSpPr>
        <p:spPr>
          <a:xfrm>
            <a:off x="3284992" y="3017520"/>
            <a:ext cx="1803349" cy="45720"/>
          </a:xfrm>
          <a:prstGeom prst="rect">
            <a:avLst/>
          </a:prstGeom>
          <a:solidFill>
            <a:srgbClr val="3D68EC"/>
          </a:solidFill>
          <a:ln/>
        </p:spPr>
      </p:sp>
      <p:sp>
        <p:nvSpPr>
          <p:cNvPr id="89" name="Text 87"/>
          <p:cNvSpPr/>
          <p:nvPr/>
        </p:nvSpPr>
        <p:spPr>
          <a:xfrm>
            <a:off x="3303280" y="3291840"/>
            <a:ext cx="1711909" cy="731520"/>
          </a:xfrm>
          <a:prstGeom prst="rect">
            <a:avLst/>
          </a:prstGeom>
          <a:noFill/>
          <a:ln/>
        </p:spPr>
        <p:txBody>
          <a:bodyPr wrap="square" lIns="0" tIns="0" rIns="0" bIns="0" rtlCol="0" anchor="t"/>
          <a:lstStyle/>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Ronde 1: data verkennen</a:t>
            </a:r>
            <a:endParaRPr lang="en-US" sz="1100" dirty="0"/>
          </a:p>
        </p:txBody>
      </p:sp>
      <p:sp>
        <p:nvSpPr>
          <p:cNvPr id="90" name="Text 88"/>
          <p:cNvSpPr/>
          <p:nvPr/>
        </p:nvSpPr>
        <p:spPr>
          <a:xfrm>
            <a:off x="3303280" y="4160520"/>
            <a:ext cx="1711909" cy="822960"/>
          </a:xfrm>
          <a:prstGeom prst="rect">
            <a:avLst/>
          </a:prstGeom>
          <a:noFill/>
          <a:ln/>
        </p:spPr>
        <p:txBody>
          <a:bodyPr wrap="square" lIns="0" tIns="0" rIns="0" bIns="0" rtlCol="0" anchor="t"/>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Jullie gebruiken de skill</a:t>
            </a:r>
            <a:endParaRPr lang="en-US" sz="1200" dirty="0"/>
          </a:p>
        </p:txBody>
      </p:sp>
      <p:sp>
        <p:nvSpPr>
          <p:cNvPr id="91" name="Shape 89"/>
          <p:cNvSpPr/>
          <p:nvPr/>
        </p:nvSpPr>
        <p:spPr>
          <a:xfrm>
            <a:off x="3303280" y="5029200"/>
            <a:ext cx="1766773" cy="310896"/>
          </a:xfrm>
          <a:prstGeom prst="roundRect">
            <a:avLst>
              <a:gd name="adj" fmla="val 147059"/>
            </a:avLst>
          </a:prstGeom>
          <a:solidFill>
            <a:srgbClr val="FFFFFF"/>
          </a:solidFill>
          <a:ln/>
        </p:spPr>
      </p:sp>
      <p:sp>
        <p:nvSpPr>
          <p:cNvPr id="92" name="Text 90"/>
          <p:cNvSpPr/>
          <p:nvPr/>
        </p:nvSpPr>
        <p:spPr>
          <a:xfrm>
            <a:off x="3303280" y="5029200"/>
            <a:ext cx="1766773" cy="310896"/>
          </a:xfrm>
          <a:prstGeom prst="rect">
            <a:avLst/>
          </a:prstGeom>
          <a:noFill/>
          <a:ln/>
        </p:spPr>
        <p:txBody>
          <a:bodyPr wrap="square" lIns="0" tIns="0" rIns="0" bIns="0" rtlCol="0" anchor="ctr"/>
          <a:lstStyle/>
          <a:p>
            <a:pPr algn="ctr" indent="0" marL="0">
              <a:lnSpc>
                <a:spcPct val="105000"/>
              </a:lnSpc>
              <a:buNone/>
            </a:pPr>
            <a:r>
              <a:rPr lang="en-US" sz="900" dirty="0">
                <a:solidFill>
                  <a:srgbClr val="3D68EC"/>
                </a:solidFill>
                <a:latin typeface="General Sans Semibold" pitchFamily="34" charset="0"/>
                <a:ea typeface="General Sans Semibold" pitchFamily="34" charset="-122"/>
                <a:cs typeface="General Sans Semibold" pitchFamily="34" charset="-120"/>
              </a:rPr>
              <a:t>/1-verkennen</a:t>
            </a:r>
            <a:endParaRPr lang="en-US" sz="900" dirty="0"/>
          </a:p>
        </p:txBody>
      </p:sp>
      <p:sp>
        <p:nvSpPr>
          <p:cNvPr id="93" name="Text 91"/>
          <p:cNvSpPr/>
          <p:nvPr/>
        </p:nvSpPr>
        <p:spPr>
          <a:xfrm>
            <a:off x="5134061" y="1719072"/>
            <a:ext cx="961786" cy="274320"/>
          </a:xfrm>
          <a:prstGeom prst="rect">
            <a:avLst/>
          </a:prstGeom>
          <a:noFill/>
          <a:ln/>
        </p:spPr>
        <p:txBody>
          <a:bodyPr wrap="square" lIns="0" tIns="0" rIns="0" bIns="0" rtlCol="0" anchor="t"/>
          <a:lstStyle/>
          <a:p>
            <a:pPr algn="l"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0:37</a:t>
            </a:r>
            <a:endParaRPr lang="en-US" sz="1400" dirty="0"/>
          </a:p>
        </p:txBody>
      </p:sp>
      <p:sp>
        <p:nvSpPr>
          <p:cNvPr id="94" name="Shape 92"/>
          <p:cNvSpPr/>
          <p:nvPr/>
        </p:nvSpPr>
        <p:spPr>
          <a:xfrm>
            <a:off x="5134061" y="2103120"/>
            <a:ext cx="961786" cy="914400"/>
          </a:xfrm>
          <a:prstGeom prst="rect">
            <a:avLst/>
          </a:prstGeom>
          <a:solidFill>
            <a:srgbClr val="DD784B"/>
          </a:solidFill>
          <a:ln/>
        </p:spPr>
      </p:sp>
      <p:sp>
        <p:nvSpPr>
          <p:cNvPr id="95" name="Text 93"/>
          <p:cNvSpPr/>
          <p:nvPr/>
        </p:nvSpPr>
        <p:spPr>
          <a:xfrm>
            <a:off x="5134061" y="2103120"/>
            <a:ext cx="961786" cy="914400"/>
          </a:xfrm>
          <a:prstGeom prst="rect">
            <a:avLst/>
          </a:prstGeom>
          <a:noFill/>
          <a:ln/>
        </p:spPr>
        <p:txBody>
          <a:bodyPr wrap="square" lIns="0" tIns="0" rIns="0" bIns="0" rtlCol="0" anchor="ctr"/>
          <a:lstStyle/>
          <a:p>
            <a:pPr algn="ctr" indent="0" marL="0">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8 min</a:t>
            </a:r>
            <a:endParaRPr lang="en-US" sz="1800" dirty="0"/>
          </a:p>
        </p:txBody>
      </p:sp>
      <p:sp>
        <p:nvSpPr>
          <p:cNvPr id="96" name="Shape 94"/>
          <p:cNvSpPr/>
          <p:nvPr/>
        </p:nvSpPr>
        <p:spPr>
          <a:xfrm>
            <a:off x="5134061" y="3017520"/>
            <a:ext cx="961786" cy="45720"/>
          </a:xfrm>
          <a:prstGeom prst="rect">
            <a:avLst/>
          </a:prstGeom>
          <a:solidFill>
            <a:srgbClr val="DD784B"/>
          </a:solidFill>
          <a:ln/>
        </p:spPr>
      </p:sp>
      <p:sp>
        <p:nvSpPr>
          <p:cNvPr id="97" name="Text 95"/>
          <p:cNvSpPr/>
          <p:nvPr/>
        </p:nvSpPr>
        <p:spPr>
          <a:xfrm>
            <a:off x="5152349" y="3291840"/>
            <a:ext cx="870346" cy="731520"/>
          </a:xfrm>
          <a:prstGeom prst="rect">
            <a:avLst/>
          </a:prstGeom>
          <a:noFill/>
          <a:ln/>
        </p:spPr>
        <p:txBody>
          <a:bodyPr wrap="square" lIns="0" tIns="0" rIns="0" bIns="0" rtlCol="0" anchor="t"/>
          <a:lstStyle/>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Spiegel-</a:t>
            </a:r>
            <a:endParaRPr lang="en-US" sz="1100" dirty="0"/>
          </a:p>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moment 1</a:t>
            </a:r>
            <a:endParaRPr lang="en-US" sz="1100" dirty="0"/>
          </a:p>
        </p:txBody>
      </p:sp>
      <p:sp>
        <p:nvSpPr>
          <p:cNvPr id="98" name="Text 96"/>
          <p:cNvSpPr/>
          <p:nvPr/>
        </p:nvSpPr>
        <p:spPr>
          <a:xfrm>
            <a:off x="5152349" y="4160520"/>
            <a:ext cx="870346" cy="822960"/>
          </a:xfrm>
          <a:prstGeom prst="rect">
            <a:avLst/>
          </a:prstGeom>
          <a:noFill/>
          <a:ln/>
        </p:spPr>
        <p:txBody>
          <a:bodyPr wrap="square" lIns="0" tIns="0" rIns="0" bIns="0" rtlCol="0" anchor="t"/>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Wat deed de skill?</a:t>
            </a:r>
            <a:endParaRPr lang="en-US" sz="1200" dirty="0"/>
          </a:p>
        </p:txBody>
      </p:sp>
      <p:sp>
        <p:nvSpPr>
          <p:cNvPr id="99" name="Text 97"/>
          <p:cNvSpPr/>
          <p:nvPr/>
        </p:nvSpPr>
        <p:spPr>
          <a:xfrm>
            <a:off x="6141568" y="1719072"/>
            <a:ext cx="3606698" cy="274320"/>
          </a:xfrm>
          <a:prstGeom prst="rect">
            <a:avLst/>
          </a:prstGeom>
          <a:noFill/>
          <a:ln/>
        </p:spPr>
        <p:txBody>
          <a:bodyPr wrap="square" lIns="0" tIns="0" rIns="0" bIns="0" rtlCol="0" anchor="t"/>
          <a:lstStyle/>
          <a:p>
            <a:pPr algn="l"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0:45</a:t>
            </a:r>
            <a:endParaRPr lang="en-US" sz="1400" dirty="0"/>
          </a:p>
        </p:txBody>
      </p:sp>
      <p:sp>
        <p:nvSpPr>
          <p:cNvPr id="100" name="Shape 98"/>
          <p:cNvSpPr/>
          <p:nvPr/>
        </p:nvSpPr>
        <p:spPr>
          <a:xfrm>
            <a:off x="6141568" y="2103120"/>
            <a:ext cx="3606698" cy="914400"/>
          </a:xfrm>
          <a:prstGeom prst="rect">
            <a:avLst/>
          </a:prstGeom>
          <a:solidFill>
            <a:srgbClr val="3D68EC"/>
          </a:solidFill>
          <a:ln/>
        </p:spPr>
      </p:sp>
      <p:sp>
        <p:nvSpPr>
          <p:cNvPr id="101" name="Text 99"/>
          <p:cNvSpPr/>
          <p:nvPr/>
        </p:nvSpPr>
        <p:spPr>
          <a:xfrm>
            <a:off x="6141568" y="2103120"/>
            <a:ext cx="3606698" cy="914400"/>
          </a:xfrm>
          <a:prstGeom prst="rect">
            <a:avLst/>
          </a:prstGeom>
          <a:noFill/>
          <a:ln/>
        </p:spPr>
        <p:txBody>
          <a:bodyPr wrap="square" lIns="0" tIns="0" rIns="0" bIns="0" rtlCol="0" anchor="ctr"/>
          <a:lstStyle/>
          <a:p>
            <a:pPr algn="ctr" indent="0" marL="0">
              <a:lnSpc>
                <a:spcPct val="105000"/>
              </a:lnSpc>
              <a:buNone/>
            </a:pPr>
            <a:r>
              <a:rPr lang="en-US" sz="1800" dirty="0">
                <a:solidFill>
                  <a:srgbClr val="F4D9DC"/>
                </a:solidFill>
                <a:latin typeface="General Sans Semibold" pitchFamily="34" charset="0"/>
                <a:ea typeface="General Sans Semibold" pitchFamily="34" charset="-122"/>
                <a:cs typeface="General Sans Semibold" pitchFamily="34" charset="-120"/>
              </a:rPr>
              <a:t>30 min</a:t>
            </a:r>
            <a:endParaRPr lang="en-US" sz="1800" dirty="0"/>
          </a:p>
        </p:txBody>
      </p:sp>
      <p:sp>
        <p:nvSpPr>
          <p:cNvPr id="102" name="Shape 100"/>
          <p:cNvSpPr/>
          <p:nvPr/>
        </p:nvSpPr>
        <p:spPr>
          <a:xfrm>
            <a:off x="6141568" y="3017520"/>
            <a:ext cx="3606698" cy="45720"/>
          </a:xfrm>
          <a:prstGeom prst="rect">
            <a:avLst/>
          </a:prstGeom>
          <a:solidFill>
            <a:srgbClr val="3D68EC"/>
          </a:solidFill>
          <a:ln/>
        </p:spPr>
      </p:sp>
      <p:sp>
        <p:nvSpPr>
          <p:cNvPr id="103" name="Text 101"/>
          <p:cNvSpPr/>
          <p:nvPr/>
        </p:nvSpPr>
        <p:spPr>
          <a:xfrm>
            <a:off x="6159856" y="3291840"/>
            <a:ext cx="3515258" cy="731520"/>
          </a:xfrm>
          <a:prstGeom prst="rect">
            <a:avLst/>
          </a:prstGeom>
          <a:noFill/>
          <a:ln/>
        </p:spPr>
        <p:txBody>
          <a:bodyPr wrap="square" lIns="0" tIns="0" rIns="0" bIns="0" rtlCol="0" anchor="t"/>
          <a:lstStyle/>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Ronde 2: dashboard bouwen</a:t>
            </a:r>
            <a:endParaRPr lang="en-US" sz="1100" dirty="0"/>
          </a:p>
        </p:txBody>
      </p:sp>
      <p:sp>
        <p:nvSpPr>
          <p:cNvPr id="104" name="Text 102"/>
          <p:cNvSpPr/>
          <p:nvPr/>
        </p:nvSpPr>
        <p:spPr>
          <a:xfrm>
            <a:off x="6159856" y="4160520"/>
            <a:ext cx="3515258" cy="822960"/>
          </a:xfrm>
          <a:prstGeom prst="rect">
            <a:avLst/>
          </a:prstGeom>
          <a:noFill/>
          <a:ln/>
        </p:spPr>
        <p:txBody>
          <a:bodyPr wrap="square" lIns="0" tIns="0" rIns="0" bIns="0" rtlCol="0" anchor="t"/>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Andere rol, twee skills</a:t>
            </a:r>
            <a:endParaRPr lang="en-US" sz="1200" dirty="0"/>
          </a:p>
        </p:txBody>
      </p:sp>
      <p:sp>
        <p:nvSpPr>
          <p:cNvPr id="105" name="Shape 103"/>
          <p:cNvSpPr/>
          <p:nvPr/>
        </p:nvSpPr>
        <p:spPr>
          <a:xfrm>
            <a:off x="6159856" y="5029200"/>
            <a:ext cx="3570122" cy="310896"/>
          </a:xfrm>
          <a:prstGeom prst="roundRect">
            <a:avLst>
              <a:gd name="adj" fmla="val 147059"/>
            </a:avLst>
          </a:prstGeom>
          <a:solidFill>
            <a:srgbClr val="FFFFFF"/>
          </a:solidFill>
          <a:ln/>
        </p:spPr>
      </p:sp>
      <p:sp>
        <p:nvSpPr>
          <p:cNvPr id="106" name="Text 104"/>
          <p:cNvSpPr/>
          <p:nvPr/>
        </p:nvSpPr>
        <p:spPr>
          <a:xfrm>
            <a:off x="6159856" y="5029200"/>
            <a:ext cx="3570122" cy="310896"/>
          </a:xfrm>
          <a:prstGeom prst="rect">
            <a:avLst/>
          </a:prstGeom>
          <a:noFill/>
          <a:ln/>
        </p:spPr>
        <p:txBody>
          <a:bodyPr wrap="square" lIns="0" tIns="0" rIns="0" bIns="0" rtlCol="0" anchor="ctr"/>
          <a:lstStyle/>
          <a:p>
            <a:pPr algn="ctr" indent="0" marL="0">
              <a:lnSpc>
                <a:spcPct val="105000"/>
              </a:lnSpc>
              <a:buNone/>
            </a:pPr>
            <a:r>
              <a:rPr lang="en-US" sz="900" dirty="0">
                <a:solidFill>
                  <a:srgbClr val="3D68EC"/>
                </a:solidFill>
                <a:latin typeface="General Sans Semibold" pitchFamily="34" charset="0"/>
                <a:ea typeface="General Sans Semibold" pitchFamily="34" charset="-122"/>
                <a:cs typeface="General Sans Semibold" pitchFamily="34" charset="-120"/>
              </a:rPr>
              <a:t>/2-schetsen /3-bouwen</a:t>
            </a:r>
            <a:endParaRPr lang="en-US" sz="900" dirty="0"/>
          </a:p>
        </p:txBody>
      </p:sp>
      <p:sp>
        <p:nvSpPr>
          <p:cNvPr id="107" name="Text 105"/>
          <p:cNvSpPr/>
          <p:nvPr/>
        </p:nvSpPr>
        <p:spPr>
          <a:xfrm>
            <a:off x="9793986" y="1719072"/>
            <a:ext cx="961786" cy="274320"/>
          </a:xfrm>
          <a:prstGeom prst="rect">
            <a:avLst/>
          </a:prstGeom>
          <a:noFill/>
          <a:ln/>
        </p:spPr>
        <p:txBody>
          <a:bodyPr wrap="square" lIns="0" tIns="0" rIns="0" bIns="0" rtlCol="0" anchor="t"/>
          <a:lstStyle/>
          <a:p>
            <a:pPr algn="l"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1:15</a:t>
            </a:r>
            <a:endParaRPr lang="en-US" sz="1400" dirty="0"/>
          </a:p>
        </p:txBody>
      </p:sp>
      <p:sp>
        <p:nvSpPr>
          <p:cNvPr id="108" name="Shape 106"/>
          <p:cNvSpPr/>
          <p:nvPr/>
        </p:nvSpPr>
        <p:spPr>
          <a:xfrm>
            <a:off x="9793986" y="2103120"/>
            <a:ext cx="961786" cy="914400"/>
          </a:xfrm>
          <a:prstGeom prst="rect">
            <a:avLst/>
          </a:prstGeom>
          <a:solidFill>
            <a:srgbClr val="DD784B"/>
          </a:solidFill>
          <a:ln/>
        </p:spPr>
      </p:sp>
      <p:sp>
        <p:nvSpPr>
          <p:cNvPr id="109" name="Text 107"/>
          <p:cNvSpPr/>
          <p:nvPr/>
        </p:nvSpPr>
        <p:spPr>
          <a:xfrm>
            <a:off x="9793986" y="2103120"/>
            <a:ext cx="961786" cy="914400"/>
          </a:xfrm>
          <a:prstGeom prst="rect">
            <a:avLst/>
          </a:prstGeom>
          <a:noFill/>
          <a:ln/>
        </p:spPr>
        <p:txBody>
          <a:bodyPr wrap="square" lIns="0" tIns="0" rIns="0" bIns="0" rtlCol="0" anchor="ctr"/>
          <a:lstStyle/>
          <a:p>
            <a:pPr algn="ctr" indent="0" marL="0">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8 min</a:t>
            </a:r>
            <a:endParaRPr lang="en-US" sz="1800" dirty="0"/>
          </a:p>
        </p:txBody>
      </p:sp>
      <p:sp>
        <p:nvSpPr>
          <p:cNvPr id="110" name="Shape 108"/>
          <p:cNvSpPr/>
          <p:nvPr/>
        </p:nvSpPr>
        <p:spPr>
          <a:xfrm>
            <a:off x="9793986" y="3017520"/>
            <a:ext cx="961786" cy="45720"/>
          </a:xfrm>
          <a:prstGeom prst="rect">
            <a:avLst/>
          </a:prstGeom>
          <a:solidFill>
            <a:srgbClr val="DD784B"/>
          </a:solidFill>
          <a:ln/>
        </p:spPr>
      </p:sp>
      <p:sp>
        <p:nvSpPr>
          <p:cNvPr id="111" name="Text 109"/>
          <p:cNvSpPr/>
          <p:nvPr/>
        </p:nvSpPr>
        <p:spPr>
          <a:xfrm>
            <a:off x="9812274" y="3291840"/>
            <a:ext cx="870346" cy="731520"/>
          </a:xfrm>
          <a:prstGeom prst="rect">
            <a:avLst/>
          </a:prstGeom>
          <a:noFill/>
          <a:ln/>
        </p:spPr>
        <p:txBody>
          <a:bodyPr wrap="square" lIns="0" tIns="0" rIns="0" bIns="0" rtlCol="0" anchor="t"/>
          <a:lstStyle/>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Spiegel-</a:t>
            </a:r>
            <a:endParaRPr lang="en-US" sz="1100" dirty="0"/>
          </a:p>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moment 2</a:t>
            </a:r>
            <a:endParaRPr lang="en-US" sz="1100" dirty="0"/>
          </a:p>
        </p:txBody>
      </p:sp>
      <p:sp>
        <p:nvSpPr>
          <p:cNvPr id="112" name="Text 110"/>
          <p:cNvSpPr/>
          <p:nvPr/>
        </p:nvSpPr>
        <p:spPr>
          <a:xfrm>
            <a:off x="9812274" y="4160520"/>
            <a:ext cx="870346" cy="822960"/>
          </a:xfrm>
          <a:prstGeom prst="rect">
            <a:avLst/>
          </a:prstGeom>
          <a:noFill/>
          <a:ln/>
        </p:spPr>
        <p:txBody>
          <a:bodyPr wrap="square" lIns="0" tIns="0" rIns="0" bIns="0" rtlCol="0" anchor="t"/>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Wat deden de skills?</a:t>
            </a:r>
            <a:endParaRPr lang="en-US" sz="1200" dirty="0"/>
          </a:p>
        </p:txBody>
      </p:sp>
      <p:sp>
        <p:nvSpPr>
          <p:cNvPr id="113" name="Text 111"/>
          <p:cNvSpPr/>
          <p:nvPr/>
        </p:nvSpPr>
        <p:spPr>
          <a:xfrm>
            <a:off x="10801492" y="1719072"/>
            <a:ext cx="841563" cy="274320"/>
          </a:xfrm>
          <a:prstGeom prst="rect">
            <a:avLst/>
          </a:prstGeom>
          <a:noFill/>
          <a:ln/>
        </p:spPr>
        <p:txBody>
          <a:bodyPr wrap="square" lIns="0" tIns="0" rIns="0" bIns="0" rtlCol="0" anchor="t"/>
          <a:lstStyle/>
          <a:p>
            <a:pPr algn="l"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1:23</a:t>
            </a:r>
            <a:endParaRPr lang="en-US" sz="1400" dirty="0"/>
          </a:p>
        </p:txBody>
      </p:sp>
      <p:sp>
        <p:nvSpPr>
          <p:cNvPr id="114" name="Shape 112"/>
          <p:cNvSpPr/>
          <p:nvPr/>
        </p:nvSpPr>
        <p:spPr>
          <a:xfrm>
            <a:off x="10801492" y="2103120"/>
            <a:ext cx="841563" cy="914400"/>
          </a:xfrm>
          <a:prstGeom prst="rect">
            <a:avLst/>
          </a:prstGeom>
          <a:solidFill>
            <a:srgbClr val="00AF81"/>
          </a:solidFill>
          <a:ln/>
        </p:spPr>
      </p:sp>
      <p:sp>
        <p:nvSpPr>
          <p:cNvPr id="115" name="Text 113"/>
          <p:cNvSpPr/>
          <p:nvPr/>
        </p:nvSpPr>
        <p:spPr>
          <a:xfrm>
            <a:off x="10801492" y="2103120"/>
            <a:ext cx="841563" cy="914400"/>
          </a:xfrm>
          <a:prstGeom prst="rect">
            <a:avLst/>
          </a:prstGeom>
          <a:noFill/>
          <a:ln/>
        </p:spPr>
        <p:txBody>
          <a:bodyPr wrap="square" lIns="0" tIns="0" rIns="0" bIns="0" rtlCol="0" anchor="ctr"/>
          <a:lstStyle/>
          <a:p>
            <a:pPr algn="ctr" indent="0" marL="0">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7 min</a:t>
            </a:r>
            <a:endParaRPr lang="en-US" sz="1800" dirty="0"/>
          </a:p>
        </p:txBody>
      </p:sp>
      <p:sp>
        <p:nvSpPr>
          <p:cNvPr id="116" name="Shape 114"/>
          <p:cNvSpPr/>
          <p:nvPr/>
        </p:nvSpPr>
        <p:spPr>
          <a:xfrm>
            <a:off x="10801492" y="3017520"/>
            <a:ext cx="841563" cy="45720"/>
          </a:xfrm>
          <a:prstGeom prst="rect">
            <a:avLst/>
          </a:prstGeom>
          <a:solidFill>
            <a:srgbClr val="00AF81"/>
          </a:solidFill>
          <a:ln/>
        </p:spPr>
      </p:sp>
      <p:sp>
        <p:nvSpPr>
          <p:cNvPr id="117" name="Text 115"/>
          <p:cNvSpPr/>
          <p:nvPr/>
        </p:nvSpPr>
        <p:spPr>
          <a:xfrm>
            <a:off x="10819780" y="3291840"/>
            <a:ext cx="750123" cy="731520"/>
          </a:xfrm>
          <a:prstGeom prst="rect">
            <a:avLst/>
          </a:prstGeom>
          <a:noFill/>
          <a:ln/>
        </p:spPr>
        <p:txBody>
          <a:bodyPr wrap="square" lIns="0" tIns="0" rIns="0" bIns="0" rtlCol="0" anchor="t"/>
          <a:lstStyle/>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Evaluatie</a:t>
            </a:r>
            <a:endParaRPr lang="en-US" sz="1100" dirty="0"/>
          </a:p>
        </p:txBody>
      </p:sp>
      <p:sp>
        <p:nvSpPr>
          <p:cNvPr id="118" name="Text 116"/>
          <p:cNvSpPr/>
          <p:nvPr/>
        </p:nvSpPr>
        <p:spPr>
          <a:xfrm>
            <a:off x="10819780" y="4160520"/>
            <a:ext cx="750123" cy="822960"/>
          </a:xfrm>
          <a:prstGeom prst="rect">
            <a:avLst/>
          </a:prstGeom>
          <a:noFill/>
          <a:ln/>
        </p:spPr>
        <p:txBody>
          <a:bodyPr wrap="square" lIns="0" tIns="0" rIns="0" bIns="0" rtlCol="0" anchor="t"/>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/4-review, rondje</a:t>
            </a:r>
            <a:endParaRPr lang="en-US" sz="1200" dirty="0"/>
          </a:p>
        </p:txBody>
      </p:sp>
      <p:sp>
        <p:nvSpPr>
          <p:cNvPr id="119" name="Text 117"/>
          <p:cNvSpPr/>
          <p:nvPr/>
        </p:nvSpPr>
        <p:spPr>
          <a:xfrm>
            <a:off x="10728655" y="1719072"/>
            <a:ext cx="914400" cy="274320"/>
          </a:xfrm>
          <a:prstGeom prst="rect">
            <a:avLst/>
          </a:prstGeom>
          <a:noFill/>
          <a:ln/>
        </p:spPr>
        <p:txBody>
          <a:bodyPr wrap="square" lIns="0" tIns="0" rIns="0" bIns="0" rtlCol="0" anchor="t"/>
          <a:lstStyle/>
          <a:p>
            <a:pPr algn="r"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1:30</a:t>
            </a:r>
            <a:endParaRPr lang="en-US" sz="1400" dirty="0"/>
          </a:p>
        </p:txBody>
      </p:sp>
      <p:sp>
        <p:nvSpPr>
          <p:cNvPr id="120" name="Shape 118"/>
          <p:cNvSpPr/>
          <p:nvPr/>
        </p:nvSpPr>
        <p:spPr>
          <a:xfrm>
            <a:off x="548640" y="6025896"/>
            <a:ext cx="201168" cy="201168"/>
          </a:xfrm>
          <a:prstGeom prst="rect">
            <a:avLst/>
          </a:prstGeom>
          <a:solidFill>
            <a:srgbClr val="F4D74B"/>
          </a:solidFill>
          <a:ln/>
        </p:spPr>
      </p:sp>
      <p:sp>
        <p:nvSpPr>
          <p:cNvPr id="121" name="Text 119"/>
          <p:cNvSpPr/>
          <p:nvPr/>
        </p:nvSpPr>
        <p:spPr>
          <a:xfrm>
            <a:off x="841248" y="5989320"/>
            <a:ext cx="2377440" cy="274320"/>
          </a:xfrm>
          <a:prstGeom prst="rect">
            <a:avLst/>
          </a:prstGeom>
          <a:noFill/>
          <a:ln/>
        </p:spPr>
        <p:txBody>
          <a:bodyPr wrap="square" lIns="0" tIns="0" rIns="0" bIns="0" rtlCol="0" anchor="ctr"/>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Uitleg</a:t>
            </a:r>
            <a:endParaRPr lang="en-US" sz="1200" dirty="0"/>
          </a:p>
        </p:txBody>
      </p:sp>
      <p:sp>
        <p:nvSpPr>
          <p:cNvPr id="122" name="Shape 120"/>
          <p:cNvSpPr/>
          <p:nvPr/>
        </p:nvSpPr>
        <p:spPr>
          <a:xfrm>
            <a:off x="1901952" y="6025896"/>
            <a:ext cx="201168" cy="201168"/>
          </a:xfrm>
          <a:prstGeom prst="rect">
            <a:avLst/>
          </a:prstGeom>
          <a:solidFill>
            <a:srgbClr val="3D68EC"/>
          </a:solidFill>
          <a:ln/>
        </p:spPr>
      </p:sp>
      <p:sp>
        <p:nvSpPr>
          <p:cNvPr id="123" name="Text 121"/>
          <p:cNvSpPr/>
          <p:nvPr/>
        </p:nvSpPr>
        <p:spPr>
          <a:xfrm>
            <a:off x="2194560" y="5989320"/>
            <a:ext cx="2377440" cy="274320"/>
          </a:xfrm>
          <a:prstGeom prst="rect">
            <a:avLst/>
          </a:prstGeom>
          <a:noFill/>
          <a:ln/>
        </p:spPr>
        <p:txBody>
          <a:bodyPr wrap="square" lIns="0" tIns="0" rIns="0" bIns="0" rtlCol="0" anchor="ctr"/>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Werken met de skills</a:t>
            </a:r>
            <a:endParaRPr lang="en-US" sz="1200" dirty="0"/>
          </a:p>
        </p:txBody>
      </p:sp>
      <p:sp>
        <p:nvSpPr>
          <p:cNvPr id="124" name="Shape 122"/>
          <p:cNvSpPr/>
          <p:nvPr/>
        </p:nvSpPr>
        <p:spPr>
          <a:xfrm>
            <a:off x="4663440" y="6025896"/>
            <a:ext cx="201168" cy="201168"/>
          </a:xfrm>
          <a:prstGeom prst="rect">
            <a:avLst/>
          </a:prstGeom>
          <a:solidFill>
            <a:srgbClr val="DD784B"/>
          </a:solidFill>
          <a:ln/>
        </p:spPr>
      </p:sp>
      <p:sp>
        <p:nvSpPr>
          <p:cNvPr id="125" name="Text 123"/>
          <p:cNvSpPr/>
          <p:nvPr/>
        </p:nvSpPr>
        <p:spPr>
          <a:xfrm>
            <a:off x="4956048" y="5989320"/>
            <a:ext cx="2377440" cy="274320"/>
          </a:xfrm>
          <a:prstGeom prst="rect">
            <a:avLst/>
          </a:prstGeom>
          <a:noFill/>
          <a:ln/>
        </p:spPr>
        <p:txBody>
          <a:bodyPr wrap="square" lIns="0" tIns="0" rIns="0" bIns="0" rtlCol="0" anchor="ctr"/>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Spiegelmoment</a:t>
            </a:r>
            <a:endParaRPr lang="en-US" sz="1200" dirty="0"/>
          </a:p>
        </p:txBody>
      </p:sp>
      <p:sp>
        <p:nvSpPr>
          <p:cNvPr id="126" name="Shape 124"/>
          <p:cNvSpPr/>
          <p:nvPr/>
        </p:nvSpPr>
        <p:spPr>
          <a:xfrm>
            <a:off x="6720840" y="6025896"/>
            <a:ext cx="201168" cy="201168"/>
          </a:xfrm>
          <a:prstGeom prst="rect">
            <a:avLst/>
          </a:prstGeom>
          <a:solidFill>
            <a:srgbClr val="00AF81"/>
          </a:solidFill>
          <a:ln/>
        </p:spPr>
      </p:sp>
      <p:sp>
        <p:nvSpPr>
          <p:cNvPr id="127" name="Text 125"/>
          <p:cNvSpPr/>
          <p:nvPr/>
        </p:nvSpPr>
        <p:spPr>
          <a:xfrm>
            <a:off x="7013448" y="5989320"/>
            <a:ext cx="2377440" cy="274320"/>
          </a:xfrm>
          <a:prstGeom prst="rect">
            <a:avLst/>
          </a:prstGeom>
          <a:noFill/>
          <a:ln/>
        </p:spPr>
        <p:txBody>
          <a:bodyPr wrap="square" lIns="0" tIns="0" rIns="0" bIns="0" rtlCol="0" anchor="ctr"/>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Evaluatie en afsluiting</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3D68EC"/>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F4D9DC"/>
          </a:solidFill>
          <a:ln/>
        </p:spPr>
        <p:txBody>
          <a:bodyPr/>
          <a:lstStyle/>
          <a:p>
            <a:endParaRPr/>
          </a:p>
        </p:txBody>
      </p:sp>
      <p:sp>
        <p:nvSpPr>
          <p:cNvPr id="3" name="Shape 1"/>
          <p:cNvSpPr/>
          <p:nvPr/>
        </p:nvSpPr>
        <p:spPr>
          <a:xfrm>
            <a:off x="11212173" y="399224"/>
            <a:ext cx="34616" cy="34616"/>
          </a:xfrm>
          <a:prstGeom prst="ellipse">
            <a:avLst/>
          </a:prstGeom>
          <a:solidFill>
            <a:srgbClr val="F4D9DC"/>
          </a:solidFill>
          <a:ln/>
        </p:spPr>
        <p:txBody>
          <a:bodyPr/>
          <a:lstStyle/>
          <a:p>
            <a:endParaRPr/>
          </a:p>
        </p:txBody>
      </p:sp>
      <p:sp>
        <p:nvSpPr>
          <p:cNvPr id="4" name="Shape 2"/>
          <p:cNvSpPr/>
          <p:nvPr/>
        </p:nvSpPr>
        <p:spPr>
          <a:xfrm>
            <a:off x="11398641" y="399224"/>
            <a:ext cx="34616" cy="34616"/>
          </a:xfrm>
          <a:prstGeom prst="ellipse">
            <a:avLst/>
          </a:prstGeom>
          <a:solidFill>
            <a:srgbClr val="F4D9DC"/>
          </a:solidFill>
          <a:ln/>
        </p:spPr>
        <p:txBody>
          <a:bodyPr/>
          <a:lstStyle/>
          <a:p>
            <a:endParaRPr/>
          </a:p>
        </p:txBody>
      </p:sp>
      <p:sp>
        <p:nvSpPr>
          <p:cNvPr id="5" name="Shape 3"/>
          <p:cNvSpPr/>
          <p:nvPr/>
        </p:nvSpPr>
        <p:spPr>
          <a:xfrm>
            <a:off x="11258374" y="435357"/>
            <a:ext cx="51936" cy="51936"/>
          </a:xfrm>
          <a:prstGeom prst="ellipse">
            <a:avLst/>
          </a:prstGeom>
          <a:solidFill>
            <a:srgbClr val="F4D9DC"/>
          </a:solidFill>
          <a:ln/>
        </p:spPr>
        <p:txBody>
          <a:bodyPr/>
          <a:lstStyle/>
          <a:p>
            <a:endParaRPr/>
          </a:p>
        </p:txBody>
      </p:sp>
      <p:sp>
        <p:nvSpPr>
          <p:cNvPr id="6" name="Shape 4"/>
          <p:cNvSpPr/>
          <p:nvPr/>
        </p:nvSpPr>
        <p:spPr>
          <a:xfrm>
            <a:off x="11335407" y="435306"/>
            <a:ext cx="51718" cy="51718"/>
          </a:xfrm>
          <a:prstGeom prst="ellipse">
            <a:avLst/>
          </a:prstGeom>
          <a:solidFill>
            <a:srgbClr val="F4D9DC"/>
          </a:solidFill>
          <a:ln/>
        </p:spPr>
        <p:txBody>
          <a:bodyPr/>
          <a:lstStyle/>
          <a:p>
            <a:endParaRPr/>
          </a:p>
        </p:txBody>
      </p:sp>
      <p:sp>
        <p:nvSpPr>
          <p:cNvPr id="7" name="Shape 5"/>
          <p:cNvSpPr/>
          <p:nvPr/>
        </p:nvSpPr>
        <p:spPr>
          <a:xfrm>
            <a:off x="11127388" y="442398"/>
            <a:ext cx="35294" cy="35294"/>
          </a:xfrm>
          <a:prstGeom prst="ellipse">
            <a:avLst/>
          </a:prstGeom>
          <a:solidFill>
            <a:srgbClr val="F4D9DC"/>
          </a:solidFill>
          <a:ln/>
        </p:spPr>
        <p:txBody>
          <a:bodyPr/>
          <a:lstStyle/>
          <a:p>
            <a:endParaRPr/>
          </a:p>
        </p:txBody>
      </p:sp>
      <p:sp>
        <p:nvSpPr>
          <p:cNvPr id="8" name="Shape 6"/>
          <p:cNvSpPr/>
          <p:nvPr/>
        </p:nvSpPr>
        <p:spPr>
          <a:xfrm>
            <a:off x="11482145" y="441649"/>
            <a:ext cx="35960" cy="35960"/>
          </a:xfrm>
          <a:prstGeom prst="ellipse">
            <a:avLst/>
          </a:prstGeom>
          <a:solidFill>
            <a:srgbClr val="F4D9DC"/>
          </a:solidFill>
          <a:ln/>
        </p:spPr>
        <p:txBody>
          <a:bodyPr/>
          <a:lstStyle/>
          <a:p>
            <a:endParaRPr/>
          </a:p>
        </p:txBody>
      </p:sp>
      <p:sp>
        <p:nvSpPr>
          <p:cNvPr id="9" name="Shape 7"/>
          <p:cNvSpPr/>
          <p:nvPr/>
        </p:nvSpPr>
        <p:spPr>
          <a:xfrm>
            <a:off x="11185603" y="459328"/>
            <a:ext cx="52167" cy="52167"/>
          </a:xfrm>
          <a:prstGeom prst="ellipse">
            <a:avLst/>
          </a:prstGeom>
          <a:solidFill>
            <a:srgbClr val="F4D9DC"/>
          </a:solidFill>
          <a:ln/>
        </p:spPr>
        <p:txBody>
          <a:bodyPr/>
          <a:lstStyle/>
          <a:p>
            <a:endParaRPr/>
          </a:p>
        </p:txBody>
      </p:sp>
      <p:sp>
        <p:nvSpPr>
          <p:cNvPr id="10" name="Shape 8"/>
          <p:cNvSpPr/>
          <p:nvPr/>
        </p:nvSpPr>
        <p:spPr>
          <a:xfrm>
            <a:off x="11408043" y="458713"/>
            <a:ext cx="52384" cy="52384"/>
          </a:xfrm>
          <a:prstGeom prst="ellipse">
            <a:avLst/>
          </a:prstGeom>
          <a:solidFill>
            <a:srgbClr val="F4D9DC"/>
          </a:solidFill>
          <a:ln/>
        </p:spPr>
        <p:txBody>
          <a:bodyPr/>
          <a:lstStyle/>
          <a:p>
            <a:endParaRPr/>
          </a:p>
        </p:txBody>
      </p:sp>
      <p:sp>
        <p:nvSpPr>
          <p:cNvPr id="11" name="Shape 9"/>
          <p:cNvSpPr/>
          <p:nvPr/>
        </p:nvSpPr>
        <p:spPr>
          <a:xfrm>
            <a:off x="11241891" y="499749"/>
            <a:ext cx="36613" cy="36613"/>
          </a:xfrm>
          <a:prstGeom prst="ellipse">
            <a:avLst/>
          </a:prstGeom>
          <a:solidFill>
            <a:srgbClr val="F4D9DC"/>
          </a:solidFill>
          <a:ln/>
        </p:spPr>
        <p:txBody>
          <a:bodyPr/>
          <a:lstStyle/>
          <a:p>
            <a:endParaRPr/>
          </a:p>
        </p:txBody>
      </p:sp>
      <p:sp>
        <p:nvSpPr>
          <p:cNvPr id="12" name="Shape 10"/>
          <p:cNvSpPr/>
          <p:nvPr/>
        </p:nvSpPr>
        <p:spPr>
          <a:xfrm>
            <a:off x="11294557" y="500146"/>
            <a:ext cx="57223" cy="57223"/>
          </a:xfrm>
          <a:prstGeom prst="ellipse">
            <a:avLst/>
          </a:prstGeom>
          <a:solidFill>
            <a:srgbClr val="F4D9DC"/>
          </a:solidFill>
          <a:ln/>
        </p:spPr>
        <p:txBody>
          <a:bodyPr/>
          <a:lstStyle/>
          <a:p>
            <a:endParaRPr/>
          </a:p>
        </p:txBody>
      </p:sp>
      <p:sp>
        <p:nvSpPr>
          <p:cNvPr id="13" name="Shape 11"/>
          <p:cNvSpPr/>
          <p:nvPr/>
        </p:nvSpPr>
        <p:spPr>
          <a:xfrm>
            <a:off x="11364102" y="498770"/>
            <a:ext cx="35294" cy="35294"/>
          </a:xfrm>
          <a:prstGeom prst="ellipse">
            <a:avLst/>
          </a:prstGeom>
          <a:solidFill>
            <a:srgbClr val="F4D9DC"/>
          </a:solidFill>
          <a:ln/>
        </p:spPr>
        <p:txBody>
          <a:bodyPr/>
          <a:lstStyle/>
          <a:p>
            <a:endParaRPr/>
          </a:p>
        </p:txBody>
      </p:sp>
      <p:sp>
        <p:nvSpPr>
          <p:cNvPr id="14" name="Shape 12"/>
          <p:cNvSpPr/>
          <p:nvPr/>
        </p:nvSpPr>
        <p:spPr>
          <a:xfrm>
            <a:off x="11123515" y="504524"/>
            <a:ext cx="51936" cy="51936"/>
          </a:xfrm>
          <a:prstGeom prst="ellipse">
            <a:avLst/>
          </a:prstGeom>
          <a:solidFill>
            <a:srgbClr val="F4D9DC"/>
          </a:solidFill>
          <a:ln/>
        </p:spPr>
        <p:txBody>
          <a:bodyPr/>
          <a:lstStyle/>
          <a:p>
            <a:endParaRPr/>
          </a:p>
        </p:txBody>
      </p:sp>
      <p:sp>
        <p:nvSpPr>
          <p:cNvPr id="15" name="Shape 13"/>
          <p:cNvSpPr/>
          <p:nvPr/>
        </p:nvSpPr>
        <p:spPr>
          <a:xfrm>
            <a:off x="11470202" y="504300"/>
            <a:ext cx="52384" cy="52384"/>
          </a:xfrm>
          <a:prstGeom prst="ellipse">
            <a:avLst/>
          </a:prstGeom>
          <a:solidFill>
            <a:srgbClr val="F4D9DC"/>
          </a:solidFill>
          <a:ln/>
        </p:spPr>
        <p:txBody>
          <a:bodyPr/>
          <a:lstStyle/>
          <a:p>
            <a:endParaRPr/>
          </a:p>
        </p:txBody>
      </p:sp>
      <p:sp>
        <p:nvSpPr>
          <p:cNvPr id="16" name="Shape 14"/>
          <p:cNvSpPr/>
          <p:nvPr/>
        </p:nvSpPr>
        <p:spPr>
          <a:xfrm>
            <a:off x="11060774" y="508825"/>
            <a:ext cx="35627" cy="35627"/>
          </a:xfrm>
          <a:prstGeom prst="ellipse">
            <a:avLst/>
          </a:prstGeom>
          <a:solidFill>
            <a:srgbClr val="F4D9DC"/>
          </a:solidFill>
          <a:ln/>
        </p:spPr>
        <p:txBody>
          <a:bodyPr/>
          <a:lstStyle/>
          <a:p>
            <a:endParaRPr/>
          </a:p>
        </p:txBody>
      </p:sp>
      <p:sp>
        <p:nvSpPr>
          <p:cNvPr id="17" name="Shape 15"/>
          <p:cNvSpPr/>
          <p:nvPr/>
        </p:nvSpPr>
        <p:spPr>
          <a:xfrm>
            <a:off x="11548535" y="508038"/>
            <a:ext cx="36613" cy="36613"/>
          </a:xfrm>
          <a:prstGeom prst="ellipse">
            <a:avLst/>
          </a:prstGeom>
          <a:solidFill>
            <a:srgbClr val="F4D9DC"/>
          </a:solidFill>
          <a:ln/>
        </p:spPr>
        <p:txBody>
          <a:bodyPr/>
          <a:lstStyle/>
          <a:p>
            <a:endParaRPr/>
          </a:p>
        </p:txBody>
      </p:sp>
      <p:sp>
        <p:nvSpPr>
          <p:cNvPr id="18" name="Shape 16"/>
          <p:cNvSpPr/>
          <p:nvPr/>
        </p:nvSpPr>
        <p:spPr>
          <a:xfrm>
            <a:off x="11191466" y="533379"/>
            <a:ext cx="57825" cy="57825"/>
          </a:xfrm>
          <a:prstGeom prst="ellipse">
            <a:avLst/>
          </a:prstGeom>
          <a:solidFill>
            <a:srgbClr val="F4D9DC"/>
          </a:solidFill>
          <a:ln/>
        </p:spPr>
        <p:txBody>
          <a:bodyPr/>
          <a:lstStyle/>
          <a:p>
            <a:endParaRPr/>
          </a:p>
        </p:txBody>
      </p:sp>
      <p:sp>
        <p:nvSpPr>
          <p:cNvPr id="19" name="Shape 17"/>
          <p:cNvSpPr/>
          <p:nvPr/>
        </p:nvSpPr>
        <p:spPr>
          <a:xfrm>
            <a:off x="11396535" y="533494"/>
            <a:ext cx="57428" cy="57428"/>
          </a:xfrm>
          <a:prstGeom prst="ellipse">
            <a:avLst/>
          </a:prstGeom>
          <a:solidFill>
            <a:srgbClr val="F4D9DC"/>
          </a:solidFill>
          <a:ln/>
        </p:spPr>
        <p:txBody>
          <a:bodyPr/>
          <a:lstStyle/>
          <a:p>
            <a:endParaRPr/>
          </a:p>
        </p:txBody>
      </p:sp>
      <p:sp>
        <p:nvSpPr>
          <p:cNvPr id="20" name="Shape 18"/>
          <p:cNvSpPr/>
          <p:nvPr/>
        </p:nvSpPr>
        <p:spPr>
          <a:xfrm>
            <a:off x="11079087" y="567226"/>
            <a:ext cx="51270" cy="51270"/>
          </a:xfrm>
          <a:prstGeom prst="ellipse">
            <a:avLst/>
          </a:prstGeom>
          <a:solidFill>
            <a:srgbClr val="F4D9DC"/>
          </a:solidFill>
          <a:ln/>
        </p:spPr>
        <p:txBody>
          <a:bodyPr/>
          <a:lstStyle/>
          <a:p>
            <a:endParaRPr/>
          </a:p>
        </p:txBody>
      </p:sp>
      <p:sp>
        <p:nvSpPr>
          <p:cNvPr id="21" name="Shape 19"/>
          <p:cNvSpPr/>
          <p:nvPr/>
        </p:nvSpPr>
        <p:spPr>
          <a:xfrm>
            <a:off x="11339728" y="567053"/>
            <a:ext cx="34616" cy="34616"/>
          </a:xfrm>
          <a:prstGeom prst="ellipse">
            <a:avLst/>
          </a:prstGeom>
          <a:solidFill>
            <a:srgbClr val="F4D9DC"/>
          </a:solidFill>
          <a:ln/>
        </p:spPr>
        <p:txBody>
          <a:bodyPr/>
          <a:lstStyle/>
          <a:p>
            <a:endParaRPr/>
          </a:p>
        </p:txBody>
      </p:sp>
      <p:sp>
        <p:nvSpPr>
          <p:cNvPr id="22" name="Shape 20"/>
          <p:cNvSpPr/>
          <p:nvPr/>
        </p:nvSpPr>
        <p:spPr>
          <a:xfrm>
            <a:off x="11515167" y="566234"/>
            <a:ext cx="52819" cy="52819"/>
          </a:xfrm>
          <a:prstGeom prst="ellipse">
            <a:avLst/>
          </a:prstGeom>
          <a:solidFill>
            <a:srgbClr val="F4D9DC"/>
          </a:solidFill>
          <a:ln/>
        </p:spPr>
        <p:txBody>
          <a:bodyPr/>
          <a:lstStyle/>
          <a:p>
            <a:endParaRPr/>
          </a:p>
        </p:txBody>
      </p:sp>
      <p:sp>
        <p:nvSpPr>
          <p:cNvPr id="23" name="Shape 21"/>
          <p:cNvSpPr/>
          <p:nvPr/>
        </p:nvSpPr>
        <p:spPr>
          <a:xfrm>
            <a:off x="11262860" y="569742"/>
            <a:ext cx="34961" cy="34961"/>
          </a:xfrm>
          <a:prstGeom prst="ellipse">
            <a:avLst/>
          </a:prstGeom>
          <a:solidFill>
            <a:srgbClr val="F4D9DC"/>
          </a:solidFill>
          <a:ln/>
        </p:spPr>
        <p:txBody>
          <a:bodyPr/>
          <a:lstStyle/>
          <a:p>
            <a:endParaRPr/>
          </a:p>
        </p:txBody>
      </p:sp>
      <p:sp>
        <p:nvSpPr>
          <p:cNvPr id="24" name="Shape 22"/>
          <p:cNvSpPr/>
          <p:nvPr/>
        </p:nvSpPr>
        <p:spPr>
          <a:xfrm>
            <a:off x="11462521" y="569818"/>
            <a:ext cx="35294" cy="35294"/>
          </a:xfrm>
          <a:prstGeom prst="ellipse">
            <a:avLst/>
          </a:prstGeom>
          <a:solidFill>
            <a:srgbClr val="F4D9DC"/>
          </a:solidFill>
          <a:ln/>
        </p:spPr>
        <p:txBody>
          <a:bodyPr/>
          <a:lstStyle/>
          <a:p>
            <a:endParaRPr/>
          </a:p>
        </p:txBody>
      </p:sp>
      <p:sp>
        <p:nvSpPr>
          <p:cNvPr id="25" name="Shape 23"/>
          <p:cNvSpPr/>
          <p:nvPr/>
        </p:nvSpPr>
        <p:spPr>
          <a:xfrm>
            <a:off x="11145681" y="573441"/>
            <a:ext cx="34270" cy="34270"/>
          </a:xfrm>
          <a:prstGeom prst="ellipse">
            <a:avLst/>
          </a:prstGeom>
          <a:solidFill>
            <a:srgbClr val="F4D9DC"/>
          </a:solidFill>
          <a:ln/>
        </p:spPr>
        <p:txBody>
          <a:bodyPr/>
          <a:lstStyle/>
          <a:p>
            <a:endParaRPr/>
          </a:p>
        </p:txBody>
      </p:sp>
      <p:sp>
        <p:nvSpPr>
          <p:cNvPr id="26" name="Shape 24"/>
          <p:cNvSpPr/>
          <p:nvPr/>
        </p:nvSpPr>
        <p:spPr>
          <a:xfrm>
            <a:off x="11592015" y="593213"/>
            <a:ext cx="35294" cy="35294"/>
          </a:xfrm>
          <a:prstGeom prst="ellipse">
            <a:avLst/>
          </a:prstGeom>
          <a:solidFill>
            <a:srgbClr val="F4D9DC"/>
          </a:solidFill>
          <a:ln/>
        </p:spPr>
        <p:txBody>
          <a:bodyPr/>
          <a:lstStyle/>
          <a:p>
            <a:endParaRPr/>
          </a:p>
        </p:txBody>
      </p:sp>
      <p:sp>
        <p:nvSpPr>
          <p:cNvPr id="27" name="Shape 25"/>
          <p:cNvSpPr/>
          <p:nvPr/>
        </p:nvSpPr>
        <p:spPr>
          <a:xfrm>
            <a:off x="11019124" y="593444"/>
            <a:ext cx="34616" cy="34616"/>
          </a:xfrm>
          <a:prstGeom prst="ellipse">
            <a:avLst/>
          </a:prstGeom>
          <a:solidFill>
            <a:srgbClr val="F4D9DC"/>
          </a:solidFill>
          <a:ln/>
        </p:spPr>
        <p:txBody>
          <a:bodyPr/>
          <a:lstStyle/>
          <a:p>
            <a:endParaRPr/>
          </a:p>
        </p:txBody>
      </p:sp>
      <p:sp>
        <p:nvSpPr>
          <p:cNvPr id="28" name="Shape 26"/>
          <p:cNvSpPr/>
          <p:nvPr/>
        </p:nvSpPr>
        <p:spPr>
          <a:xfrm>
            <a:off x="11403576" y="610214"/>
            <a:ext cx="34961" cy="34961"/>
          </a:xfrm>
          <a:prstGeom prst="ellipse">
            <a:avLst/>
          </a:prstGeom>
          <a:solidFill>
            <a:srgbClr val="F4D9DC"/>
          </a:solidFill>
          <a:ln/>
        </p:spPr>
        <p:txBody>
          <a:bodyPr/>
          <a:lstStyle/>
          <a:p>
            <a:endParaRPr/>
          </a:p>
        </p:txBody>
      </p:sp>
      <p:sp>
        <p:nvSpPr>
          <p:cNvPr id="29" name="Shape 27"/>
          <p:cNvSpPr/>
          <p:nvPr/>
        </p:nvSpPr>
        <p:spPr>
          <a:xfrm>
            <a:off x="11201662" y="616570"/>
            <a:ext cx="35627" cy="35627"/>
          </a:xfrm>
          <a:prstGeom prst="ellipse">
            <a:avLst/>
          </a:prstGeom>
          <a:solidFill>
            <a:srgbClr val="F4D9DC"/>
          </a:solidFill>
          <a:ln/>
        </p:spPr>
        <p:txBody>
          <a:bodyPr/>
          <a:lstStyle/>
          <a:p>
            <a:endParaRPr/>
          </a:p>
        </p:txBody>
      </p:sp>
      <p:sp>
        <p:nvSpPr>
          <p:cNvPr id="30" name="Shape 28"/>
          <p:cNvSpPr/>
          <p:nvPr/>
        </p:nvSpPr>
        <p:spPr>
          <a:xfrm>
            <a:off x="11127484" y="620705"/>
            <a:ext cx="58030" cy="58030"/>
          </a:xfrm>
          <a:prstGeom prst="ellipse">
            <a:avLst/>
          </a:prstGeom>
          <a:solidFill>
            <a:srgbClr val="F4D9DC"/>
          </a:solidFill>
          <a:ln/>
        </p:spPr>
        <p:txBody>
          <a:bodyPr/>
          <a:lstStyle/>
          <a:p>
            <a:endParaRPr/>
          </a:p>
        </p:txBody>
      </p:sp>
      <p:sp>
        <p:nvSpPr>
          <p:cNvPr id="31" name="Shape 29"/>
          <p:cNvSpPr/>
          <p:nvPr/>
        </p:nvSpPr>
        <p:spPr>
          <a:xfrm>
            <a:off x="11460767" y="620852"/>
            <a:ext cx="57428" cy="57428"/>
          </a:xfrm>
          <a:prstGeom prst="ellipse">
            <a:avLst/>
          </a:prstGeom>
          <a:solidFill>
            <a:srgbClr val="F4D9DC"/>
          </a:solidFill>
          <a:ln/>
        </p:spPr>
        <p:txBody>
          <a:bodyPr/>
          <a:lstStyle/>
          <a:p>
            <a:endParaRPr/>
          </a:p>
        </p:txBody>
      </p:sp>
      <p:sp>
        <p:nvSpPr>
          <p:cNvPr id="32" name="Shape 30"/>
          <p:cNvSpPr/>
          <p:nvPr/>
        </p:nvSpPr>
        <p:spPr>
          <a:xfrm>
            <a:off x="11055219" y="640144"/>
            <a:ext cx="51718" cy="51718"/>
          </a:xfrm>
          <a:prstGeom prst="ellipse">
            <a:avLst/>
          </a:prstGeom>
          <a:solidFill>
            <a:srgbClr val="F4D9DC"/>
          </a:solidFill>
          <a:ln/>
        </p:spPr>
        <p:txBody>
          <a:bodyPr/>
          <a:lstStyle/>
          <a:p>
            <a:endParaRPr/>
          </a:p>
        </p:txBody>
      </p:sp>
      <p:sp>
        <p:nvSpPr>
          <p:cNvPr id="33" name="Shape 31"/>
          <p:cNvSpPr/>
          <p:nvPr/>
        </p:nvSpPr>
        <p:spPr>
          <a:xfrm>
            <a:off x="11539330" y="640266"/>
            <a:ext cx="51270" cy="51270"/>
          </a:xfrm>
          <a:prstGeom prst="ellipse">
            <a:avLst/>
          </a:prstGeom>
          <a:solidFill>
            <a:srgbClr val="F4D9DC"/>
          </a:solidFill>
          <a:ln/>
        </p:spPr>
        <p:txBody>
          <a:bodyPr/>
          <a:lstStyle/>
          <a:p>
            <a:endParaRPr/>
          </a:p>
        </p:txBody>
      </p:sp>
      <p:sp>
        <p:nvSpPr>
          <p:cNvPr id="34" name="Shape 32"/>
          <p:cNvSpPr/>
          <p:nvPr/>
        </p:nvSpPr>
        <p:spPr>
          <a:xfrm>
            <a:off x="11429576" y="682274"/>
            <a:ext cx="35627" cy="35627"/>
          </a:xfrm>
          <a:prstGeom prst="ellipse">
            <a:avLst/>
          </a:prstGeom>
          <a:solidFill>
            <a:srgbClr val="F4D9DC"/>
          </a:solidFill>
          <a:ln/>
        </p:spPr>
        <p:txBody>
          <a:bodyPr/>
          <a:lstStyle/>
          <a:p>
            <a:endParaRPr/>
          </a:p>
        </p:txBody>
      </p:sp>
      <p:sp>
        <p:nvSpPr>
          <p:cNvPr id="35" name="Shape 33"/>
          <p:cNvSpPr/>
          <p:nvPr/>
        </p:nvSpPr>
        <p:spPr>
          <a:xfrm>
            <a:off x="11004076" y="687222"/>
            <a:ext cx="34616" cy="34616"/>
          </a:xfrm>
          <a:prstGeom prst="ellipse">
            <a:avLst/>
          </a:prstGeom>
          <a:solidFill>
            <a:srgbClr val="F4D9DC"/>
          </a:solidFill>
          <a:ln/>
        </p:spPr>
        <p:txBody>
          <a:bodyPr/>
          <a:lstStyle/>
          <a:p>
            <a:endParaRPr/>
          </a:p>
        </p:txBody>
      </p:sp>
      <p:sp>
        <p:nvSpPr>
          <p:cNvPr id="36" name="Shape 34"/>
          <p:cNvSpPr/>
          <p:nvPr/>
        </p:nvSpPr>
        <p:spPr>
          <a:xfrm>
            <a:off x="11502052" y="685321"/>
            <a:ext cx="34270" cy="34270"/>
          </a:xfrm>
          <a:prstGeom prst="ellipse">
            <a:avLst/>
          </a:prstGeom>
          <a:solidFill>
            <a:srgbClr val="F4D9DC"/>
          </a:solidFill>
          <a:ln/>
        </p:spPr>
        <p:txBody>
          <a:bodyPr/>
          <a:lstStyle/>
          <a:p>
            <a:endParaRPr/>
          </a:p>
        </p:txBody>
      </p:sp>
      <p:sp>
        <p:nvSpPr>
          <p:cNvPr id="37" name="Shape 35"/>
          <p:cNvSpPr/>
          <p:nvPr/>
        </p:nvSpPr>
        <p:spPr>
          <a:xfrm>
            <a:off x="11606321" y="686422"/>
            <a:ext cx="35627" cy="35627"/>
          </a:xfrm>
          <a:prstGeom prst="ellipse">
            <a:avLst/>
          </a:prstGeom>
          <a:solidFill>
            <a:srgbClr val="F4D9DC"/>
          </a:solidFill>
          <a:ln/>
        </p:spPr>
        <p:txBody>
          <a:bodyPr/>
          <a:lstStyle/>
          <a:p>
            <a:endParaRPr/>
          </a:p>
        </p:txBody>
      </p:sp>
      <p:sp>
        <p:nvSpPr>
          <p:cNvPr id="38" name="Shape 36"/>
          <p:cNvSpPr/>
          <p:nvPr/>
        </p:nvSpPr>
        <p:spPr>
          <a:xfrm>
            <a:off x="11108908" y="688957"/>
            <a:ext cx="35294" cy="35294"/>
          </a:xfrm>
          <a:prstGeom prst="ellipse">
            <a:avLst/>
          </a:prstGeom>
          <a:solidFill>
            <a:srgbClr val="F4D9DC"/>
          </a:solidFill>
          <a:ln/>
        </p:spPr>
        <p:txBody>
          <a:bodyPr/>
          <a:lstStyle/>
          <a:p>
            <a:endParaRPr/>
          </a:p>
        </p:txBody>
      </p:sp>
      <p:sp>
        <p:nvSpPr>
          <p:cNvPr id="39" name="Shape 37"/>
          <p:cNvSpPr/>
          <p:nvPr/>
        </p:nvSpPr>
        <p:spPr>
          <a:xfrm>
            <a:off x="11179733" y="690371"/>
            <a:ext cx="36613" cy="36613"/>
          </a:xfrm>
          <a:prstGeom prst="ellipse">
            <a:avLst/>
          </a:prstGeom>
          <a:solidFill>
            <a:srgbClr val="F4D9DC"/>
          </a:solidFill>
          <a:ln/>
        </p:spPr>
        <p:txBody>
          <a:bodyPr/>
          <a:lstStyle/>
          <a:p>
            <a:endParaRPr/>
          </a:p>
        </p:txBody>
      </p:sp>
      <p:sp>
        <p:nvSpPr>
          <p:cNvPr id="40" name="Shape 38"/>
          <p:cNvSpPr/>
          <p:nvPr/>
        </p:nvSpPr>
        <p:spPr>
          <a:xfrm>
            <a:off x="11054764" y="716576"/>
            <a:ext cx="51936" cy="51936"/>
          </a:xfrm>
          <a:prstGeom prst="ellipse">
            <a:avLst/>
          </a:prstGeom>
          <a:solidFill>
            <a:srgbClr val="F4D9DC"/>
          </a:solidFill>
          <a:ln/>
        </p:spPr>
        <p:txBody>
          <a:bodyPr/>
          <a:lstStyle/>
          <a:p>
            <a:endParaRPr/>
          </a:p>
        </p:txBody>
      </p:sp>
      <p:sp>
        <p:nvSpPr>
          <p:cNvPr id="41" name="Shape 39"/>
          <p:cNvSpPr/>
          <p:nvPr/>
        </p:nvSpPr>
        <p:spPr>
          <a:xfrm>
            <a:off x="11539023" y="716851"/>
            <a:ext cx="51488" cy="51488"/>
          </a:xfrm>
          <a:prstGeom prst="ellipse">
            <a:avLst/>
          </a:prstGeom>
          <a:solidFill>
            <a:srgbClr val="F4D9DC"/>
          </a:solidFill>
          <a:ln/>
        </p:spPr>
        <p:txBody>
          <a:bodyPr/>
          <a:lstStyle/>
          <a:p>
            <a:endParaRPr/>
          </a:p>
        </p:txBody>
      </p:sp>
      <p:sp>
        <p:nvSpPr>
          <p:cNvPr id="42" name="Shape 40"/>
          <p:cNvSpPr/>
          <p:nvPr/>
        </p:nvSpPr>
        <p:spPr>
          <a:xfrm>
            <a:off x="11127490" y="729288"/>
            <a:ext cx="58222" cy="58222"/>
          </a:xfrm>
          <a:prstGeom prst="ellipse">
            <a:avLst/>
          </a:prstGeom>
          <a:solidFill>
            <a:srgbClr val="F4D9DC"/>
          </a:solidFill>
          <a:ln/>
        </p:spPr>
        <p:txBody>
          <a:bodyPr/>
          <a:lstStyle/>
          <a:p>
            <a:endParaRPr/>
          </a:p>
        </p:txBody>
      </p:sp>
      <p:sp>
        <p:nvSpPr>
          <p:cNvPr id="43" name="Shape 41"/>
          <p:cNvSpPr/>
          <p:nvPr/>
        </p:nvSpPr>
        <p:spPr>
          <a:xfrm>
            <a:off x="11460671" y="729781"/>
            <a:ext cx="57633" cy="57633"/>
          </a:xfrm>
          <a:prstGeom prst="ellipse">
            <a:avLst/>
          </a:prstGeom>
          <a:solidFill>
            <a:srgbClr val="F4D9DC"/>
          </a:solidFill>
          <a:ln/>
        </p:spPr>
        <p:txBody>
          <a:bodyPr/>
          <a:lstStyle/>
          <a:p>
            <a:endParaRPr/>
          </a:p>
        </p:txBody>
      </p:sp>
      <p:sp>
        <p:nvSpPr>
          <p:cNvPr id="44" name="Shape 42"/>
          <p:cNvSpPr/>
          <p:nvPr/>
        </p:nvSpPr>
        <p:spPr>
          <a:xfrm>
            <a:off x="11407973" y="756415"/>
            <a:ext cx="35960" cy="35960"/>
          </a:xfrm>
          <a:prstGeom prst="ellipse">
            <a:avLst/>
          </a:prstGeom>
          <a:solidFill>
            <a:srgbClr val="F4D9DC"/>
          </a:solidFill>
          <a:ln/>
        </p:spPr>
        <p:txBody>
          <a:bodyPr/>
          <a:lstStyle/>
          <a:p>
            <a:endParaRPr/>
          </a:p>
        </p:txBody>
      </p:sp>
      <p:sp>
        <p:nvSpPr>
          <p:cNvPr id="45" name="Shape 43"/>
          <p:cNvSpPr/>
          <p:nvPr/>
        </p:nvSpPr>
        <p:spPr>
          <a:xfrm>
            <a:off x="11207308" y="763884"/>
            <a:ext cx="34616" cy="34616"/>
          </a:xfrm>
          <a:prstGeom prst="ellipse">
            <a:avLst/>
          </a:prstGeom>
          <a:solidFill>
            <a:srgbClr val="F4D9DC"/>
          </a:solidFill>
          <a:ln/>
        </p:spPr>
        <p:txBody>
          <a:bodyPr/>
          <a:lstStyle/>
          <a:p>
            <a:endParaRPr/>
          </a:p>
        </p:txBody>
      </p:sp>
      <p:sp>
        <p:nvSpPr>
          <p:cNvPr id="46" name="Shape 44"/>
          <p:cNvSpPr/>
          <p:nvPr/>
        </p:nvSpPr>
        <p:spPr>
          <a:xfrm>
            <a:off x="11018670" y="780462"/>
            <a:ext cx="34616" cy="34616"/>
          </a:xfrm>
          <a:prstGeom prst="ellipse">
            <a:avLst/>
          </a:prstGeom>
          <a:solidFill>
            <a:srgbClr val="F4D9DC"/>
          </a:solidFill>
          <a:ln/>
        </p:spPr>
        <p:txBody>
          <a:bodyPr/>
          <a:lstStyle/>
          <a:p>
            <a:endParaRPr/>
          </a:p>
        </p:txBody>
      </p:sp>
      <p:sp>
        <p:nvSpPr>
          <p:cNvPr id="47" name="Shape 45"/>
          <p:cNvSpPr/>
          <p:nvPr/>
        </p:nvSpPr>
        <p:spPr>
          <a:xfrm>
            <a:off x="11591670" y="780123"/>
            <a:ext cx="35294" cy="35294"/>
          </a:xfrm>
          <a:prstGeom prst="ellipse">
            <a:avLst/>
          </a:prstGeom>
          <a:solidFill>
            <a:srgbClr val="F4D9DC"/>
          </a:solidFill>
          <a:ln/>
        </p:spPr>
        <p:txBody>
          <a:bodyPr/>
          <a:lstStyle/>
          <a:p>
            <a:endParaRPr/>
          </a:p>
        </p:txBody>
      </p:sp>
      <p:sp>
        <p:nvSpPr>
          <p:cNvPr id="48" name="Shape 46"/>
          <p:cNvSpPr/>
          <p:nvPr/>
        </p:nvSpPr>
        <p:spPr>
          <a:xfrm>
            <a:off x="11079010" y="790179"/>
            <a:ext cx="51270" cy="51270"/>
          </a:xfrm>
          <a:prstGeom prst="ellipse">
            <a:avLst/>
          </a:prstGeom>
          <a:solidFill>
            <a:srgbClr val="F4D9DC"/>
          </a:solidFill>
          <a:ln/>
        </p:spPr>
        <p:txBody>
          <a:bodyPr/>
          <a:lstStyle/>
          <a:p>
            <a:endParaRPr/>
          </a:p>
        </p:txBody>
      </p:sp>
      <p:sp>
        <p:nvSpPr>
          <p:cNvPr id="49" name="Shape 47"/>
          <p:cNvSpPr/>
          <p:nvPr/>
        </p:nvSpPr>
        <p:spPr>
          <a:xfrm>
            <a:off x="11515218" y="789692"/>
            <a:ext cx="52602" cy="52602"/>
          </a:xfrm>
          <a:prstGeom prst="ellipse">
            <a:avLst/>
          </a:prstGeom>
          <a:solidFill>
            <a:srgbClr val="F4D9DC"/>
          </a:solidFill>
          <a:ln/>
        </p:spPr>
        <p:txBody>
          <a:bodyPr/>
          <a:lstStyle/>
          <a:p>
            <a:endParaRPr/>
          </a:p>
        </p:txBody>
      </p:sp>
      <p:sp>
        <p:nvSpPr>
          <p:cNvPr id="50" name="Shape 48"/>
          <p:cNvSpPr/>
          <p:nvPr/>
        </p:nvSpPr>
        <p:spPr>
          <a:xfrm>
            <a:off x="11147371" y="803460"/>
            <a:ext cx="35627" cy="35627"/>
          </a:xfrm>
          <a:prstGeom prst="ellipse">
            <a:avLst/>
          </a:prstGeom>
          <a:solidFill>
            <a:srgbClr val="F4D9DC"/>
          </a:solidFill>
          <a:ln/>
        </p:spPr>
        <p:txBody>
          <a:bodyPr/>
          <a:lstStyle/>
          <a:p>
            <a:endParaRPr/>
          </a:p>
        </p:txBody>
      </p:sp>
      <p:sp>
        <p:nvSpPr>
          <p:cNvPr id="51" name="Shape 49"/>
          <p:cNvSpPr/>
          <p:nvPr/>
        </p:nvSpPr>
        <p:spPr>
          <a:xfrm>
            <a:off x="11347786" y="804293"/>
            <a:ext cx="35294" cy="35294"/>
          </a:xfrm>
          <a:prstGeom prst="ellipse">
            <a:avLst/>
          </a:prstGeom>
          <a:solidFill>
            <a:srgbClr val="F4D9DC"/>
          </a:solidFill>
          <a:ln/>
        </p:spPr>
        <p:txBody>
          <a:bodyPr/>
          <a:lstStyle/>
          <a:p>
            <a:endParaRPr/>
          </a:p>
        </p:txBody>
      </p:sp>
      <p:sp>
        <p:nvSpPr>
          <p:cNvPr id="52" name="Shape 50"/>
          <p:cNvSpPr/>
          <p:nvPr/>
        </p:nvSpPr>
        <p:spPr>
          <a:xfrm>
            <a:off x="11465119" y="800919"/>
            <a:ext cx="34961" cy="34961"/>
          </a:xfrm>
          <a:prstGeom prst="ellipse">
            <a:avLst/>
          </a:prstGeom>
          <a:solidFill>
            <a:srgbClr val="F4D9DC"/>
          </a:solidFill>
          <a:ln/>
        </p:spPr>
        <p:txBody>
          <a:bodyPr/>
          <a:lstStyle/>
          <a:p>
            <a:endParaRPr/>
          </a:p>
        </p:txBody>
      </p:sp>
      <p:sp>
        <p:nvSpPr>
          <p:cNvPr id="53" name="Shape 51"/>
          <p:cNvSpPr/>
          <p:nvPr/>
        </p:nvSpPr>
        <p:spPr>
          <a:xfrm>
            <a:off x="11270669" y="806590"/>
            <a:ext cx="35627" cy="35627"/>
          </a:xfrm>
          <a:prstGeom prst="ellipse">
            <a:avLst/>
          </a:prstGeom>
          <a:solidFill>
            <a:srgbClr val="F4D9DC"/>
          </a:solidFill>
          <a:ln/>
        </p:spPr>
        <p:txBody>
          <a:bodyPr/>
          <a:lstStyle/>
          <a:p>
            <a:endParaRPr/>
          </a:p>
        </p:txBody>
      </p:sp>
      <p:sp>
        <p:nvSpPr>
          <p:cNvPr id="54" name="Shape 52"/>
          <p:cNvSpPr/>
          <p:nvPr/>
        </p:nvSpPr>
        <p:spPr>
          <a:xfrm>
            <a:off x="11191498" y="817766"/>
            <a:ext cx="57633" cy="57633"/>
          </a:xfrm>
          <a:prstGeom prst="ellipse">
            <a:avLst/>
          </a:prstGeom>
          <a:solidFill>
            <a:srgbClr val="F4D9DC"/>
          </a:solidFill>
          <a:ln/>
        </p:spPr>
        <p:txBody>
          <a:bodyPr/>
          <a:lstStyle/>
          <a:p>
            <a:endParaRPr/>
          </a:p>
        </p:txBody>
      </p:sp>
      <p:sp>
        <p:nvSpPr>
          <p:cNvPr id="55" name="Shape 53"/>
          <p:cNvSpPr/>
          <p:nvPr/>
        </p:nvSpPr>
        <p:spPr>
          <a:xfrm>
            <a:off x="11396573" y="817888"/>
            <a:ext cx="57633" cy="57633"/>
          </a:xfrm>
          <a:prstGeom prst="ellipse">
            <a:avLst/>
          </a:prstGeom>
          <a:solidFill>
            <a:srgbClr val="F4D9DC"/>
          </a:solidFill>
          <a:ln/>
        </p:spPr>
        <p:txBody>
          <a:bodyPr/>
          <a:lstStyle/>
          <a:p>
            <a:endParaRPr/>
          </a:p>
        </p:txBody>
      </p:sp>
      <p:sp>
        <p:nvSpPr>
          <p:cNvPr id="56" name="Shape 54"/>
          <p:cNvSpPr/>
          <p:nvPr/>
        </p:nvSpPr>
        <p:spPr>
          <a:xfrm>
            <a:off x="11123445" y="851985"/>
            <a:ext cx="52167" cy="52167"/>
          </a:xfrm>
          <a:prstGeom prst="ellipse">
            <a:avLst/>
          </a:prstGeom>
          <a:solidFill>
            <a:srgbClr val="F4D9DC"/>
          </a:solidFill>
          <a:ln/>
        </p:spPr>
        <p:txBody>
          <a:bodyPr/>
          <a:lstStyle/>
          <a:p>
            <a:endParaRPr/>
          </a:p>
        </p:txBody>
      </p:sp>
      <p:sp>
        <p:nvSpPr>
          <p:cNvPr id="57" name="Shape 55"/>
          <p:cNvSpPr/>
          <p:nvPr/>
        </p:nvSpPr>
        <p:spPr>
          <a:xfrm>
            <a:off x="11294647" y="851390"/>
            <a:ext cx="57223" cy="57223"/>
          </a:xfrm>
          <a:prstGeom prst="ellipse">
            <a:avLst/>
          </a:prstGeom>
          <a:solidFill>
            <a:srgbClr val="F4D9DC"/>
          </a:solidFill>
          <a:ln/>
        </p:spPr>
        <p:txBody>
          <a:bodyPr/>
          <a:lstStyle/>
          <a:p>
            <a:endParaRPr/>
          </a:p>
        </p:txBody>
      </p:sp>
      <p:sp>
        <p:nvSpPr>
          <p:cNvPr id="58" name="Shape 56"/>
          <p:cNvSpPr/>
          <p:nvPr/>
        </p:nvSpPr>
        <p:spPr>
          <a:xfrm>
            <a:off x="11470202" y="852382"/>
            <a:ext cx="52384" cy="52384"/>
          </a:xfrm>
          <a:prstGeom prst="ellipse">
            <a:avLst/>
          </a:prstGeom>
          <a:solidFill>
            <a:srgbClr val="F4D9DC"/>
          </a:solidFill>
          <a:ln/>
        </p:spPr>
        <p:txBody>
          <a:bodyPr/>
          <a:lstStyle/>
          <a:p>
            <a:endParaRPr/>
          </a:p>
        </p:txBody>
      </p:sp>
      <p:sp>
        <p:nvSpPr>
          <p:cNvPr id="59" name="Shape 57"/>
          <p:cNvSpPr/>
          <p:nvPr/>
        </p:nvSpPr>
        <p:spPr>
          <a:xfrm>
            <a:off x="11060774" y="864607"/>
            <a:ext cx="35627" cy="35627"/>
          </a:xfrm>
          <a:prstGeom prst="ellipse">
            <a:avLst/>
          </a:prstGeom>
          <a:solidFill>
            <a:srgbClr val="F4D9DC"/>
          </a:solidFill>
          <a:ln/>
        </p:spPr>
        <p:txBody>
          <a:bodyPr/>
          <a:lstStyle/>
          <a:p>
            <a:endParaRPr/>
          </a:p>
        </p:txBody>
      </p:sp>
      <p:sp>
        <p:nvSpPr>
          <p:cNvPr id="60" name="Shape 58"/>
          <p:cNvSpPr/>
          <p:nvPr/>
        </p:nvSpPr>
        <p:spPr>
          <a:xfrm>
            <a:off x="11548733" y="864185"/>
            <a:ext cx="35627" cy="35627"/>
          </a:xfrm>
          <a:prstGeom prst="ellipse">
            <a:avLst/>
          </a:prstGeom>
          <a:solidFill>
            <a:srgbClr val="F4D9DC"/>
          </a:solidFill>
          <a:ln/>
        </p:spPr>
        <p:txBody>
          <a:bodyPr/>
          <a:lstStyle/>
          <a:p>
            <a:endParaRPr/>
          </a:p>
        </p:txBody>
      </p:sp>
      <p:sp>
        <p:nvSpPr>
          <p:cNvPr id="61" name="Shape 59"/>
          <p:cNvSpPr/>
          <p:nvPr/>
        </p:nvSpPr>
        <p:spPr>
          <a:xfrm>
            <a:off x="11246231" y="873908"/>
            <a:ext cx="35627" cy="35627"/>
          </a:xfrm>
          <a:prstGeom prst="ellipse">
            <a:avLst/>
          </a:prstGeom>
          <a:solidFill>
            <a:srgbClr val="F4D9DC"/>
          </a:solidFill>
          <a:ln/>
        </p:spPr>
        <p:txBody>
          <a:bodyPr/>
          <a:lstStyle/>
          <a:p>
            <a:endParaRPr/>
          </a:p>
        </p:txBody>
      </p:sp>
      <p:sp>
        <p:nvSpPr>
          <p:cNvPr id="62" name="Shape 60"/>
          <p:cNvSpPr/>
          <p:nvPr/>
        </p:nvSpPr>
        <p:spPr>
          <a:xfrm>
            <a:off x="11367418" y="872896"/>
            <a:ext cx="35627" cy="35627"/>
          </a:xfrm>
          <a:prstGeom prst="ellipse">
            <a:avLst/>
          </a:prstGeom>
          <a:solidFill>
            <a:srgbClr val="F4D9DC"/>
          </a:solidFill>
          <a:ln/>
        </p:spPr>
        <p:txBody>
          <a:bodyPr/>
          <a:lstStyle/>
          <a:p>
            <a:endParaRPr/>
          </a:p>
        </p:txBody>
      </p:sp>
      <p:sp>
        <p:nvSpPr>
          <p:cNvPr id="63" name="Shape 61"/>
          <p:cNvSpPr/>
          <p:nvPr/>
        </p:nvSpPr>
        <p:spPr>
          <a:xfrm>
            <a:off x="11185366" y="897322"/>
            <a:ext cx="51936" cy="51936"/>
          </a:xfrm>
          <a:prstGeom prst="ellipse">
            <a:avLst/>
          </a:prstGeom>
          <a:solidFill>
            <a:srgbClr val="F4D9DC"/>
          </a:solidFill>
          <a:ln/>
        </p:spPr>
        <p:txBody>
          <a:bodyPr/>
          <a:lstStyle/>
          <a:p>
            <a:endParaRPr/>
          </a:p>
        </p:txBody>
      </p:sp>
      <p:sp>
        <p:nvSpPr>
          <p:cNvPr id="64" name="Shape 62"/>
          <p:cNvSpPr/>
          <p:nvPr/>
        </p:nvSpPr>
        <p:spPr>
          <a:xfrm>
            <a:off x="11407845" y="897655"/>
            <a:ext cx="52602" cy="52602"/>
          </a:xfrm>
          <a:prstGeom prst="ellipse">
            <a:avLst/>
          </a:prstGeom>
          <a:solidFill>
            <a:srgbClr val="F4D9DC"/>
          </a:solidFill>
          <a:ln/>
        </p:spPr>
        <p:txBody>
          <a:bodyPr/>
          <a:lstStyle/>
          <a:p>
            <a:endParaRPr/>
          </a:p>
        </p:txBody>
      </p:sp>
      <p:sp>
        <p:nvSpPr>
          <p:cNvPr id="65" name="Shape 63"/>
          <p:cNvSpPr/>
          <p:nvPr/>
        </p:nvSpPr>
        <p:spPr>
          <a:xfrm>
            <a:off x="11258822" y="921466"/>
            <a:ext cx="51270" cy="51270"/>
          </a:xfrm>
          <a:prstGeom prst="ellipse">
            <a:avLst/>
          </a:prstGeom>
          <a:solidFill>
            <a:srgbClr val="F4D9DC"/>
          </a:solidFill>
          <a:ln/>
        </p:spPr>
        <p:txBody>
          <a:bodyPr/>
          <a:lstStyle/>
          <a:p>
            <a:endParaRPr/>
          </a:p>
        </p:txBody>
      </p:sp>
      <p:sp>
        <p:nvSpPr>
          <p:cNvPr id="66" name="Shape 64"/>
          <p:cNvSpPr/>
          <p:nvPr/>
        </p:nvSpPr>
        <p:spPr>
          <a:xfrm>
            <a:off x="11335350" y="921504"/>
            <a:ext cx="51270" cy="51270"/>
          </a:xfrm>
          <a:prstGeom prst="ellipse">
            <a:avLst/>
          </a:prstGeom>
          <a:solidFill>
            <a:srgbClr val="F4D9DC"/>
          </a:solidFill>
          <a:ln/>
        </p:spPr>
        <p:txBody>
          <a:bodyPr/>
          <a:lstStyle/>
          <a:p>
            <a:endParaRPr/>
          </a:p>
        </p:txBody>
      </p:sp>
      <p:sp>
        <p:nvSpPr>
          <p:cNvPr id="67" name="Shape 65"/>
          <p:cNvSpPr/>
          <p:nvPr/>
        </p:nvSpPr>
        <p:spPr>
          <a:xfrm>
            <a:off x="11127388" y="931368"/>
            <a:ext cx="35294" cy="35294"/>
          </a:xfrm>
          <a:prstGeom prst="ellipse">
            <a:avLst/>
          </a:prstGeom>
          <a:solidFill>
            <a:srgbClr val="F4D9DC"/>
          </a:solidFill>
          <a:ln/>
        </p:spPr>
        <p:txBody>
          <a:bodyPr/>
          <a:lstStyle/>
          <a:p>
            <a:endParaRPr/>
          </a:p>
        </p:txBody>
      </p:sp>
      <p:sp>
        <p:nvSpPr>
          <p:cNvPr id="68" name="Shape 66"/>
          <p:cNvSpPr/>
          <p:nvPr/>
        </p:nvSpPr>
        <p:spPr>
          <a:xfrm>
            <a:off x="11481979" y="931035"/>
            <a:ext cx="35960" cy="35960"/>
          </a:xfrm>
          <a:prstGeom prst="ellipse">
            <a:avLst/>
          </a:prstGeom>
          <a:solidFill>
            <a:srgbClr val="F4D9DC"/>
          </a:solidFill>
          <a:ln/>
        </p:spPr>
        <p:txBody>
          <a:bodyPr/>
          <a:lstStyle/>
          <a:p>
            <a:endParaRPr/>
          </a:p>
        </p:txBody>
      </p:sp>
      <p:sp>
        <p:nvSpPr>
          <p:cNvPr id="69" name="Shape 67"/>
          <p:cNvSpPr/>
          <p:nvPr/>
        </p:nvSpPr>
        <p:spPr>
          <a:xfrm>
            <a:off x="11211987" y="974695"/>
            <a:ext cx="34961" cy="34961"/>
          </a:xfrm>
          <a:prstGeom prst="ellipse">
            <a:avLst/>
          </a:prstGeom>
          <a:solidFill>
            <a:srgbClr val="F4D9DC"/>
          </a:solidFill>
          <a:ln/>
        </p:spPr>
        <p:txBody>
          <a:bodyPr/>
          <a:lstStyle/>
          <a:p>
            <a:endParaRPr/>
          </a:p>
        </p:txBody>
      </p:sp>
      <p:sp>
        <p:nvSpPr>
          <p:cNvPr id="70" name="Shape 68"/>
          <p:cNvSpPr/>
          <p:nvPr/>
        </p:nvSpPr>
        <p:spPr>
          <a:xfrm>
            <a:off x="11398461" y="974695"/>
            <a:ext cx="34961" cy="34961"/>
          </a:xfrm>
          <a:prstGeom prst="ellipse">
            <a:avLst/>
          </a:prstGeom>
          <a:solidFill>
            <a:srgbClr val="F4D9DC"/>
          </a:solidFill>
          <a:ln/>
        </p:spPr>
        <p:txBody>
          <a:bodyPr/>
          <a:lstStyle/>
          <a:p>
            <a:endParaRPr/>
          </a:p>
        </p:txBody>
      </p:sp>
      <p:sp>
        <p:nvSpPr>
          <p:cNvPr id="71" name="Shape 69"/>
          <p:cNvSpPr/>
          <p:nvPr/>
        </p:nvSpPr>
        <p:spPr>
          <a:xfrm>
            <a:off x="11304837" y="988501"/>
            <a:ext cx="35627" cy="35627"/>
          </a:xfrm>
          <a:prstGeom prst="ellipse">
            <a:avLst/>
          </a:prstGeom>
          <a:solidFill>
            <a:srgbClr val="F4D9DC"/>
          </a:solidFill>
          <a:ln/>
        </p:spPr>
        <p:txBody>
          <a:bodyPr/>
          <a:lstStyle/>
          <a:p>
            <a:endParaRPr/>
          </a:p>
        </p:txBody>
      </p:sp>
      <p:sp>
        <p:nvSpPr>
          <p:cNvPr id="72" name="Text 70"/>
          <p:cNvSpPr/>
          <p:nvPr/>
        </p:nvSpPr>
        <p:spPr>
          <a:xfrm>
            <a:off x="548640" y="2468880"/>
            <a:ext cx="7863840" cy="1828800"/>
          </a:xfrm>
          <a:prstGeom prst="rect">
            <a:avLst/>
          </a:prstGeom>
          <a:noFill/>
          <a:ln/>
        </p:spPr>
        <p:txBody>
          <a:bodyPr wrap="square" lIns="0" tIns="0" rIns="0" bIns="0" rtlCol="0" anchor="b"/>
          <a:lstStyle/>
          <a:p>
            <a:pPr marL="0" indent="0" algn="l">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Jij stuurt, de agent bouwt</a:t>
            </a:r>
            <a:endParaRPr lang="en-US" sz="4800" dirty="0"/>
          </a:p>
        </p:txBody>
      </p:sp>
      <p:sp>
        <p:nvSpPr>
          <p:cNvPr id="73" name="Text 71"/>
          <p:cNvSpPr/>
          <p:nvPr/>
        </p:nvSpPr>
        <p:spPr>
          <a:xfrm>
            <a:off x="548640" y="4526280"/>
            <a:ext cx="7498080" cy="1280160"/>
          </a:xfrm>
          <a:prstGeom prst="rect">
            <a:avLst/>
          </a:prstGeom>
          <a:noFill/>
          <a:ln/>
        </p:spPr>
        <p:txBody>
          <a:bodyPr wrap="square" lIns="0" tIns="0" rIns="0" bIns="0" rtlCol="0" anchor="t"/>
          <a:lstStyle/>
          <a:p>
            <a:pPr marL="0" indent="0" algn="l">
              <a:lnSpc>
                <a:spcPct val="105000"/>
              </a:lnSpc>
              <a:buNone/>
            </a:pPr>
            <a:r>
              <a:rPr lang="en-US" sz="2200" dirty="0">
                <a:solidFill>
                  <a:srgbClr val="F4D74B"/>
                </a:solidFill>
                <a:latin typeface="Cooper Lt BT" pitchFamily="34" charset="0"/>
                <a:ea typeface="Cooper Lt BT" pitchFamily="34" charset="-122"/>
                <a:cs typeface="Cooper Lt BT" pitchFamily="34" charset="-120"/>
              </a:rPr>
              <a:t>Jij kiest wat het dashboard laat zien, en je kunt uitleggen waarom.</a:t>
            </a:r>
            <a:endParaRPr lang="en-US" sz="2200" dirty="0"/>
          </a:p>
        </p:txBody>
      </p:sp>
      <p:pic>
        <p:nvPicPr>
          <p:cNvPr id="74" name="Image 0" descr="exports\261005_workshop_rad_uitvoering\img\kunstmatigeintelligentie.png"/>
          <p:cNvPicPr>
            <a:picLocks noChangeAspect="1"/>
          </p:cNvPicPr>
          <p:nvPr/>
        </p:nvPicPr>
        <p:blipFill>
          <a:blip r:embed="rId3"/>
          <a:stretch>
            <a:fillRect/>
          </a:stretch>
        </p:blipFill>
        <p:spPr>
          <a:xfrm>
            <a:off x="8503920" y="1828800"/>
            <a:ext cx="3291840" cy="329184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D6E2FD"/>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Chatbot of agent: wie doet het werk?</a:t>
            </a:r>
            <a:endParaRPr lang="en-US" sz="3400" dirty="0"/>
          </a:p>
        </p:txBody>
      </p:sp>
      <p:sp>
        <p:nvSpPr>
          <p:cNvPr id="73" name="Shape 71"/>
          <p:cNvSpPr/>
          <p:nvPr/>
        </p:nvSpPr>
        <p:spPr>
          <a:xfrm>
            <a:off x="548640" y="1371600"/>
            <a:ext cx="5410048" cy="2713482"/>
          </a:xfrm>
          <a:prstGeom prst="roundRect">
            <a:avLst>
              <a:gd name="adj" fmla="val 3180"/>
            </a:avLst>
          </a:prstGeom>
          <a:solidFill>
            <a:srgbClr val="DD784B"/>
          </a:solidFill>
          <a:ln/>
        </p:spPr>
        <p:txBody>
          <a:bodyPr/>
          <a:lstStyle/>
          <a:p>
            <a:endParaRPr/>
          </a:p>
        </p:txBody>
      </p:sp>
      <p:pic>
        <p:nvPicPr>
          <p:cNvPr id="74" name="Image 0" descr="exports\_hulp2\img\gesprek.png"/>
          <p:cNvPicPr>
            <a:picLocks noChangeAspect="1"/>
          </p:cNvPicPr>
          <p:nvPr/>
        </p:nvPicPr>
        <p:blipFill>
          <a:blip r:embed="rId3"/>
          <a:stretch>
            <a:fillRect/>
          </a:stretch>
        </p:blipFill>
        <p:spPr>
          <a:xfrm>
            <a:off x="4769968" y="1554480"/>
            <a:ext cx="1005840" cy="1005840"/>
          </a:xfrm>
          <a:prstGeom prst="rect">
            <a:avLst/>
          </a:prstGeom>
        </p:spPr>
      </p:pic>
      <p:sp>
        <p:nvSpPr>
          <p:cNvPr id="75" name="Text 72"/>
          <p:cNvSpPr/>
          <p:nvPr/>
        </p:nvSpPr>
        <p:spPr>
          <a:xfrm>
            <a:off x="822960" y="1645920"/>
            <a:ext cx="4861408" cy="338328"/>
          </a:xfrm>
          <a:prstGeom prst="rect">
            <a:avLst/>
          </a:prstGeom>
          <a:noFill/>
          <a:ln/>
        </p:spPr>
        <p:txBody>
          <a:bodyPr wrap="square" lIns="0" tIns="0" rIns="0" bIns="0" rtlCol="0" anchor="t"/>
          <a:lstStyle/>
          <a:p>
            <a:pPr marL="0" indent="0" algn="l">
              <a:lnSpc>
                <a:spcPct val="105000"/>
              </a:lnSpc>
              <a:buNone/>
            </a:pPr>
            <a:r>
              <a:rPr lang="en-US" sz="2200" dirty="0">
                <a:solidFill>
                  <a:srgbClr val="000000"/>
                </a:solidFill>
                <a:latin typeface="General Sans Semibold" pitchFamily="34" charset="0"/>
                <a:ea typeface="General Sans Semibold" pitchFamily="34" charset="-122"/>
                <a:cs typeface="General Sans Semibold" pitchFamily="34" charset="-120"/>
              </a:rPr>
              <a:t>Chatbot</a:t>
            </a:r>
            <a:endParaRPr lang="en-US" sz="2200" dirty="0"/>
          </a:p>
        </p:txBody>
      </p:sp>
      <p:sp>
        <p:nvSpPr>
          <p:cNvPr id="76" name="Text 73"/>
          <p:cNvSpPr/>
          <p:nvPr/>
        </p:nvSpPr>
        <p:spPr>
          <a:xfrm>
            <a:off x="822960" y="2258568"/>
            <a:ext cx="486140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GEEFT ANTWOORD</a:t>
            </a:r>
            <a:endParaRPr lang="en-US" sz="1100" dirty="0"/>
          </a:p>
        </p:txBody>
      </p:sp>
      <p:sp>
        <p:nvSpPr>
          <p:cNvPr id="77" name="Text 74"/>
          <p:cNvSpPr/>
          <p:nvPr/>
        </p:nvSpPr>
        <p:spPr>
          <a:xfrm>
            <a:off x="822960" y="2606040"/>
            <a:ext cx="486140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Jij plakt de code, draait die en zoekt de fout.</a:t>
            </a:r>
            <a:endParaRPr lang="en-US" sz="1500" dirty="0"/>
          </a:p>
        </p:txBody>
      </p:sp>
      <p:sp>
        <p:nvSpPr>
          <p:cNvPr id="78" name="Text 75"/>
          <p:cNvSpPr/>
          <p:nvPr/>
        </p:nvSpPr>
        <p:spPr>
          <a:xfrm>
            <a:off x="822960" y="3284220"/>
            <a:ext cx="486140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79" name="Text 76"/>
          <p:cNvSpPr/>
          <p:nvPr/>
        </p:nvSpPr>
        <p:spPr>
          <a:xfrm>
            <a:off x="822960" y="3631692"/>
            <a:ext cx="4861408" cy="31623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ChatGPT, Copilot Chat</a:t>
            </a:r>
            <a:endParaRPr lang="en-US" sz="1500" dirty="0"/>
          </a:p>
        </p:txBody>
      </p:sp>
      <p:sp>
        <p:nvSpPr>
          <p:cNvPr id="80" name="Shape 77"/>
          <p:cNvSpPr/>
          <p:nvPr/>
        </p:nvSpPr>
        <p:spPr>
          <a:xfrm>
            <a:off x="6233008" y="1371600"/>
            <a:ext cx="5410048" cy="2713482"/>
          </a:xfrm>
          <a:prstGeom prst="roundRect">
            <a:avLst>
              <a:gd name="adj" fmla="val 3180"/>
            </a:avLst>
          </a:prstGeom>
          <a:solidFill>
            <a:srgbClr val="3D68EC"/>
          </a:solidFill>
          <a:ln/>
        </p:spPr>
        <p:txBody>
          <a:bodyPr/>
          <a:lstStyle/>
          <a:p>
            <a:endParaRPr/>
          </a:p>
        </p:txBody>
      </p:sp>
      <p:pic>
        <p:nvPicPr>
          <p:cNvPr id="81" name="Image 1" descr="exports\_hulp2\img\Laptopman.png"/>
          <p:cNvPicPr>
            <a:picLocks noChangeAspect="1"/>
          </p:cNvPicPr>
          <p:nvPr/>
        </p:nvPicPr>
        <p:blipFill>
          <a:blip r:embed="rId4"/>
          <a:stretch>
            <a:fillRect/>
          </a:stretch>
        </p:blipFill>
        <p:spPr>
          <a:xfrm>
            <a:off x="10454335" y="1554480"/>
            <a:ext cx="1005840" cy="1005840"/>
          </a:xfrm>
          <a:prstGeom prst="rect">
            <a:avLst/>
          </a:prstGeom>
        </p:spPr>
      </p:pic>
      <p:sp>
        <p:nvSpPr>
          <p:cNvPr id="82" name="Text 78"/>
          <p:cNvSpPr/>
          <p:nvPr/>
        </p:nvSpPr>
        <p:spPr>
          <a:xfrm>
            <a:off x="6507328" y="1645920"/>
            <a:ext cx="4861408" cy="338328"/>
          </a:xfrm>
          <a:prstGeom prst="rect">
            <a:avLst/>
          </a:prstGeom>
          <a:noFill/>
          <a:ln/>
        </p:spPr>
        <p:txBody>
          <a:bodyPr wrap="square" lIns="0" tIns="0" rIns="0" bIns="0" rtlCol="0" anchor="t"/>
          <a:lstStyle/>
          <a:p>
            <a:pPr marL="0" indent="0" algn="l">
              <a:lnSpc>
                <a:spcPct val="105000"/>
              </a:lnSpc>
              <a:buNone/>
            </a:pPr>
            <a:r>
              <a:rPr lang="en-US" sz="2200" dirty="0">
                <a:solidFill>
                  <a:srgbClr val="F4D9DC"/>
                </a:solidFill>
                <a:latin typeface="General Sans Semibold" pitchFamily="34" charset="0"/>
                <a:ea typeface="General Sans Semibold" pitchFamily="34" charset="-122"/>
                <a:cs typeface="General Sans Semibold" pitchFamily="34" charset="-120"/>
              </a:rPr>
              <a:t>Agent</a:t>
            </a:r>
            <a:endParaRPr lang="en-US" sz="2200" dirty="0"/>
          </a:p>
        </p:txBody>
      </p:sp>
      <p:sp>
        <p:nvSpPr>
          <p:cNvPr id="83" name="Text 79"/>
          <p:cNvSpPr/>
          <p:nvPr/>
        </p:nvSpPr>
        <p:spPr>
          <a:xfrm>
            <a:off x="6507328" y="2258568"/>
            <a:ext cx="486140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F4D74B"/>
                </a:solidFill>
                <a:latin typeface="General Sans Semibold" pitchFamily="34" charset="0"/>
                <a:ea typeface="General Sans Semibold" pitchFamily="34" charset="-122"/>
                <a:cs typeface="General Sans Semibold" pitchFamily="34" charset="-120"/>
              </a:rPr>
              <a:t>DOET HET WERK</a:t>
            </a:r>
            <a:endParaRPr lang="en-US" sz="1100" dirty="0"/>
          </a:p>
        </p:txBody>
      </p:sp>
      <p:sp>
        <p:nvSpPr>
          <p:cNvPr id="84" name="Text 80"/>
          <p:cNvSpPr/>
          <p:nvPr/>
        </p:nvSpPr>
        <p:spPr>
          <a:xfrm>
            <a:off x="6507328" y="2606040"/>
            <a:ext cx="4861408" cy="54102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Leest je bestanden, schrijft code, draait die en verbetert tot het klopt.</a:t>
            </a:r>
            <a:endParaRPr lang="en-US" sz="1500" dirty="0"/>
          </a:p>
        </p:txBody>
      </p:sp>
      <p:sp>
        <p:nvSpPr>
          <p:cNvPr id="85" name="Text 81"/>
          <p:cNvSpPr/>
          <p:nvPr/>
        </p:nvSpPr>
        <p:spPr>
          <a:xfrm>
            <a:off x="6507328" y="3284220"/>
            <a:ext cx="486140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F4D74B"/>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86" name="Text 82"/>
          <p:cNvSpPr/>
          <p:nvPr/>
        </p:nvSpPr>
        <p:spPr>
          <a:xfrm>
            <a:off x="6507328" y="3631692"/>
            <a:ext cx="4861408" cy="31623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Claude Code</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AI assisteert: de mens doet het werk</a:t>
            </a:r>
            <a:endParaRPr lang="en-US" sz="3100" dirty="0"/>
          </a:p>
        </p:txBody>
      </p:sp>
      <p:pic>
        <p:nvPicPr>
          <p:cNvPr id="73" name="Image 0" descr="Lijngrafiek: het aandeel taken waarbij AI assisteert stijgt tot november 2025 en daalt daarna naar vrijwel nul in augustus 2026"/>
          <p:cNvPicPr>
            <a:picLocks noChangeAspect="1"/>
          </p:cNvPicPr>
          <p:nvPr/>
        </p:nvPicPr>
        <p:blipFill>
          <a:blip r:embed="rId3"/>
          <a:stretch>
            <a:fillRect/>
          </a:stretch>
        </p:blipFill>
        <p:spPr>
          <a:xfrm>
            <a:off x="640000" y="1500000"/>
            <a:ext cx="6900000" cy="3737500"/>
          </a:xfrm>
          <a:prstGeom prst="rect">
            <a:avLst/>
          </a:prstGeom>
        </p:spPr>
      </p:pic>
      <p:sp>
        <p:nvSpPr>
          <p:cNvPr id="74" name="Text 71"/>
          <p:cNvSpPr/>
          <p:nvPr/>
        </p:nvSpPr>
        <p:spPr>
          <a:xfrm>
            <a:off x="640000" y="5852160"/>
            <a:ext cx="6900000" cy="365760"/>
          </a:xfrm>
          <a:prstGeom prst="rect">
            <a:avLst/>
          </a:prstGeom>
          <a:noFill/>
          <a:ln/>
        </p:spPr>
        <p:txBody>
          <a:bodyPr wrap="square" lIns="0" tIns="0" rIns="0" bIns="0" rtlCol="0" anchor="t"/>
          <a:lstStyle/>
          <a:p>
            <a:pPr marL="0" indent="0" algn="ctr">
              <a:lnSpc>
                <a:spcPct val="105000"/>
              </a:lnSpc>
              <a:buNone/>
            </a:pPr>
            <a:r>
              <a:rPr lang="en-US" sz="1300" dirty="0">
                <a:solidFill>
                  <a:srgbClr val="000000"/>
                </a:solidFill>
                <a:latin typeface="General Sans" pitchFamily="34" charset="0"/>
                <a:ea typeface="General Sans" pitchFamily="34" charset="-122"/>
                <a:cs typeface="General Sans" pitchFamily="34" charset="-120"/>
              </a:rPr>
              <a:t>Bron: Anthropic R&amp;D Automation Index (waarden geschat)</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marL="0" indent="0" algn="l">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Data-analist </a:t>
            </a:r>
            <a:r>
              <a:rPr lang="en-US" sz="1800" dirty="0">
                <a:solidFill>
                  <a:srgbClr val="000000"/>
                </a:solidFill>
                <a:latin typeface="General Sans" pitchFamily="34" charset="0"/>
                <a:ea typeface="General Sans" pitchFamily="34" charset="-122"/>
                <a:cs typeface="General Sans" pitchFamily="34" charset="-120"/>
              </a:rPr>
              <a:t>vraagt AI om een query of formule voor uitvalcijfers.</a:t>
            </a:r>
            <a:endParaRPr lang="en-US" sz="1800" dirty="0"/>
          </a:p>
          <a:p>
            <a:pPr marL="0" indent="0" algn="l">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Data scientist </a:t>
            </a:r>
            <a:r>
              <a:rPr lang="en-US" sz="1800" dirty="0">
                <a:solidFill>
                  <a:srgbClr val="000000"/>
                </a:solidFill>
                <a:latin typeface="General Sans" pitchFamily="34" charset="0"/>
                <a:ea typeface="General Sans" pitchFamily="34" charset="-122"/>
                <a:cs typeface="General Sans" pitchFamily="34" charset="-120"/>
              </a:rPr>
              <a:t>laat AI code schrijven of een foutmelding uitleggen.</a:t>
            </a:r>
            <a:endParaRPr lang="en-US" sz="1800" dirty="0"/>
          </a:p>
          <a:p>
            <a:pPr marL="0" indent="0" algn="l">
              <a:lnSpc>
                <a:spcPct val="105000"/>
              </a:lnSpc>
              <a:spcAft>
                <a:spcPts val="1000"/>
              </a:spcAft>
              <a:buNone/>
            </a:pP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AI werkt samen: mens en AI als duo</a:t>
            </a:r>
            <a:endParaRPr lang="en-US" sz="3100" dirty="0"/>
          </a:p>
        </p:txBody>
      </p:sp>
      <p:pic>
        <p:nvPicPr>
          <p:cNvPr id="73" name="Image 0" descr="Lijngrafiek: het aandeel taken waarbij AI samenwerkt stijgt vanaf november 2025 en wordt in maart 2026 de grootste groep"/>
          <p:cNvPicPr>
            <a:picLocks noChangeAspect="1"/>
          </p:cNvPicPr>
          <p:nvPr/>
        </p:nvPicPr>
        <p:blipFill>
          <a:blip r:embed="rId3"/>
          <a:stretch>
            <a:fillRect/>
          </a:stretch>
        </p:blipFill>
        <p:spPr>
          <a:xfrm>
            <a:off x="640000" y="1500000"/>
            <a:ext cx="6900000" cy="3737500"/>
          </a:xfrm>
          <a:prstGeom prst="rect">
            <a:avLst/>
          </a:prstGeom>
        </p:spPr>
      </p:pic>
      <p:sp>
        <p:nvSpPr>
          <p:cNvPr id="74" name="Text 71"/>
          <p:cNvSpPr/>
          <p:nvPr/>
        </p:nvSpPr>
        <p:spPr>
          <a:xfrm>
            <a:off x="640000" y="5852160"/>
            <a:ext cx="6900000" cy="365760"/>
          </a:xfrm>
          <a:prstGeom prst="rect">
            <a:avLst/>
          </a:prstGeom>
          <a:noFill/>
          <a:ln/>
        </p:spPr>
        <p:txBody>
          <a:bodyPr wrap="square" lIns="0" tIns="0" rIns="0" bIns="0" rtlCol="0" anchor="t"/>
          <a:lstStyle/>
          <a:p>
            <a:pPr marL="0" indent="0" algn="ctr">
              <a:lnSpc>
                <a:spcPct val="105000"/>
              </a:lnSpc>
              <a:buNone/>
            </a:pPr>
            <a:r>
              <a:rPr lang="en-US" sz="1300" dirty="0">
                <a:solidFill>
                  <a:srgbClr val="000000"/>
                </a:solidFill>
                <a:latin typeface="General Sans" pitchFamily="34" charset="0"/>
                <a:ea typeface="General Sans" pitchFamily="34" charset="-122"/>
                <a:cs typeface="General Sans" pitchFamily="34" charset="-120"/>
              </a:rPr>
              <a:t>Bron: Anthropic R&amp;D Automation Index (waarden geschat)</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marL="0" indent="0" algn="l">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Data-analist </a:t>
            </a:r>
            <a:r>
              <a:rPr lang="en-US" sz="1800" dirty="0">
                <a:solidFill>
                  <a:srgbClr val="000000"/>
                </a:solidFill>
                <a:latin typeface="General Sans" pitchFamily="34" charset="0"/>
                <a:ea typeface="General Sans" pitchFamily="34" charset="-122"/>
                <a:cs typeface="General Sans" pitchFamily="34" charset="-120"/>
              </a:rPr>
              <a:t>AI maakt grafieken van uitval per sector, de analist kiest en controleert.</a:t>
            </a:r>
            <a:endParaRPr lang="en-US" sz="1800" dirty="0"/>
          </a:p>
          <a:p>
            <a:pPr marL="0" indent="0" algn="l">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Data scientist </a:t>
            </a:r>
            <a:r>
              <a:rPr lang="en-US" sz="1800" dirty="0">
                <a:solidFill>
                  <a:srgbClr val="000000"/>
                </a:solidFill>
                <a:latin typeface="General Sans" pitchFamily="34" charset="0"/>
                <a:ea typeface="General Sans" pitchFamily="34" charset="-122"/>
                <a:cs typeface="General Sans" pitchFamily="34" charset="-120"/>
              </a:rPr>
              <a:t>AI bouwt en test een uitvalmodel mee, de data scientist kiest de aanpak.</a:t>
            </a:r>
            <a:endParaRPr lang="en-US" sz="1800" dirty="0"/>
          </a:p>
          <a:p>
            <a:pPr marL="0" indent="0" algn="l">
              <a:lnSpc>
                <a:spcPct val="105000"/>
              </a:lnSpc>
              <a:spcAft>
                <a:spcPts val="1000"/>
              </a:spcAft>
              <a:buNone/>
            </a:pP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AI bouwt: jij geeft de opdracht en keurt goed</a:t>
            </a:r>
            <a:endParaRPr lang="en-US" sz="3100" dirty="0"/>
          </a:p>
        </p:txBody>
      </p:sp>
      <p:pic>
        <p:nvPicPr>
          <p:cNvPr id="73" name="Image 0" descr="Lijngrafiek: het aandeel taken waarbij AI zelf bouwt groeit vanaf maart 2026 tot ongeveer een kwart in augustus 2026"/>
          <p:cNvPicPr>
            <a:picLocks noChangeAspect="1"/>
          </p:cNvPicPr>
          <p:nvPr/>
        </p:nvPicPr>
        <p:blipFill>
          <a:blip r:embed="rId3"/>
          <a:stretch>
            <a:fillRect/>
          </a:stretch>
        </p:blipFill>
        <p:spPr>
          <a:xfrm>
            <a:off x="640000" y="1500000"/>
            <a:ext cx="6900000" cy="3737500"/>
          </a:xfrm>
          <a:prstGeom prst="rect">
            <a:avLst/>
          </a:prstGeom>
        </p:spPr>
      </p:pic>
      <p:sp>
        <p:nvSpPr>
          <p:cNvPr id="74" name="Text 71"/>
          <p:cNvSpPr/>
          <p:nvPr/>
        </p:nvSpPr>
        <p:spPr>
          <a:xfrm>
            <a:off x="640000" y="5852160"/>
            <a:ext cx="6900000" cy="365760"/>
          </a:xfrm>
          <a:prstGeom prst="rect">
            <a:avLst/>
          </a:prstGeom>
          <a:noFill/>
          <a:ln/>
        </p:spPr>
        <p:txBody>
          <a:bodyPr wrap="square" lIns="0" tIns="0" rIns="0" bIns="0" rtlCol="0" anchor="t"/>
          <a:lstStyle/>
          <a:p>
            <a:pPr marL="0" indent="0" algn="ctr">
              <a:lnSpc>
                <a:spcPct val="105000"/>
              </a:lnSpc>
              <a:buNone/>
            </a:pPr>
            <a:r>
              <a:rPr lang="en-US" sz="1300" dirty="0">
                <a:solidFill>
                  <a:srgbClr val="000000"/>
                </a:solidFill>
                <a:latin typeface="General Sans" pitchFamily="34" charset="0"/>
                <a:ea typeface="General Sans" pitchFamily="34" charset="-122"/>
                <a:cs typeface="General Sans" pitchFamily="34" charset="-120"/>
              </a:rPr>
              <a:t>Bron: Anthropic R&amp;D Automation Index (waarden geschat)</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marL="0" indent="0" algn="l">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Data-analist </a:t>
            </a:r>
            <a:r>
              <a:rPr lang="en-US" sz="1800" dirty="0">
                <a:solidFill>
                  <a:srgbClr val="000000"/>
                </a:solidFill>
                <a:latin typeface="General Sans" pitchFamily="34" charset="0"/>
                <a:ea typeface="General Sans" pitchFamily="34" charset="-122"/>
                <a:cs typeface="General Sans" pitchFamily="34" charset="-120"/>
              </a:rPr>
              <a:t>"Welke eerstejaars stoppen binnen een jaar?" AI rekent en bouwt het dashboard.</a:t>
            </a:r>
            <a:endParaRPr lang="en-US" sz="1800" dirty="0"/>
          </a:p>
          <a:p>
            <a:pPr marL="0" indent="0" algn="l">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Data scientist </a:t>
            </a:r>
            <a:r>
              <a:rPr lang="en-US" sz="1800" dirty="0">
                <a:solidFill>
                  <a:srgbClr val="000000"/>
                </a:solidFill>
                <a:latin typeface="General Sans" pitchFamily="34" charset="0"/>
                <a:ea typeface="General Sans" pitchFamily="34" charset="-122"/>
                <a:cs typeface="General Sans" pitchFamily="34" charset="-120"/>
              </a:rPr>
              <a:t>"Voorspel uitval." AI doet het traject van data tot evaluatie.</a:t>
            </a:r>
            <a:endParaRPr lang="en-US" sz="1800" dirty="0"/>
          </a:p>
          <a:p>
            <a:pPr marL="0" indent="0" algn="l">
              <a:lnSpc>
                <a:spcPct val="105000"/>
              </a:lnSpc>
              <a:spcAft>
                <a:spcPts val="1000"/>
              </a:spcAft>
              <a:buNone/>
            </a:pP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CF5D4"/>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Vandaag: bouwen op synthetische data</a:t>
            </a:r>
            <a:endParaRPr lang="en-US" sz="3400" dirty="0"/>
          </a:p>
        </p:txBody>
      </p:sp>
      <p:sp>
        <p:nvSpPr>
          <p:cNvPr id="73" name="Shape 71"/>
          <p:cNvSpPr/>
          <p:nvPr/>
        </p:nvSpPr>
        <p:spPr>
          <a:xfrm>
            <a:off x="548640" y="1371600"/>
            <a:ext cx="3515258" cy="2695956"/>
          </a:xfrm>
          <a:prstGeom prst="roundRect">
            <a:avLst>
              <a:gd name="adj" fmla="val 3221"/>
            </a:avLst>
          </a:prstGeom>
          <a:solidFill>
            <a:srgbClr val="00AF81"/>
          </a:solidFill>
          <a:ln/>
        </p:spPr>
        <p:txBody>
          <a:bodyPr/>
          <a:lstStyle/>
          <a:p>
            <a:endParaRPr/>
          </a:p>
        </p:txBody>
      </p:sp>
      <p:sp>
        <p:nvSpPr>
          <p:cNvPr id="74" name="Shape 72"/>
          <p:cNvSpPr/>
          <p:nvPr/>
        </p:nvSpPr>
        <p:spPr>
          <a:xfrm>
            <a:off x="822960" y="1719072"/>
            <a:ext cx="2966618" cy="402336"/>
          </a:xfrm>
          <a:prstGeom prst="roundRect">
            <a:avLst>
              <a:gd name="adj" fmla="val 113636"/>
            </a:avLst>
          </a:prstGeom>
          <a:solidFill>
            <a:srgbClr val="F4D9DC"/>
          </a:solidFill>
          <a:ln/>
        </p:spPr>
        <p:txBody>
          <a:bodyPr/>
          <a:lstStyle/>
          <a:p>
            <a:endParaRPr/>
          </a:p>
        </p:txBody>
      </p:sp>
      <p:sp>
        <p:nvSpPr>
          <p:cNvPr id="75" name="Text 73"/>
          <p:cNvSpPr/>
          <p:nvPr/>
        </p:nvSpPr>
        <p:spPr>
          <a:xfrm>
            <a:off x="914400" y="1719072"/>
            <a:ext cx="2783738"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Buiten de workshop</a:t>
            </a:r>
            <a:endParaRPr lang="en-US" sz="1200" dirty="0"/>
          </a:p>
        </p:txBody>
      </p:sp>
      <p:sp>
        <p:nvSpPr>
          <p:cNvPr id="76" name="Text 74"/>
          <p:cNvSpPr/>
          <p:nvPr/>
        </p:nvSpPr>
        <p:spPr>
          <a:xfrm>
            <a:off x="822960" y="2423160"/>
            <a:ext cx="2966618" cy="691896"/>
          </a:xfrm>
          <a:prstGeom prst="rect">
            <a:avLst/>
          </a:prstGeom>
          <a:noFill/>
          <a:ln/>
        </p:spPr>
        <p:txBody>
          <a:bodyPr wrap="square" lIns="0" tIns="0" rIns="0" bIns="0" rtlCol="0" anchor="t"/>
          <a:lstStyle/>
          <a:p>
            <a:pPr marL="0" indent="0" algn="l">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Synthetische data</a:t>
            </a:r>
            <a:endParaRPr lang="en-US" sz="2300" dirty="0"/>
          </a:p>
        </p:txBody>
      </p:sp>
      <p:sp>
        <p:nvSpPr>
          <p:cNvPr id="77" name="Text 75"/>
          <p:cNvSpPr/>
          <p:nvPr/>
        </p:nvSpPr>
        <p:spPr>
          <a:xfrm>
            <a:off x="822960" y="3389376"/>
            <a:ext cx="296661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Nepdata met dezelfde kolommen en codes.</a:t>
            </a:r>
            <a:endParaRPr lang="en-US" sz="1500" dirty="0"/>
          </a:p>
        </p:txBody>
      </p:sp>
      <p:sp>
        <p:nvSpPr>
          <p:cNvPr id="78" name="Shape 76"/>
          <p:cNvSpPr/>
          <p:nvPr/>
        </p:nvSpPr>
        <p:spPr>
          <a:xfrm>
            <a:off x="4338218" y="1371600"/>
            <a:ext cx="3515258" cy="2695956"/>
          </a:xfrm>
          <a:prstGeom prst="roundRect">
            <a:avLst>
              <a:gd name="adj" fmla="val 3221"/>
            </a:avLst>
          </a:prstGeom>
          <a:solidFill>
            <a:srgbClr val="3D68EC"/>
          </a:solidFill>
          <a:ln/>
        </p:spPr>
        <p:txBody>
          <a:bodyPr/>
          <a:lstStyle/>
          <a:p>
            <a:endParaRPr/>
          </a:p>
        </p:txBody>
      </p:sp>
      <p:sp>
        <p:nvSpPr>
          <p:cNvPr id="79" name="Shape 77"/>
          <p:cNvSpPr/>
          <p:nvPr/>
        </p:nvSpPr>
        <p:spPr>
          <a:xfrm>
            <a:off x="4612538" y="1719072"/>
            <a:ext cx="2966618" cy="402336"/>
          </a:xfrm>
          <a:prstGeom prst="roundRect">
            <a:avLst>
              <a:gd name="adj" fmla="val 113636"/>
            </a:avLst>
          </a:prstGeom>
          <a:solidFill>
            <a:srgbClr val="F4D74B"/>
          </a:solidFill>
          <a:ln/>
        </p:spPr>
        <p:txBody>
          <a:bodyPr/>
          <a:lstStyle/>
          <a:p>
            <a:endParaRPr/>
          </a:p>
        </p:txBody>
      </p:sp>
      <p:sp>
        <p:nvSpPr>
          <p:cNvPr id="80" name="Text 78"/>
          <p:cNvSpPr/>
          <p:nvPr/>
        </p:nvSpPr>
        <p:spPr>
          <a:xfrm>
            <a:off x="4703978" y="1719072"/>
            <a:ext cx="2783738" cy="402336"/>
          </a:xfrm>
          <a:prstGeom prst="rect">
            <a:avLst/>
          </a:prstGeom>
          <a:noFill/>
          <a:ln/>
        </p:spPr>
        <p:txBody>
          <a:bodyPr wrap="square" lIns="0" tIns="0" rIns="0" bIns="0" rtlCol="0" anchor="ctr"/>
          <a:lstStyle/>
          <a:p>
            <a:pPr marL="0" indent="0" algn="ctr">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Deze workshop</a:t>
            </a:r>
            <a:endParaRPr lang="en-US" sz="1200" dirty="0"/>
          </a:p>
        </p:txBody>
      </p:sp>
      <p:sp>
        <p:nvSpPr>
          <p:cNvPr id="81" name="Text 79"/>
          <p:cNvSpPr/>
          <p:nvPr/>
        </p:nvSpPr>
        <p:spPr>
          <a:xfrm>
            <a:off x="4612538" y="2423160"/>
            <a:ext cx="2966618" cy="691896"/>
          </a:xfrm>
          <a:prstGeom prst="rect">
            <a:avLst/>
          </a:prstGeom>
          <a:noFill/>
          <a:ln/>
        </p:spPr>
        <p:txBody>
          <a:bodyPr wrap="square" lIns="0" tIns="0" rIns="0" bIns="0" rtlCol="0" anchor="t"/>
          <a:lstStyle/>
          <a:p>
            <a:pPr marL="0" indent="0" algn="l">
              <a:lnSpc>
                <a:spcPct val="105000"/>
              </a:lnSpc>
              <a:buNone/>
            </a:pPr>
            <a:r>
              <a:rPr lang="en-US" sz="2300" dirty="0">
                <a:solidFill>
                  <a:srgbClr val="F4D9DC"/>
                </a:solidFill>
                <a:latin typeface="General Sans Semibold" pitchFamily="34" charset="0"/>
                <a:ea typeface="General Sans Semibold" pitchFamily="34" charset="-122"/>
                <a:cs typeface="General Sans Semibold" pitchFamily="34" charset="-120"/>
              </a:rPr>
              <a:t>Bouwen met de agent</a:t>
            </a:r>
            <a:endParaRPr lang="en-US" sz="2300" dirty="0"/>
          </a:p>
        </p:txBody>
      </p:sp>
      <p:sp>
        <p:nvSpPr>
          <p:cNvPr id="82" name="Text 80"/>
          <p:cNvSpPr/>
          <p:nvPr/>
        </p:nvSpPr>
        <p:spPr>
          <a:xfrm>
            <a:off x="4612538" y="3389376"/>
            <a:ext cx="2966618" cy="54102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De agent schrijft en test de code.</a:t>
            </a:r>
            <a:endParaRPr lang="en-US" sz="1500" dirty="0"/>
          </a:p>
        </p:txBody>
      </p:sp>
      <p:sp>
        <p:nvSpPr>
          <p:cNvPr id="83" name="Shape 81"/>
          <p:cNvSpPr/>
          <p:nvPr/>
        </p:nvSpPr>
        <p:spPr>
          <a:xfrm>
            <a:off x="8127797" y="1371600"/>
            <a:ext cx="3515258" cy="2695956"/>
          </a:xfrm>
          <a:prstGeom prst="roundRect">
            <a:avLst>
              <a:gd name="adj" fmla="val 3221"/>
            </a:avLst>
          </a:prstGeom>
          <a:solidFill>
            <a:srgbClr val="00AF81"/>
          </a:solidFill>
          <a:ln/>
        </p:spPr>
        <p:txBody>
          <a:bodyPr/>
          <a:lstStyle/>
          <a:p>
            <a:endParaRPr/>
          </a:p>
        </p:txBody>
      </p:sp>
      <p:sp>
        <p:nvSpPr>
          <p:cNvPr id="84" name="Shape 82"/>
          <p:cNvSpPr/>
          <p:nvPr/>
        </p:nvSpPr>
        <p:spPr>
          <a:xfrm>
            <a:off x="8402117" y="1719072"/>
            <a:ext cx="2966618" cy="402336"/>
          </a:xfrm>
          <a:prstGeom prst="roundRect">
            <a:avLst>
              <a:gd name="adj" fmla="val 113636"/>
            </a:avLst>
          </a:prstGeom>
          <a:solidFill>
            <a:srgbClr val="F4D9DC"/>
          </a:solidFill>
          <a:ln/>
        </p:spPr>
        <p:txBody>
          <a:bodyPr/>
          <a:lstStyle/>
          <a:p>
            <a:endParaRPr/>
          </a:p>
        </p:txBody>
      </p:sp>
      <p:sp>
        <p:nvSpPr>
          <p:cNvPr id="85" name="Text 83"/>
          <p:cNvSpPr/>
          <p:nvPr/>
        </p:nvSpPr>
        <p:spPr>
          <a:xfrm>
            <a:off x="8493557" y="1719072"/>
            <a:ext cx="2783738"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Buiten de workshop</a:t>
            </a:r>
            <a:endParaRPr lang="en-US" sz="1200" dirty="0"/>
          </a:p>
        </p:txBody>
      </p:sp>
      <p:sp>
        <p:nvSpPr>
          <p:cNvPr id="86" name="Text 84"/>
          <p:cNvSpPr/>
          <p:nvPr/>
        </p:nvSpPr>
        <p:spPr>
          <a:xfrm>
            <a:off x="8402117" y="2423160"/>
            <a:ext cx="2966618" cy="691896"/>
          </a:xfrm>
          <a:prstGeom prst="rect">
            <a:avLst/>
          </a:prstGeom>
          <a:noFill/>
          <a:ln/>
        </p:spPr>
        <p:txBody>
          <a:bodyPr wrap="square" lIns="0" tIns="0" rIns="0" bIns="0" rtlCol="0" anchor="t"/>
          <a:lstStyle/>
          <a:p>
            <a:pPr marL="0" indent="0" algn="l">
              <a:lnSpc>
                <a:spcPct val="105000"/>
              </a:lnSpc>
              <a:buNone/>
            </a:pPr>
            <a:r>
              <a:rPr lang="en-US" sz="2400" dirty="0">
                <a:solidFill>
                  <a:srgbClr val="000000"/>
                </a:solidFill>
                <a:latin typeface="General Sans Semibold" pitchFamily="34" charset="0"/>
                <a:ea typeface="General Sans Semibold" pitchFamily="34" charset="-122"/>
                <a:cs typeface="General Sans Semibold" pitchFamily="34" charset="-120"/>
              </a:rPr>
              <a:t>Echte data</a:t>
            </a:r>
            <a:endParaRPr lang="en-US" sz="2400" dirty="0"/>
          </a:p>
        </p:txBody>
      </p:sp>
      <p:sp>
        <p:nvSpPr>
          <p:cNvPr id="87" name="Text 85"/>
          <p:cNvSpPr/>
          <p:nvPr/>
        </p:nvSpPr>
        <p:spPr>
          <a:xfrm>
            <a:off x="8402117" y="3389376"/>
            <a:ext cx="296661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Dezelfde code draait bij je instelling, zonder agent.</a:t>
            </a:r>
            <a:endParaRPr lang="en-US" sz="1500" dirty="0"/>
          </a:p>
        </p:txBody>
      </p:sp>
      <p:sp>
        <p:nvSpPr>
          <p:cNvPr id="88" name="Shape 86"/>
          <p:cNvSpPr/>
          <p:nvPr/>
        </p:nvSpPr>
        <p:spPr>
          <a:xfrm>
            <a:off x="548640" y="4341876"/>
            <a:ext cx="11094415" cy="1005840"/>
          </a:xfrm>
          <a:prstGeom prst="roundRect">
            <a:avLst>
              <a:gd name="adj" fmla="val 16529"/>
            </a:avLst>
          </a:prstGeom>
          <a:solidFill>
            <a:srgbClr val="FFFFFF"/>
          </a:solidFill>
          <a:ln/>
        </p:spPr>
        <p:txBody>
          <a:bodyPr/>
          <a:lstStyle/>
          <a:p>
            <a:endParaRPr/>
          </a:p>
        </p:txBody>
      </p:sp>
      <p:sp>
        <p:nvSpPr>
          <p:cNvPr id="89" name="Text 87"/>
          <p:cNvSpPr/>
          <p:nvPr/>
        </p:nvSpPr>
        <p:spPr>
          <a:xfrm>
            <a:off x="914400" y="4341876"/>
            <a:ext cx="10362895" cy="1005840"/>
          </a:xfrm>
          <a:prstGeom prst="rect">
            <a:avLst/>
          </a:prstGeom>
          <a:noFill/>
          <a:ln/>
        </p:spPr>
        <p:txBody>
          <a:bodyPr wrap="square" lIns="0" tIns="0" rIns="0" bIns="0" rtlCol="0" anchor="ctr"/>
          <a:lstStyle/>
          <a:p>
            <a:pPr marL="0" indent="0" algn="l">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CEDA helpt:</a:t>
            </a:r>
            <a:r>
              <a:rPr lang="en-US" sz="2200" dirty="0">
                <a:solidFill>
                  <a:srgbClr val="000000"/>
                </a:solidFill>
                <a:latin typeface="General Sans" pitchFamily="34" charset="0"/>
                <a:ea typeface="General Sans" pitchFamily="34" charset="-122"/>
                <a:cs typeface="General Sans" pitchFamily="34" charset="-120"/>
              </a:rPr>
              <a:t> wil je bouwen op je eigen data? Wij helpen je een synthetische versie te maken: zelfde structuur, geen echte studenten.</a:t>
            </a:r>
            <a:endParaRPr lang="en-US" sz="2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5">
    <p:bg>
      <p:bgPr>
        <a:solidFill>
          <a:srgbClr val="FAEAEA"/>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Het is demodata: veilig om mee te oefenen</a:t>
            </a:r>
            <a:endParaRPr lang="en-US" sz="3200" dirty="0"/>
          </a:p>
        </p:txBody>
      </p:sp>
      <p:sp>
        <p:nvSpPr>
          <p:cNvPr id="73" name="Shape 71"/>
          <p:cNvSpPr/>
          <p:nvPr/>
        </p:nvSpPr>
        <p:spPr>
          <a:xfrm>
            <a:off x="548640" y="1572768"/>
            <a:ext cx="201168" cy="201168"/>
          </a:xfrm>
          <a:prstGeom prst="ellipse">
            <a:avLst/>
          </a:prstGeom>
          <a:solidFill>
            <a:srgbClr val="3D68EC"/>
          </a:solidFill>
          <a:ln/>
        </p:spPr>
        <p:txBody>
          <a:bodyPr/>
          <a:lstStyle/>
          <a:p>
            <a:endParaRPr/>
          </a:p>
        </p:txBody>
      </p:sp>
      <p:sp>
        <p:nvSpPr>
          <p:cNvPr id="74" name="Text 72"/>
          <p:cNvSpPr/>
          <p:nvPr/>
        </p:nvSpPr>
        <p:spPr>
          <a:xfrm>
            <a:off x="960120" y="1463040"/>
            <a:ext cx="5897880" cy="804672"/>
          </a:xfrm>
          <a:prstGeom prst="rect">
            <a:avLst/>
          </a:prstGeom>
          <a:noFill/>
          <a:ln/>
        </p:spPr>
        <p:txBody>
          <a:bodyPr wrap="square" lIns="0" tIns="0" rIns="0" bIns="0" rtlCol="0" anchor="t"/>
          <a:lstStyle/>
          <a:p>
            <a:pPr marL="0" indent="0" algn="l">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Fictief:</a:t>
            </a:r>
            <a:r>
              <a:rPr lang="en-US" sz="1900" dirty="0">
                <a:solidFill>
                  <a:srgbClr val="000000"/>
                </a:solidFill>
                <a:latin typeface="General Sans" pitchFamily="34" charset="0"/>
                <a:ea typeface="General Sans" pitchFamily="34" charset="-122"/>
                <a:cs typeface="General Sans" pitchFamily="34" charset="-120"/>
              </a:rPr>
              <a:t> zelfde kolommen en codes als 1CijferHO, maar geen echte personen</a:t>
            </a:r>
            <a:endParaRPr lang="en-US" sz="1900" dirty="0"/>
          </a:p>
        </p:txBody>
      </p:sp>
      <p:sp>
        <p:nvSpPr>
          <p:cNvPr id="75" name="Shape 73"/>
          <p:cNvSpPr/>
          <p:nvPr/>
        </p:nvSpPr>
        <p:spPr>
          <a:xfrm>
            <a:off x="548640" y="2487168"/>
            <a:ext cx="201168" cy="201168"/>
          </a:xfrm>
          <a:prstGeom prst="ellipse">
            <a:avLst/>
          </a:prstGeom>
          <a:solidFill>
            <a:srgbClr val="DD784B"/>
          </a:solidFill>
          <a:ln/>
        </p:spPr>
        <p:txBody>
          <a:bodyPr/>
          <a:lstStyle/>
          <a:p>
            <a:endParaRPr/>
          </a:p>
        </p:txBody>
      </p:sp>
      <p:sp>
        <p:nvSpPr>
          <p:cNvPr id="76" name="Text 74"/>
          <p:cNvSpPr/>
          <p:nvPr/>
        </p:nvSpPr>
        <p:spPr>
          <a:xfrm>
            <a:off x="960120" y="2377440"/>
            <a:ext cx="5897880" cy="804672"/>
          </a:xfrm>
          <a:prstGeom prst="rect">
            <a:avLst/>
          </a:prstGeom>
          <a:noFill/>
          <a:ln/>
        </p:spPr>
        <p:txBody>
          <a:bodyPr wrap="square" lIns="0" tIns="0" rIns="0" bIns="0" rtlCol="0" anchor="t"/>
          <a:lstStyle/>
          <a:p>
            <a:pPr marL="0" indent="0" algn="l">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Mag de agent in:</a:t>
            </a:r>
            <a:r>
              <a:rPr lang="en-US" sz="1900" dirty="0">
                <a:solidFill>
                  <a:srgbClr val="000000"/>
                </a:solidFill>
                <a:latin typeface="General Sans" pitchFamily="34" charset="0"/>
                <a:ea typeface="General Sans" pitchFamily="34" charset="-122"/>
                <a:cs typeface="General Sans" pitchFamily="34" charset="-120"/>
              </a:rPr>
              <a:t> geen AVG-toets of verwerkersovereenkomst nodig</a:t>
            </a:r>
            <a:endParaRPr lang="en-US" sz="1900" dirty="0"/>
          </a:p>
        </p:txBody>
      </p:sp>
      <p:sp>
        <p:nvSpPr>
          <p:cNvPr id="77" name="Shape 75"/>
          <p:cNvSpPr/>
          <p:nvPr/>
        </p:nvSpPr>
        <p:spPr>
          <a:xfrm>
            <a:off x="548640" y="3401568"/>
            <a:ext cx="201168" cy="201168"/>
          </a:xfrm>
          <a:prstGeom prst="ellipse">
            <a:avLst/>
          </a:prstGeom>
          <a:solidFill>
            <a:srgbClr val="00AF81"/>
          </a:solidFill>
          <a:ln/>
        </p:spPr>
        <p:txBody>
          <a:bodyPr/>
          <a:lstStyle/>
          <a:p>
            <a:endParaRPr/>
          </a:p>
        </p:txBody>
      </p:sp>
      <p:sp>
        <p:nvSpPr>
          <p:cNvPr id="78" name="Text 76"/>
          <p:cNvSpPr/>
          <p:nvPr/>
        </p:nvSpPr>
        <p:spPr>
          <a:xfrm>
            <a:off x="960120" y="3291840"/>
            <a:ext cx="5897880" cy="804672"/>
          </a:xfrm>
          <a:prstGeom prst="rect">
            <a:avLst/>
          </a:prstGeom>
          <a:noFill/>
          <a:ln/>
        </p:spPr>
        <p:txBody>
          <a:bodyPr wrap="square" lIns="0" tIns="0" rIns="0" bIns="0" rtlCol="0" anchor="t"/>
          <a:lstStyle/>
          <a:p>
            <a:pPr marL="0" indent="0" algn="l">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Realistisch:</a:t>
            </a:r>
            <a:r>
              <a:rPr lang="en-US" sz="1900" dirty="0">
                <a:solidFill>
                  <a:srgbClr val="000000"/>
                </a:solidFill>
                <a:latin typeface="General Sans" pitchFamily="34" charset="0"/>
                <a:ea typeface="General Sans" pitchFamily="34" charset="-122"/>
                <a:cs typeface="General Sans" pitchFamily="34" charset="-120"/>
              </a:rPr>
              <a:t> gecontroleerd tegen de 1CijferHO-metadata en de CROHO-codes</a:t>
            </a:r>
            <a:endParaRPr lang="en-US" sz="1900" dirty="0"/>
          </a:p>
        </p:txBody>
      </p:sp>
      <p:sp>
        <p:nvSpPr>
          <p:cNvPr id="79" name="Shape 77"/>
          <p:cNvSpPr/>
          <p:nvPr/>
        </p:nvSpPr>
        <p:spPr>
          <a:xfrm>
            <a:off x="548640" y="4315968"/>
            <a:ext cx="201168" cy="201168"/>
          </a:xfrm>
          <a:prstGeom prst="ellipse">
            <a:avLst/>
          </a:prstGeom>
          <a:solidFill>
            <a:srgbClr val="F4D74B"/>
          </a:solidFill>
          <a:ln/>
        </p:spPr>
        <p:txBody>
          <a:bodyPr/>
          <a:lstStyle/>
          <a:p>
            <a:endParaRPr/>
          </a:p>
        </p:txBody>
      </p:sp>
      <p:sp>
        <p:nvSpPr>
          <p:cNvPr id="80" name="Text 78"/>
          <p:cNvSpPr/>
          <p:nvPr/>
        </p:nvSpPr>
        <p:spPr>
          <a:xfrm>
            <a:off x="960120" y="4206240"/>
            <a:ext cx="5897880" cy="804672"/>
          </a:xfrm>
          <a:prstGeom prst="rect">
            <a:avLst/>
          </a:prstGeom>
          <a:noFill/>
          <a:ln/>
        </p:spPr>
        <p:txBody>
          <a:bodyPr wrap="square" lIns="0" tIns="0" rIns="0" bIns="0" rtlCol="0" anchor="t"/>
          <a:lstStyle/>
          <a:p>
            <a:pPr marL="0" indent="0" algn="l">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Bruikbaar, niet betrouwbaar:</a:t>
            </a:r>
            <a:r>
              <a:rPr lang="en-US" sz="1900" dirty="0">
                <a:solidFill>
                  <a:srgbClr val="000000"/>
                </a:solidFill>
                <a:latin typeface="General Sans" pitchFamily="34" charset="0"/>
                <a:ea typeface="General Sans" pitchFamily="34" charset="-122"/>
                <a:cs typeface="General Sans" pitchFamily="34" charset="-120"/>
              </a:rPr>
              <a:t> je bouwt er code mee, maar de uitkomsten zeggen niets over de werkelijkheid</a:t>
            </a:r>
            <a:endParaRPr lang="en-US" sz="1900" dirty="0"/>
          </a:p>
        </p:txBody>
      </p:sp>
      <p:pic>
        <p:nvPicPr>
          <p:cNvPr id="81" name="Image 0" descr="exports\261005_workshop_rad_uitvoering\img\Slot.png"/>
          <p:cNvPicPr>
            <a:picLocks noChangeAspect="1"/>
          </p:cNvPicPr>
          <p:nvPr/>
        </p:nvPicPr>
        <p:blipFill>
          <a:blip r:embed="rId3"/>
          <a:stretch>
            <a:fillRect/>
          </a:stretch>
        </p:blipFill>
        <p:spPr>
          <a:xfrm>
            <a:off x="7498080" y="1417320"/>
            <a:ext cx="4206240" cy="420624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5D4"/>
        </a:solidFill>
      </p:bgPr>
    </p:bg>
    <p:spTree>
      <p:nvGrpSpPr>
        <p:cNvPr id="1" name=""/>
        <p:cNvGrpSpPr/>
        <p:nvPr/>
      </p:nvGrpSpPr>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300" dirty="0">
                <a:solidFill>
                  <a:srgbClr val="3D68EC"/>
                </a:solidFill>
                <a:latin typeface="General Sans Semibold" pitchFamily="34" charset="0"/>
                <a:ea typeface="General Sans Semibold" pitchFamily="34" charset="-122"/>
                <a:cs typeface="General Sans Semibold" pitchFamily="34" charset="-120"/>
              </a:rPr>
              <a:t>Kies je casus: drie vragen, één dataset</a:t>
            </a:r>
            <a:endParaRPr lang="en-US" sz="3300" dirty="0"/>
          </a:p>
        </p:txBody>
      </p:sp>
      <p:sp>
        <p:nvSpPr>
          <p:cNvPr id="73" name="Shape 71"/>
          <p:cNvSpPr/>
          <p:nvPr/>
        </p:nvSpPr>
        <p:spPr>
          <a:xfrm>
            <a:off x="548640" y="1371600"/>
            <a:ext cx="3515258" cy="3280410"/>
          </a:xfrm>
          <a:prstGeom prst="roundRect">
            <a:avLst>
              <a:gd name="adj" fmla="val 2176"/>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A</a:t>
            </a:r>
            <a:endParaRPr lang="en-US" sz="2000" dirty="0"/>
          </a:p>
        </p:txBody>
      </p:sp>
      <p:sp>
        <p:nvSpPr>
          <p:cNvPr id="76" name="Shape 74"/>
          <p:cNvSpPr/>
          <p:nvPr/>
        </p:nvSpPr>
        <p:spPr>
          <a:xfrm>
            <a:off x="1508760" y="1719072"/>
            <a:ext cx="2280818" cy="402336"/>
          </a:xfrm>
          <a:prstGeom prst="roundRect">
            <a:avLst>
              <a:gd name="adj" fmla="val 113636"/>
            </a:avLst>
          </a:prstGeom>
          <a:solidFill>
            <a:srgbClr val="F4D74B"/>
          </a:solidFill>
          <a:ln/>
        </p:spPr>
      </p:sp>
      <p:sp>
        <p:nvSpPr>
          <p:cNvPr id="77" name="Text 75"/>
          <p:cNvSpPr/>
          <p:nvPr/>
        </p:nvSpPr>
        <p:spPr>
          <a:xfrm>
            <a:off x="1600200"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Uitval</a:t>
            </a:r>
            <a:endParaRPr lang="en-US" sz="1200" dirty="0"/>
          </a:p>
        </p:txBody>
      </p:sp>
      <p:sp>
        <p:nvSpPr>
          <p:cNvPr id="78" name="Text 76"/>
          <p:cNvSpPr/>
          <p:nvPr/>
        </p:nvSpPr>
        <p:spPr>
          <a:xfrm>
            <a:off x="822960" y="2423160"/>
            <a:ext cx="2966618" cy="1051560"/>
          </a:xfrm>
          <a:prstGeom prst="rect">
            <a:avLst/>
          </a:prstGeom>
          <a:noFill/>
          <a:ln/>
        </p:spPr>
        <p:txBody>
          <a:bodyPr wrap="square" lIns="0" tIns="0" rIns="0" bIns="0" rtlCol="0" anchor="t"/>
          <a:lstStyle/>
          <a:p>
            <a:pPr algn="l" indent="0" marL="0">
              <a:lnSpc>
                <a:spcPct val="105000"/>
              </a:lnSpc>
              <a:buNone/>
            </a:pPr>
            <a:r>
              <a:rPr lang="en-US" sz="2400" dirty="0">
                <a:solidFill>
                  <a:srgbClr val="F4D9DC"/>
                </a:solidFill>
                <a:latin typeface="General Sans Semibold" pitchFamily="34" charset="0"/>
                <a:ea typeface="General Sans Semibold" pitchFamily="34" charset="-122"/>
                <a:cs typeface="General Sans Semibold" pitchFamily="34" charset="-120"/>
              </a:rPr>
              <a:t>Wie stopt na het eerste jaar?</a:t>
            </a:r>
            <a:endParaRPr lang="en-US" sz="2400" dirty="0"/>
          </a:p>
        </p:txBody>
      </p:sp>
      <p:sp>
        <p:nvSpPr>
          <p:cNvPr id="79" name="Text 77"/>
          <p:cNvSpPr/>
          <p:nvPr/>
        </p:nvSpPr>
        <p:spPr>
          <a:xfrm>
            <a:off x="822960" y="3749040"/>
            <a:ext cx="2966618" cy="76581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Welk deel van de eerstejaars stopt na het eerste jaar?</a:t>
            </a:r>
            <a:endParaRPr lang="en-US" sz="1500" dirty="0"/>
          </a:p>
        </p:txBody>
      </p:sp>
      <p:sp>
        <p:nvSpPr>
          <p:cNvPr id="80" name="Shape 78"/>
          <p:cNvSpPr/>
          <p:nvPr/>
        </p:nvSpPr>
        <p:spPr>
          <a:xfrm>
            <a:off x="4338218" y="1371600"/>
            <a:ext cx="3515258" cy="3280410"/>
          </a:xfrm>
          <a:prstGeom prst="roundRect">
            <a:avLst>
              <a:gd name="adj" fmla="val 2176"/>
            </a:avLst>
          </a:prstGeom>
          <a:solidFill>
            <a:srgbClr val="DD784B"/>
          </a:solidFill>
          <a:ln/>
        </p:spPr>
      </p:sp>
      <p:sp>
        <p:nvSpPr>
          <p:cNvPr id="81" name="Shape 79"/>
          <p:cNvSpPr/>
          <p:nvPr/>
        </p:nvSpPr>
        <p:spPr>
          <a:xfrm>
            <a:off x="4612538" y="1645920"/>
            <a:ext cx="548640" cy="548640"/>
          </a:xfrm>
          <a:prstGeom prst="ellipse">
            <a:avLst/>
          </a:prstGeom>
          <a:solidFill>
            <a:srgbClr val="F4D9DC"/>
          </a:solidFill>
          <a:ln/>
        </p:spPr>
      </p:sp>
      <p:sp>
        <p:nvSpPr>
          <p:cNvPr id="82" name="Text 80"/>
          <p:cNvSpPr/>
          <p:nvPr/>
        </p:nvSpPr>
        <p:spPr>
          <a:xfrm>
            <a:off x="461253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B</a:t>
            </a:r>
            <a:endParaRPr lang="en-US" sz="2000" dirty="0"/>
          </a:p>
        </p:txBody>
      </p:sp>
      <p:sp>
        <p:nvSpPr>
          <p:cNvPr id="83" name="Shape 81"/>
          <p:cNvSpPr/>
          <p:nvPr/>
        </p:nvSpPr>
        <p:spPr>
          <a:xfrm>
            <a:off x="5298338" y="1719072"/>
            <a:ext cx="2280818" cy="402336"/>
          </a:xfrm>
          <a:prstGeom prst="roundRect">
            <a:avLst>
              <a:gd name="adj" fmla="val 113636"/>
            </a:avLst>
          </a:prstGeom>
          <a:solidFill>
            <a:srgbClr val="F4D9DC"/>
          </a:solidFill>
          <a:ln/>
        </p:spPr>
      </p:sp>
      <p:sp>
        <p:nvSpPr>
          <p:cNvPr id="84" name="Text 82"/>
          <p:cNvSpPr/>
          <p:nvPr/>
        </p:nvSpPr>
        <p:spPr>
          <a:xfrm>
            <a:off x="5389778"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Diploma</a:t>
            </a:r>
            <a:endParaRPr lang="en-US" sz="1200" dirty="0"/>
          </a:p>
        </p:txBody>
      </p:sp>
      <p:sp>
        <p:nvSpPr>
          <p:cNvPr id="85" name="Text 83"/>
          <p:cNvSpPr/>
          <p:nvPr/>
        </p:nvSpPr>
        <p:spPr>
          <a:xfrm>
            <a:off x="4612538" y="2423160"/>
            <a:ext cx="2966618" cy="1051560"/>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Wie haalt binnen vijf jaar een diploma?</a:t>
            </a:r>
            <a:endParaRPr lang="en-US" sz="2300" dirty="0"/>
          </a:p>
        </p:txBody>
      </p:sp>
      <p:sp>
        <p:nvSpPr>
          <p:cNvPr id="86" name="Text 84"/>
          <p:cNvSpPr/>
          <p:nvPr/>
        </p:nvSpPr>
        <p:spPr>
          <a:xfrm>
            <a:off x="4612538" y="3749040"/>
            <a:ext cx="2966618"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Welk deel van de eerstejaars haalt binnen vijf jaar een diploma?</a:t>
            </a:r>
            <a:endParaRPr lang="en-US" sz="1500" dirty="0"/>
          </a:p>
        </p:txBody>
      </p:sp>
      <p:sp>
        <p:nvSpPr>
          <p:cNvPr id="87" name="Shape 85"/>
          <p:cNvSpPr/>
          <p:nvPr/>
        </p:nvSpPr>
        <p:spPr>
          <a:xfrm>
            <a:off x="8127797" y="1371600"/>
            <a:ext cx="3515258" cy="3280410"/>
          </a:xfrm>
          <a:prstGeom prst="roundRect">
            <a:avLst>
              <a:gd name="adj" fmla="val 2176"/>
            </a:avLst>
          </a:prstGeom>
          <a:solidFill>
            <a:srgbClr val="00AF81"/>
          </a:solidFill>
          <a:ln/>
        </p:spPr>
      </p:sp>
      <p:sp>
        <p:nvSpPr>
          <p:cNvPr id="88" name="Shape 86"/>
          <p:cNvSpPr/>
          <p:nvPr/>
        </p:nvSpPr>
        <p:spPr>
          <a:xfrm>
            <a:off x="8402117" y="1645920"/>
            <a:ext cx="548640" cy="548640"/>
          </a:xfrm>
          <a:prstGeom prst="ellipse">
            <a:avLst/>
          </a:prstGeom>
          <a:solidFill>
            <a:srgbClr val="F4D9DC"/>
          </a:solidFill>
          <a:ln/>
        </p:spPr>
      </p:sp>
      <p:sp>
        <p:nvSpPr>
          <p:cNvPr id="89" name="Text 87"/>
          <p:cNvSpPr/>
          <p:nvPr/>
        </p:nvSpPr>
        <p:spPr>
          <a:xfrm>
            <a:off x="8402117"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C</a:t>
            </a:r>
            <a:endParaRPr lang="en-US" sz="2000" dirty="0"/>
          </a:p>
        </p:txBody>
      </p:sp>
      <p:sp>
        <p:nvSpPr>
          <p:cNvPr id="90" name="Shape 88"/>
          <p:cNvSpPr/>
          <p:nvPr/>
        </p:nvSpPr>
        <p:spPr>
          <a:xfrm>
            <a:off x="9087917" y="1719072"/>
            <a:ext cx="2280818" cy="402336"/>
          </a:xfrm>
          <a:prstGeom prst="roundRect">
            <a:avLst>
              <a:gd name="adj" fmla="val 113636"/>
            </a:avLst>
          </a:prstGeom>
          <a:solidFill>
            <a:srgbClr val="F4D9DC"/>
          </a:solidFill>
          <a:ln/>
        </p:spPr>
      </p:sp>
      <p:sp>
        <p:nvSpPr>
          <p:cNvPr id="91" name="Text 89"/>
          <p:cNvSpPr/>
          <p:nvPr/>
        </p:nvSpPr>
        <p:spPr>
          <a:xfrm>
            <a:off x="9179357"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Vooropleiding</a:t>
            </a:r>
            <a:endParaRPr lang="en-US" sz="1200" dirty="0"/>
          </a:p>
        </p:txBody>
      </p:sp>
      <p:sp>
        <p:nvSpPr>
          <p:cNvPr id="92" name="Text 90"/>
          <p:cNvSpPr/>
          <p:nvPr/>
        </p:nvSpPr>
        <p:spPr>
          <a:xfrm>
            <a:off x="8402117" y="2423160"/>
            <a:ext cx="2966618" cy="1051560"/>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Hangt stoppen samen met je vooropleiding?</a:t>
            </a:r>
            <a:endParaRPr lang="en-US" sz="2300" dirty="0"/>
          </a:p>
        </p:txBody>
      </p:sp>
      <p:sp>
        <p:nvSpPr>
          <p:cNvPr id="93" name="Text 91"/>
          <p:cNvSpPr/>
          <p:nvPr/>
        </p:nvSpPr>
        <p:spPr>
          <a:xfrm>
            <a:off x="8402117" y="3749040"/>
            <a:ext cx="2966618"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Stoppen eerstejaars vaker bij de ene vooropleiding dan bij de andere?</a:t>
            </a:r>
            <a:endParaRPr lang="en-US" sz="1500" dirty="0"/>
          </a:p>
        </p:txBody>
      </p:sp>
      <p:sp>
        <p:nvSpPr>
          <p:cNvPr id="94" name="Text 92"/>
          <p:cNvSpPr/>
          <p:nvPr/>
        </p:nvSpPr>
        <p:spPr>
          <a:xfrm>
            <a:off x="548640" y="4834890"/>
            <a:ext cx="11094415" cy="4572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Alle drie in data/demodata_1cho.csv: fictieve studenten, 2012-2023. Elke vraag levert één dashboard met de onderzoeksvraag als titel. De voorbeelden gaan over vraag A.</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7">
    <p:bg>
      <p:bgPr>
        <a:solidFill>
          <a:srgbClr val="D6E2FD"/>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Werk in tweetallen, wissel per ronde</a:t>
            </a:r>
            <a:endParaRPr lang="en-US" sz="3400" dirty="0"/>
          </a:p>
        </p:txBody>
      </p:sp>
      <p:sp>
        <p:nvSpPr>
          <p:cNvPr id="73" name="Shape 71"/>
          <p:cNvSpPr/>
          <p:nvPr/>
        </p:nvSpPr>
        <p:spPr>
          <a:xfrm>
            <a:off x="548640" y="1572768"/>
            <a:ext cx="201168" cy="201168"/>
          </a:xfrm>
          <a:prstGeom prst="ellipse">
            <a:avLst/>
          </a:prstGeom>
          <a:solidFill>
            <a:srgbClr val="3D68EC"/>
          </a:solidFill>
          <a:ln/>
        </p:spPr>
        <p:txBody>
          <a:bodyPr/>
          <a:lstStyle/>
          <a:p>
            <a:endParaRPr/>
          </a:p>
        </p:txBody>
      </p:sp>
      <p:sp>
        <p:nvSpPr>
          <p:cNvPr id="74" name="Text 72"/>
          <p:cNvSpPr/>
          <p:nvPr/>
        </p:nvSpPr>
        <p:spPr>
          <a:xfrm>
            <a:off x="960120" y="1463040"/>
            <a:ext cx="5897880" cy="804672"/>
          </a:xfrm>
          <a:prstGeom prst="rect">
            <a:avLst/>
          </a:prstGeom>
          <a:noFill/>
          <a:ln/>
        </p:spPr>
        <p:txBody>
          <a:bodyPr wrap="square" lIns="0" tIns="0" rIns="0" bIns="0" rtlCol="0" anchor="t"/>
          <a:lstStyle/>
          <a:p>
            <a:pPr marL="0" indent="0" algn="l">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Prompter:</a:t>
            </a:r>
            <a:r>
              <a:rPr lang="en-US" sz="1900" dirty="0">
                <a:solidFill>
                  <a:srgbClr val="000000"/>
                </a:solidFill>
                <a:latin typeface="General Sans" pitchFamily="34" charset="0"/>
                <a:ea typeface="General Sans" pitchFamily="34" charset="-122"/>
                <a:cs typeface="General Sans" pitchFamily="34" charset="-120"/>
              </a:rPr>
              <a:t> typt de opdrachten aan de agent</a:t>
            </a:r>
            <a:endParaRPr lang="en-US" sz="1900" dirty="0"/>
          </a:p>
        </p:txBody>
      </p:sp>
      <p:sp>
        <p:nvSpPr>
          <p:cNvPr id="75" name="Shape 73"/>
          <p:cNvSpPr/>
          <p:nvPr/>
        </p:nvSpPr>
        <p:spPr>
          <a:xfrm>
            <a:off x="548640" y="2487168"/>
            <a:ext cx="201168" cy="201168"/>
          </a:xfrm>
          <a:prstGeom prst="ellipse">
            <a:avLst/>
          </a:prstGeom>
          <a:solidFill>
            <a:srgbClr val="DD784B"/>
          </a:solidFill>
          <a:ln/>
        </p:spPr>
        <p:txBody>
          <a:bodyPr/>
          <a:lstStyle/>
          <a:p>
            <a:endParaRPr/>
          </a:p>
        </p:txBody>
      </p:sp>
      <p:sp>
        <p:nvSpPr>
          <p:cNvPr id="76" name="Text 74"/>
          <p:cNvSpPr/>
          <p:nvPr/>
        </p:nvSpPr>
        <p:spPr>
          <a:xfrm>
            <a:off x="960120" y="2377440"/>
            <a:ext cx="5897880" cy="804672"/>
          </a:xfrm>
          <a:prstGeom prst="rect">
            <a:avLst/>
          </a:prstGeom>
          <a:noFill/>
          <a:ln/>
        </p:spPr>
        <p:txBody>
          <a:bodyPr wrap="square" lIns="0" tIns="0" rIns="0" bIns="0" rtlCol="0" anchor="t"/>
          <a:lstStyle/>
          <a:p>
            <a:pPr marL="0" indent="0" algn="l">
              <a:lnSpc>
                <a:spcPct val="105000"/>
              </a:lnSpc>
              <a:buNone/>
            </a:pPr>
            <a:r>
              <a:rPr lang="en-US" sz="1700" dirty="0">
                <a:solidFill>
                  <a:srgbClr val="3D68EC"/>
                </a:solidFill>
                <a:latin typeface="General Sans Semibold" pitchFamily="34" charset="0"/>
                <a:ea typeface="General Sans Semibold" pitchFamily="34" charset="-122"/>
                <a:cs typeface="General Sans Semibold" pitchFamily="34" charset="-120"/>
              </a:rPr>
              <a:t>Checker:</a:t>
            </a:r>
            <a:r>
              <a:rPr lang="en-US" sz="1700" dirty="0">
                <a:solidFill>
                  <a:srgbClr val="000000"/>
                </a:solidFill>
                <a:latin typeface="General Sans" pitchFamily="34" charset="0"/>
                <a:ea typeface="General Sans" pitchFamily="34" charset="-122"/>
                <a:cs typeface="General Sans" pitchFamily="34" charset="-120"/>
              </a:rPr>
              <a:t> leest wat de agent teruggeeft en vraagt: klopt dit, en kunnen we dit zo laten zien?</a:t>
            </a:r>
            <a:endParaRPr lang="en-US" sz="1700" dirty="0"/>
          </a:p>
        </p:txBody>
      </p:sp>
      <p:sp>
        <p:nvSpPr>
          <p:cNvPr id="77" name="Shape 75"/>
          <p:cNvSpPr/>
          <p:nvPr/>
        </p:nvSpPr>
        <p:spPr>
          <a:xfrm>
            <a:off x="548640" y="3401568"/>
            <a:ext cx="201168" cy="201168"/>
          </a:xfrm>
          <a:prstGeom prst="ellipse">
            <a:avLst/>
          </a:prstGeom>
          <a:solidFill>
            <a:srgbClr val="00AF81"/>
          </a:solidFill>
          <a:ln/>
        </p:spPr>
        <p:txBody>
          <a:bodyPr/>
          <a:lstStyle/>
          <a:p>
            <a:endParaRPr/>
          </a:p>
        </p:txBody>
      </p:sp>
      <p:sp>
        <p:nvSpPr>
          <p:cNvPr id="78" name="Text 76"/>
          <p:cNvSpPr/>
          <p:nvPr/>
        </p:nvSpPr>
        <p:spPr>
          <a:xfrm>
            <a:off x="960120" y="3291840"/>
            <a:ext cx="5897880" cy="804672"/>
          </a:xfrm>
          <a:prstGeom prst="rect">
            <a:avLst/>
          </a:prstGeom>
          <a:noFill/>
          <a:ln/>
        </p:spPr>
        <p:txBody>
          <a:bodyPr wrap="square" lIns="0" tIns="0" rIns="0" bIns="0" rtlCol="0" anchor="t"/>
          <a:lstStyle/>
          <a:p>
            <a:pPr marL="0" indent="0" algn="l">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Wissel</a:t>
            </a:r>
            <a:r>
              <a:rPr lang="en-US" sz="1900" dirty="0">
                <a:solidFill>
                  <a:srgbClr val="000000"/>
                </a:solidFill>
                <a:latin typeface="General Sans" pitchFamily="34" charset="0"/>
                <a:ea typeface="General Sans" pitchFamily="34" charset="-122"/>
                <a:cs typeface="General Sans" pitchFamily="34" charset="-120"/>
              </a:rPr>
              <a:t> na ronde 1, zodat beiden beide rollen doen</a:t>
            </a:r>
            <a:endParaRPr lang="en-US" sz="1900" dirty="0"/>
          </a:p>
        </p:txBody>
      </p:sp>
      <p:sp>
        <p:nvSpPr>
          <p:cNvPr id="79" name="Shape 77"/>
          <p:cNvSpPr/>
          <p:nvPr/>
        </p:nvSpPr>
        <p:spPr>
          <a:xfrm>
            <a:off x="548640" y="4315968"/>
            <a:ext cx="201168" cy="201168"/>
          </a:xfrm>
          <a:prstGeom prst="ellipse">
            <a:avLst/>
          </a:prstGeom>
          <a:solidFill>
            <a:srgbClr val="F4D74B"/>
          </a:solidFill>
          <a:ln/>
        </p:spPr>
        <p:txBody>
          <a:bodyPr/>
          <a:lstStyle/>
          <a:p>
            <a:endParaRPr/>
          </a:p>
        </p:txBody>
      </p:sp>
      <p:sp>
        <p:nvSpPr>
          <p:cNvPr id="80" name="Text 78"/>
          <p:cNvSpPr/>
          <p:nvPr/>
        </p:nvSpPr>
        <p:spPr>
          <a:xfrm>
            <a:off x="960120" y="4206240"/>
            <a:ext cx="5897880" cy="804672"/>
          </a:xfrm>
          <a:prstGeom prst="rect">
            <a:avLst/>
          </a:prstGeom>
          <a:noFill/>
          <a:ln/>
        </p:spPr>
        <p:txBody>
          <a:bodyPr wrap="square" lIns="0" tIns="0" rIns="0" bIns="0" rtlCol="0" anchor="t"/>
          <a:lstStyle/>
          <a:p>
            <a:pPr marL="0" indent="0" algn="l">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Loop je vast?</a:t>
            </a:r>
            <a:r>
              <a:rPr lang="en-US" sz="1900" dirty="0">
                <a:solidFill>
                  <a:srgbClr val="000000"/>
                </a:solidFill>
                <a:latin typeface="General Sans" pitchFamily="34" charset="0"/>
                <a:ea typeface="General Sans" pitchFamily="34" charset="-122"/>
                <a:cs typeface="General Sans" pitchFamily="34" charset="-120"/>
              </a:rPr>
              <a:t> Vraag de agent: leg uit wat je net deed</a:t>
            </a:r>
            <a:endParaRPr lang="en-US" sz="1900" dirty="0"/>
          </a:p>
        </p:txBody>
      </p:sp>
      <p:pic>
        <p:nvPicPr>
          <p:cNvPr id="81" name="Image 0" descr="exports\261005_workshop_rad_uitvoering\img\gesprek.png"/>
          <p:cNvPicPr>
            <a:picLocks noChangeAspect="1"/>
          </p:cNvPicPr>
          <p:nvPr/>
        </p:nvPicPr>
        <p:blipFill>
          <a:blip r:embed="rId3"/>
          <a:stretch>
            <a:fillRect/>
          </a:stretch>
        </p:blipFill>
        <p:spPr>
          <a:xfrm>
            <a:off x="7498080" y="1417320"/>
            <a:ext cx="4206240" cy="420624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D6E2FD"/>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2500" dirty="0">
                <a:solidFill>
                  <a:srgbClr val="3D68EC"/>
                </a:solidFill>
                <a:latin typeface="General Sans Semibold" pitchFamily="34" charset="0"/>
                <a:ea typeface="General Sans Semibold" pitchFamily="34" charset="-122"/>
                <a:cs typeface="General Sans Semibold" pitchFamily="34" charset="-120"/>
              </a:rPr>
              <a:t>De agent is je collega, de skill zijn werkinstructie</a:t>
            </a:r>
            <a:endParaRPr lang="en-US" sz="2500" dirty="0"/>
          </a:p>
        </p:txBody>
      </p:sp>
      <p:sp>
        <p:nvSpPr>
          <p:cNvPr id="73" name="Shape 71"/>
          <p:cNvSpPr/>
          <p:nvPr/>
        </p:nvSpPr>
        <p:spPr>
          <a:xfrm>
            <a:off x="548640" y="1371600"/>
            <a:ext cx="3515258" cy="2713482"/>
          </a:xfrm>
          <a:prstGeom prst="roundRect">
            <a:avLst>
              <a:gd name="adj" fmla="val 3180"/>
            </a:avLst>
          </a:prstGeom>
          <a:solidFill>
            <a:srgbClr val="3D68EC"/>
          </a:solidFill>
          <a:ln/>
        </p:spPr>
        <p:txBody>
          <a:bodyPr/>
          <a:lstStyle/>
          <a:p>
            <a:endParaRPr/>
          </a:p>
        </p:txBody>
      </p:sp>
      <p:pic>
        <p:nvPicPr>
          <p:cNvPr id="74" name="Image 0" descr="exports\_hulp3\img\Laptopman.png"/>
          <p:cNvPicPr>
            <a:picLocks noChangeAspect="1"/>
          </p:cNvPicPr>
          <p:nvPr/>
        </p:nvPicPr>
        <p:blipFill>
          <a:blip r:embed="rId3"/>
          <a:stretch>
            <a:fillRect/>
          </a:stretch>
        </p:blipFill>
        <p:spPr>
          <a:xfrm>
            <a:off x="2875178" y="1554480"/>
            <a:ext cx="1005840" cy="1005840"/>
          </a:xfrm>
          <a:prstGeom prst="rect">
            <a:avLst/>
          </a:prstGeom>
        </p:spPr>
      </p:pic>
      <p:sp>
        <p:nvSpPr>
          <p:cNvPr id="75" name="Text 72"/>
          <p:cNvSpPr/>
          <p:nvPr/>
        </p:nvSpPr>
        <p:spPr>
          <a:xfrm>
            <a:off x="822960" y="1645920"/>
            <a:ext cx="2966618" cy="338328"/>
          </a:xfrm>
          <a:prstGeom prst="rect">
            <a:avLst/>
          </a:prstGeom>
          <a:noFill/>
          <a:ln/>
        </p:spPr>
        <p:txBody>
          <a:bodyPr wrap="square" lIns="0" tIns="0" rIns="0" bIns="0" rtlCol="0" anchor="t"/>
          <a:lstStyle/>
          <a:p>
            <a:pPr marL="0" indent="0" algn="l">
              <a:lnSpc>
                <a:spcPct val="105000"/>
              </a:lnSpc>
              <a:buNone/>
            </a:pPr>
            <a:r>
              <a:rPr lang="en-US" sz="2200" dirty="0">
                <a:solidFill>
                  <a:srgbClr val="F4D9DC"/>
                </a:solidFill>
                <a:latin typeface="General Sans Semibold" pitchFamily="34" charset="0"/>
                <a:ea typeface="General Sans Semibold" pitchFamily="34" charset="-122"/>
                <a:cs typeface="General Sans Semibold" pitchFamily="34" charset="-120"/>
              </a:rPr>
              <a:t>Agent</a:t>
            </a:r>
            <a:endParaRPr lang="en-US" sz="2200" dirty="0"/>
          </a:p>
        </p:txBody>
      </p:sp>
      <p:sp>
        <p:nvSpPr>
          <p:cNvPr id="76" name="Text 73"/>
          <p:cNvSpPr/>
          <p:nvPr/>
        </p:nvSpPr>
        <p:spPr>
          <a:xfrm>
            <a:off x="822960" y="2258568"/>
            <a:ext cx="296661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F4D74B"/>
                </a:solidFill>
                <a:latin typeface="General Sans Semibold" pitchFamily="34" charset="0"/>
                <a:ea typeface="General Sans Semibold" pitchFamily="34" charset="-122"/>
                <a:cs typeface="General Sans Semibold" pitchFamily="34" charset="-120"/>
              </a:rPr>
              <a:t>WIE</a:t>
            </a:r>
            <a:endParaRPr lang="en-US" sz="1100" dirty="0"/>
          </a:p>
        </p:txBody>
      </p:sp>
      <p:sp>
        <p:nvSpPr>
          <p:cNvPr id="77" name="Text 74"/>
          <p:cNvSpPr/>
          <p:nvPr/>
        </p:nvSpPr>
        <p:spPr>
          <a:xfrm>
            <a:off x="822960" y="2606040"/>
            <a:ext cx="2966618" cy="54102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De collega die het werk doet</a:t>
            </a:r>
            <a:endParaRPr lang="en-US" sz="1500" dirty="0"/>
          </a:p>
        </p:txBody>
      </p:sp>
      <p:sp>
        <p:nvSpPr>
          <p:cNvPr id="78" name="Text 75"/>
          <p:cNvSpPr/>
          <p:nvPr/>
        </p:nvSpPr>
        <p:spPr>
          <a:xfrm>
            <a:off x="822960" y="3284220"/>
            <a:ext cx="296661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F4D74B"/>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79" name="Text 76"/>
          <p:cNvSpPr/>
          <p:nvPr/>
        </p:nvSpPr>
        <p:spPr>
          <a:xfrm>
            <a:off x="822960" y="3631692"/>
            <a:ext cx="2966618" cy="31623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Claude Code</a:t>
            </a:r>
            <a:endParaRPr lang="en-US" sz="1500" dirty="0"/>
          </a:p>
        </p:txBody>
      </p:sp>
      <p:sp>
        <p:nvSpPr>
          <p:cNvPr id="80" name="Shape 77"/>
          <p:cNvSpPr/>
          <p:nvPr/>
        </p:nvSpPr>
        <p:spPr>
          <a:xfrm>
            <a:off x="4338218" y="1371600"/>
            <a:ext cx="3515258" cy="2713482"/>
          </a:xfrm>
          <a:prstGeom prst="roundRect">
            <a:avLst>
              <a:gd name="adj" fmla="val 3180"/>
            </a:avLst>
          </a:prstGeom>
          <a:solidFill>
            <a:srgbClr val="DD784B"/>
          </a:solidFill>
          <a:ln/>
        </p:spPr>
        <p:txBody>
          <a:bodyPr/>
          <a:lstStyle/>
          <a:p>
            <a:endParaRPr/>
          </a:p>
        </p:txBody>
      </p:sp>
      <p:pic>
        <p:nvPicPr>
          <p:cNvPr id="81" name="Image 1" descr="exports\_hulp3\img\gesprek.png"/>
          <p:cNvPicPr>
            <a:picLocks noChangeAspect="1"/>
          </p:cNvPicPr>
          <p:nvPr/>
        </p:nvPicPr>
        <p:blipFill>
          <a:blip r:embed="rId4"/>
          <a:stretch>
            <a:fillRect/>
          </a:stretch>
        </p:blipFill>
        <p:spPr>
          <a:xfrm>
            <a:off x="6664757" y="1554480"/>
            <a:ext cx="1005840" cy="1005840"/>
          </a:xfrm>
          <a:prstGeom prst="rect">
            <a:avLst/>
          </a:prstGeom>
        </p:spPr>
      </p:pic>
      <p:sp>
        <p:nvSpPr>
          <p:cNvPr id="82" name="Text 78"/>
          <p:cNvSpPr/>
          <p:nvPr/>
        </p:nvSpPr>
        <p:spPr>
          <a:xfrm>
            <a:off x="4612538" y="1645920"/>
            <a:ext cx="2966618" cy="338328"/>
          </a:xfrm>
          <a:prstGeom prst="rect">
            <a:avLst/>
          </a:prstGeom>
          <a:noFill/>
          <a:ln/>
        </p:spPr>
        <p:txBody>
          <a:bodyPr wrap="square" lIns="0" tIns="0" rIns="0" bIns="0" rtlCol="0" anchor="t"/>
          <a:lstStyle/>
          <a:p>
            <a:pPr marL="0" indent="0" algn="l">
              <a:lnSpc>
                <a:spcPct val="105000"/>
              </a:lnSpc>
              <a:buNone/>
            </a:pPr>
            <a:r>
              <a:rPr lang="en-US" sz="2200" dirty="0">
                <a:solidFill>
                  <a:srgbClr val="000000"/>
                </a:solidFill>
                <a:latin typeface="General Sans Semibold" pitchFamily="34" charset="0"/>
                <a:ea typeface="General Sans Semibold" pitchFamily="34" charset="-122"/>
                <a:cs typeface="General Sans Semibold" pitchFamily="34" charset="-120"/>
              </a:rPr>
              <a:t>Prompt</a:t>
            </a:r>
            <a:endParaRPr lang="en-US" sz="2200" dirty="0"/>
          </a:p>
        </p:txBody>
      </p:sp>
      <p:sp>
        <p:nvSpPr>
          <p:cNvPr id="83" name="Text 79"/>
          <p:cNvSpPr/>
          <p:nvPr/>
        </p:nvSpPr>
        <p:spPr>
          <a:xfrm>
            <a:off x="4612538" y="2258568"/>
            <a:ext cx="296661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WAT</a:t>
            </a:r>
            <a:endParaRPr lang="en-US" sz="1100" dirty="0"/>
          </a:p>
        </p:txBody>
      </p:sp>
      <p:sp>
        <p:nvSpPr>
          <p:cNvPr id="84" name="Text 80"/>
          <p:cNvSpPr/>
          <p:nvPr/>
        </p:nvSpPr>
        <p:spPr>
          <a:xfrm>
            <a:off x="4612538" y="2606040"/>
            <a:ext cx="296661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losse vraag. Elke keer anders.</a:t>
            </a:r>
            <a:endParaRPr lang="en-US" sz="1500" dirty="0"/>
          </a:p>
        </p:txBody>
      </p:sp>
      <p:sp>
        <p:nvSpPr>
          <p:cNvPr id="85" name="Text 81"/>
          <p:cNvSpPr/>
          <p:nvPr/>
        </p:nvSpPr>
        <p:spPr>
          <a:xfrm>
            <a:off x="4612538" y="3284220"/>
            <a:ext cx="296661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86" name="Text 82"/>
          <p:cNvSpPr/>
          <p:nvPr/>
        </p:nvSpPr>
        <p:spPr>
          <a:xfrm>
            <a:off x="4612538" y="3631692"/>
            <a:ext cx="2966618" cy="31623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"Laat zien wie er uitvalt"</a:t>
            </a:r>
            <a:endParaRPr lang="en-US" sz="1500" dirty="0"/>
          </a:p>
        </p:txBody>
      </p:sp>
      <p:sp>
        <p:nvSpPr>
          <p:cNvPr id="87" name="Shape 83"/>
          <p:cNvSpPr/>
          <p:nvPr/>
        </p:nvSpPr>
        <p:spPr>
          <a:xfrm>
            <a:off x="8127797" y="1371600"/>
            <a:ext cx="3515258" cy="2713482"/>
          </a:xfrm>
          <a:prstGeom prst="roundRect">
            <a:avLst>
              <a:gd name="adj" fmla="val 3180"/>
            </a:avLst>
          </a:prstGeom>
          <a:solidFill>
            <a:srgbClr val="00AF81"/>
          </a:solidFill>
          <a:ln/>
        </p:spPr>
        <p:txBody>
          <a:bodyPr/>
          <a:lstStyle/>
          <a:p>
            <a:endParaRPr/>
          </a:p>
        </p:txBody>
      </p:sp>
      <p:pic>
        <p:nvPicPr>
          <p:cNvPr id="88" name="Image 2" descr="exports\_hulp3\img\Document.png"/>
          <p:cNvPicPr>
            <a:picLocks noChangeAspect="1"/>
          </p:cNvPicPr>
          <p:nvPr/>
        </p:nvPicPr>
        <p:blipFill>
          <a:blip r:embed="rId5"/>
          <a:stretch>
            <a:fillRect/>
          </a:stretch>
        </p:blipFill>
        <p:spPr>
          <a:xfrm>
            <a:off x="10454335" y="1554480"/>
            <a:ext cx="1005840" cy="1005840"/>
          </a:xfrm>
          <a:prstGeom prst="rect">
            <a:avLst/>
          </a:prstGeom>
        </p:spPr>
      </p:pic>
      <p:sp>
        <p:nvSpPr>
          <p:cNvPr id="89" name="Text 84"/>
          <p:cNvSpPr/>
          <p:nvPr/>
        </p:nvSpPr>
        <p:spPr>
          <a:xfrm>
            <a:off x="8402117" y="1645920"/>
            <a:ext cx="2966618" cy="338328"/>
          </a:xfrm>
          <a:prstGeom prst="rect">
            <a:avLst/>
          </a:prstGeom>
          <a:noFill/>
          <a:ln/>
        </p:spPr>
        <p:txBody>
          <a:bodyPr wrap="square" lIns="0" tIns="0" rIns="0" bIns="0" rtlCol="0" anchor="t"/>
          <a:lstStyle/>
          <a:p>
            <a:pPr marL="0" indent="0" algn="l">
              <a:lnSpc>
                <a:spcPct val="105000"/>
              </a:lnSpc>
              <a:buNone/>
            </a:pPr>
            <a:r>
              <a:rPr lang="en-US" sz="2200" dirty="0">
                <a:solidFill>
                  <a:srgbClr val="000000"/>
                </a:solidFill>
                <a:latin typeface="General Sans Semibold" pitchFamily="34" charset="0"/>
                <a:ea typeface="General Sans Semibold" pitchFamily="34" charset="-122"/>
                <a:cs typeface="General Sans Semibold" pitchFamily="34" charset="-120"/>
              </a:rPr>
              <a:t>Skill</a:t>
            </a:r>
            <a:endParaRPr lang="en-US" sz="2200" dirty="0"/>
          </a:p>
        </p:txBody>
      </p:sp>
      <p:sp>
        <p:nvSpPr>
          <p:cNvPr id="90" name="Text 85"/>
          <p:cNvSpPr/>
          <p:nvPr/>
        </p:nvSpPr>
        <p:spPr>
          <a:xfrm>
            <a:off x="8402117" y="2258568"/>
            <a:ext cx="296661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WAT</a:t>
            </a:r>
            <a:endParaRPr lang="en-US" sz="1100" dirty="0"/>
          </a:p>
        </p:txBody>
      </p:sp>
      <p:sp>
        <p:nvSpPr>
          <p:cNvPr id="91" name="Text 86"/>
          <p:cNvSpPr/>
          <p:nvPr/>
        </p:nvSpPr>
        <p:spPr>
          <a:xfrm>
            <a:off x="8402117" y="2606040"/>
            <a:ext cx="296661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vaste werkinstructie. Elke keer dezelfde stappen.</a:t>
            </a:r>
            <a:endParaRPr lang="en-US" sz="1500" dirty="0"/>
          </a:p>
        </p:txBody>
      </p:sp>
      <p:sp>
        <p:nvSpPr>
          <p:cNvPr id="92" name="Text 87"/>
          <p:cNvSpPr/>
          <p:nvPr/>
        </p:nvSpPr>
        <p:spPr>
          <a:xfrm>
            <a:off x="8402117" y="3284220"/>
            <a:ext cx="296661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93" name="Text 88"/>
          <p:cNvSpPr/>
          <p:nvPr/>
        </p:nvSpPr>
        <p:spPr>
          <a:xfrm>
            <a:off x="8402117" y="3631692"/>
            <a:ext cx="2966618" cy="31623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/1-verkennen</a:t>
            </a:r>
            <a:endParaRPr lang="en-US" sz="15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CCEEE6"/>
        </a:solidFill>
      </p:bgPr>
    </p:bg>
    <p:spTree>
      <p:nvGrpSpPr>
        <p:cNvPr id="1" name=""/>
        <p:cNvGrpSpPr/>
        <p:nvPr/>
      </p:nvGrpSpPr>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2700" dirty="0">
                <a:solidFill>
                  <a:srgbClr val="3D68EC"/>
                </a:solidFill>
                <a:latin typeface="General Sans Semibold" pitchFamily="34" charset="0"/>
                <a:ea typeface="General Sans Semibold" pitchFamily="34" charset="-122"/>
                <a:cs typeface="General Sans Semibold" pitchFamily="34" charset="-120"/>
              </a:rPr>
              <a:t>Opstarten: van GitHub naar Claude in drie stappen</a:t>
            </a:r>
            <a:endParaRPr lang="en-US" sz="2700" dirty="0"/>
          </a:p>
        </p:txBody>
      </p:sp>
      <p:pic>
        <p:nvPicPr>
          <p:cNvPr id="3" name="Klik op de video: alle stappen in 0:53">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609448" y="1371600"/>
            <a:ext cx="6949440" cy="4343400"/>
          </a:xfrm>
          <a:prstGeom prst="rect">
            <a:avLst/>
          </a:prstGeom>
        </p:spPr>
      </p:pic>
      <p:sp>
        <p:nvSpPr>
          <p:cNvPr id="74" name="Text 71"/>
          <p:cNvSpPr/>
          <p:nvPr/>
        </p:nvSpPr>
        <p:spPr>
          <a:xfrm>
            <a:off x="548640" y="5852160"/>
            <a:ext cx="7071055" cy="365760"/>
          </a:xfrm>
          <a:prstGeom prst="rect">
            <a:avLst/>
          </a:prstGeom>
          <a:noFill/>
          <a:ln/>
        </p:spPr>
        <p:txBody>
          <a:bodyPr wrap="square" lIns="0" tIns="0" rIns="0" bIns="0" rtlCol="0" anchor="t"/>
          <a:lstStyle/>
          <a:p>
            <a:pPr algn="ctr" indent="0" marL="0">
              <a:lnSpc>
                <a:spcPct val="105000"/>
              </a:lnSpc>
              <a:buNone/>
            </a:pPr>
            <a:r>
              <a:rPr lang="en-US" sz="1300" dirty="0">
                <a:solidFill>
                  <a:srgbClr val="000000"/>
                </a:solidFill>
                <a:latin typeface="General Sans" pitchFamily="34" charset="0"/>
                <a:ea typeface="General Sans" pitchFamily="34" charset="-122"/>
                <a:cs typeface="General Sans" pitchFamily="34" charset="-120"/>
              </a:rPr>
              <a:t>Klik op de video: alle stappen in 0:53</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github.com/cedanl/</a:t>
            </a:r>
            <a:endParaRPr lang="en-US" sz="1800" dirty="0"/>
          </a:p>
          <a:p>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dair-agentic-coding</a:t>
            </a:r>
            <a:endParaRPr lang="en-US" sz="1800" dirty="0"/>
          </a:p>
          <a:p>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1.</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Log in op GitHub.</a:t>
            </a:r>
            <a:endParaRPr lang="en-US" sz="1800" dirty="0"/>
          </a:p>
          <a:p>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2.</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Groene knop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Code</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tab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Codespaces</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dan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Create codespace on main</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Meestal klaar binnen een minuut.</a:t>
            </a:r>
            <a:endParaRPr lang="en-US" sz="1800" dirty="0"/>
          </a:p>
          <a:p>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3.</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Klik op het oranje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Claude</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-icoon.</a:t>
            </a:r>
            <a:endParaRPr lang="en-US" sz="1800" dirty="0"/>
          </a:p>
        </p:txBody>
      </p:sp>
      <p:sp>
        <p:nvSpPr>
          <p:cNvPr id="76" name="Text 73"/>
          <p:cNvSpPr/>
          <p:nvPr/>
        </p:nvSpPr>
        <p:spPr>
          <a:xfrm>
            <a:off x="548640" y="6291072"/>
            <a:ext cx="11094415" cy="274320"/>
          </a:xfrm>
          <a:prstGeom prst="rect">
            <a:avLst/>
          </a:prstGeom>
          <a:noFill/>
          <a:ln/>
        </p:spPr>
        <p:txBody>
          <a:bodyPr wrap="square" lIns="0" tIns="0" rIns="0" bIns="0" rtlCol="0" anchor="t"/>
          <a:lstStyle/>
          <a:p>
            <a:pPr algn="l" indent="0" marL="0">
              <a:lnSpc>
                <a:spcPct val="105000"/>
              </a:lnSpc>
              <a:buNone/>
            </a:pPr>
            <a:r>
              <a:rPr lang="en-US" sz="1100" dirty="0">
                <a:solidFill>
                  <a:srgbClr val="3D68EC"/>
                </a:solidFill>
                <a:latin typeface="General Sans" pitchFamily="34" charset="0"/>
                <a:ea typeface="General Sans" pitchFamily="34" charset="-122"/>
                <a:cs typeface="General Sans" pitchFamily="34" charset="-120"/>
              </a:rPr>
              <a:t>Loop je vast? Roep iemand, dan zoeken we het samen uit.</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00AF81"/>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Shape 70"/>
          <p:cNvSpPr/>
          <p:nvPr/>
        </p:nvSpPr>
        <p:spPr>
          <a:xfrm>
            <a:off x="548640" y="1280160"/>
            <a:ext cx="1005840" cy="1005840"/>
          </a:xfrm>
          <a:prstGeom prst="ellipse">
            <a:avLst/>
          </a:prstGeom>
          <a:solidFill>
            <a:srgbClr val="F4D9DC"/>
          </a:solidFill>
          <a:ln/>
        </p:spPr>
        <p:txBody>
          <a:bodyPr/>
          <a:lstStyle/>
          <a:p>
            <a:endParaRPr/>
          </a:p>
        </p:txBody>
      </p:sp>
      <p:sp>
        <p:nvSpPr>
          <p:cNvPr id="73" name="Text 71"/>
          <p:cNvSpPr/>
          <p:nvPr/>
        </p:nvSpPr>
        <p:spPr>
          <a:xfrm>
            <a:off x="548640" y="1280160"/>
            <a:ext cx="1005840" cy="1005840"/>
          </a:xfrm>
          <a:prstGeom prst="rect">
            <a:avLst/>
          </a:prstGeom>
          <a:noFill/>
          <a:ln/>
        </p:spPr>
        <p:txBody>
          <a:bodyPr wrap="square" lIns="0" tIns="0" rIns="0" bIns="0" rtlCol="0" anchor="ctr"/>
          <a:lstStyle/>
          <a:p>
            <a:pPr marL="0" indent="0" algn="ctr">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1</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marL="0" indent="0" algn="l">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Ronde 1: ken je data</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marL="0" indent="0" algn="l">
              <a:lnSpc>
                <a:spcPct val="105000"/>
              </a:lnSpc>
              <a:buNone/>
            </a:pPr>
            <a:r>
              <a:rPr lang="en-US" sz="2200" dirty="0">
                <a:solidFill>
                  <a:srgbClr val="000000"/>
                </a:solidFill>
                <a:latin typeface="Cooper Lt BT" pitchFamily="34" charset="0"/>
                <a:ea typeface="Cooper Lt BT" pitchFamily="34" charset="-122"/>
                <a:cs typeface="Cooper Lt BT" pitchFamily="34" charset="-120"/>
              </a:rPr>
              <a:t>15 minuten. Typ /1-verkennen en beantwoord de vragen van de agent.</a:t>
            </a:r>
            <a:endParaRPr lang="en-US" sz="2200" dirty="0"/>
          </a:p>
        </p:txBody>
      </p:sp>
      <p:pic>
        <p:nvPicPr>
          <p:cNvPr id="76" name="Image 0" descr="exports\261005_workshop_rad_uitvoering\img\data.png"/>
          <p:cNvPicPr>
            <a:picLocks noChangeAspect="1"/>
          </p:cNvPicPr>
          <p:nvPr/>
        </p:nvPicPr>
        <p:blipFill>
          <a:blip r:embed="rId3"/>
          <a:stretch>
            <a:fillRect/>
          </a:stretch>
        </p:blipFill>
        <p:spPr>
          <a:xfrm>
            <a:off x="8503920" y="1828800"/>
            <a:ext cx="3291840" cy="329184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2900" dirty="0">
                <a:solidFill>
                  <a:srgbClr val="3D68EC"/>
                </a:solidFill>
                <a:latin typeface="General Sans Semibold" pitchFamily="34" charset="0"/>
                <a:ea typeface="General Sans Semibold" pitchFamily="34" charset="-122"/>
                <a:cs typeface="General Sans Semibold" pitchFamily="34" charset="-120"/>
              </a:rPr>
              <a:t>Ronde 1: /1-verkennen maakt je dataprofiel</a:t>
            </a:r>
            <a:endParaRPr lang="en-US" sz="2900" dirty="0"/>
          </a:p>
        </p:txBody>
      </p:sp>
      <p:sp>
        <p:nvSpPr>
          <p:cNvPr id="73" name="Shape 71"/>
          <p:cNvSpPr/>
          <p:nvPr/>
        </p:nvSpPr>
        <p:spPr>
          <a:xfrm>
            <a:off x="548640" y="1371600"/>
            <a:ext cx="3393338" cy="2560320"/>
          </a:xfrm>
          <a:prstGeom prst="roundRect">
            <a:avLst>
              <a:gd name="adj" fmla="val 3571"/>
            </a:avLst>
          </a:prstGeom>
          <a:solidFill>
            <a:srgbClr val="3D68EC"/>
          </a:solidFill>
          <a:ln/>
        </p:spPr>
        <p:txBody>
          <a:bodyPr/>
          <a:lstStyle/>
          <a:p>
            <a:endParaRPr/>
          </a:p>
        </p:txBody>
      </p:sp>
      <p:sp>
        <p:nvSpPr>
          <p:cNvPr id="74" name="Shape 72"/>
          <p:cNvSpPr/>
          <p:nvPr/>
        </p:nvSpPr>
        <p:spPr>
          <a:xfrm>
            <a:off x="822960" y="1645920"/>
            <a:ext cx="548640" cy="548640"/>
          </a:xfrm>
          <a:prstGeom prst="ellipse">
            <a:avLst/>
          </a:prstGeom>
          <a:solidFill>
            <a:srgbClr val="F4D74B"/>
          </a:solidFill>
          <a:ln/>
        </p:spPr>
        <p:txBody>
          <a:bodyPr/>
          <a:lstStyle/>
          <a:p>
            <a:endParaRPr/>
          </a:p>
        </p:txBody>
      </p:sp>
      <p:sp>
        <p:nvSpPr>
          <p:cNvPr id="75" name="Text 73"/>
          <p:cNvSpPr/>
          <p:nvPr/>
        </p:nvSpPr>
        <p:spPr>
          <a:xfrm>
            <a:off x="822960"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pic>
        <p:nvPicPr>
          <p:cNvPr id="76" name="Image 0" descr="exports\_hulp2\img\laptop.png"/>
          <p:cNvPicPr>
            <a:picLocks noChangeAspect="1"/>
          </p:cNvPicPr>
          <p:nvPr/>
        </p:nvPicPr>
        <p:blipFill>
          <a:blip r:embed="rId3"/>
          <a:stretch>
            <a:fillRect/>
          </a:stretch>
        </p:blipFill>
        <p:spPr>
          <a:xfrm>
            <a:off x="2753258" y="1554480"/>
            <a:ext cx="1005840" cy="1005840"/>
          </a:xfrm>
          <a:prstGeom prst="rect">
            <a:avLst/>
          </a:prstGeom>
        </p:spPr>
      </p:pic>
      <p:sp>
        <p:nvSpPr>
          <p:cNvPr id="77" name="Text 74"/>
          <p:cNvSpPr/>
          <p:nvPr/>
        </p:nvSpPr>
        <p:spPr>
          <a:xfrm>
            <a:off x="822960" y="2423160"/>
            <a:ext cx="2844698" cy="338328"/>
          </a:xfrm>
          <a:prstGeom prst="rect">
            <a:avLst/>
          </a:prstGeom>
          <a:noFill/>
          <a:ln/>
        </p:spPr>
        <p:txBody>
          <a:bodyPr wrap="square" lIns="0" tIns="0" rIns="0" bIns="0" rtlCol="0" anchor="t"/>
          <a:lstStyle/>
          <a:p>
            <a:pPr marL="0" indent="0" algn="l">
              <a:lnSpc>
                <a:spcPct val="105000"/>
              </a:lnSpc>
              <a:buNone/>
            </a:pPr>
            <a:r>
              <a:rPr lang="en-US" sz="2200" dirty="0">
                <a:solidFill>
                  <a:srgbClr val="F4D9DC"/>
                </a:solidFill>
                <a:latin typeface="General Sans Semibold" pitchFamily="34" charset="0"/>
                <a:ea typeface="General Sans Semibold" pitchFamily="34" charset="-122"/>
                <a:cs typeface="General Sans Semibold" pitchFamily="34" charset="-120"/>
              </a:rPr>
              <a:t>Typ</a:t>
            </a:r>
            <a:endParaRPr lang="en-US" sz="2200" dirty="0"/>
          </a:p>
        </p:txBody>
      </p:sp>
      <p:sp>
        <p:nvSpPr>
          <p:cNvPr id="78" name="Text 75"/>
          <p:cNvSpPr/>
          <p:nvPr/>
        </p:nvSpPr>
        <p:spPr>
          <a:xfrm>
            <a:off x="822960" y="3035808"/>
            <a:ext cx="2844698" cy="54102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/1-verkennen</a:t>
            </a:r>
            <a:endParaRPr lang="en-US" sz="1500" dirty="0"/>
          </a:p>
        </p:txBody>
      </p:sp>
      <p:sp>
        <p:nvSpPr>
          <p:cNvPr id="79" name="Shape 76"/>
          <p:cNvSpPr/>
          <p:nvPr/>
        </p:nvSpPr>
        <p:spPr>
          <a:xfrm>
            <a:off x="4051706" y="2377440"/>
            <a:ext cx="237744" cy="548640"/>
          </a:xfrm>
          <a:prstGeom prst="chevron">
            <a:avLst/>
          </a:prstGeom>
          <a:solidFill>
            <a:srgbClr val="3D68EC"/>
          </a:solidFill>
          <a:ln/>
        </p:spPr>
        <p:txBody>
          <a:bodyPr/>
          <a:lstStyle/>
          <a:p>
            <a:endParaRPr/>
          </a:p>
        </p:txBody>
      </p:sp>
      <p:sp>
        <p:nvSpPr>
          <p:cNvPr id="80" name="Shape 77"/>
          <p:cNvSpPr/>
          <p:nvPr/>
        </p:nvSpPr>
        <p:spPr>
          <a:xfrm>
            <a:off x="4399178" y="1371600"/>
            <a:ext cx="3393338" cy="2560320"/>
          </a:xfrm>
          <a:prstGeom prst="roundRect">
            <a:avLst>
              <a:gd name="adj" fmla="val 3571"/>
            </a:avLst>
          </a:prstGeom>
          <a:solidFill>
            <a:srgbClr val="DD784B"/>
          </a:solidFill>
          <a:ln/>
        </p:spPr>
        <p:txBody>
          <a:bodyPr/>
          <a:lstStyle/>
          <a:p>
            <a:endParaRPr/>
          </a:p>
        </p:txBody>
      </p:sp>
      <p:sp>
        <p:nvSpPr>
          <p:cNvPr id="81" name="Shape 78"/>
          <p:cNvSpPr/>
          <p:nvPr/>
        </p:nvSpPr>
        <p:spPr>
          <a:xfrm>
            <a:off x="4673498" y="1645920"/>
            <a:ext cx="548640" cy="548640"/>
          </a:xfrm>
          <a:prstGeom prst="ellipse">
            <a:avLst/>
          </a:prstGeom>
          <a:solidFill>
            <a:srgbClr val="F4D9DC"/>
          </a:solidFill>
          <a:ln/>
        </p:spPr>
        <p:txBody>
          <a:bodyPr/>
          <a:lstStyle/>
          <a:p>
            <a:endParaRPr/>
          </a:p>
        </p:txBody>
      </p:sp>
      <p:sp>
        <p:nvSpPr>
          <p:cNvPr id="82" name="Text 79"/>
          <p:cNvSpPr/>
          <p:nvPr/>
        </p:nvSpPr>
        <p:spPr>
          <a:xfrm>
            <a:off x="4673498"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pic>
        <p:nvPicPr>
          <p:cNvPr id="83" name="Image 1" descr="exports\_hulp2\img\gesprek.png"/>
          <p:cNvPicPr>
            <a:picLocks noChangeAspect="1"/>
          </p:cNvPicPr>
          <p:nvPr/>
        </p:nvPicPr>
        <p:blipFill>
          <a:blip r:embed="rId4"/>
          <a:stretch>
            <a:fillRect/>
          </a:stretch>
        </p:blipFill>
        <p:spPr>
          <a:xfrm>
            <a:off x="6603797" y="1554480"/>
            <a:ext cx="1005840" cy="1005840"/>
          </a:xfrm>
          <a:prstGeom prst="rect">
            <a:avLst/>
          </a:prstGeom>
        </p:spPr>
      </p:pic>
      <p:sp>
        <p:nvSpPr>
          <p:cNvPr id="84" name="Text 80"/>
          <p:cNvSpPr/>
          <p:nvPr/>
        </p:nvSpPr>
        <p:spPr>
          <a:xfrm>
            <a:off x="4673498" y="2423160"/>
            <a:ext cx="2844698" cy="338328"/>
          </a:xfrm>
          <a:prstGeom prst="rect">
            <a:avLst/>
          </a:prstGeom>
          <a:noFill/>
          <a:ln/>
        </p:spPr>
        <p:txBody>
          <a:bodyPr wrap="square" lIns="0" tIns="0" rIns="0" bIns="0" rtlCol="0" anchor="t"/>
          <a:lstStyle/>
          <a:p>
            <a:pPr marL="0" indent="0" algn="l">
              <a:lnSpc>
                <a:spcPct val="105000"/>
              </a:lnSpc>
              <a:buNone/>
            </a:pPr>
            <a:r>
              <a:rPr lang="en-US" sz="2200" dirty="0">
                <a:solidFill>
                  <a:srgbClr val="000000"/>
                </a:solidFill>
                <a:latin typeface="General Sans Semibold" pitchFamily="34" charset="0"/>
                <a:ea typeface="General Sans Semibold" pitchFamily="34" charset="-122"/>
                <a:cs typeface="General Sans Semibold" pitchFamily="34" charset="-120"/>
              </a:rPr>
              <a:t>Beantwoord</a:t>
            </a:r>
            <a:endParaRPr lang="en-US" sz="2200" dirty="0"/>
          </a:p>
        </p:txBody>
      </p:sp>
      <p:sp>
        <p:nvSpPr>
          <p:cNvPr id="85" name="Text 81"/>
          <p:cNvSpPr/>
          <p:nvPr/>
        </p:nvSpPr>
        <p:spPr>
          <a:xfrm>
            <a:off x="4673498" y="3035808"/>
            <a:ext cx="284469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De vragen van de agent</a:t>
            </a:r>
            <a:endParaRPr lang="en-US" sz="1500" dirty="0"/>
          </a:p>
        </p:txBody>
      </p:sp>
      <p:sp>
        <p:nvSpPr>
          <p:cNvPr id="86" name="Shape 82"/>
          <p:cNvSpPr/>
          <p:nvPr/>
        </p:nvSpPr>
        <p:spPr>
          <a:xfrm>
            <a:off x="7902245" y="2377440"/>
            <a:ext cx="237744" cy="548640"/>
          </a:xfrm>
          <a:prstGeom prst="chevron">
            <a:avLst/>
          </a:prstGeom>
          <a:solidFill>
            <a:srgbClr val="3D68EC"/>
          </a:solidFill>
          <a:ln/>
        </p:spPr>
        <p:txBody>
          <a:bodyPr/>
          <a:lstStyle/>
          <a:p>
            <a:endParaRPr/>
          </a:p>
        </p:txBody>
      </p:sp>
      <p:sp>
        <p:nvSpPr>
          <p:cNvPr id="87" name="Shape 83"/>
          <p:cNvSpPr/>
          <p:nvPr/>
        </p:nvSpPr>
        <p:spPr>
          <a:xfrm>
            <a:off x="8249717" y="1371600"/>
            <a:ext cx="3393338" cy="2560320"/>
          </a:xfrm>
          <a:prstGeom prst="roundRect">
            <a:avLst>
              <a:gd name="adj" fmla="val 3571"/>
            </a:avLst>
          </a:prstGeom>
          <a:solidFill>
            <a:srgbClr val="00AF81"/>
          </a:solidFill>
          <a:ln/>
        </p:spPr>
        <p:txBody>
          <a:bodyPr/>
          <a:lstStyle/>
          <a:p>
            <a:endParaRPr/>
          </a:p>
        </p:txBody>
      </p:sp>
      <p:sp>
        <p:nvSpPr>
          <p:cNvPr id="88" name="Shape 84"/>
          <p:cNvSpPr/>
          <p:nvPr/>
        </p:nvSpPr>
        <p:spPr>
          <a:xfrm>
            <a:off x="8524037" y="1645920"/>
            <a:ext cx="548640" cy="548640"/>
          </a:xfrm>
          <a:prstGeom prst="ellipse">
            <a:avLst/>
          </a:prstGeom>
          <a:solidFill>
            <a:srgbClr val="F4D9DC"/>
          </a:solidFill>
          <a:ln/>
        </p:spPr>
        <p:txBody>
          <a:bodyPr/>
          <a:lstStyle/>
          <a:p>
            <a:endParaRPr/>
          </a:p>
        </p:txBody>
      </p:sp>
      <p:sp>
        <p:nvSpPr>
          <p:cNvPr id="89" name="Text 85"/>
          <p:cNvSpPr/>
          <p:nvPr/>
        </p:nvSpPr>
        <p:spPr>
          <a:xfrm>
            <a:off x="8524037"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pic>
        <p:nvPicPr>
          <p:cNvPr id="90" name="Image 2" descr="exports\_hulp2\img\data.png"/>
          <p:cNvPicPr>
            <a:picLocks noChangeAspect="1"/>
          </p:cNvPicPr>
          <p:nvPr/>
        </p:nvPicPr>
        <p:blipFill>
          <a:blip r:embed="rId5"/>
          <a:stretch>
            <a:fillRect/>
          </a:stretch>
        </p:blipFill>
        <p:spPr>
          <a:xfrm>
            <a:off x="10454335" y="1554480"/>
            <a:ext cx="1005840" cy="1005840"/>
          </a:xfrm>
          <a:prstGeom prst="rect">
            <a:avLst/>
          </a:prstGeom>
        </p:spPr>
      </p:pic>
      <p:sp>
        <p:nvSpPr>
          <p:cNvPr id="91" name="Text 86"/>
          <p:cNvSpPr/>
          <p:nvPr/>
        </p:nvSpPr>
        <p:spPr>
          <a:xfrm>
            <a:off x="8524037" y="2423160"/>
            <a:ext cx="2844698" cy="338328"/>
          </a:xfrm>
          <a:prstGeom prst="rect">
            <a:avLst/>
          </a:prstGeom>
          <a:noFill/>
          <a:ln/>
        </p:spPr>
        <p:txBody>
          <a:bodyPr wrap="square" lIns="0" tIns="0" rIns="0" bIns="0" rtlCol="0" anchor="t"/>
          <a:lstStyle/>
          <a:p>
            <a:pPr marL="0" indent="0" algn="l">
              <a:lnSpc>
                <a:spcPct val="105000"/>
              </a:lnSpc>
              <a:buNone/>
            </a:pPr>
            <a:r>
              <a:rPr lang="en-US" sz="2200" dirty="0">
                <a:solidFill>
                  <a:srgbClr val="000000"/>
                </a:solidFill>
                <a:latin typeface="General Sans Semibold" pitchFamily="34" charset="0"/>
                <a:ea typeface="General Sans Semibold" pitchFamily="34" charset="-122"/>
                <a:cs typeface="General Sans Semibold" pitchFamily="34" charset="-120"/>
              </a:rPr>
              <a:t>Open</a:t>
            </a:r>
            <a:endParaRPr lang="en-US" sz="2200" dirty="0"/>
          </a:p>
        </p:txBody>
      </p:sp>
      <p:sp>
        <p:nvSpPr>
          <p:cNvPr id="92" name="Text 87"/>
          <p:cNvSpPr/>
          <p:nvPr/>
        </p:nvSpPr>
        <p:spPr>
          <a:xfrm>
            <a:off x="8524037" y="3035808"/>
            <a:ext cx="284469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data-profiel.html: wat er in de data zit</a:t>
            </a:r>
            <a:endParaRPr lang="en-US" sz="15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CCEEE6"/>
        </a:solidFill>
      </p:bgPr>
    </p:bg>
    <p:spTree>
      <p:nvGrpSpPr>
        <p:cNvPr id="1" name=""/>
        <p:cNvGrpSpPr/>
        <p:nvPr/>
      </p:nvGrpSpPr>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Kijk mee: van skill tot dataprofiel</a:t>
            </a:r>
            <a:endParaRPr lang="en-US" sz="3400" dirty="0"/>
          </a:p>
        </p:txBody>
      </p:sp>
      <p:pic>
        <p:nvPicPr>
          <p:cNvPr id="3" name="Video 2 · 2:05 · ronde 1, de data verkennen">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2621128" y="1371600"/>
            <a:ext cx="6949440" cy="4343400"/>
          </a:xfrm>
          <a:prstGeom prst="rect">
            <a:avLst/>
          </a:prstGeom>
        </p:spPr>
      </p:pic>
      <p:sp>
        <p:nvSpPr>
          <p:cNvPr id="74" name="Text 71"/>
          <p:cNvSpPr/>
          <p:nvPr/>
        </p:nvSpPr>
        <p:spPr>
          <a:xfrm>
            <a:off x="548640" y="5852160"/>
            <a:ext cx="11094415" cy="365760"/>
          </a:xfrm>
          <a:prstGeom prst="rect">
            <a:avLst/>
          </a:prstGeom>
          <a:noFill/>
          <a:ln/>
        </p:spPr>
        <p:txBody>
          <a:bodyPr wrap="square" lIns="0" tIns="0" rIns="0" bIns="0" rtlCol="0" anchor="t"/>
          <a:lstStyle/>
          <a:p>
            <a:pPr algn="ctr" indent="0" marL="0">
              <a:lnSpc>
                <a:spcPct val="105000"/>
              </a:lnSpc>
              <a:buNone/>
            </a:pPr>
            <a:r>
              <a:rPr lang="en-US" sz="1300" dirty="0">
                <a:solidFill>
                  <a:srgbClr val="000000"/>
                </a:solidFill>
                <a:latin typeface="General Sans" pitchFamily="34" charset="0"/>
                <a:ea typeface="General Sans" pitchFamily="34" charset="-122"/>
                <a:cs typeface="General Sans" pitchFamily="34" charset="-120"/>
              </a:rPr>
              <a:t>Video 2 · 2:05 · ronde 1, de data verkennen</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bg>
      <p:bgPr>
        <a:solidFill>
          <a:srgbClr val="DD784B"/>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Shape 70"/>
          <p:cNvSpPr/>
          <p:nvPr/>
        </p:nvSpPr>
        <p:spPr>
          <a:xfrm>
            <a:off x="548640" y="1280160"/>
            <a:ext cx="1005840" cy="1005840"/>
          </a:xfrm>
          <a:prstGeom prst="ellipse">
            <a:avLst/>
          </a:prstGeom>
          <a:solidFill>
            <a:srgbClr val="F4D9DC"/>
          </a:solidFill>
          <a:ln/>
        </p:spPr>
        <p:txBody>
          <a:bodyPr/>
          <a:lstStyle/>
          <a:p>
            <a:endParaRPr/>
          </a:p>
        </p:txBody>
      </p:sp>
      <p:sp>
        <p:nvSpPr>
          <p:cNvPr id="73" name="Text 71"/>
          <p:cNvSpPr/>
          <p:nvPr/>
        </p:nvSpPr>
        <p:spPr>
          <a:xfrm>
            <a:off x="548640" y="1280160"/>
            <a:ext cx="1005840" cy="1005840"/>
          </a:xfrm>
          <a:prstGeom prst="rect">
            <a:avLst/>
          </a:prstGeom>
          <a:noFill/>
          <a:ln/>
        </p:spPr>
        <p:txBody>
          <a:bodyPr wrap="square" lIns="0" tIns="0" rIns="0" bIns="0" rtlCol="0" anchor="ctr"/>
          <a:lstStyle/>
          <a:p>
            <a:pPr marL="0" indent="0" algn="ctr">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2</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marL="0" indent="0" algn="l">
              <a:lnSpc>
                <a:spcPct val="105000"/>
              </a:lnSpc>
              <a:buNone/>
            </a:pPr>
            <a:r>
              <a:rPr lang="en-US" sz="4800" dirty="0">
                <a:solidFill>
                  <a:srgbClr val="000000"/>
                </a:solidFill>
                <a:latin typeface="General Sans Semibold" pitchFamily="34" charset="0"/>
                <a:ea typeface="General Sans Semibold" pitchFamily="34" charset="-122"/>
                <a:cs typeface="General Sans Semibold" pitchFamily="34" charset="-120"/>
              </a:rPr>
              <a:t>Spiegelmoment 1: kijk in de skill</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marL="0" indent="0" algn="l">
              <a:lnSpc>
                <a:spcPct val="105000"/>
              </a:lnSpc>
              <a:buNone/>
            </a:pPr>
            <a:r>
              <a:rPr lang="en-US" sz="2200" dirty="0">
                <a:solidFill>
                  <a:srgbClr val="000000"/>
                </a:solidFill>
                <a:latin typeface="Cooper Lt BT" pitchFamily="34" charset="0"/>
                <a:ea typeface="Cooper Lt BT" pitchFamily="34" charset="-122"/>
                <a:cs typeface="Cooper Lt BT" pitchFamily="34" charset="-120"/>
              </a:rPr>
              <a:t>Wat deed /1-verkennen, en welke keuzes maakte jij?</a:t>
            </a:r>
            <a:endParaRPr lang="en-US" sz="2200" dirty="0"/>
          </a:p>
        </p:txBody>
      </p:sp>
      <p:pic>
        <p:nvPicPr>
          <p:cNvPr id="76" name="Image 0" descr="exports\261005_workshop_rad_uitvoering\img\Boek puzzelstuk.png"/>
          <p:cNvPicPr>
            <a:picLocks noChangeAspect="1"/>
          </p:cNvPicPr>
          <p:nvPr/>
        </p:nvPicPr>
        <p:blipFill>
          <a:blip r:embed="rId3"/>
          <a:stretch>
            <a:fillRect/>
          </a:stretch>
        </p:blipFill>
        <p:spPr>
          <a:xfrm>
            <a:off x="8503920" y="1828800"/>
            <a:ext cx="3291840" cy="329184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D6E2FD"/>
        </a:solidFill>
      </p:bgPr>
    </p:bg>
    <p:spTree>
      <p:nvGrpSpPr>
        <p:cNvPr id="1" name=""/>
        <p:cNvGrpSpPr/>
        <p:nvPr/>
      </p:nvGrpSpPr>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/1-verkennen: vier stappen, vier valkuilen</a:t>
            </a:r>
            <a:endParaRPr lang="en-US" sz="3100" dirty="0"/>
          </a:p>
        </p:txBody>
      </p:sp>
      <p:sp>
        <p:nvSpPr>
          <p:cNvPr id="73" name="Text 71"/>
          <p:cNvSpPr/>
          <p:nvPr/>
        </p:nvSpPr>
        <p:spPr>
          <a:xfrm>
            <a:off x="548640" y="1371600"/>
            <a:ext cx="11094415"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WAT DE SKILL DOET</a:t>
            </a:r>
            <a:endParaRPr lang="en-US" sz="1100" dirty="0"/>
          </a:p>
        </p:txBody>
      </p:sp>
      <p:sp>
        <p:nvSpPr>
          <p:cNvPr id="74" name="Shape 72"/>
          <p:cNvSpPr/>
          <p:nvPr/>
        </p:nvSpPr>
        <p:spPr>
          <a:xfrm>
            <a:off x="548640" y="1737360"/>
            <a:ext cx="2567864" cy="1805940"/>
          </a:xfrm>
          <a:prstGeom prst="roundRect">
            <a:avLst>
              <a:gd name="adj" fmla="val 7178"/>
            </a:avLst>
          </a:prstGeom>
          <a:solidFill>
            <a:srgbClr val="3D68EC"/>
          </a:solidFill>
          <a:ln/>
        </p:spPr>
      </p:sp>
      <p:sp>
        <p:nvSpPr>
          <p:cNvPr id="75" name="Shape 73"/>
          <p:cNvSpPr/>
          <p:nvPr/>
        </p:nvSpPr>
        <p:spPr>
          <a:xfrm>
            <a:off x="822960" y="1920240"/>
            <a:ext cx="420624" cy="420624"/>
          </a:xfrm>
          <a:prstGeom prst="ellipse">
            <a:avLst/>
          </a:prstGeom>
          <a:solidFill>
            <a:srgbClr val="F4D74B"/>
          </a:solidFill>
          <a:ln/>
        </p:spPr>
      </p:sp>
      <p:sp>
        <p:nvSpPr>
          <p:cNvPr id="76" name="Text 74"/>
          <p:cNvSpPr/>
          <p:nvPr/>
        </p:nvSpPr>
        <p:spPr>
          <a:xfrm>
            <a:off x="822960" y="1920240"/>
            <a:ext cx="420624" cy="420624"/>
          </a:xfrm>
          <a:prstGeom prst="rect">
            <a:avLst/>
          </a:prstGeom>
          <a:noFill/>
          <a:ln/>
        </p:spPr>
        <p:txBody>
          <a:bodyPr wrap="square" lIns="0" tIns="0" rIns="0" bIns="0" rtlCol="0" anchor="ctr"/>
          <a:lstStyle/>
          <a:p>
            <a:pPr algn="ctr" indent="0" marL="0">
              <a:lnSpc>
                <a:spcPct val="105000"/>
              </a:lnSpc>
              <a:buNone/>
            </a:pPr>
            <a:r>
              <a:rPr lang="en-US" sz="1600" dirty="0">
                <a:solidFill>
                  <a:srgbClr val="3D68EC"/>
                </a:solidFill>
                <a:latin typeface="General Sans Semibold" pitchFamily="34" charset="0"/>
                <a:ea typeface="General Sans Semibold" pitchFamily="34" charset="-122"/>
                <a:cs typeface="General Sans Semibold" pitchFamily="34" charset="-120"/>
              </a:rPr>
              <a:t>1</a:t>
            </a:r>
            <a:endParaRPr lang="en-US" sz="1600" dirty="0"/>
          </a:p>
        </p:txBody>
      </p:sp>
      <p:sp>
        <p:nvSpPr>
          <p:cNvPr id="77" name="Text 75"/>
          <p:cNvSpPr/>
          <p:nvPr/>
        </p:nvSpPr>
        <p:spPr>
          <a:xfrm>
            <a:off x="1371600" y="1938528"/>
            <a:ext cx="1470584" cy="871728"/>
          </a:xfrm>
          <a:prstGeom prst="rect">
            <a:avLst/>
          </a:prstGeom>
          <a:noFill/>
          <a:ln/>
        </p:spPr>
        <p:txBody>
          <a:bodyPr wrap="square" lIns="0" tIns="0" rIns="0" bIns="0" rtlCol="0" anchor="t"/>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Kolommen</a:t>
            </a:r>
            <a:endParaRPr lang="en-US" sz="2000" dirty="0"/>
          </a:p>
        </p:txBody>
      </p:sp>
      <p:sp>
        <p:nvSpPr>
          <p:cNvPr id="78" name="Text 76"/>
          <p:cNvSpPr/>
          <p:nvPr/>
        </p:nvSpPr>
        <p:spPr>
          <a:xfrm>
            <a:off x="822960" y="2993136"/>
            <a:ext cx="2019224" cy="413004"/>
          </a:xfrm>
          <a:prstGeom prst="rect">
            <a:avLst/>
          </a:prstGeom>
          <a:noFill/>
          <a:ln/>
        </p:spPr>
        <p:txBody>
          <a:bodyPr wrap="square" lIns="0" tIns="0" rIns="0" bIns="0" rtlCol="0" anchor="t"/>
          <a:lstStyle/>
          <a:p>
            <a:pPr algn="l" indent="0" marL="0">
              <a:lnSpc>
                <a:spcPct val="105000"/>
              </a:lnSpc>
              <a:buNone/>
            </a:pPr>
            <a:r>
              <a:rPr lang="en-US" sz="1200" dirty="0">
                <a:solidFill>
                  <a:srgbClr val="F4D9DC"/>
                </a:solidFill>
                <a:latin typeface="General Sans" pitchFamily="34" charset="0"/>
                <a:ea typeface="General Sans" pitchFamily="34" charset="-122"/>
                <a:cs typeface="General Sans" pitchFamily="34" charset="-120"/>
              </a:rPr>
              <a:t>Wat een rij is en welke kolom niet vergelijkt</a:t>
            </a:r>
            <a:endParaRPr lang="en-US" sz="1200" dirty="0"/>
          </a:p>
        </p:txBody>
      </p:sp>
      <p:sp>
        <p:nvSpPr>
          <p:cNvPr id="79" name="Shape 77"/>
          <p:cNvSpPr/>
          <p:nvPr/>
        </p:nvSpPr>
        <p:spPr>
          <a:xfrm>
            <a:off x="3390824" y="1737360"/>
            <a:ext cx="2567864" cy="1805940"/>
          </a:xfrm>
          <a:prstGeom prst="roundRect">
            <a:avLst>
              <a:gd name="adj" fmla="val 7178"/>
            </a:avLst>
          </a:prstGeom>
          <a:solidFill>
            <a:srgbClr val="3D68EC"/>
          </a:solidFill>
          <a:ln/>
        </p:spPr>
      </p:sp>
      <p:sp>
        <p:nvSpPr>
          <p:cNvPr id="80" name="Shape 78"/>
          <p:cNvSpPr/>
          <p:nvPr/>
        </p:nvSpPr>
        <p:spPr>
          <a:xfrm>
            <a:off x="3665144" y="1920240"/>
            <a:ext cx="420624" cy="420624"/>
          </a:xfrm>
          <a:prstGeom prst="ellipse">
            <a:avLst/>
          </a:prstGeom>
          <a:solidFill>
            <a:srgbClr val="F4D74B"/>
          </a:solidFill>
          <a:ln/>
        </p:spPr>
      </p:sp>
      <p:sp>
        <p:nvSpPr>
          <p:cNvPr id="81" name="Text 79"/>
          <p:cNvSpPr/>
          <p:nvPr/>
        </p:nvSpPr>
        <p:spPr>
          <a:xfrm>
            <a:off x="3665144" y="1920240"/>
            <a:ext cx="420624" cy="420624"/>
          </a:xfrm>
          <a:prstGeom prst="rect">
            <a:avLst/>
          </a:prstGeom>
          <a:noFill/>
          <a:ln/>
        </p:spPr>
        <p:txBody>
          <a:bodyPr wrap="square" lIns="0" tIns="0" rIns="0" bIns="0" rtlCol="0" anchor="ctr"/>
          <a:lstStyle/>
          <a:p>
            <a:pPr algn="ctr" indent="0" marL="0">
              <a:lnSpc>
                <a:spcPct val="105000"/>
              </a:lnSpc>
              <a:buNone/>
            </a:pPr>
            <a:r>
              <a:rPr lang="en-US" sz="1600" dirty="0">
                <a:solidFill>
                  <a:srgbClr val="3D68EC"/>
                </a:solidFill>
                <a:latin typeface="General Sans Semibold" pitchFamily="34" charset="0"/>
                <a:ea typeface="General Sans Semibold" pitchFamily="34" charset="-122"/>
                <a:cs typeface="General Sans Semibold" pitchFamily="34" charset="-120"/>
              </a:rPr>
              <a:t>2</a:t>
            </a:r>
            <a:endParaRPr lang="en-US" sz="1600" dirty="0"/>
          </a:p>
        </p:txBody>
      </p:sp>
      <p:sp>
        <p:nvSpPr>
          <p:cNvPr id="82" name="Text 80"/>
          <p:cNvSpPr/>
          <p:nvPr/>
        </p:nvSpPr>
        <p:spPr>
          <a:xfrm>
            <a:off x="4213784" y="1938528"/>
            <a:ext cx="1470584" cy="871728"/>
          </a:xfrm>
          <a:prstGeom prst="rect">
            <a:avLst/>
          </a:prstGeom>
          <a:noFill/>
          <a:ln/>
        </p:spPr>
        <p:txBody>
          <a:bodyPr wrap="square" lIns="0" tIns="0" rIns="0" bIns="0" rtlCol="0" anchor="t"/>
          <a:lstStyle/>
          <a:p>
            <a:pPr algn="l" indent="0" marL="0">
              <a:lnSpc>
                <a:spcPct val="105000"/>
              </a:lnSpc>
              <a:buNone/>
            </a:pPr>
            <a:r>
              <a:rPr lang="en-US" sz="1900" dirty="0">
                <a:solidFill>
                  <a:srgbClr val="F4D9DC"/>
                </a:solidFill>
                <a:latin typeface="General Sans Semibold" pitchFamily="34" charset="0"/>
                <a:ea typeface="General Sans Semibold" pitchFamily="34" charset="-122"/>
                <a:cs typeface="General Sans Semibold" pitchFamily="34" charset="-120"/>
              </a:rPr>
              <a:t>Definities en privacy</a:t>
            </a:r>
            <a:endParaRPr lang="en-US" sz="1900" dirty="0"/>
          </a:p>
        </p:txBody>
      </p:sp>
      <p:sp>
        <p:nvSpPr>
          <p:cNvPr id="83" name="Text 81"/>
          <p:cNvSpPr/>
          <p:nvPr/>
        </p:nvSpPr>
        <p:spPr>
          <a:xfrm>
            <a:off x="3665144" y="2993136"/>
            <a:ext cx="2019224" cy="413004"/>
          </a:xfrm>
          <a:prstGeom prst="rect">
            <a:avLst/>
          </a:prstGeom>
          <a:noFill/>
          <a:ln/>
        </p:spPr>
        <p:txBody>
          <a:bodyPr wrap="square" lIns="0" tIns="0" rIns="0" bIns="0" rtlCol="0" anchor="t"/>
          <a:lstStyle/>
          <a:p>
            <a:pPr algn="l" indent="0" marL="0">
              <a:lnSpc>
                <a:spcPct val="105000"/>
              </a:lnSpc>
              <a:buNone/>
            </a:pPr>
            <a:r>
              <a:rPr lang="en-US" sz="1300" dirty="0">
                <a:solidFill>
                  <a:srgbClr val="F4D9DC"/>
                </a:solidFill>
                <a:latin typeface="General Sans" pitchFamily="34" charset="0"/>
                <a:ea typeface="General Sans" pitchFamily="34" charset="-122"/>
                <a:cs typeface="General Sans" pitchFamily="34" charset="-120"/>
              </a:rPr>
              <a:t>Wat je telt, drempel kleine groepen</a:t>
            </a:r>
            <a:endParaRPr lang="en-US" sz="1300" dirty="0"/>
          </a:p>
        </p:txBody>
      </p:sp>
      <p:sp>
        <p:nvSpPr>
          <p:cNvPr id="84" name="Shape 82"/>
          <p:cNvSpPr/>
          <p:nvPr/>
        </p:nvSpPr>
        <p:spPr>
          <a:xfrm>
            <a:off x="6233008" y="1737360"/>
            <a:ext cx="2567864" cy="1805940"/>
          </a:xfrm>
          <a:prstGeom prst="roundRect">
            <a:avLst>
              <a:gd name="adj" fmla="val 7178"/>
            </a:avLst>
          </a:prstGeom>
          <a:solidFill>
            <a:srgbClr val="3D68EC"/>
          </a:solidFill>
          <a:ln/>
        </p:spPr>
      </p:sp>
      <p:sp>
        <p:nvSpPr>
          <p:cNvPr id="85" name="Shape 83"/>
          <p:cNvSpPr/>
          <p:nvPr/>
        </p:nvSpPr>
        <p:spPr>
          <a:xfrm>
            <a:off x="6507328" y="1920240"/>
            <a:ext cx="420624" cy="420624"/>
          </a:xfrm>
          <a:prstGeom prst="ellipse">
            <a:avLst/>
          </a:prstGeom>
          <a:solidFill>
            <a:srgbClr val="F4D74B"/>
          </a:solidFill>
          <a:ln/>
        </p:spPr>
      </p:sp>
      <p:sp>
        <p:nvSpPr>
          <p:cNvPr id="86" name="Text 84"/>
          <p:cNvSpPr/>
          <p:nvPr/>
        </p:nvSpPr>
        <p:spPr>
          <a:xfrm>
            <a:off x="6507328" y="1920240"/>
            <a:ext cx="420624" cy="420624"/>
          </a:xfrm>
          <a:prstGeom prst="rect">
            <a:avLst/>
          </a:prstGeom>
          <a:noFill/>
          <a:ln/>
        </p:spPr>
        <p:txBody>
          <a:bodyPr wrap="square" lIns="0" tIns="0" rIns="0" bIns="0" rtlCol="0" anchor="ctr"/>
          <a:lstStyle/>
          <a:p>
            <a:pPr algn="ctr" indent="0" marL="0">
              <a:lnSpc>
                <a:spcPct val="105000"/>
              </a:lnSpc>
              <a:buNone/>
            </a:pPr>
            <a:r>
              <a:rPr lang="en-US" sz="1600" dirty="0">
                <a:solidFill>
                  <a:srgbClr val="3D68EC"/>
                </a:solidFill>
                <a:latin typeface="General Sans Semibold" pitchFamily="34" charset="0"/>
                <a:ea typeface="General Sans Semibold" pitchFamily="34" charset="-122"/>
                <a:cs typeface="General Sans Semibold" pitchFamily="34" charset="-120"/>
              </a:rPr>
              <a:t>3</a:t>
            </a:r>
            <a:endParaRPr lang="en-US" sz="1600" dirty="0"/>
          </a:p>
        </p:txBody>
      </p:sp>
      <p:sp>
        <p:nvSpPr>
          <p:cNvPr id="87" name="Text 85"/>
          <p:cNvSpPr/>
          <p:nvPr/>
        </p:nvSpPr>
        <p:spPr>
          <a:xfrm>
            <a:off x="7055968" y="1938528"/>
            <a:ext cx="1470584" cy="871728"/>
          </a:xfrm>
          <a:prstGeom prst="rect">
            <a:avLst/>
          </a:prstGeom>
          <a:noFill/>
          <a:ln/>
        </p:spPr>
        <p:txBody>
          <a:bodyPr wrap="square" lIns="0" tIns="0" rIns="0" bIns="0" rtlCol="0" anchor="t"/>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Kwaliteit</a:t>
            </a:r>
            <a:endParaRPr lang="en-US" sz="2000" dirty="0"/>
          </a:p>
        </p:txBody>
      </p:sp>
      <p:sp>
        <p:nvSpPr>
          <p:cNvPr id="88" name="Text 86"/>
          <p:cNvSpPr/>
          <p:nvPr/>
        </p:nvSpPr>
        <p:spPr>
          <a:xfrm>
            <a:off x="6507328" y="2993136"/>
            <a:ext cx="2019224" cy="413004"/>
          </a:xfrm>
          <a:prstGeom prst="rect">
            <a:avLst/>
          </a:prstGeom>
          <a:noFill/>
          <a:ln/>
        </p:spPr>
        <p:txBody>
          <a:bodyPr wrap="square" lIns="0" tIns="0" rIns="0" bIns="0" rtlCol="0" anchor="t"/>
          <a:lstStyle/>
          <a:p>
            <a:pPr algn="l" indent="0" marL="0">
              <a:lnSpc>
                <a:spcPct val="105000"/>
              </a:lnSpc>
              <a:buNone/>
            </a:pPr>
            <a:r>
              <a:rPr lang="en-US" sz="1300" dirty="0">
                <a:solidFill>
                  <a:srgbClr val="F4D9DC"/>
                </a:solidFill>
                <a:latin typeface="General Sans" pitchFamily="34" charset="0"/>
                <a:ea typeface="General Sans" pitchFamily="34" charset="-122"/>
                <a:cs typeface="General Sans" pitchFamily="34" charset="-120"/>
              </a:rPr>
              <a:t>Eén keer per jaar, lege waarden</a:t>
            </a:r>
            <a:endParaRPr lang="en-US" sz="1300" dirty="0"/>
          </a:p>
        </p:txBody>
      </p:sp>
      <p:sp>
        <p:nvSpPr>
          <p:cNvPr id="89" name="Shape 87"/>
          <p:cNvSpPr/>
          <p:nvPr/>
        </p:nvSpPr>
        <p:spPr>
          <a:xfrm>
            <a:off x="9075191" y="1737360"/>
            <a:ext cx="2567864" cy="1805940"/>
          </a:xfrm>
          <a:prstGeom prst="roundRect">
            <a:avLst>
              <a:gd name="adj" fmla="val 7178"/>
            </a:avLst>
          </a:prstGeom>
          <a:solidFill>
            <a:srgbClr val="3D68EC"/>
          </a:solidFill>
          <a:ln/>
        </p:spPr>
      </p:sp>
      <p:sp>
        <p:nvSpPr>
          <p:cNvPr id="90" name="Shape 88"/>
          <p:cNvSpPr/>
          <p:nvPr/>
        </p:nvSpPr>
        <p:spPr>
          <a:xfrm>
            <a:off x="9349511" y="1920240"/>
            <a:ext cx="420624" cy="420624"/>
          </a:xfrm>
          <a:prstGeom prst="ellipse">
            <a:avLst/>
          </a:prstGeom>
          <a:solidFill>
            <a:srgbClr val="F4D74B"/>
          </a:solidFill>
          <a:ln/>
        </p:spPr>
      </p:sp>
      <p:sp>
        <p:nvSpPr>
          <p:cNvPr id="91" name="Text 89"/>
          <p:cNvSpPr/>
          <p:nvPr/>
        </p:nvSpPr>
        <p:spPr>
          <a:xfrm>
            <a:off x="9349511" y="1920240"/>
            <a:ext cx="420624" cy="420624"/>
          </a:xfrm>
          <a:prstGeom prst="rect">
            <a:avLst/>
          </a:prstGeom>
          <a:noFill/>
          <a:ln/>
        </p:spPr>
        <p:txBody>
          <a:bodyPr wrap="square" lIns="0" tIns="0" rIns="0" bIns="0" rtlCol="0" anchor="ctr"/>
          <a:lstStyle/>
          <a:p>
            <a:pPr algn="ctr" indent="0" marL="0">
              <a:lnSpc>
                <a:spcPct val="105000"/>
              </a:lnSpc>
              <a:buNone/>
            </a:pPr>
            <a:r>
              <a:rPr lang="en-US" sz="1600" dirty="0">
                <a:solidFill>
                  <a:srgbClr val="3D68EC"/>
                </a:solidFill>
                <a:latin typeface="General Sans Semibold" pitchFamily="34" charset="0"/>
                <a:ea typeface="General Sans Semibold" pitchFamily="34" charset="-122"/>
                <a:cs typeface="General Sans Semibold" pitchFamily="34" charset="-120"/>
              </a:rPr>
              <a:t>4</a:t>
            </a:r>
            <a:endParaRPr lang="en-US" sz="1600" dirty="0"/>
          </a:p>
        </p:txBody>
      </p:sp>
      <p:sp>
        <p:nvSpPr>
          <p:cNvPr id="92" name="Text 90"/>
          <p:cNvSpPr/>
          <p:nvPr/>
        </p:nvSpPr>
        <p:spPr>
          <a:xfrm>
            <a:off x="9898151" y="1938528"/>
            <a:ext cx="1470584" cy="871728"/>
          </a:xfrm>
          <a:prstGeom prst="rect">
            <a:avLst/>
          </a:prstGeom>
          <a:noFill/>
          <a:ln/>
        </p:spPr>
        <p:txBody>
          <a:bodyPr wrap="square" lIns="0" tIns="0" rIns="0" bIns="0" rtlCol="0" anchor="t"/>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Ideeën en aannames</a:t>
            </a:r>
            <a:endParaRPr lang="en-US" sz="2000" dirty="0"/>
          </a:p>
        </p:txBody>
      </p:sp>
      <p:sp>
        <p:nvSpPr>
          <p:cNvPr id="93" name="Text 91"/>
          <p:cNvSpPr/>
          <p:nvPr/>
        </p:nvSpPr>
        <p:spPr>
          <a:xfrm>
            <a:off x="9349511" y="2993136"/>
            <a:ext cx="2019224" cy="413004"/>
          </a:xfrm>
          <a:prstGeom prst="rect">
            <a:avLst/>
          </a:prstGeom>
          <a:noFill/>
          <a:ln/>
        </p:spPr>
        <p:txBody>
          <a:bodyPr wrap="square" lIns="0" tIns="0" rIns="0" bIns="0" rtlCol="0" anchor="t"/>
          <a:lstStyle/>
          <a:p>
            <a:pPr algn="l" indent="0" marL="0">
              <a:lnSpc>
                <a:spcPct val="105000"/>
              </a:lnSpc>
              <a:buNone/>
            </a:pPr>
            <a:r>
              <a:rPr lang="en-US" sz="1300" dirty="0">
                <a:solidFill>
                  <a:srgbClr val="F4D9DC"/>
                </a:solidFill>
                <a:latin typeface="General Sans" pitchFamily="34" charset="0"/>
                <a:ea typeface="General Sans" pitchFamily="34" charset="-122"/>
                <a:cs typeface="General Sans" pitchFamily="34" charset="-120"/>
              </a:rPr>
              <a:t>Waarop het profiel leunt</a:t>
            </a:r>
            <a:endParaRPr lang="en-US" sz="1300" dirty="0"/>
          </a:p>
        </p:txBody>
      </p:sp>
      <p:sp>
        <p:nvSpPr>
          <p:cNvPr id="94" name="Text 92"/>
          <p:cNvSpPr/>
          <p:nvPr/>
        </p:nvSpPr>
        <p:spPr>
          <a:xfrm>
            <a:off x="548640" y="3817620"/>
            <a:ext cx="11094415"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WAT HIJ VOOR JE AFVANGT</a:t>
            </a:r>
            <a:endParaRPr lang="en-US" sz="1100" dirty="0"/>
          </a:p>
        </p:txBody>
      </p:sp>
      <p:sp>
        <p:nvSpPr>
          <p:cNvPr id="95" name="Shape 93"/>
          <p:cNvSpPr/>
          <p:nvPr/>
        </p:nvSpPr>
        <p:spPr>
          <a:xfrm>
            <a:off x="548640" y="4183380"/>
            <a:ext cx="2567864" cy="1634236"/>
          </a:xfrm>
          <a:prstGeom prst="roundRect">
            <a:avLst>
              <a:gd name="adj" fmla="val 8766"/>
            </a:avLst>
          </a:prstGeom>
          <a:solidFill>
            <a:srgbClr val="DD784B"/>
          </a:solidFill>
          <a:ln/>
        </p:spPr>
      </p:sp>
      <p:sp>
        <p:nvSpPr>
          <p:cNvPr id="96" name="Text 94"/>
          <p:cNvSpPr/>
          <p:nvPr/>
        </p:nvSpPr>
        <p:spPr>
          <a:xfrm>
            <a:off x="822960" y="4384548"/>
            <a:ext cx="2019224" cy="572008"/>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Laatste cohort</a:t>
            </a:r>
            <a:endParaRPr lang="en-US" sz="1900" dirty="0"/>
          </a:p>
        </p:txBody>
      </p:sp>
      <p:sp>
        <p:nvSpPr>
          <p:cNvPr id="97" name="Text 95"/>
          <p:cNvSpPr/>
          <p:nvPr/>
        </p:nvSpPr>
        <p:spPr>
          <a:xfrm>
            <a:off x="822960" y="5139436"/>
            <a:ext cx="2019224"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Nog niet af: valt weg</a:t>
            </a:r>
            <a:endParaRPr lang="en-US" sz="1500" dirty="0"/>
          </a:p>
        </p:txBody>
      </p:sp>
      <p:sp>
        <p:nvSpPr>
          <p:cNvPr id="98" name="Shape 96"/>
          <p:cNvSpPr/>
          <p:nvPr/>
        </p:nvSpPr>
        <p:spPr>
          <a:xfrm>
            <a:off x="3390824" y="4183380"/>
            <a:ext cx="2567864" cy="1634236"/>
          </a:xfrm>
          <a:prstGeom prst="roundRect">
            <a:avLst>
              <a:gd name="adj" fmla="val 8766"/>
            </a:avLst>
          </a:prstGeom>
          <a:solidFill>
            <a:srgbClr val="DD784B"/>
          </a:solidFill>
          <a:ln/>
        </p:spPr>
      </p:sp>
      <p:sp>
        <p:nvSpPr>
          <p:cNvPr id="99" name="Text 97"/>
          <p:cNvSpPr/>
          <p:nvPr/>
        </p:nvSpPr>
        <p:spPr>
          <a:xfrm>
            <a:off x="3665144" y="4384548"/>
            <a:ext cx="2019224" cy="57200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Eén waarde</a:t>
            </a:r>
            <a:endParaRPr lang="en-US" sz="2000" dirty="0"/>
          </a:p>
        </p:txBody>
      </p:sp>
      <p:sp>
        <p:nvSpPr>
          <p:cNvPr id="100" name="Text 98"/>
          <p:cNvSpPr/>
          <p:nvPr/>
        </p:nvSpPr>
        <p:spPr>
          <a:xfrm>
            <a:off x="3665144" y="5139436"/>
            <a:ext cx="2019224"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Kolom zonder variatie weg</a:t>
            </a:r>
            <a:endParaRPr lang="en-US" sz="1500" dirty="0"/>
          </a:p>
        </p:txBody>
      </p:sp>
      <p:sp>
        <p:nvSpPr>
          <p:cNvPr id="101" name="Shape 99"/>
          <p:cNvSpPr/>
          <p:nvPr/>
        </p:nvSpPr>
        <p:spPr>
          <a:xfrm>
            <a:off x="6233008" y="4183380"/>
            <a:ext cx="2567864" cy="1634236"/>
          </a:xfrm>
          <a:prstGeom prst="roundRect">
            <a:avLst>
              <a:gd name="adj" fmla="val 8766"/>
            </a:avLst>
          </a:prstGeom>
          <a:solidFill>
            <a:srgbClr val="DD784B"/>
          </a:solidFill>
          <a:ln/>
        </p:spPr>
      </p:sp>
      <p:sp>
        <p:nvSpPr>
          <p:cNvPr id="102" name="Text 100"/>
          <p:cNvSpPr/>
          <p:nvPr/>
        </p:nvSpPr>
        <p:spPr>
          <a:xfrm>
            <a:off x="6507328" y="4384548"/>
            <a:ext cx="2019224" cy="572008"/>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Kleine groepen</a:t>
            </a:r>
            <a:endParaRPr lang="en-US" sz="1900" dirty="0"/>
          </a:p>
        </p:txBody>
      </p:sp>
      <p:sp>
        <p:nvSpPr>
          <p:cNvPr id="103" name="Text 101"/>
          <p:cNvSpPr/>
          <p:nvPr/>
        </p:nvSpPr>
        <p:spPr>
          <a:xfrm>
            <a:off x="6507328" y="5139436"/>
            <a:ext cx="2019224"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Onder de 30 niet getoond</a:t>
            </a:r>
            <a:endParaRPr lang="en-US" sz="1500" dirty="0"/>
          </a:p>
        </p:txBody>
      </p:sp>
      <p:sp>
        <p:nvSpPr>
          <p:cNvPr id="104" name="Shape 102"/>
          <p:cNvSpPr/>
          <p:nvPr/>
        </p:nvSpPr>
        <p:spPr>
          <a:xfrm>
            <a:off x="9075191" y="4183380"/>
            <a:ext cx="2567864" cy="1634236"/>
          </a:xfrm>
          <a:prstGeom prst="roundRect">
            <a:avLst>
              <a:gd name="adj" fmla="val 8766"/>
            </a:avLst>
          </a:prstGeom>
          <a:solidFill>
            <a:srgbClr val="DD784B"/>
          </a:solidFill>
          <a:ln/>
        </p:spPr>
      </p:sp>
      <p:sp>
        <p:nvSpPr>
          <p:cNvPr id="105" name="Text 103"/>
          <p:cNvSpPr/>
          <p:nvPr/>
        </p:nvSpPr>
        <p:spPr>
          <a:xfrm>
            <a:off x="9349511" y="4384548"/>
            <a:ext cx="2019224" cy="57200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Geen oorzaak</a:t>
            </a:r>
            <a:endParaRPr lang="en-US" sz="2000" dirty="0"/>
          </a:p>
        </p:txBody>
      </p:sp>
      <p:sp>
        <p:nvSpPr>
          <p:cNvPr id="106" name="Text 104"/>
          <p:cNvSpPr/>
          <p:nvPr/>
        </p:nvSpPr>
        <p:spPr>
          <a:xfrm>
            <a:off x="9349511" y="5139436"/>
            <a:ext cx="2019224"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Verschil is geen effect</a:t>
            </a:r>
            <a:endParaRPr lang="en-US" sz="15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CCEEE6"/>
        </a:solidFill>
      </p:bgPr>
    </p:bg>
    <p:spTree>
      <p:nvGrpSpPr>
        <p:cNvPr id="1" name=""/>
        <p:cNvGrpSpPr/>
        <p:nvPr/>
      </p:nvGrpSpPr>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Zo ziet het dataprofiel eruit</a:t>
            </a:r>
            <a:endParaRPr lang="en-US" sz="3400" dirty="0"/>
          </a:p>
        </p:txBody>
      </p:sp>
      <p:pic>
        <p:nvPicPr>
          <p:cNvPr id="73" name="Image 0" descr="Dataprofiel met de kerncijfers en de keuzes en aannames">    </p:cNvPr>
          <p:cNvPicPr>
            <a:picLocks noChangeAspect="1"/>
          </p:cNvPicPr>
          <p:nvPr/>
        </p:nvPicPr>
        <p:blipFill>
          <a:blip r:embed="rId2"/>
          <a:stretch>
            <a:fillRect/>
          </a:stretch>
        </p:blipFill>
        <p:spPr>
          <a:xfrm>
            <a:off x="548640" y="2049162"/>
            <a:ext cx="7071055" cy="2988277"/>
          </a:xfrm>
          <a:prstGeom prst="rect">
            <a:avLst/>
          </a:prstGeom>
        </p:spPr>
      </p:pic>
      <p:sp>
        <p:nvSpPr>
          <p:cNvPr id="74" name="Text 71"/>
          <p:cNvSpPr/>
          <p:nvPr/>
        </p:nvSpPr>
        <p:spPr>
          <a:xfrm>
            <a:off x="548640" y="5852160"/>
            <a:ext cx="7071055" cy="365760"/>
          </a:xfrm>
          <a:prstGeom prst="rect">
            <a:avLst/>
          </a:prstGeom>
          <a:noFill/>
          <a:ln/>
        </p:spPr>
        <p:txBody>
          <a:bodyPr wrap="square" lIns="0" tIns="0" rIns="0" bIns="0" rtlCol="0" anchor="t"/>
          <a:lstStyle/>
          <a:p>
            <a:pPr algn="ctr" indent="0" marL="0">
              <a:lnSpc>
                <a:spcPct val="105000"/>
              </a:lnSpc>
              <a:buNone/>
            </a:pPr>
            <a:r>
              <a:rPr lang="en-US" sz="1300" dirty="0">
                <a:solidFill>
                  <a:srgbClr val="000000"/>
                </a:solidFill>
                <a:latin typeface="General Sans" pitchFamily="34" charset="0"/>
                <a:ea typeface="General Sans" pitchFamily="34" charset="-122"/>
                <a:cs typeface="General Sans" pitchFamily="34" charset="-120"/>
              </a:rPr>
              <a:t>data-profiel.html</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Dit is de uitkomst van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1-verkennen</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tegels met de kerncijfers en een tabel met je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keuzes en aannames</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Klik in Claude op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Open je dataprofiel</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9">
    <p:bg>
      <p:bgPr>
        <a:solidFill>
          <a:srgbClr val="3D68EC"/>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F4D9DC"/>
          </a:solidFill>
          <a:ln/>
        </p:spPr>
        <p:txBody>
          <a:bodyPr/>
          <a:lstStyle/>
          <a:p>
            <a:endParaRPr/>
          </a:p>
        </p:txBody>
      </p:sp>
      <p:sp>
        <p:nvSpPr>
          <p:cNvPr id="3" name="Shape 1"/>
          <p:cNvSpPr/>
          <p:nvPr/>
        </p:nvSpPr>
        <p:spPr>
          <a:xfrm>
            <a:off x="11212173" y="399224"/>
            <a:ext cx="34616" cy="34616"/>
          </a:xfrm>
          <a:prstGeom prst="ellipse">
            <a:avLst/>
          </a:prstGeom>
          <a:solidFill>
            <a:srgbClr val="F4D9DC"/>
          </a:solidFill>
          <a:ln/>
        </p:spPr>
        <p:txBody>
          <a:bodyPr/>
          <a:lstStyle/>
          <a:p>
            <a:endParaRPr/>
          </a:p>
        </p:txBody>
      </p:sp>
      <p:sp>
        <p:nvSpPr>
          <p:cNvPr id="4" name="Shape 2"/>
          <p:cNvSpPr/>
          <p:nvPr/>
        </p:nvSpPr>
        <p:spPr>
          <a:xfrm>
            <a:off x="11398641" y="399224"/>
            <a:ext cx="34616" cy="34616"/>
          </a:xfrm>
          <a:prstGeom prst="ellipse">
            <a:avLst/>
          </a:prstGeom>
          <a:solidFill>
            <a:srgbClr val="F4D9DC"/>
          </a:solidFill>
          <a:ln/>
        </p:spPr>
        <p:txBody>
          <a:bodyPr/>
          <a:lstStyle/>
          <a:p>
            <a:endParaRPr/>
          </a:p>
        </p:txBody>
      </p:sp>
      <p:sp>
        <p:nvSpPr>
          <p:cNvPr id="5" name="Shape 3"/>
          <p:cNvSpPr/>
          <p:nvPr/>
        </p:nvSpPr>
        <p:spPr>
          <a:xfrm>
            <a:off x="11258374" y="435357"/>
            <a:ext cx="51936" cy="51936"/>
          </a:xfrm>
          <a:prstGeom prst="ellipse">
            <a:avLst/>
          </a:prstGeom>
          <a:solidFill>
            <a:srgbClr val="F4D9DC"/>
          </a:solidFill>
          <a:ln/>
        </p:spPr>
        <p:txBody>
          <a:bodyPr/>
          <a:lstStyle/>
          <a:p>
            <a:endParaRPr/>
          </a:p>
        </p:txBody>
      </p:sp>
      <p:sp>
        <p:nvSpPr>
          <p:cNvPr id="6" name="Shape 4"/>
          <p:cNvSpPr/>
          <p:nvPr/>
        </p:nvSpPr>
        <p:spPr>
          <a:xfrm>
            <a:off x="11335407" y="435306"/>
            <a:ext cx="51718" cy="51718"/>
          </a:xfrm>
          <a:prstGeom prst="ellipse">
            <a:avLst/>
          </a:prstGeom>
          <a:solidFill>
            <a:srgbClr val="F4D9DC"/>
          </a:solidFill>
          <a:ln/>
        </p:spPr>
        <p:txBody>
          <a:bodyPr/>
          <a:lstStyle/>
          <a:p>
            <a:endParaRPr/>
          </a:p>
        </p:txBody>
      </p:sp>
      <p:sp>
        <p:nvSpPr>
          <p:cNvPr id="7" name="Shape 5"/>
          <p:cNvSpPr/>
          <p:nvPr/>
        </p:nvSpPr>
        <p:spPr>
          <a:xfrm>
            <a:off x="11127388" y="442398"/>
            <a:ext cx="35294" cy="35294"/>
          </a:xfrm>
          <a:prstGeom prst="ellipse">
            <a:avLst/>
          </a:prstGeom>
          <a:solidFill>
            <a:srgbClr val="F4D9DC"/>
          </a:solidFill>
          <a:ln/>
        </p:spPr>
        <p:txBody>
          <a:bodyPr/>
          <a:lstStyle/>
          <a:p>
            <a:endParaRPr/>
          </a:p>
        </p:txBody>
      </p:sp>
      <p:sp>
        <p:nvSpPr>
          <p:cNvPr id="8" name="Shape 6"/>
          <p:cNvSpPr/>
          <p:nvPr/>
        </p:nvSpPr>
        <p:spPr>
          <a:xfrm>
            <a:off x="11482145" y="441649"/>
            <a:ext cx="35960" cy="35960"/>
          </a:xfrm>
          <a:prstGeom prst="ellipse">
            <a:avLst/>
          </a:prstGeom>
          <a:solidFill>
            <a:srgbClr val="F4D9DC"/>
          </a:solidFill>
          <a:ln/>
        </p:spPr>
        <p:txBody>
          <a:bodyPr/>
          <a:lstStyle/>
          <a:p>
            <a:endParaRPr/>
          </a:p>
        </p:txBody>
      </p:sp>
      <p:sp>
        <p:nvSpPr>
          <p:cNvPr id="9" name="Shape 7"/>
          <p:cNvSpPr/>
          <p:nvPr/>
        </p:nvSpPr>
        <p:spPr>
          <a:xfrm>
            <a:off x="11185603" y="459328"/>
            <a:ext cx="52167" cy="52167"/>
          </a:xfrm>
          <a:prstGeom prst="ellipse">
            <a:avLst/>
          </a:prstGeom>
          <a:solidFill>
            <a:srgbClr val="F4D9DC"/>
          </a:solidFill>
          <a:ln/>
        </p:spPr>
        <p:txBody>
          <a:bodyPr/>
          <a:lstStyle/>
          <a:p>
            <a:endParaRPr/>
          </a:p>
        </p:txBody>
      </p:sp>
      <p:sp>
        <p:nvSpPr>
          <p:cNvPr id="10" name="Shape 8"/>
          <p:cNvSpPr/>
          <p:nvPr/>
        </p:nvSpPr>
        <p:spPr>
          <a:xfrm>
            <a:off x="11408043" y="458713"/>
            <a:ext cx="52384" cy="52384"/>
          </a:xfrm>
          <a:prstGeom prst="ellipse">
            <a:avLst/>
          </a:prstGeom>
          <a:solidFill>
            <a:srgbClr val="F4D9DC"/>
          </a:solidFill>
          <a:ln/>
        </p:spPr>
        <p:txBody>
          <a:bodyPr/>
          <a:lstStyle/>
          <a:p>
            <a:endParaRPr/>
          </a:p>
        </p:txBody>
      </p:sp>
      <p:sp>
        <p:nvSpPr>
          <p:cNvPr id="11" name="Shape 9"/>
          <p:cNvSpPr/>
          <p:nvPr/>
        </p:nvSpPr>
        <p:spPr>
          <a:xfrm>
            <a:off x="11241891" y="499749"/>
            <a:ext cx="36613" cy="36613"/>
          </a:xfrm>
          <a:prstGeom prst="ellipse">
            <a:avLst/>
          </a:prstGeom>
          <a:solidFill>
            <a:srgbClr val="F4D9DC"/>
          </a:solidFill>
          <a:ln/>
        </p:spPr>
        <p:txBody>
          <a:bodyPr/>
          <a:lstStyle/>
          <a:p>
            <a:endParaRPr/>
          </a:p>
        </p:txBody>
      </p:sp>
      <p:sp>
        <p:nvSpPr>
          <p:cNvPr id="12" name="Shape 10"/>
          <p:cNvSpPr/>
          <p:nvPr/>
        </p:nvSpPr>
        <p:spPr>
          <a:xfrm>
            <a:off x="11294557" y="500146"/>
            <a:ext cx="57223" cy="57223"/>
          </a:xfrm>
          <a:prstGeom prst="ellipse">
            <a:avLst/>
          </a:prstGeom>
          <a:solidFill>
            <a:srgbClr val="F4D9DC"/>
          </a:solidFill>
          <a:ln/>
        </p:spPr>
        <p:txBody>
          <a:bodyPr/>
          <a:lstStyle/>
          <a:p>
            <a:endParaRPr/>
          </a:p>
        </p:txBody>
      </p:sp>
      <p:sp>
        <p:nvSpPr>
          <p:cNvPr id="13" name="Shape 11"/>
          <p:cNvSpPr/>
          <p:nvPr/>
        </p:nvSpPr>
        <p:spPr>
          <a:xfrm>
            <a:off x="11364102" y="498770"/>
            <a:ext cx="35294" cy="35294"/>
          </a:xfrm>
          <a:prstGeom prst="ellipse">
            <a:avLst/>
          </a:prstGeom>
          <a:solidFill>
            <a:srgbClr val="F4D9DC"/>
          </a:solidFill>
          <a:ln/>
        </p:spPr>
        <p:txBody>
          <a:bodyPr/>
          <a:lstStyle/>
          <a:p>
            <a:endParaRPr/>
          </a:p>
        </p:txBody>
      </p:sp>
      <p:sp>
        <p:nvSpPr>
          <p:cNvPr id="14" name="Shape 12"/>
          <p:cNvSpPr/>
          <p:nvPr/>
        </p:nvSpPr>
        <p:spPr>
          <a:xfrm>
            <a:off x="11123515" y="504524"/>
            <a:ext cx="51936" cy="51936"/>
          </a:xfrm>
          <a:prstGeom prst="ellipse">
            <a:avLst/>
          </a:prstGeom>
          <a:solidFill>
            <a:srgbClr val="F4D9DC"/>
          </a:solidFill>
          <a:ln/>
        </p:spPr>
        <p:txBody>
          <a:bodyPr/>
          <a:lstStyle/>
          <a:p>
            <a:endParaRPr/>
          </a:p>
        </p:txBody>
      </p:sp>
      <p:sp>
        <p:nvSpPr>
          <p:cNvPr id="15" name="Shape 13"/>
          <p:cNvSpPr/>
          <p:nvPr/>
        </p:nvSpPr>
        <p:spPr>
          <a:xfrm>
            <a:off x="11470202" y="504300"/>
            <a:ext cx="52384" cy="52384"/>
          </a:xfrm>
          <a:prstGeom prst="ellipse">
            <a:avLst/>
          </a:prstGeom>
          <a:solidFill>
            <a:srgbClr val="F4D9DC"/>
          </a:solidFill>
          <a:ln/>
        </p:spPr>
        <p:txBody>
          <a:bodyPr/>
          <a:lstStyle/>
          <a:p>
            <a:endParaRPr/>
          </a:p>
        </p:txBody>
      </p:sp>
      <p:sp>
        <p:nvSpPr>
          <p:cNvPr id="16" name="Shape 14"/>
          <p:cNvSpPr/>
          <p:nvPr/>
        </p:nvSpPr>
        <p:spPr>
          <a:xfrm>
            <a:off x="11060774" y="508825"/>
            <a:ext cx="35627" cy="35627"/>
          </a:xfrm>
          <a:prstGeom prst="ellipse">
            <a:avLst/>
          </a:prstGeom>
          <a:solidFill>
            <a:srgbClr val="F4D9DC"/>
          </a:solidFill>
          <a:ln/>
        </p:spPr>
        <p:txBody>
          <a:bodyPr/>
          <a:lstStyle/>
          <a:p>
            <a:endParaRPr/>
          </a:p>
        </p:txBody>
      </p:sp>
      <p:sp>
        <p:nvSpPr>
          <p:cNvPr id="17" name="Shape 15"/>
          <p:cNvSpPr/>
          <p:nvPr/>
        </p:nvSpPr>
        <p:spPr>
          <a:xfrm>
            <a:off x="11548535" y="508038"/>
            <a:ext cx="36613" cy="36613"/>
          </a:xfrm>
          <a:prstGeom prst="ellipse">
            <a:avLst/>
          </a:prstGeom>
          <a:solidFill>
            <a:srgbClr val="F4D9DC"/>
          </a:solidFill>
          <a:ln/>
        </p:spPr>
        <p:txBody>
          <a:bodyPr/>
          <a:lstStyle/>
          <a:p>
            <a:endParaRPr/>
          </a:p>
        </p:txBody>
      </p:sp>
      <p:sp>
        <p:nvSpPr>
          <p:cNvPr id="18" name="Shape 16"/>
          <p:cNvSpPr/>
          <p:nvPr/>
        </p:nvSpPr>
        <p:spPr>
          <a:xfrm>
            <a:off x="11191466" y="533379"/>
            <a:ext cx="57825" cy="57825"/>
          </a:xfrm>
          <a:prstGeom prst="ellipse">
            <a:avLst/>
          </a:prstGeom>
          <a:solidFill>
            <a:srgbClr val="F4D9DC"/>
          </a:solidFill>
          <a:ln/>
        </p:spPr>
        <p:txBody>
          <a:bodyPr/>
          <a:lstStyle/>
          <a:p>
            <a:endParaRPr/>
          </a:p>
        </p:txBody>
      </p:sp>
      <p:sp>
        <p:nvSpPr>
          <p:cNvPr id="19" name="Shape 17"/>
          <p:cNvSpPr/>
          <p:nvPr/>
        </p:nvSpPr>
        <p:spPr>
          <a:xfrm>
            <a:off x="11396535" y="533494"/>
            <a:ext cx="57428" cy="57428"/>
          </a:xfrm>
          <a:prstGeom prst="ellipse">
            <a:avLst/>
          </a:prstGeom>
          <a:solidFill>
            <a:srgbClr val="F4D9DC"/>
          </a:solidFill>
          <a:ln/>
        </p:spPr>
        <p:txBody>
          <a:bodyPr/>
          <a:lstStyle/>
          <a:p>
            <a:endParaRPr/>
          </a:p>
        </p:txBody>
      </p:sp>
      <p:sp>
        <p:nvSpPr>
          <p:cNvPr id="20" name="Shape 18"/>
          <p:cNvSpPr/>
          <p:nvPr/>
        </p:nvSpPr>
        <p:spPr>
          <a:xfrm>
            <a:off x="11079087" y="567226"/>
            <a:ext cx="51270" cy="51270"/>
          </a:xfrm>
          <a:prstGeom prst="ellipse">
            <a:avLst/>
          </a:prstGeom>
          <a:solidFill>
            <a:srgbClr val="F4D9DC"/>
          </a:solidFill>
          <a:ln/>
        </p:spPr>
        <p:txBody>
          <a:bodyPr/>
          <a:lstStyle/>
          <a:p>
            <a:endParaRPr/>
          </a:p>
        </p:txBody>
      </p:sp>
      <p:sp>
        <p:nvSpPr>
          <p:cNvPr id="21" name="Shape 19"/>
          <p:cNvSpPr/>
          <p:nvPr/>
        </p:nvSpPr>
        <p:spPr>
          <a:xfrm>
            <a:off x="11339728" y="567053"/>
            <a:ext cx="34616" cy="34616"/>
          </a:xfrm>
          <a:prstGeom prst="ellipse">
            <a:avLst/>
          </a:prstGeom>
          <a:solidFill>
            <a:srgbClr val="F4D9DC"/>
          </a:solidFill>
          <a:ln/>
        </p:spPr>
        <p:txBody>
          <a:bodyPr/>
          <a:lstStyle/>
          <a:p>
            <a:endParaRPr/>
          </a:p>
        </p:txBody>
      </p:sp>
      <p:sp>
        <p:nvSpPr>
          <p:cNvPr id="22" name="Shape 20"/>
          <p:cNvSpPr/>
          <p:nvPr/>
        </p:nvSpPr>
        <p:spPr>
          <a:xfrm>
            <a:off x="11515167" y="566234"/>
            <a:ext cx="52819" cy="52819"/>
          </a:xfrm>
          <a:prstGeom prst="ellipse">
            <a:avLst/>
          </a:prstGeom>
          <a:solidFill>
            <a:srgbClr val="F4D9DC"/>
          </a:solidFill>
          <a:ln/>
        </p:spPr>
        <p:txBody>
          <a:bodyPr/>
          <a:lstStyle/>
          <a:p>
            <a:endParaRPr/>
          </a:p>
        </p:txBody>
      </p:sp>
      <p:sp>
        <p:nvSpPr>
          <p:cNvPr id="23" name="Shape 21"/>
          <p:cNvSpPr/>
          <p:nvPr/>
        </p:nvSpPr>
        <p:spPr>
          <a:xfrm>
            <a:off x="11262860" y="569742"/>
            <a:ext cx="34961" cy="34961"/>
          </a:xfrm>
          <a:prstGeom prst="ellipse">
            <a:avLst/>
          </a:prstGeom>
          <a:solidFill>
            <a:srgbClr val="F4D9DC"/>
          </a:solidFill>
          <a:ln/>
        </p:spPr>
        <p:txBody>
          <a:bodyPr/>
          <a:lstStyle/>
          <a:p>
            <a:endParaRPr/>
          </a:p>
        </p:txBody>
      </p:sp>
      <p:sp>
        <p:nvSpPr>
          <p:cNvPr id="24" name="Shape 22"/>
          <p:cNvSpPr/>
          <p:nvPr/>
        </p:nvSpPr>
        <p:spPr>
          <a:xfrm>
            <a:off x="11462521" y="569818"/>
            <a:ext cx="35294" cy="35294"/>
          </a:xfrm>
          <a:prstGeom prst="ellipse">
            <a:avLst/>
          </a:prstGeom>
          <a:solidFill>
            <a:srgbClr val="F4D9DC"/>
          </a:solidFill>
          <a:ln/>
        </p:spPr>
        <p:txBody>
          <a:bodyPr/>
          <a:lstStyle/>
          <a:p>
            <a:endParaRPr/>
          </a:p>
        </p:txBody>
      </p:sp>
      <p:sp>
        <p:nvSpPr>
          <p:cNvPr id="25" name="Shape 23"/>
          <p:cNvSpPr/>
          <p:nvPr/>
        </p:nvSpPr>
        <p:spPr>
          <a:xfrm>
            <a:off x="11145681" y="573441"/>
            <a:ext cx="34270" cy="34270"/>
          </a:xfrm>
          <a:prstGeom prst="ellipse">
            <a:avLst/>
          </a:prstGeom>
          <a:solidFill>
            <a:srgbClr val="F4D9DC"/>
          </a:solidFill>
          <a:ln/>
        </p:spPr>
        <p:txBody>
          <a:bodyPr/>
          <a:lstStyle/>
          <a:p>
            <a:endParaRPr/>
          </a:p>
        </p:txBody>
      </p:sp>
      <p:sp>
        <p:nvSpPr>
          <p:cNvPr id="26" name="Shape 24"/>
          <p:cNvSpPr/>
          <p:nvPr/>
        </p:nvSpPr>
        <p:spPr>
          <a:xfrm>
            <a:off x="11592015" y="593213"/>
            <a:ext cx="35294" cy="35294"/>
          </a:xfrm>
          <a:prstGeom prst="ellipse">
            <a:avLst/>
          </a:prstGeom>
          <a:solidFill>
            <a:srgbClr val="F4D9DC"/>
          </a:solidFill>
          <a:ln/>
        </p:spPr>
        <p:txBody>
          <a:bodyPr/>
          <a:lstStyle/>
          <a:p>
            <a:endParaRPr/>
          </a:p>
        </p:txBody>
      </p:sp>
      <p:sp>
        <p:nvSpPr>
          <p:cNvPr id="27" name="Shape 25"/>
          <p:cNvSpPr/>
          <p:nvPr/>
        </p:nvSpPr>
        <p:spPr>
          <a:xfrm>
            <a:off x="11019124" y="593444"/>
            <a:ext cx="34616" cy="34616"/>
          </a:xfrm>
          <a:prstGeom prst="ellipse">
            <a:avLst/>
          </a:prstGeom>
          <a:solidFill>
            <a:srgbClr val="F4D9DC"/>
          </a:solidFill>
          <a:ln/>
        </p:spPr>
        <p:txBody>
          <a:bodyPr/>
          <a:lstStyle/>
          <a:p>
            <a:endParaRPr/>
          </a:p>
        </p:txBody>
      </p:sp>
      <p:sp>
        <p:nvSpPr>
          <p:cNvPr id="28" name="Shape 26"/>
          <p:cNvSpPr/>
          <p:nvPr/>
        </p:nvSpPr>
        <p:spPr>
          <a:xfrm>
            <a:off x="11403576" y="610214"/>
            <a:ext cx="34961" cy="34961"/>
          </a:xfrm>
          <a:prstGeom prst="ellipse">
            <a:avLst/>
          </a:prstGeom>
          <a:solidFill>
            <a:srgbClr val="F4D9DC"/>
          </a:solidFill>
          <a:ln/>
        </p:spPr>
        <p:txBody>
          <a:bodyPr/>
          <a:lstStyle/>
          <a:p>
            <a:endParaRPr/>
          </a:p>
        </p:txBody>
      </p:sp>
      <p:sp>
        <p:nvSpPr>
          <p:cNvPr id="29" name="Shape 27"/>
          <p:cNvSpPr/>
          <p:nvPr/>
        </p:nvSpPr>
        <p:spPr>
          <a:xfrm>
            <a:off x="11201662" y="616570"/>
            <a:ext cx="35627" cy="35627"/>
          </a:xfrm>
          <a:prstGeom prst="ellipse">
            <a:avLst/>
          </a:prstGeom>
          <a:solidFill>
            <a:srgbClr val="F4D9DC"/>
          </a:solidFill>
          <a:ln/>
        </p:spPr>
        <p:txBody>
          <a:bodyPr/>
          <a:lstStyle/>
          <a:p>
            <a:endParaRPr/>
          </a:p>
        </p:txBody>
      </p:sp>
      <p:sp>
        <p:nvSpPr>
          <p:cNvPr id="30" name="Shape 28"/>
          <p:cNvSpPr/>
          <p:nvPr/>
        </p:nvSpPr>
        <p:spPr>
          <a:xfrm>
            <a:off x="11127484" y="620705"/>
            <a:ext cx="58030" cy="58030"/>
          </a:xfrm>
          <a:prstGeom prst="ellipse">
            <a:avLst/>
          </a:prstGeom>
          <a:solidFill>
            <a:srgbClr val="F4D9DC"/>
          </a:solidFill>
          <a:ln/>
        </p:spPr>
        <p:txBody>
          <a:bodyPr/>
          <a:lstStyle/>
          <a:p>
            <a:endParaRPr/>
          </a:p>
        </p:txBody>
      </p:sp>
      <p:sp>
        <p:nvSpPr>
          <p:cNvPr id="31" name="Shape 29"/>
          <p:cNvSpPr/>
          <p:nvPr/>
        </p:nvSpPr>
        <p:spPr>
          <a:xfrm>
            <a:off x="11460767" y="620852"/>
            <a:ext cx="57428" cy="57428"/>
          </a:xfrm>
          <a:prstGeom prst="ellipse">
            <a:avLst/>
          </a:prstGeom>
          <a:solidFill>
            <a:srgbClr val="F4D9DC"/>
          </a:solidFill>
          <a:ln/>
        </p:spPr>
        <p:txBody>
          <a:bodyPr/>
          <a:lstStyle/>
          <a:p>
            <a:endParaRPr/>
          </a:p>
        </p:txBody>
      </p:sp>
      <p:sp>
        <p:nvSpPr>
          <p:cNvPr id="32" name="Shape 30"/>
          <p:cNvSpPr/>
          <p:nvPr/>
        </p:nvSpPr>
        <p:spPr>
          <a:xfrm>
            <a:off x="11055219" y="640144"/>
            <a:ext cx="51718" cy="51718"/>
          </a:xfrm>
          <a:prstGeom prst="ellipse">
            <a:avLst/>
          </a:prstGeom>
          <a:solidFill>
            <a:srgbClr val="F4D9DC"/>
          </a:solidFill>
          <a:ln/>
        </p:spPr>
        <p:txBody>
          <a:bodyPr/>
          <a:lstStyle/>
          <a:p>
            <a:endParaRPr/>
          </a:p>
        </p:txBody>
      </p:sp>
      <p:sp>
        <p:nvSpPr>
          <p:cNvPr id="33" name="Shape 31"/>
          <p:cNvSpPr/>
          <p:nvPr/>
        </p:nvSpPr>
        <p:spPr>
          <a:xfrm>
            <a:off x="11539330" y="640266"/>
            <a:ext cx="51270" cy="51270"/>
          </a:xfrm>
          <a:prstGeom prst="ellipse">
            <a:avLst/>
          </a:prstGeom>
          <a:solidFill>
            <a:srgbClr val="F4D9DC"/>
          </a:solidFill>
          <a:ln/>
        </p:spPr>
        <p:txBody>
          <a:bodyPr/>
          <a:lstStyle/>
          <a:p>
            <a:endParaRPr/>
          </a:p>
        </p:txBody>
      </p:sp>
      <p:sp>
        <p:nvSpPr>
          <p:cNvPr id="34" name="Shape 32"/>
          <p:cNvSpPr/>
          <p:nvPr/>
        </p:nvSpPr>
        <p:spPr>
          <a:xfrm>
            <a:off x="11429576" y="682274"/>
            <a:ext cx="35627" cy="35627"/>
          </a:xfrm>
          <a:prstGeom prst="ellipse">
            <a:avLst/>
          </a:prstGeom>
          <a:solidFill>
            <a:srgbClr val="F4D9DC"/>
          </a:solidFill>
          <a:ln/>
        </p:spPr>
        <p:txBody>
          <a:bodyPr/>
          <a:lstStyle/>
          <a:p>
            <a:endParaRPr/>
          </a:p>
        </p:txBody>
      </p:sp>
      <p:sp>
        <p:nvSpPr>
          <p:cNvPr id="35" name="Shape 33"/>
          <p:cNvSpPr/>
          <p:nvPr/>
        </p:nvSpPr>
        <p:spPr>
          <a:xfrm>
            <a:off x="11004076" y="687222"/>
            <a:ext cx="34616" cy="34616"/>
          </a:xfrm>
          <a:prstGeom prst="ellipse">
            <a:avLst/>
          </a:prstGeom>
          <a:solidFill>
            <a:srgbClr val="F4D9DC"/>
          </a:solidFill>
          <a:ln/>
        </p:spPr>
        <p:txBody>
          <a:bodyPr/>
          <a:lstStyle/>
          <a:p>
            <a:endParaRPr/>
          </a:p>
        </p:txBody>
      </p:sp>
      <p:sp>
        <p:nvSpPr>
          <p:cNvPr id="36" name="Shape 34"/>
          <p:cNvSpPr/>
          <p:nvPr/>
        </p:nvSpPr>
        <p:spPr>
          <a:xfrm>
            <a:off x="11502052" y="685321"/>
            <a:ext cx="34270" cy="34270"/>
          </a:xfrm>
          <a:prstGeom prst="ellipse">
            <a:avLst/>
          </a:prstGeom>
          <a:solidFill>
            <a:srgbClr val="F4D9DC"/>
          </a:solidFill>
          <a:ln/>
        </p:spPr>
        <p:txBody>
          <a:bodyPr/>
          <a:lstStyle/>
          <a:p>
            <a:endParaRPr/>
          </a:p>
        </p:txBody>
      </p:sp>
      <p:sp>
        <p:nvSpPr>
          <p:cNvPr id="37" name="Shape 35"/>
          <p:cNvSpPr/>
          <p:nvPr/>
        </p:nvSpPr>
        <p:spPr>
          <a:xfrm>
            <a:off x="11606321" y="686422"/>
            <a:ext cx="35627" cy="35627"/>
          </a:xfrm>
          <a:prstGeom prst="ellipse">
            <a:avLst/>
          </a:prstGeom>
          <a:solidFill>
            <a:srgbClr val="F4D9DC"/>
          </a:solidFill>
          <a:ln/>
        </p:spPr>
        <p:txBody>
          <a:bodyPr/>
          <a:lstStyle/>
          <a:p>
            <a:endParaRPr/>
          </a:p>
        </p:txBody>
      </p:sp>
      <p:sp>
        <p:nvSpPr>
          <p:cNvPr id="38" name="Shape 36"/>
          <p:cNvSpPr/>
          <p:nvPr/>
        </p:nvSpPr>
        <p:spPr>
          <a:xfrm>
            <a:off x="11108908" y="688957"/>
            <a:ext cx="35294" cy="35294"/>
          </a:xfrm>
          <a:prstGeom prst="ellipse">
            <a:avLst/>
          </a:prstGeom>
          <a:solidFill>
            <a:srgbClr val="F4D9DC"/>
          </a:solidFill>
          <a:ln/>
        </p:spPr>
        <p:txBody>
          <a:bodyPr/>
          <a:lstStyle/>
          <a:p>
            <a:endParaRPr/>
          </a:p>
        </p:txBody>
      </p:sp>
      <p:sp>
        <p:nvSpPr>
          <p:cNvPr id="39" name="Shape 37"/>
          <p:cNvSpPr/>
          <p:nvPr/>
        </p:nvSpPr>
        <p:spPr>
          <a:xfrm>
            <a:off x="11179733" y="690371"/>
            <a:ext cx="36613" cy="36613"/>
          </a:xfrm>
          <a:prstGeom prst="ellipse">
            <a:avLst/>
          </a:prstGeom>
          <a:solidFill>
            <a:srgbClr val="F4D9DC"/>
          </a:solidFill>
          <a:ln/>
        </p:spPr>
        <p:txBody>
          <a:bodyPr/>
          <a:lstStyle/>
          <a:p>
            <a:endParaRPr/>
          </a:p>
        </p:txBody>
      </p:sp>
      <p:sp>
        <p:nvSpPr>
          <p:cNvPr id="40" name="Shape 38"/>
          <p:cNvSpPr/>
          <p:nvPr/>
        </p:nvSpPr>
        <p:spPr>
          <a:xfrm>
            <a:off x="11054764" y="716576"/>
            <a:ext cx="51936" cy="51936"/>
          </a:xfrm>
          <a:prstGeom prst="ellipse">
            <a:avLst/>
          </a:prstGeom>
          <a:solidFill>
            <a:srgbClr val="F4D9DC"/>
          </a:solidFill>
          <a:ln/>
        </p:spPr>
        <p:txBody>
          <a:bodyPr/>
          <a:lstStyle/>
          <a:p>
            <a:endParaRPr/>
          </a:p>
        </p:txBody>
      </p:sp>
      <p:sp>
        <p:nvSpPr>
          <p:cNvPr id="41" name="Shape 39"/>
          <p:cNvSpPr/>
          <p:nvPr/>
        </p:nvSpPr>
        <p:spPr>
          <a:xfrm>
            <a:off x="11539023" y="716851"/>
            <a:ext cx="51488" cy="51488"/>
          </a:xfrm>
          <a:prstGeom prst="ellipse">
            <a:avLst/>
          </a:prstGeom>
          <a:solidFill>
            <a:srgbClr val="F4D9DC"/>
          </a:solidFill>
          <a:ln/>
        </p:spPr>
        <p:txBody>
          <a:bodyPr/>
          <a:lstStyle/>
          <a:p>
            <a:endParaRPr/>
          </a:p>
        </p:txBody>
      </p:sp>
      <p:sp>
        <p:nvSpPr>
          <p:cNvPr id="42" name="Shape 40"/>
          <p:cNvSpPr/>
          <p:nvPr/>
        </p:nvSpPr>
        <p:spPr>
          <a:xfrm>
            <a:off x="11127490" y="729288"/>
            <a:ext cx="58222" cy="58222"/>
          </a:xfrm>
          <a:prstGeom prst="ellipse">
            <a:avLst/>
          </a:prstGeom>
          <a:solidFill>
            <a:srgbClr val="F4D9DC"/>
          </a:solidFill>
          <a:ln/>
        </p:spPr>
        <p:txBody>
          <a:bodyPr/>
          <a:lstStyle/>
          <a:p>
            <a:endParaRPr/>
          </a:p>
        </p:txBody>
      </p:sp>
      <p:sp>
        <p:nvSpPr>
          <p:cNvPr id="43" name="Shape 41"/>
          <p:cNvSpPr/>
          <p:nvPr/>
        </p:nvSpPr>
        <p:spPr>
          <a:xfrm>
            <a:off x="11460671" y="729781"/>
            <a:ext cx="57633" cy="57633"/>
          </a:xfrm>
          <a:prstGeom prst="ellipse">
            <a:avLst/>
          </a:prstGeom>
          <a:solidFill>
            <a:srgbClr val="F4D9DC"/>
          </a:solidFill>
          <a:ln/>
        </p:spPr>
        <p:txBody>
          <a:bodyPr/>
          <a:lstStyle/>
          <a:p>
            <a:endParaRPr/>
          </a:p>
        </p:txBody>
      </p:sp>
      <p:sp>
        <p:nvSpPr>
          <p:cNvPr id="44" name="Shape 42"/>
          <p:cNvSpPr/>
          <p:nvPr/>
        </p:nvSpPr>
        <p:spPr>
          <a:xfrm>
            <a:off x="11407973" y="756415"/>
            <a:ext cx="35960" cy="35960"/>
          </a:xfrm>
          <a:prstGeom prst="ellipse">
            <a:avLst/>
          </a:prstGeom>
          <a:solidFill>
            <a:srgbClr val="F4D9DC"/>
          </a:solidFill>
          <a:ln/>
        </p:spPr>
        <p:txBody>
          <a:bodyPr/>
          <a:lstStyle/>
          <a:p>
            <a:endParaRPr/>
          </a:p>
        </p:txBody>
      </p:sp>
      <p:sp>
        <p:nvSpPr>
          <p:cNvPr id="45" name="Shape 43"/>
          <p:cNvSpPr/>
          <p:nvPr/>
        </p:nvSpPr>
        <p:spPr>
          <a:xfrm>
            <a:off x="11207308" y="763884"/>
            <a:ext cx="34616" cy="34616"/>
          </a:xfrm>
          <a:prstGeom prst="ellipse">
            <a:avLst/>
          </a:prstGeom>
          <a:solidFill>
            <a:srgbClr val="F4D9DC"/>
          </a:solidFill>
          <a:ln/>
        </p:spPr>
        <p:txBody>
          <a:bodyPr/>
          <a:lstStyle/>
          <a:p>
            <a:endParaRPr/>
          </a:p>
        </p:txBody>
      </p:sp>
      <p:sp>
        <p:nvSpPr>
          <p:cNvPr id="46" name="Shape 44"/>
          <p:cNvSpPr/>
          <p:nvPr/>
        </p:nvSpPr>
        <p:spPr>
          <a:xfrm>
            <a:off x="11018670" y="780462"/>
            <a:ext cx="34616" cy="34616"/>
          </a:xfrm>
          <a:prstGeom prst="ellipse">
            <a:avLst/>
          </a:prstGeom>
          <a:solidFill>
            <a:srgbClr val="F4D9DC"/>
          </a:solidFill>
          <a:ln/>
        </p:spPr>
        <p:txBody>
          <a:bodyPr/>
          <a:lstStyle/>
          <a:p>
            <a:endParaRPr/>
          </a:p>
        </p:txBody>
      </p:sp>
      <p:sp>
        <p:nvSpPr>
          <p:cNvPr id="47" name="Shape 45"/>
          <p:cNvSpPr/>
          <p:nvPr/>
        </p:nvSpPr>
        <p:spPr>
          <a:xfrm>
            <a:off x="11591670" y="780123"/>
            <a:ext cx="35294" cy="35294"/>
          </a:xfrm>
          <a:prstGeom prst="ellipse">
            <a:avLst/>
          </a:prstGeom>
          <a:solidFill>
            <a:srgbClr val="F4D9DC"/>
          </a:solidFill>
          <a:ln/>
        </p:spPr>
        <p:txBody>
          <a:bodyPr/>
          <a:lstStyle/>
          <a:p>
            <a:endParaRPr/>
          </a:p>
        </p:txBody>
      </p:sp>
      <p:sp>
        <p:nvSpPr>
          <p:cNvPr id="48" name="Shape 46"/>
          <p:cNvSpPr/>
          <p:nvPr/>
        </p:nvSpPr>
        <p:spPr>
          <a:xfrm>
            <a:off x="11079010" y="790179"/>
            <a:ext cx="51270" cy="51270"/>
          </a:xfrm>
          <a:prstGeom prst="ellipse">
            <a:avLst/>
          </a:prstGeom>
          <a:solidFill>
            <a:srgbClr val="F4D9DC"/>
          </a:solidFill>
          <a:ln/>
        </p:spPr>
        <p:txBody>
          <a:bodyPr/>
          <a:lstStyle/>
          <a:p>
            <a:endParaRPr/>
          </a:p>
        </p:txBody>
      </p:sp>
      <p:sp>
        <p:nvSpPr>
          <p:cNvPr id="49" name="Shape 47"/>
          <p:cNvSpPr/>
          <p:nvPr/>
        </p:nvSpPr>
        <p:spPr>
          <a:xfrm>
            <a:off x="11515218" y="789692"/>
            <a:ext cx="52602" cy="52602"/>
          </a:xfrm>
          <a:prstGeom prst="ellipse">
            <a:avLst/>
          </a:prstGeom>
          <a:solidFill>
            <a:srgbClr val="F4D9DC"/>
          </a:solidFill>
          <a:ln/>
        </p:spPr>
        <p:txBody>
          <a:bodyPr/>
          <a:lstStyle/>
          <a:p>
            <a:endParaRPr/>
          </a:p>
        </p:txBody>
      </p:sp>
      <p:sp>
        <p:nvSpPr>
          <p:cNvPr id="50" name="Shape 48"/>
          <p:cNvSpPr/>
          <p:nvPr/>
        </p:nvSpPr>
        <p:spPr>
          <a:xfrm>
            <a:off x="11147371" y="803460"/>
            <a:ext cx="35627" cy="35627"/>
          </a:xfrm>
          <a:prstGeom prst="ellipse">
            <a:avLst/>
          </a:prstGeom>
          <a:solidFill>
            <a:srgbClr val="F4D9DC"/>
          </a:solidFill>
          <a:ln/>
        </p:spPr>
        <p:txBody>
          <a:bodyPr/>
          <a:lstStyle/>
          <a:p>
            <a:endParaRPr/>
          </a:p>
        </p:txBody>
      </p:sp>
      <p:sp>
        <p:nvSpPr>
          <p:cNvPr id="51" name="Shape 49"/>
          <p:cNvSpPr/>
          <p:nvPr/>
        </p:nvSpPr>
        <p:spPr>
          <a:xfrm>
            <a:off x="11347786" y="804293"/>
            <a:ext cx="35294" cy="35294"/>
          </a:xfrm>
          <a:prstGeom prst="ellipse">
            <a:avLst/>
          </a:prstGeom>
          <a:solidFill>
            <a:srgbClr val="F4D9DC"/>
          </a:solidFill>
          <a:ln/>
        </p:spPr>
        <p:txBody>
          <a:bodyPr/>
          <a:lstStyle/>
          <a:p>
            <a:endParaRPr/>
          </a:p>
        </p:txBody>
      </p:sp>
      <p:sp>
        <p:nvSpPr>
          <p:cNvPr id="52" name="Shape 50"/>
          <p:cNvSpPr/>
          <p:nvPr/>
        </p:nvSpPr>
        <p:spPr>
          <a:xfrm>
            <a:off x="11465119" y="800919"/>
            <a:ext cx="34961" cy="34961"/>
          </a:xfrm>
          <a:prstGeom prst="ellipse">
            <a:avLst/>
          </a:prstGeom>
          <a:solidFill>
            <a:srgbClr val="F4D9DC"/>
          </a:solidFill>
          <a:ln/>
        </p:spPr>
        <p:txBody>
          <a:bodyPr/>
          <a:lstStyle/>
          <a:p>
            <a:endParaRPr/>
          </a:p>
        </p:txBody>
      </p:sp>
      <p:sp>
        <p:nvSpPr>
          <p:cNvPr id="53" name="Shape 51"/>
          <p:cNvSpPr/>
          <p:nvPr/>
        </p:nvSpPr>
        <p:spPr>
          <a:xfrm>
            <a:off x="11270669" y="806590"/>
            <a:ext cx="35627" cy="35627"/>
          </a:xfrm>
          <a:prstGeom prst="ellipse">
            <a:avLst/>
          </a:prstGeom>
          <a:solidFill>
            <a:srgbClr val="F4D9DC"/>
          </a:solidFill>
          <a:ln/>
        </p:spPr>
        <p:txBody>
          <a:bodyPr/>
          <a:lstStyle/>
          <a:p>
            <a:endParaRPr/>
          </a:p>
        </p:txBody>
      </p:sp>
      <p:sp>
        <p:nvSpPr>
          <p:cNvPr id="54" name="Shape 52"/>
          <p:cNvSpPr/>
          <p:nvPr/>
        </p:nvSpPr>
        <p:spPr>
          <a:xfrm>
            <a:off x="11191498" y="817766"/>
            <a:ext cx="57633" cy="57633"/>
          </a:xfrm>
          <a:prstGeom prst="ellipse">
            <a:avLst/>
          </a:prstGeom>
          <a:solidFill>
            <a:srgbClr val="F4D9DC"/>
          </a:solidFill>
          <a:ln/>
        </p:spPr>
        <p:txBody>
          <a:bodyPr/>
          <a:lstStyle/>
          <a:p>
            <a:endParaRPr/>
          </a:p>
        </p:txBody>
      </p:sp>
      <p:sp>
        <p:nvSpPr>
          <p:cNvPr id="55" name="Shape 53"/>
          <p:cNvSpPr/>
          <p:nvPr/>
        </p:nvSpPr>
        <p:spPr>
          <a:xfrm>
            <a:off x="11396573" y="817888"/>
            <a:ext cx="57633" cy="57633"/>
          </a:xfrm>
          <a:prstGeom prst="ellipse">
            <a:avLst/>
          </a:prstGeom>
          <a:solidFill>
            <a:srgbClr val="F4D9DC"/>
          </a:solidFill>
          <a:ln/>
        </p:spPr>
        <p:txBody>
          <a:bodyPr/>
          <a:lstStyle/>
          <a:p>
            <a:endParaRPr/>
          </a:p>
        </p:txBody>
      </p:sp>
      <p:sp>
        <p:nvSpPr>
          <p:cNvPr id="56" name="Shape 54"/>
          <p:cNvSpPr/>
          <p:nvPr/>
        </p:nvSpPr>
        <p:spPr>
          <a:xfrm>
            <a:off x="11123445" y="851985"/>
            <a:ext cx="52167" cy="52167"/>
          </a:xfrm>
          <a:prstGeom prst="ellipse">
            <a:avLst/>
          </a:prstGeom>
          <a:solidFill>
            <a:srgbClr val="F4D9DC"/>
          </a:solidFill>
          <a:ln/>
        </p:spPr>
        <p:txBody>
          <a:bodyPr/>
          <a:lstStyle/>
          <a:p>
            <a:endParaRPr/>
          </a:p>
        </p:txBody>
      </p:sp>
      <p:sp>
        <p:nvSpPr>
          <p:cNvPr id="57" name="Shape 55"/>
          <p:cNvSpPr/>
          <p:nvPr/>
        </p:nvSpPr>
        <p:spPr>
          <a:xfrm>
            <a:off x="11294647" y="851390"/>
            <a:ext cx="57223" cy="57223"/>
          </a:xfrm>
          <a:prstGeom prst="ellipse">
            <a:avLst/>
          </a:prstGeom>
          <a:solidFill>
            <a:srgbClr val="F4D9DC"/>
          </a:solidFill>
          <a:ln/>
        </p:spPr>
        <p:txBody>
          <a:bodyPr/>
          <a:lstStyle/>
          <a:p>
            <a:endParaRPr/>
          </a:p>
        </p:txBody>
      </p:sp>
      <p:sp>
        <p:nvSpPr>
          <p:cNvPr id="58" name="Shape 56"/>
          <p:cNvSpPr/>
          <p:nvPr/>
        </p:nvSpPr>
        <p:spPr>
          <a:xfrm>
            <a:off x="11470202" y="852382"/>
            <a:ext cx="52384" cy="52384"/>
          </a:xfrm>
          <a:prstGeom prst="ellipse">
            <a:avLst/>
          </a:prstGeom>
          <a:solidFill>
            <a:srgbClr val="F4D9DC"/>
          </a:solidFill>
          <a:ln/>
        </p:spPr>
        <p:txBody>
          <a:bodyPr/>
          <a:lstStyle/>
          <a:p>
            <a:endParaRPr/>
          </a:p>
        </p:txBody>
      </p:sp>
      <p:sp>
        <p:nvSpPr>
          <p:cNvPr id="59" name="Shape 57"/>
          <p:cNvSpPr/>
          <p:nvPr/>
        </p:nvSpPr>
        <p:spPr>
          <a:xfrm>
            <a:off x="11060774" y="864607"/>
            <a:ext cx="35627" cy="35627"/>
          </a:xfrm>
          <a:prstGeom prst="ellipse">
            <a:avLst/>
          </a:prstGeom>
          <a:solidFill>
            <a:srgbClr val="F4D9DC"/>
          </a:solidFill>
          <a:ln/>
        </p:spPr>
        <p:txBody>
          <a:bodyPr/>
          <a:lstStyle/>
          <a:p>
            <a:endParaRPr/>
          </a:p>
        </p:txBody>
      </p:sp>
      <p:sp>
        <p:nvSpPr>
          <p:cNvPr id="60" name="Shape 58"/>
          <p:cNvSpPr/>
          <p:nvPr/>
        </p:nvSpPr>
        <p:spPr>
          <a:xfrm>
            <a:off x="11548733" y="864185"/>
            <a:ext cx="35627" cy="35627"/>
          </a:xfrm>
          <a:prstGeom prst="ellipse">
            <a:avLst/>
          </a:prstGeom>
          <a:solidFill>
            <a:srgbClr val="F4D9DC"/>
          </a:solidFill>
          <a:ln/>
        </p:spPr>
        <p:txBody>
          <a:bodyPr/>
          <a:lstStyle/>
          <a:p>
            <a:endParaRPr/>
          </a:p>
        </p:txBody>
      </p:sp>
      <p:sp>
        <p:nvSpPr>
          <p:cNvPr id="61" name="Shape 59"/>
          <p:cNvSpPr/>
          <p:nvPr/>
        </p:nvSpPr>
        <p:spPr>
          <a:xfrm>
            <a:off x="11246231" y="873908"/>
            <a:ext cx="35627" cy="35627"/>
          </a:xfrm>
          <a:prstGeom prst="ellipse">
            <a:avLst/>
          </a:prstGeom>
          <a:solidFill>
            <a:srgbClr val="F4D9DC"/>
          </a:solidFill>
          <a:ln/>
        </p:spPr>
        <p:txBody>
          <a:bodyPr/>
          <a:lstStyle/>
          <a:p>
            <a:endParaRPr/>
          </a:p>
        </p:txBody>
      </p:sp>
      <p:sp>
        <p:nvSpPr>
          <p:cNvPr id="62" name="Shape 60"/>
          <p:cNvSpPr/>
          <p:nvPr/>
        </p:nvSpPr>
        <p:spPr>
          <a:xfrm>
            <a:off x="11367418" y="872896"/>
            <a:ext cx="35627" cy="35627"/>
          </a:xfrm>
          <a:prstGeom prst="ellipse">
            <a:avLst/>
          </a:prstGeom>
          <a:solidFill>
            <a:srgbClr val="F4D9DC"/>
          </a:solidFill>
          <a:ln/>
        </p:spPr>
        <p:txBody>
          <a:bodyPr/>
          <a:lstStyle/>
          <a:p>
            <a:endParaRPr/>
          </a:p>
        </p:txBody>
      </p:sp>
      <p:sp>
        <p:nvSpPr>
          <p:cNvPr id="63" name="Shape 61"/>
          <p:cNvSpPr/>
          <p:nvPr/>
        </p:nvSpPr>
        <p:spPr>
          <a:xfrm>
            <a:off x="11185366" y="897322"/>
            <a:ext cx="51936" cy="51936"/>
          </a:xfrm>
          <a:prstGeom prst="ellipse">
            <a:avLst/>
          </a:prstGeom>
          <a:solidFill>
            <a:srgbClr val="F4D9DC"/>
          </a:solidFill>
          <a:ln/>
        </p:spPr>
        <p:txBody>
          <a:bodyPr/>
          <a:lstStyle/>
          <a:p>
            <a:endParaRPr/>
          </a:p>
        </p:txBody>
      </p:sp>
      <p:sp>
        <p:nvSpPr>
          <p:cNvPr id="64" name="Shape 62"/>
          <p:cNvSpPr/>
          <p:nvPr/>
        </p:nvSpPr>
        <p:spPr>
          <a:xfrm>
            <a:off x="11407845" y="897655"/>
            <a:ext cx="52602" cy="52602"/>
          </a:xfrm>
          <a:prstGeom prst="ellipse">
            <a:avLst/>
          </a:prstGeom>
          <a:solidFill>
            <a:srgbClr val="F4D9DC"/>
          </a:solidFill>
          <a:ln/>
        </p:spPr>
        <p:txBody>
          <a:bodyPr/>
          <a:lstStyle/>
          <a:p>
            <a:endParaRPr/>
          </a:p>
        </p:txBody>
      </p:sp>
      <p:sp>
        <p:nvSpPr>
          <p:cNvPr id="65" name="Shape 63"/>
          <p:cNvSpPr/>
          <p:nvPr/>
        </p:nvSpPr>
        <p:spPr>
          <a:xfrm>
            <a:off x="11258822" y="921466"/>
            <a:ext cx="51270" cy="51270"/>
          </a:xfrm>
          <a:prstGeom prst="ellipse">
            <a:avLst/>
          </a:prstGeom>
          <a:solidFill>
            <a:srgbClr val="F4D9DC"/>
          </a:solidFill>
          <a:ln/>
        </p:spPr>
        <p:txBody>
          <a:bodyPr/>
          <a:lstStyle/>
          <a:p>
            <a:endParaRPr/>
          </a:p>
        </p:txBody>
      </p:sp>
      <p:sp>
        <p:nvSpPr>
          <p:cNvPr id="66" name="Shape 64"/>
          <p:cNvSpPr/>
          <p:nvPr/>
        </p:nvSpPr>
        <p:spPr>
          <a:xfrm>
            <a:off x="11335350" y="921504"/>
            <a:ext cx="51270" cy="51270"/>
          </a:xfrm>
          <a:prstGeom prst="ellipse">
            <a:avLst/>
          </a:prstGeom>
          <a:solidFill>
            <a:srgbClr val="F4D9DC"/>
          </a:solidFill>
          <a:ln/>
        </p:spPr>
        <p:txBody>
          <a:bodyPr/>
          <a:lstStyle/>
          <a:p>
            <a:endParaRPr/>
          </a:p>
        </p:txBody>
      </p:sp>
      <p:sp>
        <p:nvSpPr>
          <p:cNvPr id="67" name="Shape 65"/>
          <p:cNvSpPr/>
          <p:nvPr/>
        </p:nvSpPr>
        <p:spPr>
          <a:xfrm>
            <a:off x="11127388" y="931368"/>
            <a:ext cx="35294" cy="35294"/>
          </a:xfrm>
          <a:prstGeom prst="ellipse">
            <a:avLst/>
          </a:prstGeom>
          <a:solidFill>
            <a:srgbClr val="F4D9DC"/>
          </a:solidFill>
          <a:ln/>
        </p:spPr>
        <p:txBody>
          <a:bodyPr/>
          <a:lstStyle/>
          <a:p>
            <a:endParaRPr/>
          </a:p>
        </p:txBody>
      </p:sp>
      <p:sp>
        <p:nvSpPr>
          <p:cNvPr id="68" name="Shape 66"/>
          <p:cNvSpPr/>
          <p:nvPr/>
        </p:nvSpPr>
        <p:spPr>
          <a:xfrm>
            <a:off x="11481979" y="931035"/>
            <a:ext cx="35960" cy="35960"/>
          </a:xfrm>
          <a:prstGeom prst="ellipse">
            <a:avLst/>
          </a:prstGeom>
          <a:solidFill>
            <a:srgbClr val="F4D9DC"/>
          </a:solidFill>
          <a:ln/>
        </p:spPr>
        <p:txBody>
          <a:bodyPr/>
          <a:lstStyle/>
          <a:p>
            <a:endParaRPr/>
          </a:p>
        </p:txBody>
      </p:sp>
      <p:sp>
        <p:nvSpPr>
          <p:cNvPr id="69" name="Shape 67"/>
          <p:cNvSpPr/>
          <p:nvPr/>
        </p:nvSpPr>
        <p:spPr>
          <a:xfrm>
            <a:off x="11211987" y="974695"/>
            <a:ext cx="34961" cy="34961"/>
          </a:xfrm>
          <a:prstGeom prst="ellipse">
            <a:avLst/>
          </a:prstGeom>
          <a:solidFill>
            <a:srgbClr val="F4D9DC"/>
          </a:solidFill>
          <a:ln/>
        </p:spPr>
        <p:txBody>
          <a:bodyPr/>
          <a:lstStyle/>
          <a:p>
            <a:endParaRPr/>
          </a:p>
        </p:txBody>
      </p:sp>
      <p:sp>
        <p:nvSpPr>
          <p:cNvPr id="70" name="Shape 68"/>
          <p:cNvSpPr/>
          <p:nvPr/>
        </p:nvSpPr>
        <p:spPr>
          <a:xfrm>
            <a:off x="11398461" y="974695"/>
            <a:ext cx="34961" cy="34961"/>
          </a:xfrm>
          <a:prstGeom prst="ellipse">
            <a:avLst/>
          </a:prstGeom>
          <a:solidFill>
            <a:srgbClr val="F4D9DC"/>
          </a:solidFill>
          <a:ln/>
        </p:spPr>
        <p:txBody>
          <a:bodyPr/>
          <a:lstStyle/>
          <a:p>
            <a:endParaRPr/>
          </a:p>
        </p:txBody>
      </p:sp>
      <p:sp>
        <p:nvSpPr>
          <p:cNvPr id="71" name="Shape 69"/>
          <p:cNvSpPr/>
          <p:nvPr/>
        </p:nvSpPr>
        <p:spPr>
          <a:xfrm>
            <a:off x="11304837" y="988501"/>
            <a:ext cx="35627" cy="35627"/>
          </a:xfrm>
          <a:prstGeom prst="ellipse">
            <a:avLst/>
          </a:prstGeom>
          <a:solidFill>
            <a:srgbClr val="F4D9DC"/>
          </a:solidFill>
          <a:ln/>
        </p:spPr>
        <p:txBody>
          <a:bodyPr/>
          <a:lstStyle/>
          <a:p>
            <a:endParaRPr/>
          </a:p>
        </p:txBody>
      </p:sp>
      <p:sp>
        <p:nvSpPr>
          <p:cNvPr id="72" name="Shape 70"/>
          <p:cNvSpPr/>
          <p:nvPr/>
        </p:nvSpPr>
        <p:spPr>
          <a:xfrm>
            <a:off x="548640" y="1280160"/>
            <a:ext cx="1005840" cy="1005840"/>
          </a:xfrm>
          <a:prstGeom prst="ellipse">
            <a:avLst/>
          </a:prstGeom>
          <a:solidFill>
            <a:srgbClr val="F4D74B"/>
          </a:solidFill>
          <a:ln/>
        </p:spPr>
        <p:txBody>
          <a:bodyPr/>
          <a:lstStyle/>
          <a:p>
            <a:endParaRPr/>
          </a:p>
        </p:txBody>
      </p:sp>
      <p:sp>
        <p:nvSpPr>
          <p:cNvPr id="73" name="Text 71"/>
          <p:cNvSpPr/>
          <p:nvPr/>
        </p:nvSpPr>
        <p:spPr>
          <a:xfrm>
            <a:off x="548640" y="1280160"/>
            <a:ext cx="1005840" cy="1005840"/>
          </a:xfrm>
          <a:prstGeom prst="rect">
            <a:avLst/>
          </a:prstGeom>
          <a:noFill/>
          <a:ln/>
        </p:spPr>
        <p:txBody>
          <a:bodyPr wrap="square" lIns="0" tIns="0" rIns="0" bIns="0" rtlCol="0" anchor="ctr"/>
          <a:lstStyle/>
          <a:p>
            <a:pPr marL="0" indent="0" algn="ctr">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3</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marL="0" indent="0" algn="l">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Ronde 2: bouw het dashboard</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marL="0" indent="0" algn="l">
              <a:lnSpc>
                <a:spcPct val="105000"/>
              </a:lnSpc>
              <a:buNone/>
            </a:pPr>
            <a:r>
              <a:rPr lang="en-US" sz="2200" dirty="0">
                <a:solidFill>
                  <a:srgbClr val="F4D74B"/>
                </a:solidFill>
                <a:latin typeface="Cooper Lt BT" pitchFamily="34" charset="0"/>
                <a:ea typeface="Cooper Lt BT" pitchFamily="34" charset="-122"/>
                <a:cs typeface="Cooper Lt BT" pitchFamily="34" charset="-120"/>
              </a:rPr>
              <a:t>30 minuten. Wissel van rol: wie prompter was, wordt nu checker.</a:t>
            </a:r>
            <a:endParaRPr lang="en-US" sz="2200" dirty="0"/>
          </a:p>
        </p:txBody>
      </p:sp>
      <p:pic>
        <p:nvPicPr>
          <p:cNvPr id="76" name="Image 0" descr="exports\261005_workshop_rad_uitvoering\img\Laptopman.png"/>
          <p:cNvPicPr>
            <a:picLocks noChangeAspect="1"/>
          </p:cNvPicPr>
          <p:nvPr/>
        </p:nvPicPr>
        <p:blipFill>
          <a:blip r:embed="rId3"/>
          <a:stretch>
            <a:fillRect/>
          </a:stretch>
        </p:blipFill>
        <p:spPr>
          <a:xfrm>
            <a:off x="8503920" y="1828800"/>
            <a:ext cx="3291840" cy="329184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Ronde 2: eerst schetsen, dan bouwen</a:t>
            </a:r>
            <a:endParaRPr lang="en-US" sz="3400" dirty="0"/>
          </a:p>
        </p:txBody>
      </p:sp>
      <p:sp>
        <p:nvSpPr>
          <p:cNvPr id="73" name="Shape 71"/>
          <p:cNvSpPr/>
          <p:nvPr/>
        </p:nvSpPr>
        <p:spPr>
          <a:xfrm>
            <a:off x="548640" y="1371600"/>
            <a:ext cx="5318608" cy="2560320"/>
          </a:xfrm>
          <a:prstGeom prst="roundRect">
            <a:avLst>
              <a:gd name="adj" fmla="val 3571"/>
            </a:avLst>
          </a:prstGeom>
          <a:solidFill>
            <a:srgbClr val="3D68EC"/>
          </a:solidFill>
          <a:ln/>
        </p:spPr>
        <p:txBody>
          <a:bodyPr/>
          <a:lstStyle/>
          <a:p>
            <a:endParaRPr/>
          </a:p>
        </p:txBody>
      </p:sp>
      <p:pic>
        <p:nvPicPr>
          <p:cNvPr id="74" name="Image 0" descr="exports\_hulp2\img\Document.png"/>
          <p:cNvPicPr>
            <a:picLocks noChangeAspect="1"/>
          </p:cNvPicPr>
          <p:nvPr/>
        </p:nvPicPr>
        <p:blipFill>
          <a:blip r:embed="rId3"/>
          <a:stretch>
            <a:fillRect/>
          </a:stretch>
        </p:blipFill>
        <p:spPr>
          <a:xfrm>
            <a:off x="4678528" y="1554480"/>
            <a:ext cx="1005840" cy="1005840"/>
          </a:xfrm>
          <a:prstGeom prst="rect">
            <a:avLst/>
          </a:prstGeom>
        </p:spPr>
      </p:pic>
      <p:sp>
        <p:nvSpPr>
          <p:cNvPr id="75" name="Text 72"/>
          <p:cNvSpPr/>
          <p:nvPr/>
        </p:nvSpPr>
        <p:spPr>
          <a:xfrm>
            <a:off x="822960" y="1645920"/>
            <a:ext cx="4769968" cy="338328"/>
          </a:xfrm>
          <a:prstGeom prst="rect">
            <a:avLst/>
          </a:prstGeom>
          <a:noFill/>
          <a:ln/>
        </p:spPr>
        <p:txBody>
          <a:bodyPr wrap="square" lIns="0" tIns="0" rIns="0" bIns="0" rtlCol="0" anchor="t"/>
          <a:lstStyle/>
          <a:p>
            <a:pPr marL="0" indent="0" algn="l">
              <a:lnSpc>
                <a:spcPct val="105000"/>
              </a:lnSpc>
              <a:buNone/>
            </a:pPr>
            <a:r>
              <a:rPr lang="en-US" sz="2200" dirty="0">
                <a:solidFill>
                  <a:srgbClr val="F4D9DC"/>
                </a:solidFill>
                <a:latin typeface="General Sans Semibold" pitchFamily="34" charset="0"/>
                <a:ea typeface="General Sans Semibold" pitchFamily="34" charset="-122"/>
                <a:cs typeface="General Sans Semibold" pitchFamily="34" charset="-120"/>
              </a:rPr>
              <a:t>/2-schetsen</a:t>
            </a:r>
            <a:endParaRPr lang="en-US" sz="2200" dirty="0"/>
          </a:p>
        </p:txBody>
      </p:sp>
      <p:sp>
        <p:nvSpPr>
          <p:cNvPr id="76" name="Text 73"/>
          <p:cNvSpPr/>
          <p:nvPr/>
        </p:nvSpPr>
        <p:spPr>
          <a:xfrm>
            <a:off x="822960" y="2258568"/>
            <a:ext cx="4769968" cy="31623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Je dashboard in grijs, nog zonder getallen.</a:t>
            </a:r>
            <a:endParaRPr lang="en-US" sz="1500" dirty="0"/>
          </a:p>
        </p:txBody>
      </p:sp>
      <p:sp>
        <p:nvSpPr>
          <p:cNvPr id="77" name="Text 74"/>
          <p:cNvSpPr/>
          <p:nvPr/>
        </p:nvSpPr>
        <p:spPr>
          <a:xfrm>
            <a:off x="822960" y="2711958"/>
            <a:ext cx="476996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F4D74B"/>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78" name="Text 75"/>
          <p:cNvSpPr/>
          <p:nvPr/>
        </p:nvSpPr>
        <p:spPr>
          <a:xfrm>
            <a:off x="822960" y="3059430"/>
            <a:ext cx="4769968" cy="31623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schets.html</a:t>
            </a:r>
            <a:endParaRPr lang="en-US" sz="1500" dirty="0"/>
          </a:p>
        </p:txBody>
      </p:sp>
      <p:sp>
        <p:nvSpPr>
          <p:cNvPr id="79" name="Shape 76"/>
          <p:cNvSpPr/>
          <p:nvPr/>
        </p:nvSpPr>
        <p:spPr>
          <a:xfrm>
            <a:off x="5976976" y="2377440"/>
            <a:ext cx="237744" cy="548640"/>
          </a:xfrm>
          <a:prstGeom prst="chevron">
            <a:avLst/>
          </a:prstGeom>
          <a:solidFill>
            <a:srgbClr val="3D68EC"/>
          </a:solidFill>
          <a:ln/>
        </p:spPr>
        <p:txBody>
          <a:bodyPr/>
          <a:lstStyle/>
          <a:p>
            <a:endParaRPr/>
          </a:p>
        </p:txBody>
      </p:sp>
      <p:sp>
        <p:nvSpPr>
          <p:cNvPr id="80" name="Shape 77"/>
          <p:cNvSpPr/>
          <p:nvPr/>
        </p:nvSpPr>
        <p:spPr>
          <a:xfrm>
            <a:off x="6324448" y="1371600"/>
            <a:ext cx="5318608" cy="2560320"/>
          </a:xfrm>
          <a:prstGeom prst="roundRect">
            <a:avLst>
              <a:gd name="adj" fmla="val 3571"/>
            </a:avLst>
          </a:prstGeom>
          <a:solidFill>
            <a:srgbClr val="DD784B"/>
          </a:solidFill>
          <a:ln/>
        </p:spPr>
        <p:txBody>
          <a:bodyPr/>
          <a:lstStyle/>
          <a:p>
            <a:endParaRPr/>
          </a:p>
        </p:txBody>
      </p:sp>
      <p:pic>
        <p:nvPicPr>
          <p:cNvPr id="81" name="Image 1" descr="exports\_hulp2\img\learninganalystics.png"/>
          <p:cNvPicPr>
            <a:picLocks noChangeAspect="1"/>
          </p:cNvPicPr>
          <p:nvPr/>
        </p:nvPicPr>
        <p:blipFill>
          <a:blip r:embed="rId4"/>
          <a:stretch>
            <a:fillRect/>
          </a:stretch>
        </p:blipFill>
        <p:spPr>
          <a:xfrm>
            <a:off x="10454335" y="1554480"/>
            <a:ext cx="1005840" cy="1005840"/>
          </a:xfrm>
          <a:prstGeom prst="rect">
            <a:avLst/>
          </a:prstGeom>
        </p:spPr>
      </p:pic>
      <p:sp>
        <p:nvSpPr>
          <p:cNvPr id="82" name="Text 78"/>
          <p:cNvSpPr/>
          <p:nvPr/>
        </p:nvSpPr>
        <p:spPr>
          <a:xfrm>
            <a:off x="6598768" y="1645920"/>
            <a:ext cx="4769968" cy="338328"/>
          </a:xfrm>
          <a:prstGeom prst="rect">
            <a:avLst/>
          </a:prstGeom>
          <a:noFill/>
          <a:ln/>
        </p:spPr>
        <p:txBody>
          <a:bodyPr wrap="square" lIns="0" tIns="0" rIns="0" bIns="0" rtlCol="0" anchor="t"/>
          <a:lstStyle/>
          <a:p>
            <a:pPr marL="0" indent="0" algn="l">
              <a:lnSpc>
                <a:spcPct val="105000"/>
              </a:lnSpc>
              <a:buNone/>
            </a:pPr>
            <a:r>
              <a:rPr lang="en-US" sz="2200" dirty="0">
                <a:solidFill>
                  <a:srgbClr val="000000"/>
                </a:solidFill>
                <a:latin typeface="General Sans Semibold" pitchFamily="34" charset="0"/>
                <a:ea typeface="General Sans Semibold" pitchFamily="34" charset="-122"/>
                <a:cs typeface="General Sans Semibold" pitchFamily="34" charset="-120"/>
              </a:rPr>
              <a:t>/3-bouwen</a:t>
            </a:r>
            <a:endParaRPr lang="en-US" sz="2200" dirty="0"/>
          </a:p>
        </p:txBody>
      </p:sp>
      <p:sp>
        <p:nvSpPr>
          <p:cNvPr id="83" name="Text 79"/>
          <p:cNvSpPr/>
          <p:nvPr/>
        </p:nvSpPr>
        <p:spPr>
          <a:xfrm>
            <a:off x="6598768" y="2258568"/>
            <a:ext cx="4769968" cy="31623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Bouwt alle grafieken uit de schets.</a:t>
            </a:r>
            <a:endParaRPr lang="en-US" sz="1500" dirty="0"/>
          </a:p>
        </p:txBody>
      </p:sp>
      <p:sp>
        <p:nvSpPr>
          <p:cNvPr id="84" name="Text 80"/>
          <p:cNvSpPr/>
          <p:nvPr/>
        </p:nvSpPr>
        <p:spPr>
          <a:xfrm>
            <a:off x="6598768" y="2711958"/>
            <a:ext cx="476996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85" name="Text 81"/>
          <p:cNvSpPr/>
          <p:nvPr/>
        </p:nvSpPr>
        <p:spPr>
          <a:xfrm>
            <a:off x="6598768" y="3059430"/>
            <a:ext cx="4769968" cy="31623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dashboard.html</a:t>
            </a:r>
            <a:endParaRPr lang="en-US" sz="15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CCEEE6"/>
        </a:solidFill>
      </p:bgPr>
    </p:bg>
    <p:spTree>
      <p:nvGrpSpPr>
        <p:cNvPr id="1" name=""/>
        <p:cNvGrpSpPr/>
        <p:nvPr/>
      </p:nvGrpSpPr>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Kijk mee: van schets tot dashboard</a:t>
            </a:r>
            <a:endParaRPr lang="en-US" sz="3400" dirty="0"/>
          </a:p>
        </p:txBody>
      </p:sp>
      <p:pic>
        <p:nvPicPr>
          <p:cNvPr id="3" name="Video 3 · 2:13 · ronde 2, schetsen en bouwen">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2621128" y="1371600"/>
            <a:ext cx="6949440" cy="4343400"/>
          </a:xfrm>
          <a:prstGeom prst="rect">
            <a:avLst/>
          </a:prstGeom>
        </p:spPr>
      </p:pic>
      <p:sp>
        <p:nvSpPr>
          <p:cNvPr id="74" name="Text 71"/>
          <p:cNvSpPr/>
          <p:nvPr/>
        </p:nvSpPr>
        <p:spPr>
          <a:xfrm>
            <a:off x="548640" y="5852160"/>
            <a:ext cx="11094415" cy="365760"/>
          </a:xfrm>
          <a:prstGeom prst="rect">
            <a:avLst/>
          </a:prstGeom>
          <a:noFill/>
          <a:ln/>
        </p:spPr>
        <p:txBody>
          <a:bodyPr wrap="square" lIns="0" tIns="0" rIns="0" bIns="0" rtlCol="0" anchor="t"/>
          <a:lstStyle/>
          <a:p>
            <a:pPr algn="ctr" indent="0" marL="0">
              <a:lnSpc>
                <a:spcPct val="105000"/>
              </a:lnSpc>
              <a:buNone/>
            </a:pPr>
            <a:r>
              <a:rPr lang="en-US" sz="1300" dirty="0">
                <a:solidFill>
                  <a:srgbClr val="000000"/>
                </a:solidFill>
                <a:latin typeface="General Sans" pitchFamily="34" charset="0"/>
                <a:ea typeface="General Sans" pitchFamily="34" charset="-122"/>
                <a:cs typeface="General Sans" pitchFamily="34" charset="-120"/>
              </a:rPr>
              <a:t>Video 3 · 2:13 · ronde 2, schetsen en bouwen</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2">
    <p:bg>
      <p:bgPr>
        <a:solidFill>
          <a:srgbClr val="DD784B"/>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Shape 70"/>
          <p:cNvSpPr/>
          <p:nvPr/>
        </p:nvSpPr>
        <p:spPr>
          <a:xfrm>
            <a:off x="548640" y="1280160"/>
            <a:ext cx="1005840" cy="1005840"/>
          </a:xfrm>
          <a:prstGeom prst="ellipse">
            <a:avLst/>
          </a:prstGeom>
          <a:solidFill>
            <a:srgbClr val="F4D9DC"/>
          </a:solidFill>
          <a:ln/>
        </p:spPr>
        <p:txBody>
          <a:bodyPr/>
          <a:lstStyle/>
          <a:p>
            <a:endParaRPr/>
          </a:p>
        </p:txBody>
      </p:sp>
      <p:sp>
        <p:nvSpPr>
          <p:cNvPr id="73" name="Text 71"/>
          <p:cNvSpPr/>
          <p:nvPr/>
        </p:nvSpPr>
        <p:spPr>
          <a:xfrm>
            <a:off x="548640" y="1280160"/>
            <a:ext cx="1005840" cy="1005840"/>
          </a:xfrm>
          <a:prstGeom prst="rect">
            <a:avLst/>
          </a:prstGeom>
          <a:noFill/>
          <a:ln/>
        </p:spPr>
        <p:txBody>
          <a:bodyPr wrap="square" lIns="0" tIns="0" rIns="0" bIns="0" rtlCol="0" anchor="ctr"/>
          <a:lstStyle/>
          <a:p>
            <a:pPr marL="0" indent="0" algn="ctr">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4</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marL="0" indent="0" algn="l">
              <a:lnSpc>
                <a:spcPct val="105000"/>
              </a:lnSpc>
              <a:buNone/>
            </a:pPr>
            <a:r>
              <a:rPr lang="en-US" sz="4800" dirty="0">
                <a:solidFill>
                  <a:srgbClr val="000000"/>
                </a:solidFill>
                <a:latin typeface="General Sans Semibold" pitchFamily="34" charset="0"/>
                <a:ea typeface="General Sans Semibold" pitchFamily="34" charset="-122"/>
                <a:cs typeface="General Sans Semibold" pitchFamily="34" charset="-120"/>
              </a:rPr>
              <a:t>Spiegelmoment 2: kijk in de skills</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marL="0" indent="0" algn="l">
              <a:lnSpc>
                <a:spcPct val="105000"/>
              </a:lnSpc>
              <a:buNone/>
            </a:pPr>
            <a:r>
              <a:rPr lang="en-US" sz="2200" dirty="0">
                <a:solidFill>
                  <a:srgbClr val="000000"/>
                </a:solidFill>
                <a:latin typeface="Cooper Lt BT" pitchFamily="34" charset="0"/>
                <a:ea typeface="Cooper Lt BT" pitchFamily="34" charset="-122"/>
                <a:cs typeface="Cooper Lt BT" pitchFamily="34" charset="-120"/>
              </a:rPr>
              <a:t>Wat deden de skills, en wat zou jij anders willen?</a:t>
            </a:r>
            <a:endParaRPr lang="en-US" sz="2200" dirty="0"/>
          </a:p>
        </p:txBody>
      </p:sp>
      <p:pic>
        <p:nvPicPr>
          <p:cNvPr id="76" name="Image 0" descr="exports\261005_workshop_rad_uitvoering\img\Puzzelstuk 3D.png"/>
          <p:cNvPicPr>
            <a:picLocks noChangeAspect="1"/>
          </p:cNvPicPr>
          <p:nvPr/>
        </p:nvPicPr>
        <p:blipFill>
          <a:blip r:embed="rId3"/>
          <a:stretch>
            <a:fillRect/>
          </a:stretch>
        </p:blipFill>
        <p:spPr>
          <a:xfrm>
            <a:off x="8503920" y="1828800"/>
            <a:ext cx="3291840" cy="329184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CCEEE6"/>
        </a:solidFill>
      </p:bgPr>
    </p:bg>
    <p:spTree>
      <p:nvGrpSpPr>
        <p:cNvPr id="1" name=""/>
        <p:cNvGrpSpPr/>
        <p:nvPr/>
      </p:nvGrpSpPr>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000" dirty="0">
                <a:solidFill>
                  <a:srgbClr val="3D68EC"/>
                </a:solidFill>
                <a:latin typeface="General Sans Semibold" pitchFamily="34" charset="0"/>
                <a:ea typeface="General Sans Semibold" pitchFamily="34" charset="-122"/>
                <a:cs typeface="General Sans Semibold" pitchFamily="34" charset="-120"/>
              </a:rPr>
              <a:t>/2-schetsen: twee vragen, schets, bijsturen</a:t>
            </a:r>
            <a:endParaRPr lang="en-US" sz="3000" dirty="0"/>
          </a:p>
        </p:txBody>
      </p:sp>
      <p:sp>
        <p:nvSpPr>
          <p:cNvPr id="73" name="Shape 71"/>
          <p:cNvSpPr/>
          <p:nvPr/>
        </p:nvSpPr>
        <p:spPr>
          <a:xfrm>
            <a:off x="548640" y="1371600"/>
            <a:ext cx="3393338" cy="2567178"/>
          </a:xfrm>
          <a:prstGeom prst="roundRect">
            <a:avLst>
              <a:gd name="adj" fmla="val 3552"/>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Text 74"/>
          <p:cNvSpPr/>
          <p:nvPr/>
        </p:nvSpPr>
        <p:spPr>
          <a:xfrm>
            <a:off x="822960" y="2423160"/>
            <a:ext cx="2844698" cy="338328"/>
          </a:xfrm>
          <a:prstGeom prst="rect">
            <a:avLst/>
          </a:prstGeom>
          <a:noFill/>
          <a:ln/>
        </p:spPr>
        <p:txBody>
          <a:bodyPr wrap="square" lIns="0" tIns="0" rIns="0" bIns="0" rtlCol="0" anchor="t"/>
          <a:lstStyle/>
          <a:p>
            <a:pPr algn="l" indent="0" marL="0">
              <a:lnSpc>
                <a:spcPct val="105000"/>
              </a:lnSpc>
              <a:buNone/>
            </a:pPr>
            <a:r>
              <a:rPr lang="en-US" sz="2200" dirty="0">
                <a:solidFill>
                  <a:srgbClr val="F4D9DC"/>
                </a:solidFill>
                <a:latin typeface="General Sans Semibold" pitchFamily="34" charset="0"/>
                <a:ea typeface="General Sans Semibold" pitchFamily="34" charset="-122"/>
                <a:cs typeface="General Sans Semibold" pitchFamily="34" charset="-120"/>
              </a:rPr>
              <a:t>Twee vragen</a:t>
            </a:r>
            <a:endParaRPr lang="en-US" sz="2200" dirty="0"/>
          </a:p>
        </p:txBody>
      </p:sp>
      <p:sp>
        <p:nvSpPr>
          <p:cNvPr id="77" name="Text 75"/>
          <p:cNvSpPr/>
          <p:nvPr/>
        </p:nvSpPr>
        <p:spPr>
          <a:xfrm>
            <a:off x="822960" y="3035808"/>
            <a:ext cx="2844698" cy="76581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Waarop wil je filteren, en wat komt bovenaan?</a:t>
            </a:r>
            <a:endParaRPr lang="en-US" sz="1500" dirty="0"/>
          </a:p>
        </p:txBody>
      </p:sp>
      <p:sp>
        <p:nvSpPr>
          <p:cNvPr id="78" name="Shape 76"/>
          <p:cNvSpPr/>
          <p:nvPr/>
        </p:nvSpPr>
        <p:spPr>
          <a:xfrm>
            <a:off x="4051706" y="2380869"/>
            <a:ext cx="237744" cy="548640"/>
          </a:xfrm>
          <a:prstGeom prst="chevron">
            <a:avLst/>
          </a:prstGeom>
          <a:solidFill>
            <a:srgbClr val="3D68EC"/>
          </a:solidFill>
          <a:ln/>
        </p:spPr>
      </p:sp>
      <p:sp>
        <p:nvSpPr>
          <p:cNvPr id="79" name="Shape 77"/>
          <p:cNvSpPr/>
          <p:nvPr/>
        </p:nvSpPr>
        <p:spPr>
          <a:xfrm>
            <a:off x="4399178" y="1371600"/>
            <a:ext cx="3393338" cy="2567178"/>
          </a:xfrm>
          <a:prstGeom prst="roundRect">
            <a:avLst>
              <a:gd name="adj" fmla="val 3552"/>
            </a:avLst>
          </a:prstGeom>
          <a:solidFill>
            <a:srgbClr val="DD784B"/>
          </a:solidFill>
          <a:ln/>
        </p:spPr>
      </p:sp>
      <p:sp>
        <p:nvSpPr>
          <p:cNvPr id="80" name="Shape 78"/>
          <p:cNvSpPr/>
          <p:nvPr/>
        </p:nvSpPr>
        <p:spPr>
          <a:xfrm>
            <a:off x="4673498" y="1645920"/>
            <a:ext cx="548640" cy="548640"/>
          </a:xfrm>
          <a:prstGeom prst="ellipse">
            <a:avLst/>
          </a:prstGeom>
          <a:solidFill>
            <a:srgbClr val="F4D9DC"/>
          </a:solidFill>
          <a:ln/>
        </p:spPr>
      </p:sp>
      <p:sp>
        <p:nvSpPr>
          <p:cNvPr id="81" name="Text 79"/>
          <p:cNvSpPr/>
          <p:nvPr/>
        </p:nvSpPr>
        <p:spPr>
          <a:xfrm>
            <a:off x="467349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2" name="Text 80"/>
          <p:cNvSpPr/>
          <p:nvPr/>
        </p:nvSpPr>
        <p:spPr>
          <a:xfrm>
            <a:off x="4673498" y="2423160"/>
            <a:ext cx="2844698" cy="338328"/>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General Sans Semibold" pitchFamily="34" charset="0"/>
                <a:ea typeface="General Sans Semibold" pitchFamily="34" charset="-122"/>
                <a:cs typeface="General Sans Semibold" pitchFamily="34" charset="-120"/>
              </a:rPr>
              <a:t>Schets</a:t>
            </a:r>
            <a:endParaRPr lang="en-US" sz="2200" dirty="0"/>
          </a:p>
        </p:txBody>
      </p:sp>
      <p:sp>
        <p:nvSpPr>
          <p:cNvPr id="83" name="Text 81"/>
          <p:cNvSpPr/>
          <p:nvPr/>
        </p:nvSpPr>
        <p:spPr>
          <a:xfrm>
            <a:off x="4673498" y="3035808"/>
            <a:ext cx="2844698"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schets.html: je dashboard in grijs, nog zonder getallen</a:t>
            </a:r>
            <a:endParaRPr lang="en-US" sz="1500" dirty="0"/>
          </a:p>
        </p:txBody>
      </p:sp>
      <p:sp>
        <p:nvSpPr>
          <p:cNvPr id="84" name="Shape 82"/>
          <p:cNvSpPr/>
          <p:nvPr/>
        </p:nvSpPr>
        <p:spPr>
          <a:xfrm>
            <a:off x="7902245" y="2380869"/>
            <a:ext cx="237744" cy="548640"/>
          </a:xfrm>
          <a:prstGeom prst="chevron">
            <a:avLst/>
          </a:prstGeom>
          <a:solidFill>
            <a:srgbClr val="3D68EC"/>
          </a:solidFill>
          <a:ln/>
        </p:spPr>
      </p:sp>
      <p:sp>
        <p:nvSpPr>
          <p:cNvPr id="85" name="Shape 83"/>
          <p:cNvSpPr/>
          <p:nvPr/>
        </p:nvSpPr>
        <p:spPr>
          <a:xfrm>
            <a:off x="8249717" y="1371600"/>
            <a:ext cx="3393338" cy="2567178"/>
          </a:xfrm>
          <a:prstGeom prst="roundRect">
            <a:avLst>
              <a:gd name="adj" fmla="val 3552"/>
            </a:avLst>
          </a:prstGeom>
          <a:solidFill>
            <a:srgbClr val="00AF81"/>
          </a:solidFill>
          <a:ln/>
        </p:spPr>
      </p:sp>
      <p:sp>
        <p:nvSpPr>
          <p:cNvPr id="86" name="Shape 84"/>
          <p:cNvSpPr/>
          <p:nvPr/>
        </p:nvSpPr>
        <p:spPr>
          <a:xfrm>
            <a:off x="8524037" y="1645920"/>
            <a:ext cx="548640" cy="548640"/>
          </a:xfrm>
          <a:prstGeom prst="ellipse">
            <a:avLst/>
          </a:prstGeom>
          <a:solidFill>
            <a:srgbClr val="F4D9DC"/>
          </a:solidFill>
          <a:ln/>
        </p:spPr>
      </p:sp>
      <p:sp>
        <p:nvSpPr>
          <p:cNvPr id="87" name="Text 85"/>
          <p:cNvSpPr/>
          <p:nvPr/>
        </p:nvSpPr>
        <p:spPr>
          <a:xfrm>
            <a:off x="8524037"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88" name="Text 86"/>
          <p:cNvSpPr/>
          <p:nvPr/>
        </p:nvSpPr>
        <p:spPr>
          <a:xfrm>
            <a:off x="8524037" y="2423160"/>
            <a:ext cx="2844698" cy="338328"/>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General Sans Semibold" pitchFamily="34" charset="0"/>
                <a:ea typeface="General Sans Semibold" pitchFamily="34" charset="-122"/>
                <a:cs typeface="General Sans Semibold" pitchFamily="34" charset="-120"/>
              </a:rPr>
              <a:t>Bijsturen</a:t>
            </a:r>
            <a:endParaRPr lang="en-US" sz="2200" dirty="0"/>
          </a:p>
        </p:txBody>
      </p:sp>
      <p:sp>
        <p:nvSpPr>
          <p:cNvPr id="89" name="Text 87"/>
          <p:cNvSpPr/>
          <p:nvPr/>
        </p:nvSpPr>
        <p:spPr>
          <a:xfrm>
            <a:off x="8524037" y="3035808"/>
            <a:ext cx="2844698"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Vergelijking, filter, volgorde of titel aanpassen</a:t>
            </a:r>
            <a:endParaRPr lang="en-US" sz="15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CCEEE6"/>
        </a:solidFill>
      </p:bgPr>
    </p:bg>
    <p:spTree>
      <p:nvGrpSpPr>
        <p:cNvPr id="1" name=""/>
        <p:cNvGrpSpPr/>
        <p:nvPr/>
      </p:nvGrpSpPr>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Zo ziet de schets eruit</a:t>
            </a:r>
            <a:endParaRPr lang="en-US" sz="3400" dirty="0"/>
          </a:p>
        </p:txBody>
      </p:sp>
      <p:pic>
        <p:nvPicPr>
          <p:cNvPr id="73" name="Image 0" descr="Schets van het dashboard in grijs, met vraagtekens in plaats van getallen">    </p:cNvPr>
          <p:cNvPicPr>
            <a:picLocks noChangeAspect="1"/>
          </p:cNvPicPr>
          <p:nvPr/>
        </p:nvPicPr>
        <p:blipFill>
          <a:blip r:embed="rId2"/>
          <a:stretch>
            <a:fillRect/>
          </a:stretch>
        </p:blipFill>
        <p:spPr>
          <a:xfrm>
            <a:off x="773853" y="1371600"/>
            <a:ext cx="6620630" cy="4343400"/>
          </a:xfrm>
          <a:prstGeom prst="rect">
            <a:avLst/>
          </a:prstGeom>
        </p:spPr>
      </p:pic>
      <p:sp>
        <p:nvSpPr>
          <p:cNvPr id="74" name="Text 71"/>
          <p:cNvSpPr/>
          <p:nvPr/>
        </p:nvSpPr>
        <p:spPr>
          <a:xfrm>
            <a:off x="548640" y="5852160"/>
            <a:ext cx="7071055" cy="365760"/>
          </a:xfrm>
          <a:prstGeom prst="rect">
            <a:avLst/>
          </a:prstGeom>
          <a:noFill/>
          <a:ln/>
        </p:spPr>
        <p:txBody>
          <a:bodyPr wrap="square" lIns="0" tIns="0" rIns="0" bIns="0" rtlCol="0" anchor="t"/>
          <a:lstStyle/>
          <a:p>
            <a:pPr algn="ctr" indent="0" marL="0">
              <a:lnSpc>
                <a:spcPct val="105000"/>
              </a:lnSpc>
              <a:buNone/>
            </a:pPr>
            <a:r>
              <a:rPr lang="en-US" sz="1300" dirty="0">
                <a:solidFill>
                  <a:srgbClr val="000000"/>
                </a:solidFill>
                <a:latin typeface="General Sans" pitchFamily="34" charset="0"/>
                <a:ea typeface="General Sans" pitchFamily="34" charset="-122"/>
                <a:cs typeface="General Sans" pitchFamily="34" charset="-120"/>
              </a:rPr>
              <a:t>schets.html</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Dit is de uitkomst van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2-schetsen</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je dashboard in grijs, met de echte groepen en jaren maar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nog zonder getallen</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Klopt de opzet, dan bouwt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3-bouwen</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hem.</a:t>
            </a:r>
            <a:endParaRPr lang="en-US" sz="18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D6E2FD"/>
        </a:solidFill>
      </p:bgPr>
    </p:bg>
    <p:spTree>
      <p:nvGrpSpPr>
        <p:cNvPr id="1" name=""/>
        <p:cNvGrpSpPr/>
        <p:nvPr/>
      </p:nvGrpSpPr>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/3-bouwen: bouwen, controleren, één vraag</a:t>
            </a:r>
            <a:endParaRPr lang="en-US" sz="3200" dirty="0"/>
          </a:p>
        </p:txBody>
      </p:sp>
      <p:sp>
        <p:nvSpPr>
          <p:cNvPr id="73" name="Shape 71"/>
          <p:cNvSpPr/>
          <p:nvPr/>
        </p:nvSpPr>
        <p:spPr>
          <a:xfrm>
            <a:off x="548640" y="1371600"/>
            <a:ext cx="3393338" cy="2560320"/>
          </a:xfrm>
          <a:prstGeom prst="roundRect">
            <a:avLst>
              <a:gd name="adj" fmla="val 3571"/>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Text 74"/>
          <p:cNvSpPr/>
          <p:nvPr/>
        </p:nvSpPr>
        <p:spPr>
          <a:xfrm>
            <a:off x="822960" y="2423160"/>
            <a:ext cx="2844698" cy="338328"/>
          </a:xfrm>
          <a:prstGeom prst="rect">
            <a:avLst/>
          </a:prstGeom>
          <a:noFill/>
          <a:ln/>
        </p:spPr>
        <p:txBody>
          <a:bodyPr wrap="square" lIns="0" tIns="0" rIns="0" bIns="0" rtlCol="0" anchor="t"/>
          <a:lstStyle/>
          <a:p>
            <a:pPr algn="l" indent="0" marL="0">
              <a:lnSpc>
                <a:spcPct val="105000"/>
              </a:lnSpc>
              <a:buNone/>
            </a:pPr>
            <a:r>
              <a:rPr lang="en-US" sz="2200" dirty="0">
                <a:solidFill>
                  <a:srgbClr val="F4D9DC"/>
                </a:solidFill>
                <a:latin typeface="General Sans Semibold" pitchFamily="34" charset="0"/>
                <a:ea typeface="General Sans Semibold" pitchFamily="34" charset="-122"/>
                <a:cs typeface="General Sans Semibold" pitchFamily="34" charset="-120"/>
              </a:rPr>
              <a:t>Bouwt</a:t>
            </a:r>
            <a:endParaRPr lang="en-US" sz="2200" dirty="0"/>
          </a:p>
        </p:txBody>
      </p:sp>
      <p:sp>
        <p:nvSpPr>
          <p:cNvPr id="77" name="Text 75"/>
          <p:cNvSpPr/>
          <p:nvPr/>
        </p:nvSpPr>
        <p:spPr>
          <a:xfrm>
            <a:off x="822960" y="3035808"/>
            <a:ext cx="2844698" cy="54102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Uit je schets en keuzes, zonder vragen vooraf</a:t>
            </a:r>
            <a:endParaRPr lang="en-US" sz="1500" dirty="0"/>
          </a:p>
        </p:txBody>
      </p:sp>
      <p:sp>
        <p:nvSpPr>
          <p:cNvPr id="78" name="Shape 76"/>
          <p:cNvSpPr/>
          <p:nvPr/>
        </p:nvSpPr>
        <p:spPr>
          <a:xfrm>
            <a:off x="4051706" y="2377440"/>
            <a:ext cx="237744" cy="548640"/>
          </a:xfrm>
          <a:prstGeom prst="chevron">
            <a:avLst/>
          </a:prstGeom>
          <a:solidFill>
            <a:srgbClr val="3D68EC"/>
          </a:solidFill>
          <a:ln/>
        </p:spPr>
      </p:sp>
      <p:sp>
        <p:nvSpPr>
          <p:cNvPr id="79" name="Shape 77"/>
          <p:cNvSpPr/>
          <p:nvPr/>
        </p:nvSpPr>
        <p:spPr>
          <a:xfrm>
            <a:off x="4399178" y="1371600"/>
            <a:ext cx="3393338" cy="2560320"/>
          </a:xfrm>
          <a:prstGeom prst="roundRect">
            <a:avLst>
              <a:gd name="adj" fmla="val 3571"/>
            </a:avLst>
          </a:prstGeom>
          <a:solidFill>
            <a:srgbClr val="DD784B"/>
          </a:solidFill>
          <a:ln/>
        </p:spPr>
      </p:sp>
      <p:sp>
        <p:nvSpPr>
          <p:cNvPr id="80" name="Shape 78"/>
          <p:cNvSpPr/>
          <p:nvPr/>
        </p:nvSpPr>
        <p:spPr>
          <a:xfrm>
            <a:off x="4673498" y="1645920"/>
            <a:ext cx="548640" cy="548640"/>
          </a:xfrm>
          <a:prstGeom prst="ellipse">
            <a:avLst/>
          </a:prstGeom>
          <a:solidFill>
            <a:srgbClr val="F4D9DC"/>
          </a:solidFill>
          <a:ln/>
        </p:spPr>
      </p:sp>
      <p:sp>
        <p:nvSpPr>
          <p:cNvPr id="81" name="Text 79"/>
          <p:cNvSpPr/>
          <p:nvPr/>
        </p:nvSpPr>
        <p:spPr>
          <a:xfrm>
            <a:off x="467349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2" name="Text 80"/>
          <p:cNvSpPr/>
          <p:nvPr/>
        </p:nvSpPr>
        <p:spPr>
          <a:xfrm>
            <a:off x="4673498" y="2423160"/>
            <a:ext cx="2844698" cy="338328"/>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General Sans Semibold" pitchFamily="34" charset="0"/>
                <a:ea typeface="General Sans Semibold" pitchFamily="34" charset="-122"/>
                <a:cs typeface="General Sans Semibold" pitchFamily="34" charset="-120"/>
              </a:rPr>
              <a:t>Controleert</a:t>
            </a:r>
            <a:endParaRPr lang="en-US" sz="2200" dirty="0"/>
          </a:p>
        </p:txBody>
      </p:sp>
      <p:sp>
        <p:nvSpPr>
          <p:cNvPr id="83" name="Text 81"/>
          <p:cNvSpPr/>
          <p:nvPr/>
        </p:nvSpPr>
        <p:spPr>
          <a:xfrm>
            <a:off x="4673498" y="3035808"/>
            <a:ext cx="284469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Volgt het je schets precies? Privacydrempel erin</a:t>
            </a:r>
            <a:endParaRPr lang="en-US" sz="1500" dirty="0"/>
          </a:p>
        </p:txBody>
      </p:sp>
      <p:sp>
        <p:nvSpPr>
          <p:cNvPr id="84" name="Shape 82"/>
          <p:cNvSpPr/>
          <p:nvPr/>
        </p:nvSpPr>
        <p:spPr>
          <a:xfrm>
            <a:off x="7902245" y="2377440"/>
            <a:ext cx="237744" cy="548640"/>
          </a:xfrm>
          <a:prstGeom prst="chevron">
            <a:avLst/>
          </a:prstGeom>
          <a:solidFill>
            <a:srgbClr val="3D68EC"/>
          </a:solidFill>
          <a:ln/>
        </p:spPr>
      </p:sp>
      <p:sp>
        <p:nvSpPr>
          <p:cNvPr id="85" name="Shape 83"/>
          <p:cNvSpPr/>
          <p:nvPr/>
        </p:nvSpPr>
        <p:spPr>
          <a:xfrm>
            <a:off x="8249717" y="1371600"/>
            <a:ext cx="3393338" cy="2560320"/>
          </a:xfrm>
          <a:prstGeom prst="roundRect">
            <a:avLst>
              <a:gd name="adj" fmla="val 3571"/>
            </a:avLst>
          </a:prstGeom>
          <a:solidFill>
            <a:srgbClr val="00AF81"/>
          </a:solidFill>
          <a:ln/>
        </p:spPr>
      </p:sp>
      <p:sp>
        <p:nvSpPr>
          <p:cNvPr id="86" name="Shape 84"/>
          <p:cNvSpPr/>
          <p:nvPr/>
        </p:nvSpPr>
        <p:spPr>
          <a:xfrm>
            <a:off x="8524037" y="1645920"/>
            <a:ext cx="548640" cy="548640"/>
          </a:xfrm>
          <a:prstGeom prst="ellipse">
            <a:avLst/>
          </a:prstGeom>
          <a:solidFill>
            <a:srgbClr val="F4D9DC"/>
          </a:solidFill>
          <a:ln/>
        </p:spPr>
      </p:sp>
      <p:sp>
        <p:nvSpPr>
          <p:cNvPr id="87" name="Text 85"/>
          <p:cNvSpPr/>
          <p:nvPr/>
        </p:nvSpPr>
        <p:spPr>
          <a:xfrm>
            <a:off x="8524037"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88" name="Text 86"/>
          <p:cNvSpPr/>
          <p:nvPr/>
        </p:nvSpPr>
        <p:spPr>
          <a:xfrm>
            <a:off x="8524037" y="2423160"/>
            <a:ext cx="2844698" cy="338328"/>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General Sans Semibold" pitchFamily="34" charset="0"/>
                <a:ea typeface="General Sans Semibold" pitchFamily="34" charset="-122"/>
                <a:cs typeface="General Sans Semibold" pitchFamily="34" charset="-120"/>
              </a:rPr>
              <a:t>Eén vraag</a:t>
            </a:r>
            <a:endParaRPr lang="en-US" sz="2200" dirty="0"/>
          </a:p>
        </p:txBody>
      </p:sp>
      <p:sp>
        <p:nvSpPr>
          <p:cNvPr id="89" name="Text 87"/>
          <p:cNvSpPr/>
          <p:nvPr/>
        </p:nvSpPr>
        <p:spPr>
          <a:xfrm>
            <a:off x="8524037" y="3035808"/>
            <a:ext cx="284469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Klopt het? Iets anders gaat via de schets</a:t>
            </a:r>
            <a:endParaRPr lang="en-US" sz="1500" dirty="0"/>
          </a:p>
        </p:txBody>
      </p:sp>
      <p:sp>
        <p:nvSpPr>
          <p:cNvPr id="90" name="Text 88"/>
          <p:cNvSpPr/>
          <p:nvPr/>
        </p:nvSpPr>
        <p:spPr>
          <a:xfrm>
            <a:off x="548640" y="4114800"/>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Levert: </a:t>
            </a:r>
            <a:pPr algn="l" indent="0" marL="0">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dashboard.html</a:t>
            </a:r>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 om te downloaden. Er gaat niets naar GitHub.</a:t>
            </a:r>
            <a:endParaRPr lang="en-US" sz="18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CCEEE6"/>
        </a:solidFill>
      </p:bgPr>
    </p:bg>
    <p:spTree>
      <p:nvGrpSpPr>
        <p:cNvPr id="1" name=""/>
        <p:cNvGrpSpPr/>
        <p:nvPr/>
      </p:nvGrpSpPr>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Zo ziet het dashboard eruit</a:t>
            </a:r>
            <a:endParaRPr lang="en-US" sz="3400" dirty="0"/>
          </a:p>
        </p:txBody>
      </p:sp>
      <p:pic>
        <p:nvPicPr>
          <p:cNvPr id="73" name="Image 0" descr="Dashboard met kerncijfers en het aandeel eerstejaars dat stopt per sector">    </p:cNvPr>
          <p:cNvPicPr>
            <a:picLocks noChangeAspect="1"/>
          </p:cNvPicPr>
          <p:nvPr/>
        </p:nvPicPr>
        <p:blipFill>
          <a:blip r:embed="rId2"/>
          <a:stretch>
            <a:fillRect/>
          </a:stretch>
        </p:blipFill>
        <p:spPr>
          <a:xfrm>
            <a:off x="773853" y="1371600"/>
            <a:ext cx="6620630" cy="4343400"/>
          </a:xfrm>
          <a:prstGeom prst="rect">
            <a:avLst/>
          </a:prstGeom>
        </p:spPr>
      </p:pic>
      <p:sp>
        <p:nvSpPr>
          <p:cNvPr id="74" name="Text 71"/>
          <p:cNvSpPr/>
          <p:nvPr/>
        </p:nvSpPr>
        <p:spPr>
          <a:xfrm>
            <a:off x="548640" y="5852160"/>
            <a:ext cx="7071055" cy="365760"/>
          </a:xfrm>
          <a:prstGeom prst="rect">
            <a:avLst/>
          </a:prstGeom>
          <a:noFill/>
          <a:ln/>
        </p:spPr>
        <p:txBody>
          <a:bodyPr wrap="square" lIns="0" tIns="0" rIns="0" bIns="0" rtlCol="0" anchor="t"/>
          <a:lstStyle/>
          <a:p>
            <a:pPr algn="ctr" indent="0" marL="0">
              <a:lnSpc>
                <a:spcPct val="105000"/>
              </a:lnSpc>
              <a:buNone/>
            </a:pPr>
            <a:r>
              <a:rPr lang="en-US" sz="1300" dirty="0">
                <a:solidFill>
                  <a:srgbClr val="000000"/>
                </a:solidFill>
                <a:latin typeface="General Sans" pitchFamily="34" charset="0"/>
                <a:ea typeface="General Sans" pitchFamily="34" charset="-122"/>
                <a:cs typeface="General Sans" pitchFamily="34" charset="-120"/>
              </a:rPr>
              <a:t>dashboard.html</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Dezelfde opzet als de schets, nu met getallen: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kerncijfers</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bovenaan, grafieken met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n per groep</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en een label dat het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demodata</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is.</a:t>
            </a:r>
            <a:endParaRPr lang="en-US" sz="1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D6E2FD"/>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lang="en-NL"/>
          </a:p>
        </p:txBody>
      </p:sp>
      <p:sp>
        <p:nvSpPr>
          <p:cNvPr id="3" name="Shape 1"/>
          <p:cNvSpPr/>
          <p:nvPr/>
        </p:nvSpPr>
        <p:spPr>
          <a:xfrm>
            <a:off x="11212173" y="399224"/>
            <a:ext cx="34616" cy="34616"/>
          </a:xfrm>
          <a:prstGeom prst="ellipse">
            <a:avLst/>
          </a:prstGeom>
          <a:solidFill>
            <a:srgbClr val="000000"/>
          </a:solidFill>
          <a:ln/>
        </p:spPr>
        <p:txBody>
          <a:bodyPr/>
          <a:lstStyle/>
          <a:p>
            <a:endParaRPr lang="en-NL"/>
          </a:p>
        </p:txBody>
      </p:sp>
      <p:sp>
        <p:nvSpPr>
          <p:cNvPr id="4" name="Shape 2"/>
          <p:cNvSpPr/>
          <p:nvPr/>
        </p:nvSpPr>
        <p:spPr>
          <a:xfrm>
            <a:off x="11398641" y="399224"/>
            <a:ext cx="34616" cy="34616"/>
          </a:xfrm>
          <a:prstGeom prst="ellipse">
            <a:avLst/>
          </a:prstGeom>
          <a:solidFill>
            <a:srgbClr val="000000"/>
          </a:solidFill>
          <a:ln/>
        </p:spPr>
        <p:txBody>
          <a:bodyPr/>
          <a:lstStyle/>
          <a:p>
            <a:endParaRPr lang="en-NL"/>
          </a:p>
        </p:txBody>
      </p:sp>
      <p:sp>
        <p:nvSpPr>
          <p:cNvPr id="5" name="Shape 3"/>
          <p:cNvSpPr/>
          <p:nvPr/>
        </p:nvSpPr>
        <p:spPr>
          <a:xfrm>
            <a:off x="11258374" y="435357"/>
            <a:ext cx="51936" cy="51936"/>
          </a:xfrm>
          <a:prstGeom prst="ellipse">
            <a:avLst/>
          </a:prstGeom>
          <a:solidFill>
            <a:srgbClr val="000000"/>
          </a:solidFill>
          <a:ln/>
        </p:spPr>
        <p:txBody>
          <a:bodyPr/>
          <a:lstStyle/>
          <a:p>
            <a:endParaRPr lang="en-NL"/>
          </a:p>
        </p:txBody>
      </p:sp>
      <p:sp>
        <p:nvSpPr>
          <p:cNvPr id="6" name="Shape 4"/>
          <p:cNvSpPr/>
          <p:nvPr/>
        </p:nvSpPr>
        <p:spPr>
          <a:xfrm>
            <a:off x="11335407" y="435306"/>
            <a:ext cx="51718" cy="51718"/>
          </a:xfrm>
          <a:prstGeom prst="ellipse">
            <a:avLst/>
          </a:prstGeom>
          <a:solidFill>
            <a:srgbClr val="000000"/>
          </a:solidFill>
          <a:ln/>
        </p:spPr>
        <p:txBody>
          <a:bodyPr/>
          <a:lstStyle/>
          <a:p>
            <a:endParaRPr lang="en-NL"/>
          </a:p>
        </p:txBody>
      </p:sp>
      <p:sp>
        <p:nvSpPr>
          <p:cNvPr id="7" name="Shape 5"/>
          <p:cNvSpPr/>
          <p:nvPr/>
        </p:nvSpPr>
        <p:spPr>
          <a:xfrm>
            <a:off x="11127388" y="442398"/>
            <a:ext cx="35294" cy="35294"/>
          </a:xfrm>
          <a:prstGeom prst="ellipse">
            <a:avLst/>
          </a:prstGeom>
          <a:solidFill>
            <a:srgbClr val="000000"/>
          </a:solidFill>
          <a:ln/>
        </p:spPr>
        <p:txBody>
          <a:bodyPr/>
          <a:lstStyle/>
          <a:p>
            <a:endParaRPr lang="en-NL"/>
          </a:p>
        </p:txBody>
      </p:sp>
      <p:sp>
        <p:nvSpPr>
          <p:cNvPr id="8" name="Shape 6"/>
          <p:cNvSpPr/>
          <p:nvPr/>
        </p:nvSpPr>
        <p:spPr>
          <a:xfrm>
            <a:off x="11482145" y="441649"/>
            <a:ext cx="35960" cy="35960"/>
          </a:xfrm>
          <a:prstGeom prst="ellipse">
            <a:avLst/>
          </a:prstGeom>
          <a:solidFill>
            <a:srgbClr val="000000"/>
          </a:solidFill>
          <a:ln/>
        </p:spPr>
        <p:txBody>
          <a:bodyPr/>
          <a:lstStyle/>
          <a:p>
            <a:endParaRPr lang="en-NL"/>
          </a:p>
        </p:txBody>
      </p:sp>
      <p:sp>
        <p:nvSpPr>
          <p:cNvPr id="9" name="Shape 7"/>
          <p:cNvSpPr/>
          <p:nvPr/>
        </p:nvSpPr>
        <p:spPr>
          <a:xfrm>
            <a:off x="11185603" y="459328"/>
            <a:ext cx="52167" cy="52167"/>
          </a:xfrm>
          <a:prstGeom prst="ellipse">
            <a:avLst/>
          </a:prstGeom>
          <a:solidFill>
            <a:srgbClr val="000000"/>
          </a:solidFill>
          <a:ln/>
        </p:spPr>
        <p:txBody>
          <a:bodyPr/>
          <a:lstStyle/>
          <a:p>
            <a:endParaRPr lang="en-NL"/>
          </a:p>
        </p:txBody>
      </p:sp>
      <p:sp>
        <p:nvSpPr>
          <p:cNvPr id="10" name="Shape 8"/>
          <p:cNvSpPr/>
          <p:nvPr/>
        </p:nvSpPr>
        <p:spPr>
          <a:xfrm>
            <a:off x="11408043" y="458713"/>
            <a:ext cx="52384" cy="52384"/>
          </a:xfrm>
          <a:prstGeom prst="ellipse">
            <a:avLst/>
          </a:prstGeom>
          <a:solidFill>
            <a:srgbClr val="000000"/>
          </a:solidFill>
          <a:ln/>
        </p:spPr>
        <p:txBody>
          <a:bodyPr/>
          <a:lstStyle/>
          <a:p>
            <a:endParaRPr lang="en-NL"/>
          </a:p>
        </p:txBody>
      </p:sp>
      <p:sp>
        <p:nvSpPr>
          <p:cNvPr id="11" name="Shape 9"/>
          <p:cNvSpPr/>
          <p:nvPr/>
        </p:nvSpPr>
        <p:spPr>
          <a:xfrm>
            <a:off x="11241891" y="499749"/>
            <a:ext cx="36613" cy="36613"/>
          </a:xfrm>
          <a:prstGeom prst="ellipse">
            <a:avLst/>
          </a:prstGeom>
          <a:solidFill>
            <a:srgbClr val="000000"/>
          </a:solidFill>
          <a:ln/>
        </p:spPr>
        <p:txBody>
          <a:bodyPr/>
          <a:lstStyle/>
          <a:p>
            <a:endParaRPr lang="en-NL"/>
          </a:p>
        </p:txBody>
      </p:sp>
      <p:sp>
        <p:nvSpPr>
          <p:cNvPr id="12" name="Shape 10"/>
          <p:cNvSpPr/>
          <p:nvPr/>
        </p:nvSpPr>
        <p:spPr>
          <a:xfrm>
            <a:off x="11294557" y="500146"/>
            <a:ext cx="57223" cy="57223"/>
          </a:xfrm>
          <a:prstGeom prst="ellipse">
            <a:avLst/>
          </a:prstGeom>
          <a:solidFill>
            <a:srgbClr val="000000"/>
          </a:solidFill>
          <a:ln/>
        </p:spPr>
        <p:txBody>
          <a:bodyPr/>
          <a:lstStyle/>
          <a:p>
            <a:endParaRPr lang="en-NL"/>
          </a:p>
        </p:txBody>
      </p:sp>
      <p:sp>
        <p:nvSpPr>
          <p:cNvPr id="13" name="Shape 11"/>
          <p:cNvSpPr/>
          <p:nvPr/>
        </p:nvSpPr>
        <p:spPr>
          <a:xfrm>
            <a:off x="11364102" y="498770"/>
            <a:ext cx="35294" cy="35294"/>
          </a:xfrm>
          <a:prstGeom prst="ellipse">
            <a:avLst/>
          </a:prstGeom>
          <a:solidFill>
            <a:srgbClr val="000000"/>
          </a:solidFill>
          <a:ln/>
        </p:spPr>
        <p:txBody>
          <a:bodyPr/>
          <a:lstStyle/>
          <a:p>
            <a:endParaRPr lang="en-NL"/>
          </a:p>
        </p:txBody>
      </p:sp>
      <p:sp>
        <p:nvSpPr>
          <p:cNvPr id="14" name="Shape 12"/>
          <p:cNvSpPr/>
          <p:nvPr/>
        </p:nvSpPr>
        <p:spPr>
          <a:xfrm>
            <a:off x="11123515" y="504524"/>
            <a:ext cx="51936" cy="51936"/>
          </a:xfrm>
          <a:prstGeom prst="ellipse">
            <a:avLst/>
          </a:prstGeom>
          <a:solidFill>
            <a:srgbClr val="000000"/>
          </a:solidFill>
          <a:ln/>
        </p:spPr>
        <p:txBody>
          <a:bodyPr/>
          <a:lstStyle/>
          <a:p>
            <a:endParaRPr lang="en-NL"/>
          </a:p>
        </p:txBody>
      </p:sp>
      <p:sp>
        <p:nvSpPr>
          <p:cNvPr id="15" name="Shape 13"/>
          <p:cNvSpPr/>
          <p:nvPr/>
        </p:nvSpPr>
        <p:spPr>
          <a:xfrm>
            <a:off x="11470202" y="504300"/>
            <a:ext cx="52384" cy="52384"/>
          </a:xfrm>
          <a:prstGeom prst="ellipse">
            <a:avLst/>
          </a:prstGeom>
          <a:solidFill>
            <a:srgbClr val="000000"/>
          </a:solidFill>
          <a:ln/>
        </p:spPr>
        <p:txBody>
          <a:bodyPr/>
          <a:lstStyle/>
          <a:p>
            <a:endParaRPr lang="en-NL"/>
          </a:p>
        </p:txBody>
      </p:sp>
      <p:sp>
        <p:nvSpPr>
          <p:cNvPr id="16" name="Shape 14"/>
          <p:cNvSpPr/>
          <p:nvPr/>
        </p:nvSpPr>
        <p:spPr>
          <a:xfrm>
            <a:off x="11060774" y="508825"/>
            <a:ext cx="35627" cy="35627"/>
          </a:xfrm>
          <a:prstGeom prst="ellipse">
            <a:avLst/>
          </a:prstGeom>
          <a:solidFill>
            <a:srgbClr val="000000"/>
          </a:solidFill>
          <a:ln/>
        </p:spPr>
        <p:txBody>
          <a:bodyPr/>
          <a:lstStyle/>
          <a:p>
            <a:endParaRPr lang="en-NL"/>
          </a:p>
        </p:txBody>
      </p:sp>
      <p:sp>
        <p:nvSpPr>
          <p:cNvPr id="17" name="Shape 15"/>
          <p:cNvSpPr/>
          <p:nvPr/>
        </p:nvSpPr>
        <p:spPr>
          <a:xfrm>
            <a:off x="11548535" y="508038"/>
            <a:ext cx="36613" cy="36613"/>
          </a:xfrm>
          <a:prstGeom prst="ellipse">
            <a:avLst/>
          </a:prstGeom>
          <a:solidFill>
            <a:srgbClr val="000000"/>
          </a:solidFill>
          <a:ln/>
        </p:spPr>
        <p:txBody>
          <a:bodyPr/>
          <a:lstStyle/>
          <a:p>
            <a:endParaRPr lang="en-NL"/>
          </a:p>
        </p:txBody>
      </p:sp>
      <p:sp>
        <p:nvSpPr>
          <p:cNvPr id="18" name="Shape 16"/>
          <p:cNvSpPr/>
          <p:nvPr/>
        </p:nvSpPr>
        <p:spPr>
          <a:xfrm>
            <a:off x="11191466" y="533379"/>
            <a:ext cx="57825" cy="57825"/>
          </a:xfrm>
          <a:prstGeom prst="ellipse">
            <a:avLst/>
          </a:prstGeom>
          <a:solidFill>
            <a:srgbClr val="000000"/>
          </a:solidFill>
          <a:ln/>
        </p:spPr>
        <p:txBody>
          <a:bodyPr/>
          <a:lstStyle/>
          <a:p>
            <a:endParaRPr lang="en-NL"/>
          </a:p>
        </p:txBody>
      </p:sp>
      <p:sp>
        <p:nvSpPr>
          <p:cNvPr id="19" name="Shape 17"/>
          <p:cNvSpPr/>
          <p:nvPr/>
        </p:nvSpPr>
        <p:spPr>
          <a:xfrm>
            <a:off x="11396535" y="533494"/>
            <a:ext cx="57428" cy="57428"/>
          </a:xfrm>
          <a:prstGeom prst="ellipse">
            <a:avLst/>
          </a:prstGeom>
          <a:solidFill>
            <a:srgbClr val="000000"/>
          </a:solidFill>
          <a:ln/>
        </p:spPr>
        <p:txBody>
          <a:bodyPr/>
          <a:lstStyle/>
          <a:p>
            <a:endParaRPr lang="en-NL"/>
          </a:p>
        </p:txBody>
      </p:sp>
      <p:sp>
        <p:nvSpPr>
          <p:cNvPr id="20" name="Shape 18"/>
          <p:cNvSpPr/>
          <p:nvPr/>
        </p:nvSpPr>
        <p:spPr>
          <a:xfrm>
            <a:off x="11079087" y="567226"/>
            <a:ext cx="51270" cy="51270"/>
          </a:xfrm>
          <a:prstGeom prst="ellipse">
            <a:avLst/>
          </a:prstGeom>
          <a:solidFill>
            <a:srgbClr val="000000"/>
          </a:solidFill>
          <a:ln/>
        </p:spPr>
        <p:txBody>
          <a:bodyPr/>
          <a:lstStyle/>
          <a:p>
            <a:endParaRPr lang="en-NL"/>
          </a:p>
        </p:txBody>
      </p:sp>
      <p:sp>
        <p:nvSpPr>
          <p:cNvPr id="21" name="Shape 19"/>
          <p:cNvSpPr/>
          <p:nvPr/>
        </p:nvSpPr>
        <p:spPr>
          <a:xfrm>
            <a:off x="11339728" y="567053"/>
            <a:ext cx="34616" cy="34616"/>
          </a:xfrm>
          <a:prstGeom prst="ellipse">
            <a:avLst/>
          </a:prstGeom>
          <a:solidFill>
            <a:srgbClr val="000000"/>
          </a:solidFill>
          <a:ln/>
        </p:spPr>
        <p:txBody>
          <a:bodyPr/>
          <a:lstStyle/>
          <a:p>
            <a:endParaRPr lang="en-NL"/>
          </a:p>
        </p:txBody>
      </p:sp>
      <p:sp>
        <p:nvSpPr>
          <p:cNvPr id="22" name="Shape 20"/>
          <p:cNvSpPr/>
          <p:nvPr/>
        </p:nvSpPr>
        <p:spPr>
          <a:xfrm>
            <a:off x="11515167" y="566234"/>
            <a:ext cx="52819" cy="52819"/>
          </a:xfrm>
          <a:prstGeom prst="ellipse">
            <a:avLst/>
          </a:prstGeom>
          <a:solidFill>
            <a:srgbClr val="000000"/>
          </a:solidFill>
          <a:ln/>
        </p:spPr>
        <p:txBody>
          <a:bodyPr/>
          <a:lstStyle/>
          <a:p>
            <a:endParaRPr lang="en-NL"/>
          </a:p>
        </p:txBody>
      </p:sp>
      <p:sp>
        <p:nvSpPr>
          <p:cNvPr id="23" name="Shape 21"/>
          <p:cNvSpPr/>
          <p:nvPr/>
        </p:nvSpPr>
        <p:spPr>
          <a:xfrm>
            <a:off x="11262860" y="569742"/>
            <a:ext cx="34961" cy="34961"/>
          </a:xfrm>
          <a:prstGeom prst="ellipse">
            <a:avLst/>
          </a:prstGeom>
          <a:solidFill>
            <a:srgbClr val="000000"/>
          </a:solidFill>
          <a:ln/>
        </p:spPr>
        <p:txBody>
          <a:bodyPr/>
          <a:lstStyle/>
          <a:p>
            <a:endParaRPr lang="en-NL"/>
          </a:p>
        </p:txBody>
      </p:sp>
      <p:sp>
        <p:nvSpPr>
          <p:cNvPr id="24" name="Shape 22"/>
          <p:cNvSpPr/>
          <p:nvPr/>
        </p:nvSpPr>
        <p:spPr>
          <a:xfrm>
            <a:off x="11462521" y="569818"/>
            <a:ext cx="35294" cy="35294"/>
          </a:xfrm>
          <a:prstGeom prst="ellipse">
            <a:avLst/>
          </a:prstGeom>
          <a:solidFill>
            <a:srgbClr val="000000"/>
          </a:solidFill>
          <a:ln/>
        </p:spPr>
        <p:txBody>
          <a:bodyPr/>
          <a:lstStyle/>
          <a:p>
            <a:endParaRPr lang="en-NL"/>
          </a:p>
        </p:txBody>
      </p:sp>
      <p:sp>
        <p:nvSpPr>
          <p:cNvPr id="25" name="Shape 23"/>
          <p:cNvSpPr/>
          <p:nvPr/>
        </p:nvSpPr>
        <p:spPr>
          <a:xfrm>
            <a:off x="11145681" y="573441"/>
            <a:ext cx="34270" cy="34270"/>
          </a:xfrm>
          <a:prstGeom prst="ellipse">
            <a:avLst/>
          </a:prstGeom>
          <a:solidFill>
            <a:srgbClr val="000000"/>
          </a:solidFill>
          <a:ln/>
        </p:spPr>
        <p:txBody>
          <a:bodyPr/>
          <a:lstStyle/>
          <a:p>
            <a:endParaRPr lang="en-NL"/>
          </a:p>
        </p:txBody>
      </p:sp>
      <p:sp>
        <p:nvSpPr>
          <p:cNvPr id="26" name="Shape 24"/>
          <p:cNvSpPr/>
          <p:nvPr/>
        </p:nvSpPr>
        <p:spPr>
          <a:xfrm>
            <a:off x="11592015" y="593213"/>
            <a:ext cx="35294" cy="35294"/>
          </a:xfrm>
          <a:prstGeom prst="ellipse">
            <a:avLst/>
          </a:prstGeom>
          <a:solidFill>
            <a:srgbClr val="000000"/>
          </a:solidFill>
          <a:ln/>
        </p:spPr>
        <p:txBody>
          <a:bodyPr/>
          <a:lstStyle/>
          <a:p>
            <a:endParaRPr lang="en-NL"/>
          </a:p>
        </p:txBody>
      </p:sp>
      <p:sp>
        <p:nvSpPr>
          <p:cNvPr id="27" name="Shape 25"/>
          <p:cNvSpPr/>
          <p:nvPr/>
        </p:nvSpPr>
        <p:spPr>
          <a:xfrm>
            <a:off x="11019124" y="593444"/>
            <a:ext cx="34616" cy="34616"/>
          </a:xfrm>
          <a:prstGeom prst="ellipse">
            <a:avLst/>
          </a:prstGeom>
          <a:solidFill>
            <a:srgbClr val="000000"/>
          </a:solidFill>
          <a:ln/>
        </p:spPr>
        <p:txBody>
          <a:bodyPr/>
          <a:lstStyle/>
          <a:p>
            <a:endParaRPr lang="en-NL"/>
          </a:p>
        </p:txBody>
      </p:sp>
      <p:sp>
        <p:nvSpPr>
          <p:cNvPr id="28" name="Shape 26"/>
          <p:cNvSpPr/>
          <p:nvPr/>
        </p:nvSpPr>
        <p:spPr>
          <a:xfrm>
            <a:off x="11403576" y="610214"/>
            <a:ext cx="34961" cy="34961"/>
          </a:xfrm>
          <a:prstGeom prst="ellipse">
            <a:avLst/>
          </a:prstGeom>
          <a:solidFill>
            <a:srgbClr val="000000"/>
          </a:solidFill>
          <a:ln/>
        </p:spPr>
        <p:txBody>
          <a:bodyPr/>
          <a:lstStyle/>
          <a:p>
            <a:endParaRPr lang="en-NL"/>
          </a:p>
        </p:txBody>
      </p:sp>
      <p:sp>
        <p:nvSpPr>
          <p:cNvPr id="29" name="Shape 27"/>
          <p:cNvSpPr/>
          <p:nvPr/>
        </p:nvSpPr>
        <p:spPr>
          <a:xfrm>
            <a:off x="11201662" y="616570"/>
            <a:ext cx="35627" cy="35627"/>
          </a:xfrm>
          <a:prstGeom prst="ellipse">
            <a:avLst/>
          </a:prstGeom>
          <a:solidFill>
            <a:srgbClr val="000000"/>
          </a:solidFill>
          <a:ln/>
        </p:spPr>
        <p:txBody>
          <a:bodyPr/>
          <a:lstStyle/>
          <a:p>
            <a:endParaRPr lang="en-NL"/>
          </a:p>
        </p:txBody>
      </p:sp>
      <p:sp>
        <p:nvSpPr>
          <p:cNvPr id="30" name="Shape 28"/>
          <p:cNvSpPr/>
          <p:nvPr/>
        </p:nvSpPr>
        <p:spPr>
          <a:xfrm>
            <a:off x="11127484" y="620705"/>
            <a:ext cx="58030" cy="58030"/>
          </a:xfrm>
          <a:prstGeom prst="ellipse">
            <a:avLst/>
          </a:prstGeom>
          <a:solidFill>
            <a:srgbClr val="000000"/>
          </a:solidFill>
          <a:ln/>
        </p:spPr>
        <p:txBody>
          <a:bodyPr/>
          <a:lstStyle/>
          <a:p>
            <a:endParaRPr lang="en-NL"/>
          </a:p>
        </p:txBody>
      </p:sp>
      <p:sp>
        <p:nvSpPr>
          <p:cNvPr id="31" name="Shape 29"/>
          <p:cNvSpPr/>
          <p:nvPr/>
        </p:nvSpPr>
        <p:spPr>
          <a:xfrm>
            <a:off x="11460767" y="620852"/>
            <a:ext cx="57428" cy="57428"/>
          </a:xfrm>
          <a:prstGeom prst="ellipse">
            <a:avLst/>
          </a:prstGeom>
          <a:solidFill>
            <a:srgbClr val="000000"/>
          </a:solidFill>
          <a:ln/>
        </p:spPr>
        <p:txBody>
          <a:bodyPr/>
          <a:lstStyle/>
          <a:p>
            <a:endParaRPr lang="en-NL"/>
          </a:p>
        </p:txBody>
      </p:sp>
      <p:sp>
        <p:nvSpPr>
          <p:cNvPr id="32" name="Shape 30"/>
          <p:cNvSpPr/>
          <p:nvPr/>
        </p:nvSpPr>
        <p:spPr>
          <a:xfrm>
            <a:off x="11055219" y="640144"/>
            <a:ext cx="51718" cy="51718"/>
          </a:xfrm>
          <a:prstGeom prst="ellipse">
            <a:avLst/>
          </a:prstGeom>
          <a:solidFill>
            <a:srgbClr val="000000"/>
          </a:solidFill>
          <a:ln/>
        </p:spPr>
        <p:txBody>
          <a:bodyPr/>
          <a:lstStyle/>
          <a:p>
            <a:endParaRPr lang="en-NL"/>
          </a:p>
        </p:txBody>
      </p:sp>
      <p:sp>
        <p:nvSpPr>
          <p:cNvPr id="33" name="Shape 31"/>
          <p:cNvSpPr/>
          <p:nvPr/>
        </p:nvSpPr>
        <p:spPr>
          <a:xfrm>
            <a:off x="11539330" y="640266"/>
            <a:ext cx="51270" cy="51270"/>
          </a:xfrm>
          <a:prstGeom prst="ellipse">
            <a:avLst/>
          </a:prstGeom>
          <a:solidFill>
            <a:srgbClr val="000000"/>
          </a:solidFill>
          <a:ln/>
        </p:spPr>
        <p:txBody>
          <a:bodyPr/>
          <a:lstStyle/>
          <a:p>
            <a:endParaRPr lang="en-NL"/>
          </a:p>
        </p:txBody>
      </p:sp>
      <p:sp>
        <p:nvSpPr>
          <p:cNvPr id="34" name="Shape 32"/>
          <p:cNvSpPr/>
          <p:nvPr/>
        </p:nvSpPr>
        <p:spPr>
          <a:xfrm>
            <a:off x="11429576" y="682274"/>
            <a:ext cx="35627" cy="35627"/>
          </a:xfrm>
          <a:prstGeom prst="ellipse">
            <a:avLst/>
          </a:prstGeom>
          <a:solidFill>
            <a:srgbClr val="000000"/>
          </a:solidFill>
          <a:ln/>
        </p:spPr>
        <p:txBody>
          <a:bodyPr/>
          <a:lstStyle/>
          <a:p>
            <a:endParaRPr lang="en-NL"/>
          </a:p>
        </p:txBody>
      </p:sp>
      <p:sp>
        <p:nvSpPr>
          <p:cNvPr id="35" name="Shape 33"/>
          <p:cNvSpPr/>
          <p:nvPr/>
        </p:nvSpPr>
        <p:spPr>
          <a:xfrm>
            <a:off x="11004076" y="687222"/>
            <a:ext cx="34616" cy="34616"/>
          </a:xfrm>
          <a:prstGeom prst="ellipse">
            <a:avLst/>
          </a:prstGeom>
          <a:solidFill>
            <a:srgbClr val="000000"/>
          </a:solidFill>
          <a:ln/>
        </p:spPr>
        <p:txBody>
          <a:bodyPr/>
          <a:lstStyle/>
          <a:p>
            <a:endParaRPr lang="en-NL"/>
          </a:p>
        </p:txBody>
      </p:sp>
      <p:sp>
        <p:nvSpPr>
          <p:cNvPr id="36" name="Shape 34"/>
          <p:cNvSpPr/>
          <p:nvPr/>
        </p:nvSpPr>
        <p:spPr>
          <a:xfrm>
            <a:off x="11502052" y="685321"/>
            <a:ext cx="34270" cy="34270"/>
          </a:xfrm>
          <a:prstGeom prst="ellipse">
            <a:avLst/>
          </a:prstGeom>
          <a:solidFill>
            <a:srgbClr val="000000"/>
          </a:solidFill>
          <a:ln/>
        </p:spPr>
        <p:txBody>
          <a:bodyPr/>
          <a:lstStyle/>
          <a:p>
            <a:endParaRPr lang="en-NL"/>
          </a:p>
        </p:txBody>
      </p:sp>
      <p:sp>
        <p:nvSpPr>
          <p:cNvPr id="37" name="Shape 35"/>
          <p:cNvSpPr/>
          <p:nvPr/>
        </p:nvSpPr>
        <p:spPr>
          <a:xfrm>
            <a:off x="11606321" y="686422"/>
            <a:ext cx="35627" cy="35627"/>
          </a:xfrm>
          <a:prstGeom prst="ellipse">
            <a:avLst/>
          </a:prstGeom>
          <a:solidFill>
            <a:srgbClr val="000000"/>
          </a:solidFill>
          <a:ln/>
        </p:spPr>
        <p:txBody>
          <a:bodyPr/>
          <a:lstStyle/>
          <a:p>
            <a:endParaRPr lang="en-NL"/>
          </a:p>
        </p:txBody>
      </p:sp>
      <p:sp>
        <p:nvSpPr>
          <p:cNvPr id="38" name="Shape 36"/>
          <p:cNvSpPr/>
          <p:nvPr/>
        </p:nvSpPr>
        <p:spPr>
          <a:xfrm>
            <a:off x="11108908" y="688957"/>
            <a:ext cx="35294" cy="35294"/>
          </a:xfrm>
          <a:prstGeom prst="ellipse">
            <a:avLst/>
          </a:prstGeom>
          <a:solidFill>
            <a:srgbClr val="000000"/>
          </a:solidFill>
          <a:ln/>
        </p:spPr>
        <p:txBody>
          <a:bodyPr/>
          <a:lstStyle/>
          <a:p>
            <a:endParaRPr lang="en-NL"/>
          </a:p>
        </p:txBody>
      </p:sp>
      <p:sp>
        <p:nvSpPr>
          <p:cNvPr id="39" name="Shape 37"/>
          <p:cNvSpPr/>
          <p:nvPr/>
        </p:nvSpPr>
        <p:spPr>
          <a:xfrm>
            <a:off x="11179733" y="690371"/>
            <a:ext cx="36613" cy="36613"/>
          </a:xfrm>
          <a:prstGeom prst="ellipse">
            <a:avLst/>
          </a:prstGeom>
          <a:solidFill>
            <a:srgbClr val="000000"/>
          </a:solidFill>
          <a:ln/>
        </p:spPr>
        <p:txBody>
          <a:bodyPr/>
          <a:lstStyle/>
          <a:p>
            <a:endParaRPr lang="en-NL"/>
          </a:p>
        </p:txBody>
      </p:sp>
      <p:sp>
        <p:nvSpPr>
          <p:cNvPr id="40" name="Shape 38"/>
          <p:cNvSpPr/>
          <p:nvPr/>
        </p:nvSpPr>
        <p:spPr>
          <a:xfrm>
            <a:off x="11054764" y="716576"/>
            <a:ext cx="51936" cy="51936"/>
          </a:xfrm>
          <a:prstGeom prst="ellipse">
            <a:avLst/>
          </a:prstGeom>
          <a:solidFill>
            <a:srgbClr val="000000"/>
          </a:solidFill>
          <a:ln/>
        </p:spPr>
        <p:txBody>
          <a:bodyPr/>
          <a:lstStyle/>
          <a:p>
            <a:endParaRPr lang="en-NL"/>
          </a:p>
        </p:txBody>
      </p:sp>
      <p:sp>
        <p:nvSpPr>
          <p:cNvPr id="41" name="Shape 39"/>
          <p:cNvSpPr/>
          <p:nvPr/>
        </p:nvSpPr>
        <p:spPr>
          <a:xfrm>
            <a:off x="11539023" y="716851"/>
            <a:ext cx="51488" cy="51488"/>
          </a:xfrm>
          <a:prstGeom prst="ellipse">
            <a:avLst/>
          </a:prstGeom>
          <a:solidFill>
            <a:srgbClr val="000000"/>
          </a:solidFill>
          <a:ln/>
        </p:spPr>
        <p:txBody>
          <a:bodyPr/>
          <a:lstStyle/>
          <a:p>
            <a:endParaRPr lang="en-NL"/>
          </a:p>
        </p:txBody>
      </p:sp>
      <p:sp>
        <p:nvSpPr>
          <p:cNvPr id="42" name="Shape 40"/>
          <p:cNvSpPr/>
          <p:nvPr/>
        </p:nvSpPr>
        <p:spPr>
          <a:xfrm>
            <a:off x="11127490" y="729288"/>
            <a:ext cx="58222" cy="58222"/>
          </a:xfrm>
          <a:prstGeom prst="ellipse">
            <a:avLst/>
          </a:prstGeom>
          <a:solidFill>
            <a:srgbClr val="000000"/>
          </a:solidFill>
          <a:ln/>
        </p:spPr>
        <p:txBody>
          <a:bodyPr/>
          <a:lstStyle/>
          <a:p>
            <a:endParaRPr lang="en-NL"/>
          </a:p>
        </p:txBody>
      </p:sp>
      <p:sp>
        <p:nvSpPr>
          <p:cNvPr id="43" name="Shape 41"/>
          <p:cNvSpPr/>
          <p:nvPr/>
        </p:nvSpPr>
        <p:spPr>
          <a:xfrm>
            <a:off x="11460671" y="729781"/>
            <a:ext cx="57633" cy="57633"/>
          </a:xfrm>
          <a:prstGeom prst="ellipse">
            <a:avLst/>
          </a:prstGeom>
          <a:solidFill>
            <a:srgbClr val="000000"/>
          </a:solidFill>
          <a:ln/>
        </p:spPr>
        <p:txBody>
          <a:bodyPr/>
          <a:lstStyle/>
          <a:p>
            <a:endParaRPr lang="en-NL"/>
          </a:p>
        </p:txBody>
      </p:sp>
      <p:sp>
        <p:nvSpPr>
          <p:cNvPr id="44" name="Shape 42"/>
          <p:cNvSpPr/>
          <p:nvPr/>
        </p:nvSpPr>
        <p:spPr>
          <a:xfrm>
            <a:off x="11407973" y="756415"/>
            <a:ext cx="35960" cy="35960"/>
          </a:xfrm>
          <a:prstGeom prst="ellipse">
            <a:avLst/>
          </a:prstGeom>
          <a:solidFill>
            <a:srgbClr val="000000"/>
          </a:solidFill>
          <a:ln/>
        </p:spPr>
        <p:txBody>
          <a:bodyPr/>
          <a:lstStyle/>
          <a:p>
            <a:endParaRPr lang="en-NL"/>
          </a:p>
        </p:txBody>
      </p:sp>
      <p:sp>
        <p:nvSpPr>
          <p:cNvPr id="45" name="Shape 43"/>
          <p:cNvSpPr/>
          <p:nvPr/>
        </p:nvSpPr>
        <p:spPr>
          <a:xfrm>
            <a:off x="11207308" y="763884"/>
            <a:ext cx="34616" cy="34616"/>
          </a:xfrm>
          <a:prstGeom prst="ellipse">
            <a:avLst/>
          </a:prstGeom>
          <a:solidFill>
            <a:srgbClr val="000000"/>
          </a:solidFill>
          <a:ln/>
        </p:spPr>
        <p:txBody>
          <a:bodyPr/>
          <a:lstStyle/>
          <a:p>
            <a:endParaRPr lang="en-NL"/>
          </a:p>
        </p:txBody>
      </p:sp>
      <p:sp>
        <p:nvSpPr>
          <p:cNvPr id="46" name="Shape 44"/>
          <p:cNvSpPr/>
          <p:nvPr/>
        </p:nvSpPr>
        <p:spPr>
          <a:xfrm>
            <a:off x="11018670" y="780462"/>
            <a:ext cx="34616" cy="34616"/>
          </a:xfrm>
          <a:prstGeom prst="ellipse">
            <a:avLst/>
          </a:prstGeom>
          <a:solidFill>
            <a:srgbClr val="000000"/>
          </a:solidFill>
          <a:ln/>
        </p:spPr>
        <p:txBody>
          <a:bodyPr/>
          <a:lstStyle/>
          <a:p>
            <a:endParaRPr lang="en-NL"/>
          </a:p>
        </p:txBody>
      </p:sp>
      <p:sp>
        <p:nvSpPr>
          <p:cNvPr id="47" name="Shape 45"/>
          <p:cNvSpPr/>
          <p:nvPr/>
        </p:nvSpPr>
        <p:spPr>
          <a:xfrm>
            <a:off x="11591670" y="780123"/>
            <a:ext cx="35294" cy="35294"/>
          </a:xfrm>
          <a:prstGeom prst="ellipse">
            <a:avLst/>
          </a:prstGeom>
          <a:solidFill>
            <a:srgbClr val="000000"/>
          </a:solidFill>
          <a:ln/>
        </p:spPr>
        <p:txBody>
          <a:bodyPr/>
          <a:lstStyle/>
          <a:p>
            <a:endParaRPr lang="en-NL"/>
          </a:p>
        </p:txBody>
      </p:sp>
      <p:sp>
        <p:nvSpPr>
          <p:cNvPr id="48" name="Shape 46"/>
          <p:cNvSpPr/>
          <p:nvPr/>
        </p:nvSpPr>
        <p:spPr>
          <a:xfrm>
            <a:off x="11079010" y="790179"/>
            <a:ext cx="51270" cy="51270"/>
          </a:xfrm>
          <a:prstGeom prst="ellipse">
            <a:avLst/>
          </a:prstGeom>
          <a:solidFill>
            <a:srgbClr val="000000"/>
          </a:solidFill>
          <a:ln/>
        </p:spPr>
        <p:txBody>
          <a:bodyPr/>
          <a:lstStyle/>
          <a:p>
            <a:endParaRPr lang="en-NL"/>
          </a:p>
        </p:txBody>
      </p:sp>
      <p:sp>
        <p:nvSpPr>
          <p:cNvPr id="49" name="Shape 47"/>
          <p:cNvSpPr/>
          <p:nvPr/>
        </p:nvSpPr>
        <p:spPr>
          <a:xfrm>
            <a:off x="11515218" y="789692"/>
            <a:ext cx="52602" cy="52602"/>
          </a:xfrm>
          <a:prstGeom prst="ellipse">
            <a:avLst/>
          </a:prstGeom>
          <a:solidFill>
            <a:srgbClr val="000000"/>
          </a:solidFill>
          <a:ln/>
        </p:spPr>
        <p:txBody>
          <a:bodyPr/>
          <a:lstStyle/>
          <a:p>
            <a:endParaRPr lang="en-NL"/>
          </a:p>
        </p:txBody>
      </p:sp>
      <p:sp>
        <p:nvSpPr>
          <p:cNvPr id="50" name="Shape 48"/>
          <p:cNvSpPr/>
          <p:nvPr/>
        </p:nvSpPr>
        <p:spPr>
          <a:xfrm>
            <a:off x="11147371" y="803460"/>
            <a:ext cx="35627" cy="35627"/>
          </a:xfrm>
          <a:prstGeom prst="ellipse">
            <a:avLst/>
          </a:prstGeom>
          <a:solidFill>
            <a:srgbClr val="000000"/>
          </a:solidFill>
          <a:ln/>
        </p:spPr>
        <p:txBody>
          <a:bodyPr/>
          <a:lstStyle/>
          <a:p>
            <a:endParaRPr lang="en-NL"/>
          </a:p>
        </p:txBody>
      </p:sp>
      <p:sp>
        <p:nvSpPr>
          <p:cNvPr id="51" name="Shape 49"/>
          <p:cNvSpPr/>
          <p:nvPr/>
        </p:nvSpPr>
        <p:spPr>
          <a:xfrm>
            <a:off x="11347786" y="804293"/>
            <a:ext cx="35294" cy="35294"/>
          </a:xfrm>
          <a:prstGeom prst="ellipse">
            <a:avLst/>
          </a:prstGeom>
          <a:solidFill>
            <a:srgbClr val="000000"/>
          </a:solidFill>
          <a:ln/>
        </p:spPr>
        <p:txBody>
          <a:bodyPr/>
          <a:lstStyle/>
          <a:p>
            <a:endParaRPr lang="en-NL"/>
          </a:p>
        </p:txBody>
      </p:sp>
      <p:sp>
        <p:nvSpPr>
          <p:cNvPr id="52" name="Shape 50"/>
          <p:cNvSpPr/>
          <p:nvPr/>
        </p:nvSpPr>
        <p:spPr>
          <a:xfrm>
            <a:off x="11465119" y="800919"/>
            <a:ext cx="34961" cy="34961"/>
          </a:xfrm>
          <a:prstGeom prst="ellipse">
            <a:avLst/>
          </a:prstGeom>
          <a:solidFill>
            <a:srgbClr val="000000"/>
          </a:solidFill>
          <a:ln/>
        </p:spPr>
        <p:txBody>
          <a:bodyPr/>
          <a:lstStyle/>
          <a:p>
            <a:endParaRPr lang="en-NL"/>
          </a:p>
        </p:txBody>
      </p:sp>
      <p:sp>
        <p:nvSpPr>
          <p:cNvPr id="53" name="Shape 51"/>
          <p:cNvSpPr/>
          <p:nvPr/>
        </p:nvSpPr>
        <p:spPr>
          <a:xfrm>
            <a:off x="11270669" y="806590"/>
            <a:ext cx="35627" cy="35627"/>
          </a:xfrm>
          <a:prstGeom prst="ellipse">
            <a:avLst/>
          </a:prstGeom>
          <a:solidFill>
            <a:srgbClr val="000000"/>
          </a:solidFill>
          <a:ln/>
        </p:spPr>
        <p:txBody>
          <a:bodyPr/>
          <a:lstStyle/>
          <a:p>
            <a:endParaRPr lang="en-NL"/>
          </a:p>
        </p:txBody>
      </p:sp>
      <p:sp>
        <p:nvSpPr>
          <p:cNvPr id="54" name="Shape 52"/>
          <p:cNvSpPr/>
          <p:nvPr/>
        </p:nvSpPr>
        <p:spPr>
          <a:xfrm>
            <a:off x="11191498" y="817766"/>
            <a:ext cx="57633" cy="57633"/>
          </a:xfrm>
          <a:prstGeom prst="ellipse">
            <a:avLst/>
          </a:prstGeom>
          <a:solidFill>
            <a:srgbClr val="000000"/>
          </a:solidFill>
          <a:ln/>
        </p:spPr>
        <p:txBody>
          <a:bodyPr/>
          <a:lstStyle/>
          <a:p>
            <a:endParaRPr lang="en-NL"/>
          </a:p>
        </p:txBody>
      </p:sp>
      <p:sp>
        <p:nvSpPr>
          <p:cNvPr id="55" name="Shape 53"/>
          <p:cNvSpPr/>
          <p:nvPr/>
        </p:nvSpPr>
        <p:spPr>
          <a:xfrm>
            <a:off x="11396573" y="817888"/>
            <a:ext cx="57633" cy="57633"/>
          </a:xfrm>
          <a:prstGeom prst="ellipse">
            <a:avLst/>
          </a:prstGeom>
          <a:solidFill>
            <a:srgbClr val="000000"/>
          </a:solidFill>
          <a:ln/>
        </p:spPr>
        <p:txBody>
          <a:bodyPr/>
          <a:lstStyle/>
          <a:p>
            <a:endParaRPr lang="en-NL"/>
          </a:p>
        </p:txBody>
      </p:sp>
      <p:sp>
        <p:nvSpPr>
          <p:cNvPr id="56" name="Shape 54"/>
          <p:cNvSpPr/>
          <p:nvPr/>
        </p:nvSpPr>
        <p:spPr>
          <a:xfrm>
            <a:off x="11123445" y="851985"/>
            <a:ext cx="52167" cy="52167"/>
          </a:xfrm>
          <a:prstGeom prst="ellipse">
            <a:avLst/>
          </a:prstGeom>
          <a:solidFill>
            <a:srgbClr val="000000"/>
          </a:solidFill>
          <a:ln/>
        </p:spPr>
        <p:txBody>
          <a:bodyPr/>
          <a:lstStyle/>
          <a:p>
            <a:endParaRPr lang="en-NL"/>
          </a:p>
        </p:txBody>
      </p:sp>
      <p:sp>
        <p:nvSpPr>
          <p:cNvPr id="57" name="Shape 55"/>
          <p:cNvSpPr/>
          <p:nvPr/>
        </p:nvSpPr>
        <p:spPr>
          <a:xfrm>
            <a:off x="11294647" y="851390"/>
            <a:ext cx="57223" cy="57223"/>
          </a:xfrm>
          <a:prstGeom prst="ellipse">
            <a:avLst/>
          </a:prstGeom>
          <a:solidFill>
            <a:srgbClr val="000000"/>
          </a:solidFill>
          <a:ln/>
        </p:spPr>
        <p:txBody>
          <a:bodyPr/>
          <a:lstStyle/>
          <a:p>
            <a:endParaRPr lang="en-NL"/>
          </a:p>
        </p:txBody>
      </p:sp>
      <p:sp>
        <p:nvSpPr>
          <p:cNvPr id="58" name="Shape 56"/>
          <p:cNvSpPr/>
          <p:nvPr/>
        </p:nvSpPr>
        <p:spPr>
          <a:xfrm>
            <a:off x="11470202" y="852382"/>
            <a:ext cx="52384" cy="52384"/>
          </a:xfrm>
          <a:prstGeom prst="ellipse">
            <a:avLst/>
          </a:prstGeom>
          <a:solidFill>
            <a:srgbClr val="000000"/>
          </a:solidFill>
          <a:ln/>
        </p:spPr>
        <p:txBody>
          <a:bodyPr/>
          <a:lstStyle/>
          <a:p>
            <a:endParaRPr lang="en-NL"/>
          </a:p>
        </p:txBody>
      </p:sp>
      <p:sp>
        <p:nvSpPr>
          <p:cNvPr id="59" name="Shape 57"/>
          <p:cNvSpPr/>
          <p:nvPr/>
        </p:nvSpPr>
        <p:spPr>
          <a:xfrm>
            <a:off x="11060774" y="864607"/>
            <a:ext cx="35627" cy="35627"/>
          </a:xfrm>
          <a:prstGeom prst="ellipse">
            <a:avLst/>
          </a:prstGeom>
          <a:solidFill>
            <a:srgbClr val="000000"/>
          </a:solidFill>
          <a:ln/>
        </p:spPr>
        <p:txBody>
          <a:bodyPr/>
          <a:lstStyle/>
          <a:p>
            <a:endParaRPr lang="en-NL"/>
          </a:p>
        </p:txBody>
      </p:sp>
      <p:sp>
        <p:nvSpPr>
          <p:cNvPr id="60" name="Shape 58"/>
          <p:cNvSpPr/>
          <p:nvPr/>
        </p:nvSpPr>
        <p:spPr>
          <a:xfrm>
            <a:off x="11548733" y="864185"/>
            <a:ext cx="35627" cy="35627"/>
          </a:xfrm>
          <a:prstGeom prst="ellipse">
            <a:avLst/>
          </a:prstGeom>
          <a:solidFill>
            <a:srgbClr val="000000"/>
          </a:solidFill>
          <a:ln/>
        </p:spPr>
        <p:txBody>
          <a:bodyPr/>
          <a:lstStyle/>
          <a:p>
            <a:endParaRPr lang="en-NL"/>
          </a:p>
        </p:txBody>
      </p:sp>
      <p:sp>
        <p:nvSpPr>
          <p:cNvPr id="61" name="Shape 59"/>
          <p:cNvSpPr/>
          <p:nvPr/>
        </p:nvSpPr>
        <p:spPr>
          <a:xfrm>
            <a:off x="11246231" y="873908"/>
            <a:ext cx="35627" cy="35627"/>
          </a:xfrm>
          <a:prstGeom prst="ellipse">
            <a:avLst/>
          </a:prstGeom>
          <a:solidFill>
            <a:srgbClr val="000000"/>
          </a:solidFill>
          <a:ln/>
        </p:spPr>
        <p:txBody>
          <a:bodyPr/>
          <a:lstStyle/>
          <a:p>
            <a:endParaRPr lang="en-NL"/>
          </a:p>
        </p:txBody>
      </p:sp>
      <p:sp>
        <p:nvSpPr>
          <p:cNvPr id="62" name="Shape 60"/>
          <p:cNvSpPr/>
          <p:nvPr/>
        </p:nvSpPr>
        <p:spPr>
          <a:xfrm>
            <a:off x="11367418" y="872896"/>
            <a:ext cx="35627" cy="35627"/>
          </a:xfrm>
          <a:prstGeom prst="ellipse">
            <a:avLst/>
          </a:prstGeom>
          <a:solidFill>
            <a:srgbClr val="000000"/>
          </a:solidFill>
          <a:ln/>
        </p:spPr>
        <p:txBody>
          <a:bodyPr/>
          <a:lstStyle/>
          <a:p>
            <a:endParaRPr lang="en-NL"/>
          </a:p>
        </p:txBody>
      </p:sp>
      <p:sp>
        <p:nvSpPr>
          <p:cNvPr id="63" name="Shape 61"/>
          <p:cNvSpPr/>
          <p:nvPr/>
        </p:nvSpPr>
        <p:spPr>
          <a:xfrm>
            <a:off x="11185366" y="897322"/>
            <a:ext cx="51936" cy="51936"/>
          </a:xfrm>
          <a:prstGeom prst="ellipse">
            <a:avLst/>
          </a:prstGeom>
          <a:solidFill>
            <a:srgbClr val="000000"/>
          </a:solidFill>
          <a:ln/>
        </p:spPr>
        <p:txBody>
          <a:bodyPr/>
          <a:lstStyle/>
          <a:p>
            <a:endParaRPr lang="en-NL"/>
          </a:p>
        </p:txBody>
      </p:sp>
      <p:sp>
        <p:nvSpPr>
          <p:cNvPr id="64" name="Shape 62"/>
          <p:cNvSpPr/>
          <p:nvPr/>
        </p:nvSpPr>
        <p:spPr>
          <a:xfrm>
            <a:off x="11407845" y="897655"/>
            <a:ext cx="52602" cy="52602"/>
          </a:xfrm>
          <a:prstGeom prst="ellipse">
            <a:avLst/>
          </a:prstGeom>
          <a:solidFill>
            <a:srgbClr val="000000"/>
          </a:solidFill>
          <a:ln/>
        </p:spPr>
        <p:txBody>
          <a:bodyPr/>
          <a:lstStyle/>
          <a:p>
            <a:endParaRPr lang="en-NL"/>
          </a:p>
        </p:txBody>
      </p:sp>
      <p:sp>
        <p:nvSpPr>
          <p:cNvPr id="65" name="Shape 63"/>
          <p:cNvSpPr/>
          <p:nvPr/>
        </p:nvSpPr>
        <p:spPr>
          <a:xfrm>
            <a:off x="11258822" y="921466"/>
            <a:ext cx="51270" cy="51270"/>
          </a:xfrm>
          <a:prstGeom prst="ellipse">
            <a:avLst/>
          </a:prstGeom>
          <a:solidFill>
            <a:srgbClr val="000000"/>
          </a:solidFill>
          <a:ln/>
        </p:spPr>
        <p:txBody>
          <a:bodyPr/>
          <a:lstStyle/>
          <a:p>
            <a:endParaRPr lang="en-NL"/>
          </a:p>
        </p:txBody>
      </p:sp>
      <p:sp>
        <p:nvSpPr>
          <p:cNvPr id="66" name="Shape 64"/>
          <p:cNvSpPr/>
          <p:nvPr/>
        </p:nvSpPr>
        <p:spPr>
          <a:xfrm>
            <a:off x="11335350" y="921504"/>
            <a:ext cx="51270" cy="51270"/>
          </a:xfrm>
          <a:prstGeom prst="ellipse">
            <a:avLst/>
          </a:prstGeom>
          <a:solidFill>
            <a:srgbClr val="000000"/>
          </a:solidFill>
          <a:ln/>
        </p:spPr>
        <p:txBody>
          <a:bodyPr/>
          <a:lstStyle/>
          <a:p>
            <a:endParaRPr lang="en-NL"/>
          </a:p>
        </p:txBody>
      </p:sp>
      <p:sp>
        <p:nvSpPr>
          <p:cNvPr id="67" name="Shape 65"/>
          <p:cNvSpPr/>
          <p:nvPr/>
        </p:nvSpPr>
        <p:spPr>
          <a:xfrm>
            <a:off x="11127388" y="931368"/>
            <a:ext cx="35294" cy="35294"/>
          </a:xfrm>
          <a:prstGeom prst="ellipse">
            <a:avLst/>
          </a:prstGeom>
          <a:solidFill>
            <a:srgbClr val="000000"/>
          </a:solidFill>
          <a:ln/>
        </p:spPr>
        <p:txBody>
          <a:bodyPr/>
          <a:lstStyle/>
          <a:p>
            <a:endParaRPr lang="en-NL"/>
          </a:p>
        </p:txBody>
      </p:sp>
      <p:sp>
        <p:nvSpPr>
          <p:cNvPr id="68" name="Shape 66"/>
          <p:cNvSpPr/>
          <p:nvPr/>
        </p:nvSpPr>
        <p:spPr>
          <a:xfrm>
            <a:off x="11481979" y="931035"/>
            <a:ext cx="35960" cy="35960"/>
          </a:xfrm>
          <a:prstGeom prst="ellipse">
            <a:avLst/>
          </a:prstGeom>
          <a:solidFill>
            <a:srgbClr val="000000"/>
          </a:solidFill>
          <a:ln/>
        </p:spPr>
        <p:txBody>
          <a:bodyPr/>
          <a:lstStyle/>
          <a:p>
            <a:endParaRPr lang="en-NL"/>
          </a:p>
        </p:txBody>
      </p:sp>
      <p:sp>
        <p:nvSpPr>
          <p:cNvPr id="69" name="Shape 67"/>
          <p:cNvSpPr/>
          <p:nvPr/>
        </p:nvSpPr>
        <p:spPr>
          <a:xfrm>
            <a:off x="11211987" y="974695"/>
            <a:ext cx="34961" cy="34961"/>
          </a:xfrm>
          <a:prstGeom prst="ellipse">
            <a:avLst/>
          </a:prstGeom>
          <a:solidFill>
            <a:srgbClr val="000000"/>
          </a:solidFill>
          <a:ln/>
        </p:spPr>
        <p:txBody>
          <a:bodyPr/>
          <a:lstStyle/>
          <a:p>
            <a:endParaRPr lang="en-NL"/>
          </a:p>
        </p:txBody>
      </p:sp>
      <p:sp>
        <p:nvSpPr>
          <p:cNvPr id="70" name="Shape 68"/>
          <p:cNvSpPr/>
          <p:nvPr/>
        </p:nvSpPr>
        <p:spPr>
          <a:xfrm>
            <a:off x="11398461" y="974695"/>
            <a:ext cx="34961" cy="34961"/>
          </a:xfrm>
          <a:prstGeom prst="ellipse">
            <a:avLst/>
          </a:prstGeom>
          <a:solidFill>
            <a:srgbClr val="000000"/>
          </a:solidFill>
          <a:ln/>
        </p:spPr>
        <p:txBody>
          <a:bodyPr/>
          <a:lstStyle/>
          <a:p>
            <a:endParaRPr lang="en-NL"/>
          </a:p>
        </p:txBody>
      </p:sp>
      <p:sp>
        <p:nvSpPr>
          <p:cNvPr id="71" name="Shape 69"/>
          <p:cNvSpPr/>
          <p:nvPr/>
        </p:nvSpPr>
        <p:spPr>
          <a:xfrm>
            <a:off x="11304837" y="988501"/>
            <a:ext cx="35627" cy="35627"/>
          </a:xfrm>
          <a:prstGeom prst="ellipse">
            <a:avLst/>
          </a:prstGeom>
          <a:solidFill>
            <a:srgbClr val="000000"/>
          </a:solidFill>
          <a:ln/>
        </p:spPr>
        <p:txBody>
          <a:bodyPr/>
          <a:lstStyle/>
          <a:p>
            <a:endParaRPr lang="en-NL"/>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2500" dirty="0">
                <a:solidFill>
                  <a:srgbClr val="3D68EC"/>
                </a:solidFill>
                <a:latin typeface="General Sans Semibold" pitchFamily="34" charset="0"/>
                <a:ea typeface="General Sans Semibold" pitchFamily="34" charset="-122"/>
                <a:cs typeface="General Sans Semibold" pitchFamily="34" charset="-120"/>
              </a:rPr>
              <a:t>Zo zorgden de skills voor privacy en betrouwbaarheid</a:t>
            </a:r>
            <a:endParaRPr lang="en-US" sz="2500" dirty="0"/>
          </a:p>
        </p:txBody>
      </p:sp>
      <p:sp>
        <p:nvSpPr>
          <p:cNvPr id="73" name="Shape 71"/>
          <p:cNvSpPr/>
          <p:nvPr/>
        </p:nvSpPr>
        <p:spPr>
          <a:xfrm>
            <a:off x="548640" y="1371600"/>
            <a:ext cx="3515258" cy="3291840"/>
          </a:xfrm>
          <a:prstGeom prst="roundRect">
            <a:avLst>
              <a:gd name="adj" fmla="val 2160"/>
            </a:avLst>
          </a:prstGeom>
          <a:solidFill>
            <a:srgbClr val="3D68EC"/>
          </a:solidFill>
          <a:ln/>
        </p:spPr>
        <p:txBody>
          <a:bodyPr/>
          <a:lstStyle/>
          <a:p>
            <a:endParaRPr lang="en-NL"/>
          </a:p>
        </p:txBody>
      </p:sp>
      <p:sp>
        <p:nvSpPr>
          <p:cNvPr id="74" name="Text 72"/>
          <p:cNvSpPr/>
          <p:nvPr/>
        </p:nvSpPr>
        <p:spPr>
          <a:xfrm>
            <a:off x="822960" y="1645920"/>
            <a:ext cx="2966618" cy="691896"/>
          </a:xfrm>
          <a:prstGeom prst="rect">
            <a:avLst/>
          </a:prstGeom>
          <a:noFill/>
          <a:ln/>
        </p:spPr>
        <p:txBody>
          <a:bodyPr wrap="square" lIns="0" tIns="0" rIns="0" bIns="0" rtlCol="0" anchor="t"/>
          <a:lstStyle/>
          <a:p>
            <a:pPr marL="0" indent="0" algn="l">
              <a:lnSpc>
                <a:spcPct val="105000"/>
              </a:lnSpc>
              <a:buNone/>
            </a:pPr>
            <a:r>
              <a:rPr lang="en-US" sz="2400" dirty="0">
                <a:solidFill>
                  <a:srgbClr val="F4D9DC"/>
                </a:solidFill>
                <a:latin typeface="General Sans Semibold" pitchFamily="34" charset="0"/>
                <a:ea typeface="General Sans Semibold" pitchFamily="34" charset="-122"/>
                <a:cs typeface="General Sans Semibold" pitchFamily="34" charset="-120"/>
              </a:rPr>
              <a:t>/1-verkennen</a:t>
            </a:r>
            <a:endParaRPr lang="en-US" sz="2400" dirty="0"/>
          </a:p>
        </p:txBody>
      </p:sp>
      <p:sp>
        <p:nvSpPr>
          <p:cNvPr id="75" name="Text 73"/>
          <p:cNvSpPr/>
          <p:nvPr/>
        </p:nvSpPr>
        <p:spPr>
          <a:xfrm>
            <a:off x="822960" y="2612136"/>
            <a:ext cx="296661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F4D74B"/>
                </a:solidFill>
                <a:latin typeface="General Sans Semibold" pitchFamily="34" charset="0"/>
                <a:ea typeface="General Sans Semibold" pitchFamily="34" charset="-122"/>
                <a:cs typeface="General Sans Semibold" pitchFamily="34" charset="-120"/>
              </a:rPr>
              <a:t>PRIVACY</a:t>
            </a:r>
            <a:endParaRPr lang="en-US" sz="1100" dirty="0"/>
          </a:p>
        </p:txBody>
      </p:sp>
      <p:sp>
        <p:nvSpPr>
          <p:cNvPr id="76" name="Text 74"/>
          <p:cNvSpPr/>
          <p:nvPr/>
        </p:nvSpPr>
        <p:spPr>
          <a:xfrm>
            <a:off x="822960" y="2959608"/>
            <a:ext cx="2966618" cy="54102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Drempel voor kleine groepen vastgelegd</a:t>
            </a:r>
            <a:endParaRPr lang="en-US" sz="1500" dirty="0"/>
          </a:p>
        </p:txBody>
      </p:sp>
      <p:sp>
        <p:nvSpPr>
          <p:cNvPr id="77" name="Text 75"/>
          <p:cNvSpPr/>
          <p:nvPr/>
        </p:nvSpPr>
        <p:spPr>
          <a:xfrm>
            <a:off x="822960" y="3637788"/>
            <a:ext cx="296661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F4D74B"/>
                </a:solidFill>
                <a:latin typeface="General Sans Semibold" pitchFamily="34" charset="0"/>
                <a:ea typeface="General Sans Semibold" pitchFamily="34" charset="-122"/>
                <a:cs typeface="General Sans Semibold" pitchFamily="34" charset="-120"/>
              </a:rPr>
              <a:t>BETROUWBAARHEID</a:t>
            </a:r>
            <a:endParaRPr lang="en-US" sz="1100" dirty="0"/>
          </a:p>
        </p:txBody>
      </p:sp>
      <p:sp>
        <p:nvSpPr>
          <p:cNvPr id="78" name="Text 76"/>
          <p:cNvSpPr/>
          <p:nvPr/>
        </p:nvSpPr>
        <p:spPr>
          <a:xfrm>
            <a:off x="822960" y="3985260"/>
            <a:ext cx="2966618" cy="54102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Definitie vast, laatste cohort eruit</a:t>
            </a:r>
            <a:endParaRPr lang="en-US" sz="1500" dirty="0"/>
          </a:p>
        </p:txBody>
      </p:sp>
      <p:sp>
        <p:nvSpPr>
          <p:cNvPr id="79" name="Shape 77"/>
          <p:cNvSpPr/>
          <p:nvPr/>
        </p:nvSpPr>
        <p:spPr>
          <a:xfrm>
            <a:off x="4338218" y="1371600"/>
            <a:ext cx="3515258" cy="3291840"/>
          </a:xfrm>
          <a:prstGeom prst="roundRect">
            <a:avLst>
              <a:gd name="adj" fmla="val 2160"/>
            </a:avLst>
          </a:prstGeom>
          <a:solidFill>
            <a:srgbClr val="DD784B"/>
          </a:solidFill>
          <a:ln/>
        </p:spPr>
        <p:txBody>
          <a:bodyPr/>
          <a:lstStyle/>
          <a:p>
            <a:endParaRPr lang="en-NL"/>
          </a:p>
        </p:txBody>
      </p:sp>
      <p:sp>
        <p:nvSpPr>
          <p:cNvPr id="80" name="Text 78"/>
          <p:cNvSpPr/>
          <p:nvPr/>
        </p:nvSpPr>
        <p:spPr>
          <a:xfrm>
            <a:off x="4612538" y="1645920"/>
            <a:ext cx="2966618" cy="691896"/>
          </a:xfrm>
          <a:prstGeom prst="rect">
            <a:avLst/>
          </a:prstGeom>
          <a:noFill/>
          <a:ln/>
        </p:spPr>
        <p:txBody>
          <a:bodyPr wrap="square" lIns="0" tIns="0" rIns="0" bIns="0" rtlCol="0" anchor="t"/>
          <a:lstStyle/>
          <a:p>
            <a:pPr marL="0" indent="0" algn="l">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/2-schetsen</a:t>
            </a:r>
            <a:endParaRPr lang="en-US" sz="2300" dirty="0"/>
          </a:p>
        </p:txBody>
      </p:sp>
      <p:sp>
        <p:nvSpPr>
          <p:cNvPr id="81" name="Text 79"/>
          <p:cNvSpPr/>
          <p:nvPr/>
        </p:nvSpPr>
        <p:spPr>
          <a:xfrm>
            <a:off x="4612538" y="2612136"/>
            <a:ext cx="296661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PRIVACY</a:t>
            </a:r>
            <a:endParaRPr lang="en-US" sz="1100" dirty="0"/>
          </a:p>
        </p:txBody>
      </p:sp>
      <p:sp>
        <p:nvSpPr>
          <p:cNvPr id="82" name="Text 80"/>
          <p:cNvSpPr/>
          <p:nvPr/>
        </p:nvSpPr>
        <p:spPr>
          <a:xfrm>
            <a:off x="4612538" y="2959608"/>
            <a:ext cx="296661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Groepen onder de drempel vallen weg</a:t>
            </a:r>
            <a:endParaRPr lang="en-US" sz="1500" dirty="0"/>
          </a:p>
        </p:txBody>
      </p:sp>
      <p:sp>
        <p:nvSpPr>
          <p:cNvPr id="83" name="Text 81"/>
          <p:cNvSpPr/>
          <p:nvPr/>
        </p:nvSpPr>
        <p:spPr>
          <a:xfrm>
            <a:off x="4612538" y="3637788"/>
            <a:ext cx="296661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BETROUWBAARHEID</a:t>
            </a:r>
            <a:endParaRPr lang="en-US" sz="1100" dirty="0"/>
          </a:p>
        </p:txBody>
      </p:sp>
      <p:sp>
        <p:nvSpPr>
          <p:cNvPr id="84" name="Text 82"/>
          <p:cNvSpPr/>
          <p:nvPr/>
        </p:nvSpPr>
        <p:spPr>
          <a:xfrm>
            <a:off x="4612538" y="3985260"/>
            <a:ext cx="296661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Verband, geen oorzaak</a:t>
            </a:r>
            <a:endParaRPr lang="en-US" sz="1500" dirty="0"/>
          </a:p>
        </p:txBody>
      </p:sp>
      <p:sp>
        <p:nvSpPr>
          <p:cNvPr id="85" name="Shape 83"/>
          <p:cNvSpPr/>
          <p:nvPr/>
        </p:nvSpPr>
        <p:spPr>
          <a:xfrm>
            <a:off x="8127797" y="1371600"/>
            <a:ext cx="3515258" cy="3291840"/>
          </a:xfrm>
          <a:prstGeom prst="roundRect">
            <a:avLst>
              <a:gd name="adj" fmla="val 2160"/>
            </a:avLst>
          </a:prstGeom>
          <a:solidFill>
            <a:srgbClr val="00AF81"/>
          </a:solidFill>
          <a:ln/>
        </p:spPr>
        <p:txBody>
          <a:bodyPr/>
          <a:lstStyle/>
          <a:p>
            <a:endParaRPr lang="en-NL"/>
          </a:p>
        </p:txBody>
      </p:sp>
      <p:sp>
        <p:nvSpPr>
          <p:cNvPr id="86" name="Text 84"/>
          <p:cNvSpPr/>
          <p:nvPr/>
        </p:nvSpPr>
        <p:spPr>
          <a:xfrm>
            <a:off x="8402117" y="1645920"/>
            <a:ext cx="2966618" cy="691896"/>
          </a:xfrm>
          <a:prstGeom prst="rect">
            <a:avLst/>
          </a:prstGeom>
          <a:noFill/>
          <a:ln/>
        </p:spPr>
        <p:txBody>
          <a:bodyPr wrap="square" lIns="0" tIns="0" rIns="0" bIns="0" rtlCol="0" anchor="t"/>
          <a:lstStyle/>
          <a:p>
            <a:pPr marL="0" indent="0" algn="l">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/3-bouwen</a:t>
            </a:r>
            <a:endParaRPr lang="en-US" sz="2300" dirty="0"/>
          </a:p>
        </p:txBody>
      </p:sp>
      <p:sp>
        <p:nvSpPr>
          <p:cNvPr id="87" name="Text 85"/>
          <p:cNvSpPr/>
          <p:nvPr/>
        </p:nvSpPr>
        <p:spPr>
          <a:xfrm>
            <a:off x="8402117" y="2612136"/>
            <a:ext cx="296661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PRIVACY</a:t>
            </a:r>
            <a:endParaRPr lang="en-US" sz="1100" dirty="0"/>
          </a:p>
        </p:txBody>
      </p:sp>
      <p:sp>
        <p:nvSpPr>
          <p:cNvPr id="88" name="Text 86"/>
          <p:cNvSpPr/>
          <p:nvPr/>
        </p:nvSpPr>
        <p:spPr>
          <a:xfrm>
            <a:off x="8402117" y="2959608"/>
            <a:ext cx="296661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Onder 30 niet getoond, ook na filteren</a:t>
            </a:r>
            <a:endParaRPr lang="en-US" sz="1500" dirty="0"/>
          </a:p>
        </p:txBody>
      </p:sp>
      <p:sp>
        <p:nvSpPr>
          <p:cNvPr id="89" name="Text 87"/>
          <p:cNvSpPr/>
          <p:nvPr/>
        </p:nvSpPr>
        <p:spPr>
          <a:xfrm>
            <a:off x="8402117" y="3637788"/>
            <a:ext cx="296661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BETROUWBAARHEID</a:t>
            </a:r>
            <a:endParaRPr lang="en-US" sz="1100" dirty="0"/>
          </a:p>
        </p:txBody>
      </p:sp>
      <p:sp>
        <p:nvSpPr>
          <p:cNvPr id="90" name="Text 88"/>
          <p:cNvSpPr/>
          <p:nvPr/>
        </p:nvSpPr>
        <p:spPr>
          <a:xfrm>
            <a:off x="8402117" y="3985260"/>
            <a:ext cx="296661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Cijfers nagerekend, bron erbij</a:t>
            </a:r>
            <a:endParaRPr lang="en-US" sz="1500" dirty="0"/>
          </a:p>
        </p:txBody>
      </p:sp>
      <p:sp>
        <p:nvSpPr>
          <p:cNvPr id="91" name="Text 89"/>
          <p:cNvSpPr/>
          <p:nvPr/>
        </p:nvSpPr>
        <p:spPr>
          <a:xfrm>
            <a:off x="548640" y="4846320"/>
            <a:ext cx="11094415" cy="457200"/>
          </a:xfrm>
          <a:prstGeom prst="rect">
            <a:avLst/>
          </a:prstGeom>
          <a:noFill/>
          <a:ln/>
        </p:spPr>
        <p:txBody>
          <a:bodyPr wrap="square" lIns="0" tIns="0" rIns="0" bIns="0" rtlCol="0" anchor="t"/>
          <a:lstStyle/>
          <a:p>
            <a:pPr marL="0" indent="0" algn="l">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En de data:</a:t>
            </a:r>
            <a:r>
              <a:rPr lang="en-US" sz="1800" dirty="0">
                <a:solidFill>
                  <a:srgbClr val="000000"/>
                </a:solidFill>
                <a:latin typeface="General Sans" pitchFamily="34" charset="0"/>
                <a:ea typeface="General Sans" pitchFamily="34" charset="-122"/>
                <a:cs typeface="General Sans" pitchFamily="34" charset="-120"/>
              </a:rPr>
              <a:t> synthetisch, dus er gingen geen echte studenten naar de agent.</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8">
    <p:bg>
      <p:bgPr>
        <a:solidFill>
          <a:srgbClr val="F4D74B"/>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2468880"/>
            <a:ext cx="7863840" cy="1828800"/>
          </a:xfrm>
          <a:prstGeom prst="rect">
            <a:avLst/>
          </a:prstGeom>
          <a:noFill/>
          <a:ln/>
        </p:spPr>
        <p:txBody>
          <a:bodyPr wrap="square" lIns="0" tIns="0" rIns="0" bIns="0" rtlCol="0" anchor="b"/>
          <a:lstStyle/>
          <a:p>
            <a:pPr marL="0" indent="0" algn="l">
              <a:lnSpc>
                <a:spcPct val="105000"/>
              </a:lnSpc>
              <a:buNone/>
            </a:pPr>
            <a:r>
              <a:rPr lang="en-US" sz="4800" dirty="0">
                <a:solidFill>
                  <a:srgbClr val="3D68EC"/>
                </a:solidFill>
                <a:latin typeface="General Sans Semibold" pitchFamily="34" charset="0"/>
                <a:ea typeface="General Sans Semibold" pitchFamily="34" charset="-122"/>
                <a:cs typeface="General Sans Semibold" pitchFamily="34" charset="-120"/>
              </a:rPr>
              <a:t>Wat willen jullie nog zien?</a:t>
            </a:r>
            <a:endParaRPr lang="en-US" sz="4800" dirty="0"/>
          </a:p>
        </p:txBody>
      </p:sp>
      <p:sp>
        <p:nvSpPr>
          <p:cNvPr id="73" name="Text 71"/>
          <p:cNvSpPr/>
          <p:nvPr/>
        </p:nvSpPr>
        <p:spPr>
          <a:xfrm>
            <a:off x="548640" y="4526280"/>
            <a:ext cx="7498080" cy="1280160"/>
          </a:xfrm>
          <a:prstGeom prst="rect">
            <a:avLst/>
          </a:prstGeom>
          <a:noFill/>
          <a:ln/>
        </p:spPr>
        <p:txBody>
          <a:bodyPr wrap="square" lIns="0" tIns="0" rIns="0" bIns="0" rtlCol="0" anchor="t"/>
          <a:lstStyle/>
          <a:p>
            <a:pPr marL="0" indent="0" algn="l">
              <a:lnSpc>
                <a:spcPct val="105000"/>
              </a:lnSpc>
              <a:buNone/>
            </a:pPr>
            <a:r>
              <a:rPr lang="en-US" sz="2200" dirty="0">
                <a:solidFill>
                  <a:srgbClr val="000000"/>
                </a:solidFill>
                <a:latin typeface="Cooper Lt BT" pitchFamily="34" charset="0"/>
                <a:ea typeface="Cooper Lt BT" pitchFamily="34" charset="-122"/>
                <a:cs typeface="Cooper Lt BT" pitchFamily="34" charset="-120"/>
              </a:rPr>
              <a:t>Typ /4-review: er opent een vragenlijst. Vul in wat je nog wilt zien en leren. Anoniem, en je kunt een vraag overslaan.</a:t>
            </a:r>
            <a:endParaRPr lang="en-US" sz="2200" dirty="0"/>
          </a:p>
        </p:txBody>
      </p:sp>
      <p:pic>
        <p:nvPicPr>
          <p:cNvPr id="74" name="Image 0" descr="exports\261005_workshop_rad_uitvoering\img\Lamp.png"/>
          <p:cNvPicPr>
            <a:picLocks noChangeAspect="1"/>
          </p:cNvPicPr>
          <p:nvPr/>
        </p:nvPicPr>
        <p:blipFill>
          <a:blip r:embed="rId3"/>
          <a:stretch>
            <a:fillRect/>
          </a:stretch>
        </p:blipFill>
        <p:spPr>
          <a:xfrm>
            <a:off x="8503920" y="1828800"/>
            <a:ext cx="3291840" cy="329184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D6E2FD"/>
        </a:solidFill>
      </p:bgPr>
    </p:bg>
    <p:spTree>
      <p:nvGrpSpPr>
        <p:cNvPr id="1" name=""/>
        <p:cNvGrpSpPr/>
        <p:nvPr/>
      </p:nvGrpSpPr>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Kijk mee: zo geef je je review</a:t>
            </a:r>
            <a:endParaRPr lang="en-US" sz="3400" dirty="0"/>
          </a:p>
        </p:txBody>
      </p:sp>
      <p:pic>
        <p:nvPicPr>
          <p:cNvPr id="3" name="Video 4 · 0:42 · de vragenlijst invullen">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2621128" y="1371600"/>
            <a:ext cx="6949440" cy="4343400"/>
          </a:xfrm>
          <a:prstGeom prst="rect">
            <a:avLst/>
          </a:prstGeom>
        </p:spPr>
      </p:pic>
      <p:sp>
        <p:nvSpPr>
          <p:cNvPr id="74" name="Text 71"/>
          <p:cNvSpPr/>
          <p:nvPr/>
        </p:nvSpPr>
        <p:spPr>
          <a:xfrm>
            <a:off x="548640" y="5852160"/>
            <a:ext cx="11094415" cy="365760"/>
          </a:xfrm>
          <a:prstGeom prst="rect">
            <a:avLst/>
          </a:prstGeom>
          <a:noFill/>
          <a:ln/>
        </p:spPr>
        <p:txBody>
          <a:bodyPr wrap="square" lIns="0" tIns="0" rIns="0" bIns="0" rtlCol="0" anchor="t"/>
          <a:lstStyle/>
          <a:p>
            <a:pPr algn="ctr" indent="0" marL="0">
              <a:lnSpc>
                <a:spcPct val="105000"/>
              </a:lnSpc>
              <a:buNone/>
            </a:pPr>
            <a:r>
              <a:rPr lang="en-US" sz="1300" dirty="0">
                <a:solidFill>
                  <a:srgbClr val="000000"/>
                </a:solidFill>
                <a:latin typeface="General Sans" pitchFamily="34" charset="0"/>
                <a:ea typeface="General Sans" pitchFamily="34" charset="-122"/>
                <a:cs typeface="General Sans" pitchFamily="34" charset="-120"/>
              </a:rPr>
              <a:t>Video 4 · 0:42 · de vragenlijst invullen</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3D68EC"/>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F4D9DC"/>
          </a:solidFill>
          <a:ln/>
        </p:spPr>
        <p:txBody>
          <a:bodyPr/>
          <a:lstStyle/>
          <a:p>
            <a:endParaRPr/>
          </a:p>
        </p:txBody>
      </p:sp>
      <p:sp>
        <p:nvSpPr>
          <p:cNvPr id="3" name="Shape 1"/>
          <p:cNvSpPr/>
          <p:nvPr/>
        </p:nvSpPr>
        <p:spPr>
          <a:xfrm>
            <a:off x="11212173" y="399224"/>
            <a:ext cx="34616" cy="34616"/>
          </a:xfrm>
          <a:prstGeom prst="ellipse">
            <a:avLst/>
          </a:prstGeom>
          <a:solidFill>
            <a:srgbClr val="F4D9DC"/>
          </a:solidFill>
          <a:ln/>
        </p:spPr>
        <p:txBody>
          <a:bodyPr/>
          <a:lstStyle/>
          <a:p>
            <a:endParaRPr/>
          </a:p>
        </p:txBody>
      </p:sp>
      <p:sp>
        <p:nvSpPr>
          <p:cNvPr id="4" name="Shape 2"/>
          <p:cNvSpPr/>
          <p:nvPr/>
        </p:nvSpPr>
        <p:spPr>
          <a:xfrm>
            <a:off x="11398641" y="399224"/>
            <a:ext cx="34616" cy="34616"/>
          </a:xfrm>
          <a:prstGeom prst="ellipse">
            <a:avLst/>
          </a:prstGeom>
          <a:solidFill>
            <a:srgbClr val="F4D9DC"/>
          </a:solidFill>
          <a:ln/>
        </p:spPr>
        <p:txBody>
          <a:bodyPr/>
          <a:lstStyle/>
          <a:p>
            <a:endParaRPr/>
          </a:p>
        </p:txBody>
      </p:sp>
      <p:sp>
        <p:nvSpPr>
          <p:cNvPr id="5" name="Shape 3"/>
          <p:cNvSpPr/>
          <p:nvPr/>
        </p:nvSpPr>
        <p:spPr>
          <a:xfrm>
            <a:off x="11258374" y="435357"/>
            <a:ext cx="51936" cy="51936"/>
          </a:xfrm>
          <a:prstGeom prst="ellipse">
            <a:avLst/>
          </a:prstGeom>
          <a:solidFill>
            <a:srgbClr val="F4D9DC"/>
          </a:solidFill>
          <a:ln/>
        </p:spPr>
        <p:txBody>
          <a:bodyPr/>
          <a:lstStyle/>
          <a:p>
            <a:endParaRPr/>
          </a:p>
        </p:txBody>
      </p:sp>
      <p:sp>
        <p:nvSpPr>
          <p:cNvPr id="6" name="Shape 4"/>
          <p:cNvSpPr/>
          <p:nvPr/>
        </p:nvSpPr>
        <p:spPr>
          <a:xfrm>
            <a:off x="11335407" y="435306"/>
            <a:ext cx="51718" cy="51718"/>
          </a:xfrm>
          <a:prstGeom prst="ellipse">
            <a:avLst/>
          </a:prstGeom>
          <a:solidFill>
            <a:srgbClr val="F4D9DC"/>
          </a:solidFill>
          <a:ln/>
        </p:spPr>
        <p:txBody>
          <a:bodyPr/>
          <a:lstStyle/>
          <a:p>
            <a:endParaRPr/>
          </a:p>
        </p:txBody>
      </p:sp>
      <p:sp>
        <p:nvSpPr>
          <p:cNvPr id="7" name="Shape 5"/>
          <p:cNvSpPr/>
          <p:nvPr/>
        </p:nvSpPr>
        <p:spPr>
          <a:xfrm>
            <a:off x="11127388" y="442398"/>
            <a:ext cx="35294" cy="35294"/>
          </a:xfrm>
          <a:prstGeom prst="ellipse">
            <a:avLst/>
          </a:prstGeom>
          <a:solidFill>
            <a:srgbClr val="F4D9DC"/>
          </a:solidFill>
          <a:ln/>
        </p:spPr>
        <p:txBody>
          <a:bodyPr/>
          <a:lstStyle/>
          <a:p>
            <a:endParaRPr/>
          </a:p>
        </p:txBody>
      </p:sp>
      <p:sp>
        <p:nvSpPr>
          <p:cNvPr id="8" name="Shape 6"/>
          <p:cNvSpPr/>
          <p:nvPr/>
        </p:nvSpPr>
        <p:spPr>
          <a:xfrm>
            <a:off x="11482145" y="441649"/>
            <a:ext cx="35960" cy="35960"/>
          </a:xfrm>
          <a:prstGeom prst="ellipse">
            <a:avLst/>
          </a:prstGeom>
          <a:solidFill>
            <a:srgbClr val="F4D9DC"/>
          </a:solidFill>
          <a:ln/>
        </p:spPr>
        <p:txBody>
          <a:bodyPr/>
          <a:lstStyle/>
          <a:p>
            <a:endParaRPr/>
          </a:p>
        </p:txBody>
      </p:sp>
      <p:sp>
        <p:nvSpPr>
          <p:cNvPr id="9" name="Shape 7"/>
          <p:cNvSpPr/>
          <p:nvPr/>
        </p:nvSpPr>
        <p:spPr>
          <a:xfrm>
            <a:off x="11185603" y="459328"/>
            <a:ext cx="52167" cy="52167"/>
          </a:xfrm>
          <a:prstGeom prst="ellipse">
            <a:avLst/>
          </a:prstGeom>
          <a:solidFill>
            <a:srgbClr val="F4D9DC"/>
          </a:solidFill>
          <a:ln/>
        </p:spPr>
        <p:txBody>
          <a:bodyPr/>
          <a:lstStyle/>
          <a:p>
            <a:endParaRPr/>
          </a:p>
        </p:txBody>
      </p:sp>
      <p:sp>
        <p:nvSpPr>
          <p:cNvPr id="10" name="Shape 8"/>
          <p:cNvSpPr/>
          <p:nvPr/>
        </p:nvSpPr>
        <p:spPr>
          <a:xfrm>
            <a:off x="11408043" y="458713"/>
            <a:ext cx="52384" cy="52384"/>
          </a:xfrm>
          <a:prstGeom prst="ellipse">
            <a:avLst/>
          </a:prstGeom>
          <a:solidFill>
            <a:srgbClr val="F4D9DC"/>
          </a:solidFill>
          <a:ln/>
        </p:spPr>
        <p:txBody>
          <a:bodyPr/>
          <a:lstStyle/>
          <a:p>
            <a:endParaRPr/>
          </a:p>
        </p:txBody>
      </p:sp>
      <p:sp>
        <p:nvSpPr>
          <p:cNvPr id="11" name="Shape 9"/>
          <p:cNvSpPr/>
          <p:nvPr/>
        </p:nvSpPr>
        <p:spPr>
          <a:xfrm>
            <a:off x="11241891" y="499749"/>
            <a:ext cx="36613" cy="36613"/>
          </a:xfrm>
          <a:prstGeom prst="ellipse">
            <a:avLst/>
          </a:prstGeom>
          <a:solidFill>
            <a:srgbClr val="F4D9DC"/>
          </a:solidFill>
          <a:ln/>
        </p:spPr>
        <p:txBody>
          <a:bodyPr/>
          <a:lstStyle/>
          <a:p>
            <a:endParaRPr/>
          </a:p>
        </p:txBody>
      </p:sp>
      <p:sp>
        <p:nvSpPr>
          <p:cNvPr id="12" name="Shape 10"/>
          <p:cNvSpPr/>
          <p:nvPr/>
        </p:nvSpPr>
        <p:spPr>
          <a:xfrm>
            <a:off x="11294557" y="500146"/>
            <a:ext cx="57223" cy="57223"/>
          </a:xfrm>
          <a:prstGeom prst="ellipse">
            <a:avLst/>
          </a:prstGeom>
          <a:solidFill>
            <a:srgbClr val="F4D9DC"/>
          </a:solidFill>
          <a:ln/>
        </p:spPr>
        <p:txBody>
          <a:bodyPr/>
          <a:lstStyle/>
          <a:p>
            <a:endParaRPr/>
          </a:p>
        </p:txBody>
      </p:sp>
      <p:sp>
        <p:nvSpPr>
          <p:cNvPr id="13" name="Shape 11"/>
          <p:cNvSpPr/>
          <p:nvPr/>
        </p:nvSpPr>
        <p:spPr>
          <a:xfrm>
            <a:off x="11364102" y="498770"/>
            <a:ext cx="35294" cy="35294"/>
          </a:xfrm>
          <a:prstGeom prst="ellipse">
            <a:avLst/>
          </a:prstGeom>
          <a:solidFill>
            <a:srgbClr val="F4D9DC"/>
          </a:solidFill>
          <a:ln/>
        </p:spPr>
        <p:txBody>
          <a:bodyPr/>
          <a:lstStyle/>
          <a:p>
            <a:endParaRPr/>
          </a:p>
        </p:txBody>
      </p:sp>
      <p:sp>
        <p:nvSpPr>
          <p:cNvPr id="14" name="Shape 12"/>
          <p:cNvSpPr/>
          <p:nvPr/>
        </p:nvSpPr>
        <p:spPr>
          <a:xfrm>
            <a:off x="11123515" y="504524"/>
            <a:ext cx="51936" cy="51936"/>
          </a:xfrm>
          <a:prstGeom prst="ellipse">
            <a:avLst/>
          </a:prstGeom>
          <a:solidFill>
            <a:srgbClr val="F4D9DC"/>
          </a:solidFill>
          <a:ln/>
        </p:spPr>
        <p:txBody>
          <a:bodyPr/>
          <a:lstStyle/>
          <a:p>
            <a:endParaRPr/>
          </a:p>
        </p:txBody>
      </p:sp>
      <p:sp>
        <p:nvSpPr>
          <p:cNvPr id="15" name="Shape 13"/>
          <p:cNvSpPr/>
          <p:nvPr/>
        </p:nvSpPr>
        <p:spPr>
          <a:xfrm>
            <a:off x="11470202" y="504300"/>
            <a:ext cx="52384" cy="52384"/>
          </a:xfrm>
          <a:prstGeom prst="ellipse">
            <a:avLst/>
          </a:prstGeom>
          <a:solidFill>
            <a:srgbClr val="F4D9DC"/>
          </a:solidFill>
          <a:ln/>
        </p:spPr>
        <p:txBody>
          <a:bodyPr/>
          <a:lstStyle/>
          <a:p>
            <a:endParaRPr/>
          </a:p>
        </p:txBody>
      </p:sp>
      <p:sp>
        <p:nvSpPr>
          <p:cNvPr id="16" name="Shape 14"/>
          <p:cNvSpPr/>
          <p:nvPr/>
        </p:nvSpPr>
        <p:spPr>
          <a:xfrm>
            <a:off x="11060774" y="508825"/>
            <a:ext cx="35627" cy="35627"/>
          </a:xfrm>
          <a:prstGeom prst="ellipse">
            <a:avLst/>
          </a:prstGeom>
          <a:solidFill>
            <a:srgbClr val="F4D9DC"/>
          </a:solidFill>
          <a:ln/>
        </p:spPr>
        <p:txBody>
          <a:bodyPr/>
          <a:lstStyle/>
          <a:p>
            <a:endParaRPr/>
          </a:p>
        </p:txBody>
      </p:sp>
      <p:sp>
        <p:nvSpPr>
          <p:cNvPr id="17" name="Shape 15"/>
          <p:cNvSpPr/>
          <p:nvPr/>
        </p:nvSpPr>
        <p:spPr>
          <a:xfrm>
            <a:off x="11548535" y="508038"/>
            <a:ext cx="36613" cy="36613"/>
          </a:xfrm>
          <a:prstGeom prst="ellipse">
            <a:avLst/>
          </a:prstGeom>
          <a:solidFill>
            <a:srgbClr val="F4D9DC"/>
          </a:solidFill>
          <a:ln/>
        </p:spPr>
        <p:txBody>
          <a:bodyPr/>
          <a:lstStyle/>
          <a:p>
            <a:endParaRPr/>
          </a:p>
        </p:txBody>
      </p:sp>
      <p:sp>
        <p:nvSpPr>
          <p:cNvPr id="18" name="Shape 16"/>
          <p:cNvSpPr/>
          <p:nvPr/>
        </p:nvSpPr>
        <p:spPr>
          <a:xfrm>
            <a:off x="11191466" y="533379"/>
            <a:ext cx="57825" cy="57825"/>
          </a:xfrm>
          <a:prstGeom prst="ellipse">
            <a:avLst/>
          </a:prstGeom>
          <a:solidFill>
            <a:srgbClr val="F4D9DC"/>
          </a:solidFill>
          <a:ln/>
        </p:spPr>
        <p:txBody>
          <a:bodyPr/>
          <a:lstStyle/>
          <a:p>
            <a:endParaRPr/>
          </a:p>
        </p:txBody>
      </p:sp>
      <p:sp>
        <p:nvSpPr>
          <p:cNvPr id="19" name="Shape 17"/>
          <p:cNvSpPr/>
          <p:nvPr/>
        </p:nvSpPr>
        <p:spPr>
          <a:xfrm>
            <a:off x="11396535" y="533494"/>
            <a:ext cx="57428" cy="57428"/>
          </a:xfrm>
          <a:prstGeom prst="ellipse">
            <a:avLst/>
          </a:prstGeom>
          <a:solidFill>
            <a:srgbClr val="F4D9DC"/>
          </a:solidFill>
          <a:ln/>
        </p:spPr>
        <p:txBody>
          <a:bodyPr/>
          <a:lstStyle/>
          <a:p>
            <a:endParaRPr/>
          </a:p>
        </p:txBody>
      </p:sp>
      <p:sp>
        <p:nvSpPr>
          <p:cNvPr id="20" name="Shape 18"/>
          <p:cNvSpPr/>
          <p:nvPr/>
        </p:nvSpPr>
        <p:spPr>
          <a:xfrm>
            <a:off x="11079087" y="567226"/>
            <a:ext cx="51270" cy="51270"/>
          </a:xfrm>
          <a:prstGeom prst="ellipse">
            <a:avLst/>
          </a:prstGeom>
          <a:solidFill>
            <a:srgbClr val="F4D9DC"/>
          </a:solidFill>
          <a:ln/>
        </p:spPr>
        <p:txBody>
          <a:bodyPr/>
          <a:lstStyle/>
          <a:p>
            <a:endParaRPr/>
          </a:p>
        </p:txBody>
      </p:sp>
      <p:sp>
        <p:nvSpPr>
          <p:cNvPr id="21" name="Shape 19"/>
          <p:cNvSpPr/>
          <p:nvPr/>
        </p:nvSpPr>
        <p:spPr>
          <a:xfrm>
            <a:off x="11339728" y="567053"/>
            <a:ext cx="34616" cy="34616"/>
          </a:xfrm>
          <a:prstGeom prst="ellipse">
            <a:avLst/>
          </a:prstGeom>
          <a:solidFill>
            <a:srgbClr val="F4D9DC"/>
          </a:solidFill>
          <a:ln/>
        </p:spPr>
        <p:txBody>
          <a:bodyPr/>
          <a:lstStyle/>
          <a:p>
            <a:endParaRPr/>
          </a:p>
        </p:txBody>
      </p:sp>
      <p:sp>
        <p:nvSpPr>
          <p:cNvPr id="22" name="Shape 20"/>
          <p:cNvSpPr/>
          <p:nvPr/>
        </p:nvSpPr>
        <p:spPr>
          <a:xfrm>
            <a:off x="11515167" y="566234"/>
            <a:ext cx="52819" cy="52819"/>
          </a:xfrm>
          <a:prstGeom prst="ellipse">
            <a:avLst/>
          </a:prstGeom>
          <a:solidFill>
            <a:srgbClr val="F4D9DC"/>
          </a:solidFill>
          <a:ln/>
        </p:spPr>
        <p:txBody>
          <a:bodyPr/>
          <a:lstStyle/>
          <a:p>
            <a:endParaRPr/>
          </a:p>
        </p:txBody>
      </p:sp>
      <p:sp>
        <p:nvSpPr>
          <p:cNvPr id="23" name="Shape 21"/>
          <p:cNvSpPr/>
          <p:nvPr/>
        </p:nvSpPr>
        <p:spPr>
          <a:xfrm>
            <a:off x="11262860" y="569742"/>
            <a:ext cx="34961" cy="34961"/>
          </a:xfrm>
          <a:prstGeom prst="ellipse">
            <a:avLst/>
          </a:prstGeom>
          <a:solidFill>
            <a:srgbClr val="F4D9DC"/>
          </a:solidFill>
          <a:ln/>
        </p:spPr>
        <p:txBody>
          <a:bodyPr/>
          <a:lstStyle/>
          <a:p>
            <a:endParaRPr/>
          </a:p>
        </p:txBody>
      </p:sp>
      <p:sp>
        <p:nvSpPr>
          <p:cNvPr id="24" name="Shape 22"/>
          <p:cNvSpPr/>
          <p:nvPr/>
        </p:nvSpPr>
        <p:spPr>
          <a:xfrm>
            <a:off x="11462521" y="569818"/>
            <a:ext cx="35294" cy="35294"/>
          </a:xfrm>
          <a:prstGeom prst="ellipse">
            <a:avLst/>
          </a:prstGeom>
          <a:solidFill>
            <a:srgbClr val="F4D9DC"/>
          </a:solidFill>
          <a:ln/>
        </p:spPr>
        <p:txBody>
          <a:bodyPr/>
          <a:lstStyle/>
          <a:p>
            <a:endParaRPr/>
          </a:p>
        </p:txBody>
      </p:sp>
      <p:sp>
        <p:nvSpPr>
          <p:cNvPr id="25" name="Shape 23"/>
          <p:cNvSpPr/>
          <p:nvPr/>
        </p:nvSpPr>
        <p:spPr>
          <a:xfrm>
            <a:off x="11145681" y="573441"/>
            <a:ext cx="34270" cy="34270"/>
          </a:xfrm>
          <a:prstGeom prst="ellipse">
            <a:avLst/>
          </a:prstGeom>
          <a:solidFill>
            <a:srgbClr val="F4D9DC"/>
          </a:solidFill>
          <a:ln/>
        </p:spPr>
        <p:txBody>
          <a:bodyPr/>
          <a:lstStyle/>
          <a:p>
            <a:endParaRPr/>
          </a:p>
        </p:txBody>
      </p:sp>
      <p:sp>
        <p:nvSpPr>
          <p:cNvPr id="26" name="Shape 24"/>
          <p:cNvSpPr/>
          <p:nvPr/>
        </p:nvSpPr>
        <p:spPr>
          <a:xfrm>
            <a:off x="11592015" y="593213"/>
            <a:ext cx="35294" cy="35294"/>
          </a:xfrm>
          <a:prstGeom prst="ellipse">
            <a:avLst/>
          </a:prstGeom>
          <a:solidFill>
            <a:srgbClr val="F4D9DC"/>
          </a:solidFill>
          <a:ln/>
        </p:spPr>
        <p:txBody>
          <a:bodyPr/>
          <a:lstStyle/>
          <a:p>
            <a:endParaRPr/>
          </a:p>
        </p:txBody>
      </p:sp>
      <p:sp>
        <p:nvSpPr>
          <p:cNvPr id="27" name="Shape 25"/>
          <p:cNvSpPr/>
          <p:nvPr/>
        </p:nvSpPr>
        <p:spPr>
          <a:xfrm>
            <a:off x="11019124" y="593444"/>
            <a:ext cx="34616" cy="34616"/>
          </a:xfrm>
          <a:prstGeom prst="ellipse">
            <a:avLst/>
          </a:prstGeom>
          <a:solidFill>
            <a:srgbClr val="F4D9DC"/>
          </a:solidFill>
          <a:ln/>
        </p:spPr>
        <p:txBody>
          <a:bodyPr/>
          <a:lstStyle/>
          <a:p>
            <a:endParaRPr/>
          </a:p>
        </p:txBody>
      </p:sp>
      <p:sp>
        <p:nvSpPr>
          <p:cNvPr id="28" name="Shape 26"/>
          <p:cNvSpPr/>
          <p:nvPr/>
        </p:nvSpPr>
        <p:spPr>
          <a:xfrm>
            <a:off x="11403576" y="610214"/>
            <a:ext cx="34961" cy="34961"/>
          </a:xfrm>
          <a:prstGeom prst="ellipse">
            <a:avLst/>
          </a:prstGeom>
          <a:solidFill>
            <a:srgbClr val="F4D9DC"/>
          </a:solidFill>
          <a:ln/>
        </p:spPr>
        <p:txBody>
          <a:bodyPr/>
          <a:lstStyle/>
          <a:p>
            <a:endParaRPr/>
          </a:p>
        </p:txBody>
      </p:sp>
      <p:sp>
        <p:nvSpPr>
          <p:cNvPr id="29" name="Shape 27"/>
          <p:cNvSpPr/>
          <p:nvPr/>
        </p:nvSpPr>
        <p:spPr>
          <a:xfrm>
            <a:off x="11201662" y="616570"/>
            <a:ext cx="35627" cy="35627"/>
          </a:xfrm>
          <a:prstGeom prst="ellipse">
            <a:avLst/>
          </a:prstGeom>
          <a:solidFill>
            <a:srgbClr val="F4D9DC"/>
          </a:solidFill>
          <a:ln/>
        </p:spPr>
        <p:txBody>
          <a:bodyPr/>
          <a:lstStyle/>
          <a:p>
            <a:endParaRPr/>
          </a:p>
        </p:txBody>
      </p:sp>
      <p:sp>
        <p:nvSpPr>
          <p:cNvPr id="30" name="Shape 28"/>
          <p:cNvSpPr/>
          <p:nvPr/>
        </p:nvSpPr>
        <p:spPr>
          <a:xfrm>
            <a:off x="11127484" y="620705"/>
            <a:ext cx="58030" cy="58030"/>
          </a:xfrm>
          <a:prstGeom prst="ellipse">
            <a:avLst/>
          </a:prstGeom>
          <a:solidFill>
            <a:srgbClr val="F4D9DC"/>
          </a:solidFill>
          <a:ln/>
        </p:spPr>
        <p:txBody>
          <a:bodyPr/>
          <a:lstStyle/>
          <a:p>
            <a:endParaRPr/>
          </a:p>
        </p:txBody>
      </p:sp>
      <p:sp>
        <p:nvSpPr>
          <p:cNvPr id="31" name="Shape 29"/>
          <p:cNvSpPr/>
          <p:nvPr/>
        </p:nvSpPr>
        <p:spPr>
          <a:xfrm>
            <a:off x="11460767" y="620852"/>
            <a:ext cx="57428" cy="57428"/>
          </a:xfrm>
          <a:prstGeom prst="ellipse">
            <a:avLst/>
          </a:prstGeom>
          <a:solidFill>
            <a:srgbClr val="F4D9DC"/>
          </a:solidFill>
          <a:ln/>
        </p:spPr>
        <p:txBody>
          <a:bodyPr/>
          <a:lstStyle/>
          <a:p>
            <a:endParaRPr/>
          </a:p>
        </p:txBody>
      </p:sp>
      <p:sp>
        <p:nvSpPr>
          <p:cNvPr id="32" name="Shape 30"/>
          <p:cNvSpPr/>
          <p:nvPr/>
        </p:nvSpPr>
        <p:spPr>
          <a:xfrm>
            <a:off x="11055219" y="640144"/>
            <a:ext cx="51718" cy="51718"/>
          </a:xfrm>
          <a:prstGeom prst="ellipse">
            <a:avLst/>
          </a:prstGeom>
          <a:solidFill>
            <a:srgbClr val="F4D9DC"/>
          </a:solidFill>
          <a:ln/>
        </p:spPr>
        <p:txBody>
          <a:bodyPr/>
          <a:lstStyle/>
          <a:p>
            <a:endParaRPr/>
          </a:p>
        </p:txBody>
      </p:sp>
      <p:sp>
        <p:nvSpPr>
          <p:cNvPr id="33" name="Shape 31"/>
          <p:cNvSpPr/>
          <p:nvPr/>
        </p:nvSpPr>
        <p:spPr>
          <a:xfrm>
            <a:off x="11539330" y="640266"/>
            <a:ext cx="51270" cy="51270"/>
          </a:xfrm>
          <a:prstGeom prst="ellipse">
            <a:avLst/>
          </a:prstGeom>
          <a:solidFill>
            <a:srgbClr val="F4D9DC"/>
          </a:solidFill>
          <a:ln/>
        </p:spPr>
        <p:txBody>
          <a:bodyPr/>
          <a:lstStyle/>
          <a:p>
            <a:endParaRPr/>
          </a:p>
        </p:txBody>
      </p:sp>
      <p:sp>
        <p:nvSpPr>
          <p:cNvPr id="34" name="Shape 32"/>
          <p:cNvSpPr/>
          <p:nvPr/>
        </p:nvSpPr>
        <p:spPr>
          <a:xfrm>
            <a:off x="11429576" y="682274"/>
            <a:ext cx="35627" cy="35627"/>
          </a:xfrm>
          <a:prstGeom prst="ellipse">
            <a:avLst/>
          </a:prstGeom>
          <a:solidFill>
            <a:srgbClr val="F4D9DC"/>
          </a:solidFill>
          <a:ln/>
        </p:spPr>
        <p:txBody>
          <a:bodyPr/>
          <a:lstStyle/>
          <a:p>
            <a:endParaRPr/>
          </a:p>
        </p:txBody>
      </p:sp>
      <p:sp>
        <p:nvSpPr>
          <p:cNvPr id="35" name="Shape 33"/>
          <p:cNvSpPr/>
          <p:nvPr/>
        </p:nvSpPr>
        <p:spPr>
          <a:xfrm>
            <a:off x="11004076" y="687222"/>
            <a:ext cx="34616" cy="34616"/>
          </a:xfrm>
          <a:prstGeom prst="ellipse">
            <a:avLst/>
          </a:prstGeom>
          <a:solidFill>
            <a:srgbClr val="F4D9DC"/>
          </a:solidFill>
          <a:ln/>
        </p:spPr>
        <p:txBody>
          <a:bodyPr/>
          <a:lstStyle/>
          <a:p>
            <a:endParaRPr/>
          </a:p>
        </p:txBody>
      </p:sp>
      <p:sp>
        <p:nvSpPr>
          <p:cNvPr id="36" name="Shape 34"/>
          <p:cNvSpPr/>
          <p:nvPr/>
        </p:nvSpPr>
        <p:spPr>
          <a:xfrm>
            <a:off x="11502052" y="685321"/>
            <a:ext cx="34270" cy="34270"/>
          </a:xfrm>
          <a:prstGeom prst="ellipse">
            <a:avLst/>
          </a:prstGeom>
          <a:solidFill>
            <a:srgbClr val="F4D9DC"/>
          </a:solidFill>
          <a:ln/>
        </p:spPr>
        <p:txBody>
          <a:bodyPr/>
          <a:lstStyle/>
          <a:p>
            <a:endParaRPr/>
          </a:p>
        </p:txBody>
      </p:sp>
      <p:sp>
        <p:nvSpPr>
          <p:cNvPr id="37" name="Shape 35"/>
          <p:cNvSpPr/>
          <p:nvPr/>
        </p:nvSpPr>
        <p:spPr>
          <a:xfrm>
            <a:off x="11606321" y="686422"/>
            <a:ext cx="35627" cy="35627"/>
          </a:xfrm>
          <a:prstGeom prst="ellipse">
            <a:avLst/>
          </a:prstGeom>
          <a:solidFill>
            <a:srgbClr val="F4D9DC"/>
          </a:solidFill>
          <a:ln/>
        </p:spPr>
        <p:txBody>
          <a:bodyPr/>
          <a:lstStyle/>
          <a:p>
            <a:endParaRPr/>
          </a:p>
        </p:txBody>
      </p:sp>
      <p:sp>
        <p:nvSpPr>
          <p:cNvPr id="38" name="Shape 36"/>
          <p:cNvSpPr/>
          <p:nvPr/>
        </p:nvSpPr>
        <p:spPr>
          <a:xfrm>
            <a:off x="11108908" y="688957"/>
            <a:ext cx="35294" cy="35294"/>
          </a:xfrm>
          <a:prstGeom prst="ellipse">
            <a:avLst/>
          </a:prstGeom>
          <a:solidFill>
            <a:srgbClr val="F4D9DC"/>
          </a:solidFill>
          <a:ln/>
        </p:spPr>
        <p:txBody>
          <a:bodyPr/>
          <a:lstStyle/>
          <a:p>
            <a:endParaRPr/>
          </a:p>
        </p:txBody>
      </p:sp>
      <p:sp>
        <p:nvSpPr>
          <p:cNvPr id="39" name="Shape 37"/>
          <p:cNvSpPr/>
          <p:nvPr/>
        </p:nvSpPr>
        <p:spPr>
          <a:xfrm>
            <a:off x="11179733" y="690371"/>
            <a:ext cx="36613" cy="36613"/>
          </a:xfrm>
          <a:prstGeom prst="ellipse">
            <a:avLst/>
          </a:prstGeom>
          <a:solidFill>
            <a:srgbClr val="F4D9DC"/>
          </a:solidFill>
          <a:ln/>
        </p:spPr>
        <p:txBody>
          <a:bodyPr/>
          <a:lstStyle/>
          <a:p>
            <a:endParaRPr/>
          </a:p>
        </p:txBody>
      </p:sp>
      <p:sp>
        <p:nvSpPr>
          <p:cNvPr id="40" name="Shape 38"/>
          <p:cNvSpPr/>
          <p:nvPr/>
        </p:nvSpPr>
        <p:spPr>
          <a:xfrm>
            <a:off x="11054764" y="716576"/>
            <a:ext cx="51936" cy="51936"/>
          </a:xfrm>
          <a:prstGeom prst="ellipse">
            <a:avLst/>
          </a:prstGeom>
          <a:solidFill>
            <a:srgbClr val="F4D9DC"/>
          </a:solidFill>
          <a:ln/>
        </p:spPr>
        <p:txBody>
          <a:bodyPr/>
          <a:lstStyle/>
          <a:p>
            <a:endParaRPr/>
          </a:p>
        </p:txBody>
      </p:sp>
      <p:sp>
        <p:nvSpPr>
          <p:cNvPr id="41" name="Shape 39"/>
          <p:cNvSpPr/>
          <p:nvPr/>
        </p:nvSpPr>
        <p:spPr>
          <a:xfrm>
            <a:off x="11539023" y="716851"/>
            <a:ext cx="51488" cy="51488"/>
          </a:xfrm>
          <a:prstGeom prst="ellipse">
            <a:avLst/>
          </a:prstGeom>
          <a:solidFill>
            <a:srgbClr val="F4D9DC"/>
          </a:solidFill>
          <a:ln/>
        </p:spPr>
        <p:txBody>
          <a:bodyPr/>
          <a:lstStyle/>
          <a:p>
            <a:endParaRPr/>
          </a:p>
        </p:txBody>
      </p:sp>
      <p:sp>
        <p:nvSpPr>
          <p:cNvPr id="42" name="Shape 40"/>
          <p:cNvSpPr/>
          <p:nvPr/>
        </p:nvSpPr>
        <p:spPr>
          <a:xfrm>
            <a:off x="11127490" y="729288"/>
            <a:ext cx="58222" cy="58222"/>
          </a:xfrm>
          <a:prstGeom prst="ellipse">
            <a:avLst/>
          </a:prstGeom>
          <a:solidFill>
            <a:srgbClr val="F4D9DC"/>
          </a:solidFill>
          <a:ln/>
        </p:spPr>
        <p:txBody>
          <a:bodyPr/>
          <a:lstStyle/>
          <a:p>
            <a:endParaRPr/>
          </a:p>
        </p:txBody>
      </p:sp>
      <p:sp>
        <p:nvSpPr>
          <p:cNvPr id="43" name="Shape 41"/>
          <p:cNvSpPr/>
          <p:nvPr/>
        </p:nvSpPr>
        <p:spPr>
          <a:xfrm>
            <a:off x="11460671" y="729781"/>
            <a:ext cx="57633" cy="57633"/>
          </a:xfrm>
          <a:prstGeom prst="ellipse">
            <a:avLst/>
          </a:prstGeom>
          <a:solidFill>
            <a:srgbClr val="F4D9DC"/>
          </a:solidFill>
          <a:ln/>
        </p:spPr>
        <p:txBody>
          <a:bodyPr/>
          <a:lstStyle/>
          <a:p>
            <a:endParaRPr/>
          </a:p>
        </p:txBody>
      </p:sp>
      <p:sp>
        <p:nvSpPr>
          <p:cNvPr id="44" name="Shape 42"/>
          <p:cNvSpPr/>
          <p:nvPr/>
        </p:nvSpPr>
        <p:spPr>
          <a:xfrm>
            <a:off x="11407973" y="756415"/>
            <a:ext cx="35960" cy="35960"/>
          </a:xfrm>
          <a:prstGeom prst="ellipse">
            <a:avLst/>
          </a:prstGeom>
          <a:solidFill>
            <a:srgbClr val="F4D9DC"/>
          </a:solidFill>
          <a:ln/>
        </p:spPr>
        <p:txBody>
          <a:bodyPr/>
          <a:lstStyle/>
          <a:p>
            <a:endParaRPr/>
          </a:p>
        </p:txBody>
      </p:sp>
      <p:sp>
        <p:nvSpPr>
          <p:cNvPr id="45" name="Shape 43"/>
          <p:cNvSpPr/>
          <p:nvPr/>
        </p:nvSpPr>
        <p:spPr>
          <a:xfrm>
            <a:off x="11207308" y="763884"/>
            <a:ext cx="34616" cy="34616"/>
          </a:xfrm>
          <a:prstGeom prst="ellipse">
            <a:avLst/>
          </a:prstGeom>
          <a:solidFill>
            <a:srgbClr val="F4D9DC"/>
          </a:solidFill>
          <a:ln/>
        </p:spPr>
        <p:txBody>
          <a:bodyPr/>
          <a:lstStyle/>
          <a:p>
            <a:endParaRPr/>
          </a:p>
        </p:txBody>
      </p:sp>
      <p:sp>
        <p:nvSpPr>
          <p:cNvPr id="46" name="Shape 44"/>
          <p:cNvSpPr/>
          <p:nvPr/>
        </p:nvSpPr>
        <p:spPr>
          <a:xfrm>
            <a:off x="11018670" y="780462"/>
            <a:ext cx="34616" cy="34616"/>
          </a:xfrm>
          <a:prstGeom prst="ellipse">
            <a:avLst/>
          </a:prstGeom>
          <a:solidFill>
            <a:srgbClr val="F4D9DC"/>
          </a:solidFill>
          <a:ln/>
        </p:spPr>
        <p:txBody>
          <a:bodyPr/>
          <a:lstStyle/>
          <a:p>
            <a:endParaRPr/>
          </a:p>
        </p:txBody>
      </p:sp>
      <p:sp>
        <p:nvSpPr>
          <p:cNvPr id="47" name="Shape 45"/>
          <p:cNvSpPr/>
          <p:nvPr/>
        </p:nvSpPr>
        <p:spPr>
          <a:xfrm>
            <a:off x="11591670" y="780123"/>
            <a:ext cx="35294" cy="35294"/>
          </a:xfrm>
          <a:prstGeom prst="ellipse">
            <a:avLst/>
          </a:prstGeom>
          <a:solidFill>
            <a:srgbClr val="F4D9DC"/>
          </a:solidFill>
          <a:ln/>
        </p:spPr>
        <p:txBody>
          <a:bodyPr/>
          <a:lstStyle/>
          <a:p>
            <a:endParaRPr/>
          </a:p>
        </p:txBody>
      </p:sp>
      <p:sp>
        <p:nvSpPr>
          <p:cNvPr id="48" name="Shape 46"/>
          <p:cNvSpPr/>
          <p:nvPr/>
        </p:nvSpPr>
        <p:spPr>
          <a:xfrm>
            <a:off x="11079010" y="790179"/>
            <a:ext cx="51270" cy="51270"/>
          </a:xfrm>
          <a:prstGeom prst="ellipse">
            <a:avLst/>
          </a:prstGeom>
          <a:solidFill>
            <a:srgbClr val="F4D9DC"/>
          </a:solidFill>
          <a:ln/>
        </p:spPr>
        <p:txBody>
          <a:bodyPr/>
          <a:lstStyle/>
          <a:p>
            <a:endParaRPr/>
          </a:p>
        </p:txBody>
      </p:sp>
      <p:sp>
        <p:nvSpPr>
          <p:cNvPr id="49" name="Shape 47"/>
          <p:cNvSpPr/>
          <p:nvPr/>
        </p:nvSpPr>
        <p:spPr>
          <a:xfrm>
            <a:off x="11515218" y="789692"/>
            <a:ext cx="52602" cy="52602"/>
          </a:xfrm>
          <a:prstGeom prst="ellipse">
            <a:avLst/>
          </a:prstGeom>
          <a:solidFill>
            <a:srgbClr val="F4D9DC"/>
          </a:solidFill>
          <a:ln/>
        </p:spPr>
        <p:txBody>
          <a:bodyPr/>
          <a:lstStyle/>
          <a:p>
            <a:endParaRPr/>
          </a:p>
        </p:txBody>
      </p:sp>
      <p:sp>
        <p:nvSpPr>
          <p:cNvPr id="50" name="Shape 48"/>
          <p:cNvSpPr/>
          <p:nvPr/>
        </p:nvSpPr>
        <p:spPr>
          <a:xfrm>
            <a:off x="11147371" y="803460"/>
            <a:ext cx="35627" cy="35627"/>
          </a:xfrm>
          <a:prstGeom prst="ellipse">
            <a:avLst/>
          </a:prstGeom>
          <a:solidFill>
            <a:srgbClr val="F4D9DC"/>
          </a:solidFill>
          <a:ln/>
        </p:spPr>
        <p:txBody>
          <a:bodyPr/>
          <a:lstStyle/>
          <a:p>
            <a:endParaRPr/>
          </a:p>
        </p:txBody>
      </p:sp>
      <p:sp>
        <p:nvSpPr>
          <p:cNvPr id="51" name="Shape 49"/>
          <p:cNvSpPr/>
          <p:nvPr/>
        </p:nvSpPr>
        <p:spPr>
          <a:xfrm>
            <a:off x="11347786" y="804293"/>
            <a:ext cx="35294" cy="35294"/>
          </a:xfrm>
          <a:prstGeom prst="ellipse">
            <a:avLst/>
          </a:prstGeom>
          <a:solidFill>
            <a:srgbClr val="F4D9DC"/>
          </a:solidFill>
          <a:ln/>
        </p:spPr>
        <p:txBody>
          <a:bodyPr/>
          <a:lstStyle/>
          <a:p>
            <a:endParaRPr/>
          </a:p>
        </p:txBody>
      </p:sp>
      <p:sp>
        <p:nvSpPr>
          <p:cNvPr id="52" name="Shape 50"/>
          <p:cNvSpPr/>
          <p:nvPr/>
        </p:nvSpPr>
        <p:spPr>
          <a:xfrm>
            <a:off x="11465119" y="800919"/>
            <a:ext cx="34961" cy="34961"/>
          </a:xfrm>
          <a:prstGeom prst="ellipse">
            <a:avLst/>
          </a:prstGeom>
          <a:solidFill>
            <a:srgbClr val="F4D9DC"/>
          </a:solidFill>
          <a:ln/>
        </p:spPr>
        <p:txBody>
          <a:bodyPr/>
          <a:lstStyle/>
          <a:p>
            <a:endParaRPr/>
          </a:p>
        </p:txBody>
      </p:sp>
      <p:sp>
        <p:nvSpPr>
          <p:cNvPr id="53" name="Shape 51"/>
          <p:cNvSpPr/>
          <p:nvPr/>
        </p:nvSpPr>
        <p:spPr>
          <a:xfrm>
            <a:off x="11270669" y="806590"/>
            <a:ext cx="35627" cy="35627"/>
          </a:xfrm>
          <a:prstGeom prst="ellipse">
            <a:avLst/>
          </a:prstGeom>
          <a:solidFill>
            <a:srgbClr val="F4D9DC"/>
          </a:solidFill>
          <a:ln/>
        </p:spPr>
        <p:txBody>
          <a:bodyPr/>
          <a:lstStyle/>
          <a:p>
            <a:endParaRPr/>
          </a:p>
        </p:txBody>
      </p:sp>
      <p:sp>
        <p:nvSpPr>
          <p:cNvPr id="54" name="Shape 52"/>
          <p:cNvSpPr/>
          <p:nvPr/>
        </p:nvSpPr>
        <p:spPr>
          <a:xfrm>
            <a:off x="11191498" y="817766"/>
            <a:ext cx="57633" cy="57633"/>
          </a:xfrm>
          <a:prstGeom prst="ellipse">
            <a:avLst/>
          </a:prstGeom>
          <a:solidFill>
            <a:srgbClr val="F4D9DC"/>
          </a:solidFill>
          <a:ln/>
        </p:spPr>
        <p:txBody>
          <a:bodyPr/>
          <a:lstStyle/>
          <a:p>
            <a:endParaRPr/>
          </a:p>
        </p:txBody>
      </p:sp>
      <p:sp>
        <p:nvSpPr>
          <p:cNvPr id="55" name="Shape 53"/>
          <p:cNvSpPr/>
          <p:nvPr/>
        </p:nvSpPr>
        <p:spPr>
          <a:xfrm>
            <a:off x="11396573" y="817888"/>
            <a:ext cx="57633" cy="57633"/>
          </a:xfrm>
          <a:prstGeom prst="ellipse">
            <a:avLst/>
          </a:prstGeom>
          <a:solidFill>
            <a:srgbClr val="F4D9DC"/>
          </a:solidFill>
          <a:ln/>
        </p:spPr>
        <p:txBody>
          <a:bodyPr/>
          <a:lstStyle/>
          <a:p>
            <a:endParaRPr/>
          </a:p>
        </p:txBody>
      </p:sp>
      <p:sp>
        <p:nvSpPr>
          <p:cNvPr id="56" name="Shape 54"/>
          <p:cNvSpPr/>
          <p:nvPr/>
        </p:nvSpPr>
        <p:spPr>
          <a:xfrm>
            <a:off x="11123445" y="851985"/>
            <a:ext cx="52167" cy="52167"/>
          </a:xfrm>
          <a:prstGeom prst="ellipse">
            <a:avLst/>
          </a:prstGeom>
          <a:solidFill>
            <a:srgbClr val="F4D9DC"/>
          </a:solidFill>
          <a:ln/>
        </p:spPr>
        <p:txBody>
          <a:bodyPr/>
          <a:lstStyle/>
          <a:p>
            <a:endParaRPr/>
          </a:p>
        </p:txBody>
      </p:sp>
      <p:sp>
        <p:nvSpPr>
          <p:cNvPr id="57" name="Shape 55"/>
          <p:cNvSpPr/>
          <p:nvPr/>
        </p:nvSpPr>
        <p:spPr>
          <a:xfrm>
            <a:off x="11294647" y="851390"/>
            <a:ext cx="57223" cy="57223"/>
          </a:xfrm>
          <a:prstGeom prst="ellipse">
            <a:avLst/>
          </a:prstGeom>
          <a:solidFill>
            <a:srgbClr val="F4D9DC"/>
          </a:solidFill>
          <a:ln/>
        </p:spPr>
        <p:txBody>
          <a:bodyPr/>
          <a:lstStyle/>
          <a:p>
            <a:endParaRPr/>
          </a:p>
        </p:txBody>
      </p:sp>
      <p:sp>
        <p:nvSpPr>
          <p:cNvPr id="58" name="Shape 56"/>
          <p:cNvSpPr/>
          <p:nvPr/>
        </p:nvSpPr>
        <p:spPr>
          <a:xfrm>
            <a:off x="11470202" y="852382"/>
            <a:ext cx="52384" cy="52384"/>
          </a:xfrm>
          <a:prstGeom prst="ellipse">
            <a:avLst/>
          </a:prstGeom>
          <a:solidFill>
            <a:srgbClr val="F4D9DC"/>
          </a:solidFill>
          <a:ln/>
        </p:spPr>
        <p:txBody>
          <a:bodyPr/>
          <a:lstStyle/>
          <a:p>
            <a:endParaRPr/>
          </a:p>
        </p:txBody>
      </p:sp>
      <p:sp>
        <p:nvSpPr>
          <p:cNvPr id="59" name="Shape 57"/>
          <p:cNvSpPr/>
          <p:nvPr/>
        </p:nvSpPr>
        <p:spPr>
          <a:xfrm>
            <a:off x="11060774" y="864607"/>
            <a:ext cx="35627" cy="35627"/>
          </a:xfrm>
          <a:prstGeom prst="ellipse">
            <a:avLst/>
          </a:prstGeom>
          <a:solidFill>
            <a:srgbClr val="F4D9DC"/>
          </a:solidFill>
          <a:ln/>
        </p:spPr>
        <p:txBody>
          <a:bodyPr/>
          <a:lstStyle/>
          <a:p>
            <a:endParaRPr/>
          </a:p>
        </p:txBody>
      </p:sp>
      <p:sp>
        <p:nvSpPr>
          <p:cNvPr id="60" name="Shape 58"/>
          <p:cNvSpPr/>
          <p:nvPr/>
        </p:nvSpPr>
        <p:spPr>
          <a:xfrm>
            <a:off x="11548733" y="864185"/>
            <a:ext cx="35627" cy="35627"/>
          </a:xfrm>
          <a:prstGeom prst="ellipse">
            <a:avLst/>
          </a:prstGeom>
          <a:solidFill>
            <a:srgbClr val="F4D9DC"/>
          </a:solidFill>
          <a:ln/>
        </p:spPr>
        <p:txBody>
          <a:bodyPr/>
          <a:lstStyle/>
          <a:p>
            <a:endParaRPr/>
          </a:p>
        </p:txBody>
      </p:sp>
      <p:sp>
        <p:nvSpPr>
          <p:cNvPr id="61" name="Shape 59"/>
          <p:cNvSpPr/>
          <p:nvPr/>
        </p:nvSpPr>
        <p:spPr>
          <a:xfrm>
            <a:off x="11246231" y="873908"/>
            <a:ext cx="35627" cy="35627"/>
          </a:xfrm>
          <a:prstGeom prst="ellipse">
            <a:avLst/>
          </a:prstGeom>
          <a:solidFill>
            <a:srgbClr val="F4D9DC"/>
          </a:solidFill>
          <a:ln/>
        </p:spPr>
        <p:txBody>
          <a:bodyPr/>
          <a:lstStyle/>
          <a:p>
            <a:endParaRPr/>
          </a:p>
        </p:txBody>
      </p:sp>
      <p:sp>
        <p:nvSpPr>
          <p:cNvPr id="62" name="Shape 60"/>
          <p:cNvSpPr/>
          <p:nvPr/>
        </p:nvSpPr>
        <p:spPr>
          <a:xfrm>
            <a:off x="11367418" y="872896"/>
            <a:ext cx="35627" cy="35627"/>
          </a:xfrm>
          <a:prstGeom prst="ellipse">
            <a:avLst/>
          </a:prstGeom>
          <a:solidFill>
            <a:srgbClr val="F4D9DC"/>
          </a:solidFill>
          <a:ln/>
        </p:spPr>
        <p:txBody>
          <a:bodyPr/>
          <a:lstStyle/>
          <a:p>
            <a:endParaRPr/>
          </a:p>
        </p:txBody>
      </p:sp>
      <p:sp>
        <p:nvSpPr>
          <p:cNvPr id="63" name="Shape 61"/>
          <p:cNvSpPr/>
          <p:nvPr/>
        </p:nvSpPr>
        <p:spPr>
          <a:xfrm>
            <a:off x="11185366" y="897322"/>
            <a:ext cx="51936" cy="51936"/>
          </a:xfrm>
          <a:prstGeom prst="ellipse">
            <a:avLst/>
          </a:prstGeom>
          <a:solidFill>
            <a:srgbClr val="F4D9DC"/>
          </a:solidFill>
          <a:ln/>
        </p:spPr>
        <p:txBody>
          <a:bodyPr/>
          <a:lstStyle/>
          <a:p>
            <a:endParaRPr/>
          </a:p>
        </p:txBody>
      </p:sp>
      <p:sp>
        <p:nvSpPr>
          <p:cNvPr id="64" name="Shape 62"/>
          <p:cNvSpPr/>
          <p:nvPr/>
        </p:nvSpPr>
        <p:spPr>
          <a:xfrm>
            <a:off x="11407845" y="897655"/>
            <a:ext cx="52602" cy="52602"/>
          </a:xfrm>
          <a:prstGeom prst="ellipse">
            <a:avLst/>
          </a:prstGeom>
          <a:solidFill>
            <a:srgbClr val="F4D9DC"/>
          </a:solidFill>
          <a:ln/>
        </p:spPr>
        <p:txBody>
          <a:bodyPr/>
          <a:lstStyle/>
          <a:p>
            <a:endParaRPr/>
          </a:p>
        </p:txBody>
      </p:sp>
      <p:sp>
        <p:nvSpPr>
          <p:cNvPr id="65" name="Shape 63"/>
          <p:cNvSpPr/>
          <p:nvPr/>
        </p:nvSpPr>
        <p:spPr>
          <a:xfrm>
            <a:off x="11258822" y="921466"/>
            <a:ext cx="51270" cy="51270"/>
          </a:xfrm>
          <a:prstGeom prst="ellipse">
            <a:avLst/>
          </a:prstGeom>
          <a:solidFill>
            <a:srgbClr val="F4D9DC"/>
          </a:solidFill>
          <a:ln/>
        </p:spPr>
        <p:txBody>
          <a:bodyPr/>
          <a:lstStyle/>
          <a:p>
            <a:endParaRPr/>
          </a:p>
        </p:txBody>
      </p:sp>
      <p:sp>
        <p:nvSpPr>
          <p:cNvPr id="66" name="Shape 64"/>
          <p:cNvSpPr/>
          <p:nvPr/>
        </p:nvSpPr>
        <p:spPr>
          <a:xfrm>
            <a:off x="11335350" y="921504"/>
            <a:ext cx="51270" cy="51270"/>
          </a:xfrm>
          <a:prstGeom prst="ellipse">
            <a:avLst/>
          </a:prstGeom>
          <a:solidFill>
            <a:srgbClr val="F4D9DC"/>
          </a:solidFill>
          <a:ln/>
        </p:spPr>
        <p:txBody>
          <a:bodyPr/>
          <a:lstStyle/>
          <a:p>
            <a:endParaRPr/>
          </a:p>
        </p:txBody>
      </p:sp>
      <p:sp>
        <p:nvSpPr>
          <p:cNvPr id="67" name="Shape 65"/>
          <p:cNvSpPr/>
          <p:nvPr/>
        </p:nvSpPr>
        <p:spPr>
          <a:xfrm>
            <a:off x="11127388" y="931368"/>
            <a:ext cx="35294" cy="35294"/>
          </a:xfrm>
          <a:prstGeom prst="ellipse">
            <a:avLst/>
          </a:prstGeom>
          <a:solidFill>
            <a:srgbClr val="F4D9DC"/>
          </a:solidFill>
          <a:ln/>
        </p:spPr>
        <p:txBody>
          <a:bodyPr/>
          <a:lstStyle/>
          <a:p>
            <a:endParaRPr/>
          </a:p>
        </p:txBody>
      </p:sp>
      <p:sp>
        <p:nvSpPr>
          <p:cNvPr id="68" name="Shape 66"/>
          <p:cNvSpPr/>
          <p:nvPr/>
        </p:nvSpPr>
        <p:spPr>
          <a:xfrm>
            <a:off x="11481979" y="931035"/>
            <a:ext cx="35960" cy="35960"/>
          </a:xfrm>
          <a:prstGeom prst="ellipse">
            <a:avLst/>
          </a:prstGeom>
          <a:solidFill>
            <a:srgbClr val="F4D9DC"/>
          </a:solidFill>
          <a:ln/>
        </p:spPr>
        <p:txBody>
          <a:bodyPr/>
          <a:lstStyle/>
          <a:p>
            <a:endParaRPr/>
          </a:p>
        </p:txBody>
      </p:sp>
      <p:sp>
        <p:nvSpPr>
          <p:cNvPr id="69" name="Shape 67"/>
          <p:cNvSpPr/>
          <p:nvPr/>
        </p:nvSpPr>
        <p:spPr>
          <a:xfrm>
            <a:off x="11211987" y="974695"/>
            <a:ext cx="34961" cy="34961"/>
          </a:xfrm>
          <a:prstGeom prst="ellipse">
            <a:avLst/>
          </a:prstGeom>
          <a:solidFill>
            <a:srgbClr val="F4D9DC"/>
          </a:solidFill>
          <a:ln/>
        </p:spPr>
        <p:txBody>
          <a:bodyPr/>
          <a:lstStyle/>
          <a:p>
            <a:endParaRPr/>
          </a:p>
        </p:txBody>
      </p:sp>
      <p:sp>
        <p:nvSpPr>
          <p:cNvPr id="70" name="Shape 68"/>
          <p:cNvSpPr/>
          <p:nvPr/>
        </p:nvSpPr>
        <p:spPr>
          <a:xfrm>
            <a:off x="11398461" y="974695"/>
            <a:ext cx="34961" cy="34961"/>
          </a:xfrm>
          <a:prstGeom prst="ellipse">
            <a:avLst/>
          </a:prstGeom>
          <a:solidFill>
            <a:srgbClr val="F4D9DC"/>
          </a:solidFill>
          <a:ln/>
        </p:spPr>
        <p:txBody>
          <a:bodyPr/>
          <a:lstStyle/>
          <a:p>
            <a:endParaRPr/>
          </a:p>
        </p:txBody>
      </p:sp>
      <p:sp>
        <p:nvSpPr>
          <p:cNvPr id="71" name="Shape 69"/>
          <p:cNvSpPr/>
          <p:nvPr/>
        </p:nvSpPr>
        <p:spPr>
          <a:xfrm>
            <a:off x="11304837" y="988501"/>
            <a:ext cx="35627" cy="35627"/>
          </a:xfrm>
          <a:prstGeom prst="ellipse">
            <a:avLst/>
          </a:prstGeom>
          <a:solidFill>
            <a:srgbClr val="F4D9DC"/>
          </a:solidFill>
          <a:ln/>
        </p:spPr>
        <p:txBody>
          <a:bodyPr/>
          <a:lstStyle/>
          <a:p>
            <a:endParaRPr/>
          </a:p>
        </p:txBody>
      </p:sp>
      <p:sp>
        <p:nvSpPr>
          <p:cNvPr id="72" name="Text 70"/>
          <p:cNvSpPr/>
          <p:nvPr/>
        </p:nvSpPr>
        <p:spPr>
          <a:xfrm>
            <a:off x="548640" y="2468880"/>
            <a:ext cx="7863840" cy="1828800"/>
          </a:xfrm>
          <a:prstGeom prst="rect">
            <a:avLst/>
          </a:prstGeom>
          <a:noFill/>
          <a:ln/>
        </p:spPr>
        <p:txBody>
          <a:bodyPr wrap="square" lIns="0" tIns="0" rIns="0" bIns="0" rtlCol="0" anchor="b"/>
          <a:lstStyle/>
          <a:p>
            <a:pPr marL="0" indent="0" algn="l">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Ruim na afloop je Codespace op</a:t>
            </a:r>
            <a:endParaRPr lang="en-US" sz="4800" dirty="0"/>
          </a:p>
        </p:txBody>
      </p:sp>
      <p:sp>
        <p:nvSpPr>
          <p:cNvPr id="73" name="Text 71"/>
          <p:cNvSpPr/>
          <p:nvPr/>
        </p:nvSpPr>
        <p:spPr>
          <a:xfrm>
            <a:off x="548640" y="4526280"/>
            <a:ext cx="7498080" cy="1280160"/>
          </a:xfrm>
          <a:prstGeom prst="rect">
            <a:avLst/>
          </a:prstGeom>
          <a:noFill/>
          <a:ln/>
        </p:spPr>
        <p:txBody>
          <a:bodyPr wrap="square" lIns="0" tIns="0" rIns="0" bIns="0" rtlCol="0" anchor="t"/>
          <a:lstStyle/>
          <a:p>
            <a:pPr marL="0" indent="0" algn="l">
              <a:lnSpc>
                <a:spcPct val="105000"/>
              </a:lnSpc>
              <a:buNone/>
            </a:pPr>
            <a:r>
              <a:rPr lang="en-US" sz="2200" dirty="0">
                <a:solidFill>
                  <a:srgbClr val="F4D74B"/>
                </a:solidFill>
                <a:latin typeface="Cooper Lt BT" pitchFamily="34" charset="0"/>
                <a:ea typeface="Cooper Lt BT" pitchFamily="34" charset="-122"/>
                <a:cs typeface="Cooper Lt BT" pitchFamily="34" charset="-120"/>
              </a:rPr>
              <a:t>github.com/codespaces, de drie puntjes naast je Codespace, dan Delete. Stoppen alleen is niet genoeg.</a:t>
            </a:r>
            <a:endParaRPr lang="en-US" sz="2200" dirty="0"/>
          </a:p>
        </p:txBody>
      </p:sp>
      <p:pic>
        <p:nvPicPr>
          <p:cNvPr id="74" name="Image 0" descr="exports\261005_workshop_rad_uitvoering\img\kunstmatigeintelligentie.png"/>
          <p:cNvPicPr>
            <a:picLocks noChangeAspect="1"/>
          </p:cNvPicPr>
          <p:nvPr/>
        </p:nvPicPr>
        <p:blipFill>
          <a:blip r:embed="rId3"/>
          <a:stretch>
            <a:fillRect/>
          </a:stretch>
        </p:blipFill>
        <p:spPr>
          <a:xfrm>
            <a:off x="8503920" y="1828800"/>
            <a:ext cx="3291840" cy="3291840"/>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9">
    <p:bg>
      <p:bgPr>
        <a:solidFill>
          <a:srgbClr val="F4D9DC"/>
        </a:solidFill>
        <a:effectLst/>
      </p:bgPr>
    </p:bg>
    <p:spTree>
      <p:nvGrpSpPr>
        <p:cNvPr id="1" name=""/>
        <p:cNvGrpSpPr/>
        <p:nvPr/>
      </p:nvGrpSpPr>
      <p:grpSpPr>
        <a:xfrm>
          <a:off x="0" y="0"/>
          <a:ext cx="0" cy="0"/>
          <a:chOff x="0" y="0"/>
          <a:chExt cx="0" cy="0"/>
        </a:xfrm>
      </p:grpSpPr>
      <p:sp>
        <p:nvSpPr>
          <p:cNvPr id="2" name="Text 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Afsluiting</a:t>
            </a:r>
            <a:endParaRPr lang="en-US" sz="3400" dirty="0"/>
          </a:p>
        </p:txBody>
      </p:sp>
      <p:sp>
        <p:nvSpPr>
          <p:cNvPr id="3" name="Text 1"/>
          <p:cNvSpPr/>
          <p:nvPr/>
        </p:nvSpPr>
        <p:spPr>
          <a:xfrm>
            <a:off x="548640" y="1645920"/>
            <a:ext cx="5120640" cy="1290320"/>
          </a:xfrm>
          <a:prstGeom prst="rect">
            <a:avLst/>
          </a:prstGeom>
          <a:noFill/>
          <a:ln/>
        </p:spPr>
        <p:txBody>
          <a:bodyPr wrap="square" lIns="0" tIns="0" rIns="0" bIns="0" rtlCol="0" anchor="t"/>
          <a:lstStyle/>
          <a:p>
            <a:pPr marL="0" indent="0" algn="l">
              <a:lnSpc>
                <a:spcPct val="105000"/>
              </a:lnSpc>
              <a:buNone/>
            </a:pPr>
            <a:r>
              <a:rPr lang="en-US" sz="4000" dirty="0">
                <a:solidFill>
                  <a:srgbClr val="000000"/>
                </a:solidFill>
                <a:latin typeface="Cooper Lt BT" pitchFamily="34" charset="0"/>
                <a:ea typeface="Cooper Lt BT" pitchFamily="34" charset="-122"/>
                <a:cs typeface="Cooper Lt BT" pitchFamily="34" charset="-120"/>
              </a:rPr>
              <a:t>Wat verloor en won je?</a:t>
            </a:r>
            <a:endParaRPr lang="en-US" sz="4000" dirty="0"/>
          </a:p>
        </p:txBody>
      </p:sp>
      <p:sp>
        <p:nvSpPr>
          <p:cNvPr id="4" name="Text 2"/>
          <p:cNvSpPr/>
          <p:nvPr/>
        </p:nvSpPr>
        <p:spPr>
          <a:xfrm>
            <a:off x="548640" y="3256280"/>
            <a:ext cx="5120640" cy="822960"/>
          </a:xfrm>
          <a:prstGeom prst="rect">
            <a:avLst/>
          </a:prstGeom>
          <a:noFill/>
          <a:ln/>
        </p:spPr>
        <p:txBody>
          <a:bodyPr wrap="square" lIns="0" tIns="0" rIns="0" bIns="0" rtlCol="0" anchor="t"/>
          <a:lstStyle/>
          <a:p>
            <a:pPr marL="0" indent="0" algn="l">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En wat doe je morgen anders?</a:t>
            </a:r>
            <a:endParaRPr lang="en-US" sz="1800" dirty="0"/>
          </a:p>
        </p:txBody>
      </p:sp>
      <p:sp>
        <p:nvSpPr>
          <p:cNvPr id="5" name="Text 3"/>
          <p:cNvSpPr/>
          <p:nvPr/>
        </p:nvSpPr>
        <p:spPr>
          <a:xfrm>
            <a:off x="6400800" y="1600200"/>
            <a:ext cx="5242255" cy="457200"/>
          </a:xfrm>
          <a:prstGeom prst="rect">
            <a:avLst/>
          </a:prstGeom>
          <a:noFill/>
          <a:ln/>
        </p:spPr>
        <p:txBody>
          <a:bodyPr wrap="square" lIns="0" tIns="0" rIns="0" bIns="0" rtlCol="0" anchor="t"/>
          <a:lstStyle/>
          <a:p>
            <a:pPr marL="0" indent="0" algn="l">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Voor onderweg</a:t>
            </a:r>
            <a:endParaRPr lang="en-US" sz="2200" dirty="0"/>
          </a:p>
        </p:txBody>
      </p:sp>
      <p:sp>
        <p:nvSpPr>
          <p:cNvPr id="6" name="Shape 4"/>
          <p:cNvSpPr/>
          <p:nvPr/>
        </p:nvSpPr>
        <p:spPr>
          <a:xfrm>
            <a:off x="6400800" y="2240280"/>
            <a:ext cx="5242255" cy="1371600"/>
          </a:xfrm>
          <a:prstGeom prst="roundRect">
            <a:avLst>
              <a:gd name="adj" fmla="val 11111"/>
            </a:avLst>
          </a:prstGeom>
          <a:solidFill>
            <a:srgbClr val="00AF81"/>
          </a:solidFill>
          <a:ln/>
        </p:spPr>
        <p:txBody>
          <a:bodyPr/>
          <a:lstStyle/>
          <a:p>
            <a:endParaRPr/>
          </a:p>
        </p:txBody>
      </p:sp>
      <p:sp>
        <p:nvSpPr>
          <p:cNvPr id="7" name="Shape 5"/>
          <p:cNvSpPr/>
          <p:nvPr/>
        </p:nvSpPr>
        <p:spPr>
          <a:xfrm>
            <a:off x="6675120" y="2441448"/>
            <a:ext cx="1371600" cy="347472"/>
          </a:xfrm>
          <a:prstGeom prst="roundRect">
            <a:avLst>
              <a:gd name="adj" fmla="val 131579"/>
            </a:avLst>
          </a:prstGeom>
          <a:solidFill>
            <a:srgbClr val="F4D9DC"/>
          </a:solidFill>
          <a:ln/>
        </p:spPr>
        <p:txBody>
          <a:bodyPr/>
          <a:lstStyle/>
          <a:p>
            <a:endParaRPr/>
          </a:p>
        </p:txBody>
      </p:sp>
      <p:sp>
        <p:nvSpPr>
          <p:cNvPr id="8" name="Text 6"/>
          <p:cNvSpPr/>
          <p:nvPr/>
        </p:nvSpPr>
        <p:spPr>
          <a:xfrm>
            <a:off x="6766560" y="2441448"/>
            <a:ext cx="1188720" cy="347472"/>
          </a:xfrm>
          <a:prstGeom prst="rect">
            <a:avLst/>
          </a:prstGeom>
          <a:noFill/>
          <a:ln/>
        </p:spPr>
        <p:txBody>
          <a:bodyPr wrap="square" lIns="0" tIns="0" rIns="0" bIns="0" rtlCol="0" anchor="ctr"/>
          <a:lstStyle/>
          <a:p>
            <a:pPr marL="0" indent="0" algn="ctr">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Meenemen</a:t>
            </a:r>
            <a:endParaRPr lang="en-US" sz="1100" dirty="0"/>
          </a:p>
        </p:txBody>
      </p:sp>
      <p:sp>
        <p:nvSpPr>
          <p:cNvPr id="9" name="Text 7"/>
          <p:cNvSpPr/>
          <p:nvPr/>
        </p:nvSpPr>
        <p:spPr>
          <a:xfrm>
            <a:off x="6675120" y="2880360"/>
            <a:ext cx="4693615" cy="59436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Eigen data gebruik je in je eigen instelling. Synthetische data van je eigen bestanden? CEDA helpt je graag. De skills staan in de repo.</a:t>
            </a:r>
            <a:endParaRPr lang="en-US" sz="1500" dirty="0"/>
          </a:p>
        </p:txBody>
      </p:sp>
      <p:sp>
        <p:nvSpPr>
          <p:cNvPr id="10" name="Shape 8"/>
          <p:cNvSpPr/>
          <p:nvPr/>
        </p:nvSpPr>
        <p:spPr>
          <a:xfrm>
            <a:off x="6400800" y="3749040"/>
            <a:ext cx="5242255" cy="1371600"/>
          </a:xfrm>
          <a:prstGeom prst="roundRect">
            <a:avLst>
              <a:gd name="adj" fmla="val 11111"/>
            </a:avLst>
          </a:prstGeom>
          <a:solidFill>
            <a:srgbClr val="00AF81"/>
          </a:solidFill>
          <a:ln/>
        </p:spPr>
        <p:txBody>
          <a:bodyPr/>
          <a:lstStyle/>
          <a:p>
            <a:endParaRPr/>
          </a:p>
        </p:txBody>
      </p:sp>
      <p:sp>
        <p:nvSpPr>
          <p:cNvPr id="11" name="Shape 9"/>
          <p:cNvSpPr/>
          <p:nvPr/>
        </p:nvSpPr>
        <p:spPr>
          <a:xfrm>
            <a:off x="6675120" y="3950208"/>
            <a:ext cx="1371600" cy="347472"/>
          </a:xfrm>
          <a:prstGeom prst="roundRect">
            <a:avLst>
              <a:gd name="adj" fmla="val 131579"/>
            </a:avLst>
          </a:prstGeom>
          <a:solidFill>
            <a:srgbClr val="F4D9DC"/>
          </a:solidFill>
          <a:ln/>
        </p:spPr>
        <p:txBody>
          <a:bodyPr/>
          <a:lstStyle/>
          <a:p>
            <a:endParaRPr/>
          </a:p>
        </p:txBody>
      </p:sp>
      <p:sp>
        <p:nvSpPr>
          <p:cNvPr id="12" name="Text 10"/>
          <p:cNvSpPr/>
          <p:nvPr/>
        </p:nvSpPr>
        <p:spPr>
          <a:xfrm>
            <a:off x="6766560" y="3950208"/>
            <a:ext cx="1188720" cy="347472"/>
          </a:xfrm>
          <a:prstGeom prst="rect">
            <a:avLst/>
          </a:prstGeom>
          <a:noFill/>
          <a:ln/>
        </p:spPr>
        <p:txBody>
          <a:bodyPr wrap="square" lIns="0" tIns="0" rIns="0" bIns="0" rtlCol="0" anchor="ctr"/>
          <a:lstStyle/>
          <a:p>
            <a:pPr marL="0" indent="0" algn="ctr">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Nog even</a:t>
            </a:r>
            <a:endParaRPr lang="en-US" sz="1100" dirty="0"/>
          </a:p>
        </p:txBody>
      </p:sp>
      <p:sp>
        <p:nvSpPr>
          <p:cNvPr id="13" name="Text 11"/>
          <p:cNvSpPr/>
          <p:nvPr/>
        </p:nvSpPr>
        <p:spPr>
          <a:xfrm>
            <a:off x="6675120" y="4389120"/>
            <a:ext cx="4693615" cy="59436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Jij stuurt, de agent bouwt. Jij beslist wat je ermee doet.</a:t>
            </a:r>
            <a:endParaRPr lang="en-US" sz="1500" dirty="0"/>
          </a:p>
        </p:txBody>
      </p:sp>
      <p:pic>
        <p:nvPicPr>
          <p:cNvPr id="14" name="Image 0" descr="Npuls"/>
          <p:cNvPicPr>
            <a:picLocks noChangeAspect="1"/>
          </p:cNvPicPr>
          <p:nvPr/>
        </p:nvPicPr>
        <p:blipFill>
          <a:blip r:embed="rId3"/>
          <a:stretch>
            <a:fillRect/>
          </a:stretch>
        </p:blipFill>
        <p:spPr>
          <a:xfrm>
            <a:off x="10454335" y="5120640"/>
            <a:ext cx="1188720" cy="1188720"/>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48640" y="1600200"/>
            <a:ext cx="11094415" cy="320040"/>
          </a:xfrm>
          <a:prstGeom prst="rect">
            <a:avLst/>
          </a:prstGeom>
          <a:noFill/>
          <a:ln/>
        </p:spPr>
        <p:txBody>
          <a:bodyPr wrap="square" lIns="0" tIns="0" rIns="0" bIns="0" rtlCol="0" anchor="t"/>
          <a:lstStyle/>
          <a:p>
            <a:pPr marL="0" indent="0" algn="ctr">
              <a:lnSpc>
                <a:spcPct val="105000"/>
              </a:lnSpc>
              <a:buNone/>
            </a:pPr>
            <a:r>
              <a:rPr lang="en-US" sz="1300" kern="0" spc="300" dirty="0">
                <a:solidFill>
                  <a:srgbClr val="DD784B"/>
                </a:solidFill>
                <a:latin typeface="General Sans Semibold" pitchFamily="34" charset="0"/>
                <a:ea typeface="General Sans Semibold" pitchFamily="34" charset="-122"/>
                <a:cs typeface="General Sans Semibold" pitchFamily="34" charset="-120"/>
              </a:rPr>
              <a:t>TOT SLOT</a:t>
            </a:r>
            <a:endParaRPr lang="en-US" sz="1300" dirty="0"/>
          </a:p>
        </p:txBody>
      </p:sp>
      <p:sp>
        <p:nvSpPr>
          <p:cNvPr id="3" name="Text 1"/>
          <p:cNvSpPr/>
          <p:nvPr/>
        </p:nvSpPr>
        <p:spPr>
          <a:xfrm>
            <a:off x="548640" y="1965960"/>
            <a:ext cx="11094415" cy="868680"/>
          </a:xfrm>
          <a:prstGeom prst="rect">
            <a:avLst/>
          </a:prstGeom>
          <a:noFill/>
          <a:ln/>
        </p:spPr>
        <p:txBody>
          <a:bodyPr wrap="square" lIns="0" tIns="0" rIns="0" bIns="0" rtlCol="0" anchor="t"/>
          <a:lstStyle/>
          <a:p>
            <a:pPr marL="0" indent="0" algn="ctr">
              <a:lnSpc>
                <a:spcPct val="105000"/>
              </a:lnSpc>
              <a:buNone/>
            </a:pPr>
            <a:r>
              <a:rPr lang="en-US" sz="4400" dirty="0">
                <a:solidFill>
                  <a:srgbClr val="3D68EC"/>
                </a:solidFill>
                <a:latin typeface="General Sans Semibold" pitchFamily="34" charset="0"/>
                <a:ea typeface="General Sans Semibold" pitchFamily="34" charset="-122"/>
                <a:cs typeface="General Sans Semibold" pitchFamily="34" charset="-120"/>
              </a:rPr>
              <a:t>Blijf in contact</a:t>
            </a:r>
            <a:endParaRPr lang="en-US" sz="4400" dirty="0"/>
          </a:p>
        </p:txBody>
      </p:sp>
      <p:sp>
        <p:nvSpPr>
          <p:cNvPr id="4" name="Text 2"/>
          <p:cNvSpPr/>
          <p:nvPr/>
        </p:nvSpPr>
        <p:spPr>
          <a:xfrm>
            <a:off x="2286000" y="2880360"/>
            <a:ext cx="7619695" cy="457200"/>
          </a:xfrm>
          <a:prstGeom prst="rect">
            <a:avLst/>
          </a:prstGeom>
          <a:noFill/>
          <a:ln/>
        </p:spPr>
        <p:txBody>
          <a:bodyPr wrap="square" lIns="0" tIns="0" rIns="0" bIns="0" rtlCol="0" anchor="t"/>
          <a:lstStyle/>
          <a:p>
            <a:pPr marL="0" indent="0" algn="ctr">
              <a:lnSpc>
                <a:spcPct val="105000"/>
              </a:lnSpc>
              <a:buNone/>
            </a:pPr>
            <a:r>
              <a:rPr lang="en-US" sz="1600" dirty="0">
                <a:solidFill>
                  <a:srgbClr val="000000"/>
                </a:solidFill>
                <a:latin typeface="General Sans" pitchFamily="34" charset="0"/>
                <a:ea typeface="General Sans" pitchFamily="34" charset="-122"/>
                <a:cs typeface="General Sans" pitchFamily="34" charset="-120"/>
              </a:rPr>
              <a:t>Vragen, feedback of zin om mee te bouwen? We horen graag van je.</a:t>
            </a:r>
            <a:endParaRPr lang="en-US" sz="1600" dirty="0"/>
          </a:p>
        </p:txBody>
      </p:sp>
      <p:sp>
        <p:nvSpPr>
          <p:cNvPr id="5" name="Shape 3"/>
          <p:cNvSpPr/>
          <p:nvPr/>
        </p:nvSpPr>
        <p:spPr>
          <a:xfrm>
            <a:off x="1020928" y="3657600"/>
            <a:ext cx="3200400" cy="1234440"/>
          </a:xfrm>
          <a:prstGeom prst="roundRect">
            <a:avLst>
              <a:gd name="adj" fmla="val 10974"/>
            </a:avLst>
          </a:prstGeom>
          <a:solidFill>
            <a:srgbClr val="FFFFFF"/>
          </a:solidFill>
          <a:ln/>
        </p:spPr>
        <p:txBody>
          <a:bodyPr/>
          <a:lstStyle/>
          <a:p>
            <a:endParaRPr/>
          </a:p>
        </p:txBody>
      </p:sp>
      <p:sp>
        <p:nvSpPr>
          <p:cNvPr id="6" name="Shape 4"/>
          <p:cNvSpPr/>
          <p:nvPr/>
        </p:nvSpPr>
        <p:spPr>
          <a:xfrm>
            <a:off x="1889608" y="3858768"/>
            <a:ext cx="1463040" cy="365760"/>
          </a:xfrm>
          <a:prstGeom prst="roundRect">
            <a:avLst>
              <a:gd name="adj" fmla="val 125000"/>
            </a:avLst>
          </a:prstGeom>
          <a:solidFill>
            <a:srgbClr val="3D68EC"/>
          </a:solidFill>
          <a:ln/>
        </p:spPr>
        <p:txBody>
          <a:bodyPr/>
          <a:lstStyle/>
          <a:p>
            <a:endParaRPr/>
          </a:p>
        </p:txBody>
      </p:sp>
      <p:sp>
        <p:nvSpPr>
          <p:cNvPr id="7" name="Text 5"/>
          <p:cNvSpPr/>
          <p:nvPr/>
        </p:nvSpPr>
        <p:spPr>
          <a:xfrm>
            <a:off x="1981048" y="3858768"/>
            <a:ext cx="1280160" cy="365760"/>
          </a:xfrm>
          <a:prstGeom prst="rect">
            <a:avLst/>
          </a:prstGeom>
          <a:noFill/>
          <a:ln/>
        </p:spPr>
        <p:txBody>
          <a:bodyPr wrap="square" lIns="0" tIns="0" rIns="0" bIns="0" rtlCol="0" anchor="ctr"/>
          <a:lstStyle/>
          <a:p>
            <a:pPr marL="0" indent="0" algn="ctr">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GitHub</a:t>
            </a:r>
            <a:endParaRPr lang="en-US" sz="1200" dirty="0"/>
          </a:p>
        </p:txBody>
      </p:sp>
      <p:sp>
        <p:nvSpPr>
          <p:cNvPr id="8" name="Text 6">
            <a:hlinkClick r:id="rId4"/>
          </p:cNvPr>
          <p:cNvSpPr/>
          <p:nvPr/>
        </p:nvSpPr>
        <p:spPr>
          <a:xfrm>
            <a:off x="1158088" y="4370832"/>
            <a:ext cx="2926080" cy="365760"/>
          </a:xfrm>
          <a:prstGeom prst="rect">
            <a:avLst/>
          </a:prstGeom>
          <a:noFill/>
          <a:ln/>
        </p:spPr>
        <p:txBody>
          <a:bodyPr wrap="square" lIns="0" tIns="0" rIns="0" bIns="0" rtlCol="0" anchor="ctr"/>
          <a:lstStyle/>
          <a:p>
            <a:pPr marL="0" indent="0" algn="ctr">
              <a:buNone/>
            </a:pPr>
            <a:r>
              <a:rPr lang="en-US" sz="1400" u="sng" dirty="0">
                <a:solidFill>
                  <a:srgbClr val="000000"/>
                </a:solidFill>
                <a:latin typeface="General Sans" pitchFamily="34" charset="0"/>
                <a:ea typeface="General Sans" pitchFamily="34" charset="-122"/>
                <a:cs typeface="General Sans" pitchFamily="34" charset="-120"/>
                <a:hlinkClick r:id="rId4">
                  <a:extLst>
                    <a:ext uri="{A12FA001-AC4F-418D-AE19-62706E023703}">
                      <ahyp:hlinkClr xmlns:ahyp="http://schemas.microsoft.com/office/drawing/2018/hyperlinkcolor" val="tx"/>
                    </a:ext>
                  </a:extLst>
                </a:hlinkClick>
              </a:rPr>
              <a:t>github.com/cedanl</a:t>
            </a:r>
            <a:endParaRPr lang="en-US" sz="1400" dirty="0"/>
          </a:p>
        </p:txBody>
      </p:sp>
      <p:sp>
        <p:nvSpPr>
          <p:cNvPr id="9" name="Shape 7"/>
          <p:cNvSpPr/>
          <p:nvPr/>
        </p:nvSpPr>
        <p:spPr>
          <a:xfrm>
            <a:off x="4495648" y="3657600"/>
            <a:ext cx="3200400" cy="1234440"/>
          </a:xfrm>
          <a:prstGeom prst="roundRect">
            <a:avLst>
              <a:gd name="adj" fmla="val 10974"/>
            </a:avLst>
          </a:prstGeom>
          <a:solidFill>
            <a:srgbClr val="FFFFFF"/>
          </a:solidFill>
          <a:ln/>
        </p:spPr>
        <p:txBody>
          <a:bodyPr/>
          <a:lstStyle/>
          <a:p>
            <a:endParaRPr/>
          </a:p>
        </p:txBody>
      </p:sp>
      <p:sp>
        <p:nvSpPr>
          <p:cNvPr id="10" name="Shape 8"/>
          <p:cNvSpPr/>
          <p:nvPr/>
        </p:nvSpPr>
        <p:spPr>
          <a:xfrm>
            <a:off x="5364328" y="3858768"/>
            <a:ext cx="1463040" cy="365760"/>
          </a:xfrm>
          <a:prstGeom prst="roundRect">
            <a:avLst>
              <a:gd name="adj" fmla="val 125000"/>
            </a:avLst>
          </a:prstGeom>
          <a:solidFill>
            <a:srgbClr val="00AF81"/>
          </a:solidFill>
          <a:ln/>
        </p:spPr>
        <p:txBody>
          <a:bodyPr/>
          <a:lstStyle/>
          <a:p>
            <a:endParaRPr/>
          </a:p>
        </p:txBody>
      </p:sp>
      <p:sp>
        <p:nvSpPr>
          <p:cNvPr id="11" name="Text 9"/>
          <p:cNvSpPr/>
          <p:nvPr/>
        </p:nvSpPr>
        <p:spPr>
          <a:xfrm>
            <a:off x="5455768" y="3858768"/>
            <a:ext cx="1280160" cy="365760"/>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Community</a:t>
            </a:r>
            <a:endParaRPr lang="en-US" sz="1200" dirty="0"/>
          </a:p>
        </p:txBody>
      </p:sp>
      <p:sp>
        <p:nvSpPr>
          <p:cNvPr id="12" name="Text 10">
            <a:hlinkClick r:id="rId5"/>
          </p:cNvPr>
          <p:cNvSpPr/>
          <p:nvPr/>
        </p:nvSpPr>
        <p:spPr>
          <a:xfrm>
            <a:off x="4632808" y="4370832"/>
            <a:ext cx="2926080" cy="365760"/>
          </a:xfrm>
          <a:prstGeom prst="rect">
            <a:avLst/>
          </a:prstGeom>
          <a:noFill/>
          <a:ln/>
        </p:spPr>
        <p:txBody>
          <a:bodyPr wrap="square" lIns="0" tIns="0" rIns="0" bIns="0" rtlCol="0" anchor="ctr"/>
          <a:lstStyle/>
          <a:p>
            <a:pPr marL="0" indent="0" algn="ctr">
              <a:buNone/>
            </a:pPr>
            <a:r>
              <a:rPr lang="en-US" sz="1400" u="sng" dirty="0">
                <a:solidFill>
                  <a:srgbClr val="000000"/>
                </a:solidFill>
                <a:latin typeface="General Sans" pitchFamily="34" charset="0"/>
                <a:ea typeface="General Sans" pitchFamily="34" charset="-122"/>
                <a:cs typeface="General Sans" pitchFamily="34" charset="-120"/>
                <a:hlinkClick r:id="rId5">
                  <a:extLst>
                    <a:ext uri="{A12FA001-AC4F-418D-AE19-62706E023703}">
                      <ahyp:hlinkClr xmlns:ahyp="http://schemas.microsoft.com/office/drawing/2018/hyperlinkcolor" val="tx"/>
                    </a:ext>
                  </a:extLst>
                </a:hlinkClick>
              </a:rPr>
              <a:t>community.npuls.nl/groups/data-ai</a:t>
            </a:r>
            <a:endParaRPr lang="en-US" sz="1400" dirty="0"/>
          </a:p>
        </p:txBody>
      </p:sp>
      <p:sp>
        <p:nvSpPr>
          <p:cNvPr id="13" name="Shape 11"/>
          <p:cNvSpPr/>
          <p:nvPr/>
        </p:nvSpPr>
        <p:spPr>
          <a:xfrm>
            <a:off x="7970368" y="3657600"/>
            <a:ext cx="3200400" cy="1234440"/>
          </a:xfrm>
          <a:prstGeom prst="roundRect">
            <a:avLst>
              <a:gd name="adj" fmla="val 10974"/>
            </a:avLst>
          </a:prstGeom>
          <a:solidFill>
            <a:srgbClr val="FFFFFF"/>
          </a:solidFill>
          <a:ln/>
        </p:spPr>
        <p:txBody>
          <a:bodyPr/>
          <a:lstStyle/>
          <a:p>
            <a:endParaRPr/>
          </a:p>
        </p:txBody>
      </p:sp>
      <p:sp>
        <p:nvSpPr>
          <p:cNvPr id="14" name="Shape 12"/>
          <p:cNvSpPr/>
          <p:nvPr/>
        </p:nvSpPr>
        <p:spPr>
          <a:xfrm>
            <a:off x="8839048" y="3858768"/>
            <a:ext cx="1463040" cy="365760"/>
          </a:xfrm>
          <a:prstGeom prst="roundRect">
            <a:avLst>
              <a:gd name="adj" fmla="val 125000"/>
            </a:avLst>
          </a:prstGeom>
          <a:solidFill>
            <a:srgbClr val="DD784B"/>
          </a:solidFill>
          <a:ln/>
        </p:spPr>
        <p:txBody>
          <a:bodyPr/>
          <a:lstStyle/>
          <a:p>
            <a:endParaRPr/>
          </a:p>
        </p:txBody>
      </p:sp>
      <p:sp>
        <p:nvSpPr>
          <p:cNvPr id="15" name="Text 13"/>
          <p:cNvSpPr/>
          <p:nvPr/>
        </p:nvSpPr>
        <p:spPr>
          <a:xfrm>
            <a:off x="8930488" y="3858768"/>
            <a:ext cx="1280160" cy="365760"/>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Email</a:t>
            </a:r>
            <a:endParaRPr lang="en-US" sz="1200" dirty="0"/>
          </a:p>
        </p:txBody>
      </p:sp>
      <p:sp>
        <p:nvSpPr>
          <p:cNvPr id="16" name="Text 14">
            <a:hlinkClick r:id="rId6"/>
          </p:cNvPr>
          <p:cNvSpPr/>
          <p:nvPr/>
        </p:nvSpPr>
        <p:spPr>
          <a:xfrm>
            <a:off x="8107528" y="4370832"/>
            <a:ext cx="2926080" cy="365760"/>
          </a:xfrm>
          <a:prstGeom prst="rect">
            <a:avLst/>
          </a:prstGeom>
          <a:noFill/>
          <a:ln/>
        </p:spPr>
        <p:txBody>
          <a:bodyPr wrap="square" lIns="0" tIns="0" rIns="0" bIns="0" rtlCol="0" anchor="ctr"/>
          <a:lstStyle/>
          <a:p>
            <a:pPr marL="0" indent="0" algn="ctr">
              <a:buNone/>
            </a:pPr>
            <a:r>
              <a:rPr lang="en-US" sz="1400" u="sng" dirty="0">
                <a:solidFill>
                  <a:srgbClr val="000000"/>
                </a:solidFill>
                <a:latin typeface="General Sans" pitchFamily="34" charset="0"/>
                <a:ea typeface="General Sans" pitchFamily="34" charset="-122"/>
                <a:cs typeface="General Sans" pitchFamily="34" charset="-120"/>
                <a:hlinkClick r:id="rId6">
                  <a:extLst>
                    <a:ext uri="{A12FA001-AC4F-418D-AE19-62706E023703}">
                      <ahyp:hlinkClr xmlns:ahyp="http://schemas.microsoft.com/office/drawing/2018/hyperlinkcolor" val="tx"/>
                    </a:ext>
                  </a:extLst>
                </a:hlinkClick>
              </a:rPr>
              <a:t>ceda@surf.nl</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neral Sans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neral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3838</Words>
  <Application>Microsoft Office PowerPoint</Application>
  <PresentationFormat>Widescreen</PresentationFormat>
  <Paragraphs>332</Paragraphs>
  <Slides>35</Slides>
  <Notes>35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35</vt:i4>
      </vt:variant>
    </vt:vector>
  </HeadingPairs>
  <TitlesOfParts>
    <vt:vector size="40" baseType="lpstr">
      <vt:lpstr>Arial</vt:lpstr>
      <vt:lpstr>Cooper Lt BT</vt:lpstr>
      <vt:lpstr>General Sans</vt:lpstr>
      <vt:lpstr>General Sans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Npuls · CEDA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data science in het onderwijs: jij stuurt, de agent bouwt</dc:title>
  <dc:subject>PptxGenJS Presentation</dc:subject>
  <dc:creator>CEDA</dc:creator>
  <cp:lastModifiedBy>Aslam Tanjung</cp:lastModifiedBy>
  <cp:revision>2</cp:revision>
  <dcterms:created xsi:type="dcterms:W3CDTF">2026-10-08T11:06:42Z</dcterms:created>
  <dcterms:modified xsi:type="dcterms:W3CDTF">2026-10-14T10:51:14Z</dcterms:modified>
</cp:coreProperties>
</file>