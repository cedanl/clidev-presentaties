
<file path=[Content_Types].xml><?xml version="1.0" encoding="utf-8"?>
<Types xmlns="http://schemas.openxmlformats.org/package/2006/content-types">
  <Default Extension="jpg" ContentType="image/jp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350" r:id="rId5"/>
    <p:sldId id="259" r:id="rId6"/>
    <p:sldId id="308" r:id="rId7"/>
    <p:sldId id="286" r:id="rId8"/>
    <p:sldId id="287" r:id="rId9"/>
    <p:sldId id="342" r:id="rId10"/>
    <p:sldId id="313" r:id="rId11"/>
    <p:sldId id="341" r:id="rId12"/>
    <p:sldId id="260" r:id="rId13"/>
    <p:sldId id="351" r:id="rId14"/>
    <p:sldId id="352" r:id="rId15"/>
    <p:sldId id="329" r:id="rId16"/>
    <p:sldId id="340" r:id="rId17"/>
    <p:sldId id="324" r:id="rId18"/>
    <p:sldId id="349" r:id="rId19"/>
    <p:sldId id="269" r:id="rId20"/>
    <p:sldId id="306" r:id="rId21"/>
    <p:sldId id="320" r:id="rId22"/>
    <p:sldId id="339" r:id="rId23"/>
    <p:sldId id="338" r:id="rId24"/>
    <p:sldId id="331" r:id="rId25"/>
    <p:sldId id="274" r:id="rId26"/>
    <p:sldId id="301" r:id="rId27"/>
    <p:sldId id="328" r:id="rId28"/>
    <p:sldId id="337" r:id="rId29"/>
    <p:sldId id="348" r:id="rId30"/>
    <p:sldId id="333" r:id="rId31"/>
    <p:sldId id="347" r:id="rId32"/>
    <p:sldId id="335" r:id="rId33"/>
    <p:sldId id="345" r:id="rId34"/>
    <p:sldId id="346" r:id="rId35"/>
    <p:sldId id="283" r:id="rId36"/>
    <p:sldId id="321" r:id="rId37"/>
    <p:sldId id="284" r:id="rId38"/>
    <p:sldId id="285" r:id="rId39"/>
    <p:sldId id="296" r:id="rId4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8" d="100"/>
          <a:sy n="88" d="100"/>
        </p:scale>
        <p:origin x="180"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3629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drie casussen, en een dashboard opleveren dat de vraag beantwoordt. Schrijf de eindtijd op een bord: de sessie duurt 90 minuten. In de rondes werken de tweetallen meteen met de skills; bij de spiegelmomenten kijken we kort samen wat de skills deden.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het CEDA-team. Twee grote projecten om te noemen: de instroomprognose en de Staat van de Onderwijsinstelling op basis van 1CijferHO. Praat met je data is een van de nieuwere lijnen.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Het verschil in één zin: een chatbot geeft je een antwoord, een agent voert het uit. Neem de vraag "Hoeveel eerstejaars stoppen binnen een jaar?". De chatbot geeft code die je zelf moet plakken en draaien. De agent opent het bestand, schrijft de code, draait die, ziet een vreemde uitkomst en past de code aan. Jullie zien dat straks in het Claude-paneel.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AL2: de mens doet het werk en AI levert losse stukken aan. Dit aandeel loopt vanaf begin 2026 hard terug. Bron: Anthropic R&amp;D Automation Index; zo werkt Anthropic zelf aan AI-onderzoek, de waarden zijn geschat. Vraag de zaal: waar herken je dit in je eigen werk?</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AL3: mens en AI werken als duo. Sinds maart 2026 is dit de grootste groep, in augustus ongeveer 70% van de taken. De mens blijft de regie houden: kiezen, controleren, bepalen.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Vergelijk het met een nieuwe collega. De agent is die collega: hij doet het werk. Een prompt is een losse vraag die je hem stelt; elke keer net anders, dus de uitkomst ook. Een skill is een werkinstructie die je hem meegeeft: elke keer dezelfde stappen en checks. Een skill start alleen als je hem typt, met een slash ervoor.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Wat is demodata: gegenereerd naar het patroon van een echt bestand en gecontroleerd tegen de 1CijferHO-metadata en CROHO-codes. Het is fictief, dus de agent mag erin. Dezelfde code draait later op echte data. Bruikbaar, niet betrouwbaar: de structuur klopt, dus je kunt er code mee bouwen, maar de uitkomsten zeggen niets over echte studenten. Validatie tegen de werkelijkheid doen we niet; dat vraagt echte data buiten de devcontainer.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Elk tweetal kiest één van de drie vragen; /1-verkennen stelt ze in dezelfde volgorde A, B, C. Alle drie kunnen met dezelfde demodata. A: het aandeel eerstejaars dat het jaar erna niet meer ingeschreven staat. B: het aandeel dat binnen vijf jaar een diploma haalt; daar vallen de laatste instroomjaren weg, omdat die vijf jaar nog niet voorbij zijn. C: stoppen, vergeleken per vooropleiding. Wie niet kan kiezen, neemt A. De deelnemers laten de agent de cijfers uitrekenen; zij bepalen wat ze ermee doen. In de video's en bij de spiegelmomenten zie je A; de skills werken voor alle drie. Let op: opleidingsvorm heeft maar één waarde (voltijd). Wie dat zelf ontdekt, ziet waarom verkennen loont. Noem het niet vooraf.</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deze slide staan terwijl iedereen opstart; speel de video af zodat iedereen de stappen een keer ziet. Lees de link hardop voor, deelnemers typen hem over (hij staat ook in de README en in de uitnodiging). Een GitHub-account is vooraf gevraagd; wie er geen heeft, maakt er nu een aan (gratis, een e-mailadres is genoeg) of kijkt mee bij een buur. De workshop-key zit als secret in GitHub, dus de Codespace is meteen gekoppeld aan Claude: geen terminal en geen key plakken. Vraagt een terminal toch om een key, dan is het secret niet doorgekomen: roep de begeleider. Het laden duurt meestal korter dan een minuut (nog bevestigen in een droge run). Doe daarna de eerste instructie live voor: "Lees data/demodata_1cho.csv en vertel in gewone taal wat erin zit."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Iedereen begint met /1-verkennen en kiest daarin de casus (A, B of C). Loop rond; beantwoord vragen met een wedervraag. Let op: wie het laatste cohort meetelt (vertekend percentage), zit in de valkuil. Dat bespreken we bij het spiegelmoment.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Pas hier vertel je over de skill. Een skill is een vast stappenplan dat start als je hem typt. Aan het eind van ronde 1 heeft elk tweetal een dataprofiel: hoeveel studenten en cohorten, wat elke kolom betekent en waar kleine groepen zitten.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zien hoe ronde 1 verloopt voordat de tweetallen zelf beginnen: de skill starten, de vragen van de agent beantwoorden en het dataprofiel openen. Klik op de video om af te spelen.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het bestand zien dat de skill heeft gemaakt: tegels met de kerncijfers, daaronder je keuzes (vraag, uitsplitsing, kernmaat, privacy) met hun status. Links staat nog een menu met kolommen, definities en kwaliteit (hier weggesneden). Vraag: welke keuzes zie je hier die jullie zelf niet hebben gemaakt? Dit is demodata; het profiel beschrijft het bestand, niet de werkelijkheid. Openen: klik op de link Open je dataprofiel die Claude aan het eind geeft; de pagina opent in een nieuw browsertabblad. Vraagt GitHub om door te gaan, klik dan op Continue.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Eerst /2-schetsen: daar stuur je bij. Daarna /3-bouwen, dat alle views in één keer bouwt. Bouwen duurt het langst; start het uiterlijk na 10 minuten. Loop rond met de responsible-checks in je hoofd: drempel, waarneembaarheid, framing, toegankelijkheid.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Pas hier vertel je over de twee skills van ronde 2. Bijsturen doe je in de schets; het bouwen gaat daarna in één keer. Start het bouwen uiterlijk na 10 minuten.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zien hoe ronde 2 verloopt voordat de tweetallen zelf beginnen: /2-schetsen starten, de schets bijsturen, dan /3-bouwen en het dashboard openen. Klik op de video om af te spelen. Herinner aan de rolwissel: wie prompter was, is nu checker.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de schets zien: dezelfde opbouw als het dashboard straks, met de vraag als titel, het filter en de grafieken, maar met vraagtekens in plaats van getallen. Zo beoordeel je eerst de opzet en pas daarna de cijfers. Vergelijk hem straks met het dashboard: alleen de getallen komen erbij.</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het dashboard zien dat uit de skill komt. Wijs aan: de onderzoeksvraag als titel, het label dat dit demodata is, de kerncijfers (16% stopt na het eerste jaar, 5.811 eerstejaars die meetellen, instroomjaren 2012-2022) en n per groep bij de staven. Het laatste instroomjaar valt weg, omdat het jaar erna nog niet in de data zit. Het dashboard is één HTML-bestand in de hoofdmap; geen server of poort nodig. Eigen data gebruik je in je eigen instelling, niet in deze workshop.</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hele evaluatie: iedereen draait alleen /4-review in de eigen Codespace. Laat iedereen /4-review typen; er opent een vragenlijst die ze invullen (ongeveer vijf minuten). De antwoorden zijn anoniem en gaan naar de begeleiders. Vraag om concreet gedrag, niet om een onderwerp als "AI"; één of twee zinnen is genoeg. Het workshop-token geeft de begeleider vooraf; deel het niet op de slide. Loopt de tijd uit, kort dan het rondje op de volgende slide in, niet de review.</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Speel af voordat iedereen de review invult, zodat duidelijk is wat er gebeurt als je de skill start. Klik op de video om af te spelen.</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Kort rondje, één zin per persoon (circa 2 minuten; de evaluatie en afsluiting hebben samen 7 minuten). Sluit af met de contactslide. Verwijs voor echte data naar het CEDA-pakket eencijferho.</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dit staan voor de contactslide. Vraag iedereen de Codespace nu te verwijderen, of aan het eind van de dag. Elke Codespace gebruikt het gratis maandquotum van het eigen GitHub-account, en een gestopte Codespace houdt nog opslag vast. Wil iemand de bestanden uit de workshop bewaren, dan eerst kopiëren of downloaden. Stoppen bewaart de opslag, die telt ook mee; alleen Delete ruimt alles op.</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7.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21.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27.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mailto:ceda@surf.nl" TargetMode="External"/><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hyperlink" Target="https://edu.nl/7b4yg" TargetMode="External"/><Relationship Id="rId5" Type="http://schemas.openxmlformats.org/officeDocument/2006/relationships/hyperlink" Target="https://community.npuls.nl/groups/data-ai" TargetMode="External"/><Relationship Id="rId4" Type="http://schemas.openxmlformats.org/officeDocument/2006/relationships/hyperlink" Target="https://github.com/cedanl" TargetMode="External"/></Relationships>
</file>

<file path=ppt/slides/_rels/slide3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5" name="Picture 4" descr="Npuls-achtergrond met logo"/>
          <p:cNvPicPr>
            <a:picLocks noChangeAspect="1"/>
          </p:cNvPicPr>
          <p:nvPr/>
        </p:nvPicPr>
        <p:blipFill>
          <a:blip r:embed="rId3"/>
          <a:stretch>
            <a:fillRect/>
          </a:stretch>
        </p:blipFill>
        <p:spPr>
          <a:xfrm>
            <a:off x="0" y="0"/>
            <a:ext cx="12192000" cy="6858000"/>
          </a:xfrm>
          <a:prstGeom prst="rect">
            <a:avLst/>
          </a:prstGeom>
        </p:spPr>
      </p:pic>
      <p:sp>
        <p:nvSpPr>
          <p:cNvPr id="2" name="TextBox 1"/>
          <p:cNvSpPr txBox="1"/>
          <p:nvPr/>
        </p:nvSpPr>
        <p:spPr>
          <a:xfrm>
            <a:off x="914400" y="1691640"/>
            <a:ext cx="10058400" cy="1828800"/>
          </a:xfrm>
          <a:prstGeom prst="rect">
            <a:avLst/>
          </a:prstGeom>
          <a:noFill/>
        </p:spPr>
        <p:txBody>
          <a:bodyPr wrap="square" lIns="0" tIns="0" rIns="0" bIns="0" anchor="b">
            <a:spAutoFit/>
          </a:bodyPr>
          <a:lstStyle/>
          <a:p>
            <a:pPr algn="l"/>
            <a:r>
              <a:rPr sz="4600">
                <a:solidFill>
                  <a:srgbClr val="3D68EC"/>
                </a:solidFill>
                <a:latin typeface="General Sans Semibold"/>
              </a:rPr>
              <a:t>GenAI: jij stuurt, AI bouwt</a:t>
            </a:r>
          </a:p>
        </p:txBody>
      </p:sp>
      <p:sp>
        <p:nvSpPr>
          <p:cNvPr id="3" name="TextBox 2"/>
          <p:cNvSpPr txBox="1"/>
          <p:nvPr/>
        </p:nvSpPr>
        <p:spPr>
          <a:xfrm>
            <a:off x="914400" y="3657600"/>
            <a:ext cx="8229600" cy="548640"/>
          </a:xfrm>
          <a:prstGeom prst="rect">
            <a:avLst/>
          </a:prstGeom>
          <a:noFill/>
        </p:spPr>
        <p:txBody>
          <a:bodyPr wrap="square" lIns="0" tIns="0" rIns="0" bIns="0" anchor="t">
            <a:spAutoFit/>
          </a:bodyPr>
          <a:lstStyle/>
          <a:p>
            <a:pPr algn="l"/>
            <a:r>
              <a:rPr sz="2200">
                <a:solidFill>
                  <a:srgbClr val="000000"/>
                </a:solidFill>
                <a:latin typeface="Cooper Lt BT"/>
              </a:rPr>
              <a:t>Agentic data science in het onderwijs</a:t>
            </a:r>
          </a:p>
        </p:txBody>
      </p:sp>
      <p:sp>
        <p:nvSpPr>
          <p:cNvPr id="4" name="TextBox 3"/>
          <p:cNvSpPr txBox="1"/>
          <p:nvPr/>
        </p:nvSpPr>
        <p:spPr>
          <a:xfrm>
            <a:off x="914400" y="4297680"/>
            <a:ext cx="8229600" cy="411480"/>
          </a:xfrm>
          <a:prstGeom prst="rect">
            <a:avLst/>
          </a:prstGeom>
          <a:noFill/>
        </p:spPr>
        <p:txBody>
          <a:bodyPr wrap="square" lIns="0" tIns="0" rIns="0" bIns="0" anchor="t">
            <a:spAutoFit/>
          </a:bodyPr>
          <a:lstStyle/>
          <a:p>
            <a:pPr algn="l"/>
            <a:r>
              <a:rPr sz="1600">
                <a:solidFill>
                  <a:srgbClr val="000000"/>
                </a:solidFill>
                <a:latin typeface="General Sans"/>
              </a:rPr>
              <a:t>CEDA · DAIR-bijeenkomst · 90 minuten · drie casussen · één dashboard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marL="0" indent="0" algn="l">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lstStyle/>
          <a:p>
            <a:endParaRPr/>
          </a:p>
        </p:txBody>
      </p:sp>
      <p:sp>
        <p:nvSpPr>
          <p:cNvPr id="6" name="Text 4"/>
          <p:cNvSpPr/>
          <p:nvPr/>
        </p:nvSpPr>
        <p:spPr>
          <a:xfrm>
            <a:off x="1051560" y="420624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lstStyle/>
          <a:p>
            <a:endParaRPr/>
          </a:p>
        </p:txBody>
      </p:sp>
      <p:sp>
        <p:nvSpPr>
          <p:cNvPr id="8" name="Text 6"/>
          <p:cNvSpPr/>
          <p:nvPr/>
        </p:nvSpPr>
        <p:spPr>
          <a:xfrm>
            <a:off x="1051560" y="470916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lstStyle/>
          <a:p>
            <a:endParaR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NL"/>
          </a:p>
        </p:txBody>
      </p:sp>
      <p:sp>
        <p:nvSpPr>
          <p:cNvPr id="3" name="Shape 1"/>
          <p:cNvSpPr/>
          <p:nvPr/>
        </p:nvSpPr>
        <p:spPr>
          <a:xfrm>
            <a:off x="11212173" y="399224"/>
            <a:ext cx="34616" cy="34616"/>
          </a:xfrm>
          <a:prstGeom prst="ellipse">
            <a:avLst/>
          </a:prstGeom>
          <a:solidFill>
            <a:srgbClr val="000000"/>
          </a:solidFill>
          <a:ln/>
        </p:spPr>
        <p:txBody>
          <a:bodyPr/>
          <a:lstStyle/>
          <a:p>
            <a:endParaRPr lang="en-NL"/>
          </a:p>
        </p:txBody>
      </p:sp>
      <p:sp>
        <p:nvSpPr>
          <p:cNvPr id="4" name="Shape 2"/>
          <p:cNvSpPr/>
          <p:nvPr/>
        </p:nvSpPr>
        <p:spPr>
          <a:xfrm>
            <a:off x="11398641" y="399224"/>
            <a:ext cx="34616" cy="34616"/>
          </a:xfrm>
          <a:prstGeom prst="ellipse">
            <a:avLst/>
          </a:prstGeom>
          <a:solidFill>
            <a:srgbClr val="000000"/>
          </a:solidFill>
          <a:ln/>
        </p:spPr>
        <p:txBody>
          <a:bodyPr/>
          <a:lstStyle/>
          <a:p>
            <a:endParaRPr lang="en-NL"/>
          </a:p>
        </p:txBody>
      </p:sp>
      <p:sp>
        <p:nvSpPr>
          <p:cNvPr id="5" name="Shape 3"/>
          <p:cNvSpPr/>
          <p:nvPr/>
        </p:nvSpPr>
        <p:spPr>
          <a:xfrm>
            <a:off x="11258374" y="435357"/>
            <a:ext cx="51936" cy="51936"/>
          </a:xfrm>
          <a:prstGeom prst="ellipse">
            <a:avLst/>
          </a:prstGeom>
          <a:solidFill>
            <a:srgbClr val="000000"/>
          </a:solidFill>
          <a:ln/>
        </p:spPr>
        <p:txBody>
          <a:bodyPr/>
          <a:lstStyle/>
          <a:p>
            <a:endParaRPr lang="en-NL"/>
          </a:p>
        </p:txBody>
      </p:sp>
      <p:sp>
        <p:nvSpPr>
          <p:cNvPr id="6" name="Shape 4"/>
          <p:cNvSpPr/>
          <p:nvPr/>
        </p:nvSpPr>
        <p:spPr>
          <a:xfrm>
            <a:off x="11335407" y="435306"/>
            <a:ext cx="51718" cy="51718"/>
          </a:xfrm>
          <a:prstGeom prst="ellipse">
            <a:avLst/>
          </a:prstGeom>
          <a:solidFill>
            <a:srgbClr val="000000"/>
          </a:solidFill>
          <a:ln/>
        </p:spPr>
        <p:txBody>
          <a:bodyPr/>
          <a:lstStyle/>
          <a:p>
            <a:endParaRPr lang="en-NL"/>
          </a:p>
        </p:txBody>
      </p:sp>
      <p:sp>
        <p:nvSpPr>
          <p:cNvPr id="7" name="Shape 5"/>
          <p:cNvSpPr/>
          <p:nvPr/>
        </p:nvSpPr>
        <p:spPr>
          <a:xfrm>
            <a:off x="11127388" y="442398"/>
            <a:ext cx="35294" cy="35294"/>
          </a:xfrm>
          <a:prstGeom prst="ellipse">
            <a:avLst/>
          </a:prstGeom>
          <a:solidFill>
            <a:srgbClr val="000000"/>
          </a:solidFill>
          <a:ln/>
        </p:spPr>
        <p:txBody>
          <a:bodyPr/>
          <a:lstStyle/>
          <a:p>
            <a:endParaRPr lang="en-NL"/>
          </a:p>
        </p:txBody>
      </p:sp>
      <p:sp>
        <p:nvSpPr>
          <p:cNvPr id="8" name="Shape 6"/>
          <p:cNvSpPr/>
          <p:nvPr/>
        </p:nvSpPr>
        <p:spPr>
          <a:xfrm>
            <a:off x="11482145" y="441649"/>
            <a:ext cx="35960" cy="35960"/>
          </a:xfrm>
          <a:prstGeom prst="ellipse">
            <a:avLst/>
          </a:prstGeom>
          <a:solidFill>
            <a:srgbClr val="000000"/>
          </a:solidFill>
          <a:ln/>
        </p:spPr>
        <p:txBody>
          <a:bodyPr/>
          <a:lstStyle/>
          <a:p>
            <a:endParaRPr lang="en-NL"/>
          </a:p>
        </p:txBody>
      </p:sp>
      <p:sp>
        <p:nvSpPr>
          <p:cNvPr id="9" name="Shape 7"/>
          <p:cNvSpPr/>
          <p:nvPr/>
        </p:nvSpPr>
        <p:spPr>
          <a:xfrm>
            <a:off x="11185603" y="459328"/>
            <a:ext cx="52167" cy="52167"/>
          </a:xfrm>
          <a:prstGeom prst="ellipse">
            <a:avLst/>
          </a:prstGeom>
          <a:solidFill>
            <a:srgbClr val="000000"/>
          </a:solidFill>
          <a:ln/>
        </p:spPr>
        <p:txBody>
          <a:bodyPr/>
          <a:lstStyle/>
          <a:p>
            <a:endParaRPr lang="en-NL"/>
          </a:p>
        </p:txBody>
      </p:sp>
      <p:sp>
        <p:nvSpPr>
          <p:cNvPr id="10" name="Shape 8"/>
          <p:cNvSpPr/>
          <p:nvPr/>
        </p:nvSpPr>
        <p:spPr>
          <a:xfrm>
            <a:off x="11408043" y="458713"/>
            <a:ext cx="52384" cy="52384"/>
          </a:xfrm>
          <a:prstGeom prst="ellipse">
            <a:avLst/>
          </a:prstGeom>
          <a:solidFill>
            <a:srgbClr val="000000"/>
          </a:solidFill>
          <a:ln/>
        </p:spPr>
        <p:txBody>
          <a:bodyPr/>
          <a:lstStyle/>
          <a:p>
            <a:endParaRPr lang="en-NL"/>
          </a:p>
        </p:txBody>
      </p:sp>
      <p:sp>
        <p:nvSpPr>
          <p:cNvPr id="11" name="Shape 9"/>
          <p:cNvSpPr/>
          <p:nvPr/>
        </p:nvSpPr>
        <p:spPr>
          <a:xfrm>
            <a:off x="11241891" y="499749"/>
            <a:ext cx="36613" cy="36613"/>
          </a:xfrm>
          <a:prstGeom prst="ellipse">
            <a:avLst/>
          </a:prstGeom>
          <a:solidFill>
            <a:srgbClr val="000000"/>
          </a:solidFill>
          <a:ln/>
        </p:spPr>
        <p:txBody>
          <a:bodyPr/>
          <a:lstStyle/>
          <a:p>
            <a:endParaRPr lang="en-NL"/>
          </a:p>
        </p:txBody>
      </p:sp>
      <p:sp>
        <p:nvSpPr>
          <p:cNvPr id="12" name="Shape 10"/>
          <p:cNvSpPr/>
          <p:nvPr/>
        </p:nvSpPr>
        <p:spPr>
          <a:xfrm>
            <a:off x="11294557" y="500146"/>
            <a:ext cx="57223" cy="57223"/>
          </a:xfrm>
          <a:prstGeom prst="ellipse">
            <a:avLst/>
          </a:prstGeom>
          <a:solidFill>
            <a:srgbClr val="000000"/>
          </a:solidFill>
          <a:ln/>
        </p:spPr>
        <p:txBody>
          <a:bodyPr/>
          <a:lstStyle/>
          <a:p>
            <a:endParaRPr lang="en-NL"/>
          </a:p>
        </p:txBody>
      </p:sp>
      <p:sp>
        <p:nvSpPr>
          <p:cNvPr id="13" name="Shape 11"/>
          <p:cNvSpPr/>
          <p:nvPr/>
        </p:nvSpPr>
        <p:spPr>
          <a:xfrm>
            <a:off x="11364102" y="498770"/>
            <a:ext cx="35294" cy="35294"/>
          </a:xfrm>
          <a:prstGeom prst="ellipse">
            <a:avLst/>
          </a:prstGeom>
          <a:solidFill>
            <a:srgbClr val="000000"/>
          </a:solidFill>
          <a:ln/>
        </p:spPr>
        <p:txBody>
          <a:bodyPr/>
          <a:lstStyle/>
          <a:p>
            <a:endParaRPr lang="en-NL"/>
          </a:p>
        </p:txBody>
      </p:sp>
      <p:sp>
        <p:nvSpPr>
          <p:cNvPr id="14" name="Shape 12"/>
          <p:cNvSpPr/>
          <p:nvPr/>
        </p:nvSpPr>
        <p:spPr>
          <a:xfrm>
            <a:off x="11123515" y="504524"/>
            <a:ext cx="51936" cy="51936"/>
          </a:xfrm>
          <a:prstGeom prst="ellipse">
            <a:avLst/>
          </a:prstGeom>
          <a:solidFill>
            <a:srgbClr val="000000"/>
          </a:solidFill>
          <a:ln/>
        </p:spPr>
        <p:txBody>
          <a:bodyPr/>
          <a:lstStyle/>
          <a:p>
            <a:endParaRPr lang="en-NL"/>
          </a:p>
        </p:txBody>
      </p:sp>
      <p:sp>
        <p:nvSpPr>
          <p:cNvPr id="15" name="Shape 13"/>
          <p:cNvSpPr/>
          <p:nvPr/>
        </p:nvSpPr>
        <p:spPr>
          <a:xfrm>
            <a:off x="11470202" y="504300"/>
            <a:ext cx="52384" cy="52384"/>
          </a:xfrm>
          <a:prstGeom prst="ellipse">
            <a:avLst/>
          </a:prstGeom>
          <a:solidFill>
            <a:srgbClr val="000000"/>
          </a:solidFill>
          <a:ln/>
        </p:spPr>
        <p:txBody>
          <a:bodyPr/>
          <a:lstStyle/>
          <a:p>
            <a:endParaRPr lang="en-NL"/>
          </a:p>
        </p:txBody>
      </p:sp>
      <p:sp>
        <p:nvSpPr>
          <p:cNvPr id="16" name="Shape 14"/>
          <p:cNvSpPr/>
          <p:nvPr/>
        </p:nvSpPr>
        <p:spPr>
          <a:xfrm>
            <a:off x="11060774" y="508825"/>
            <a:ext cx="35627" cy="35627"/>
          </a:xfrm>
          <a:prstGeom prst="ellipse">
            <a:avLst/>
          </a:prstGeom>
          <a:solidFill>
            <a:srgbClr val="000000"/>
          </a:solidFill>
          <a:ln/>
        </p:spPr>
        <p:txBody>
          <a:bodyPr/>
          <a:lstStyle/>
          <a:p>
            <a:endParaRPr lang="en-NL"/>
          </a:p>
        </p:txBody>
      </p:sp>
      <p:sp>
        <p:nvSpPr>
          <p:cNvPr id="17" name="Shape 15"/>
          <p:cNvSpPr/>
          <p:nvPr/>
        </p:nvSpPr>
        <p:spPr>
          <a:xfrm>
            <a:off x="11548535" y="508038"/>
            <a:ext cx="36613" cy="36613"/>
          </a:xfrm>
          <a:prstGeom prst="ellipse">
            <a:avLst/>
          </a:prstGeom>
          <a:solidFill>
            <a:srgbClr val="000000"/>
          </a:solidFill>
          <a:ln/>
        </p:spPr>
        <p:txBody>
          <a:bodyPr/>
          <a:lstStyle/>
          <a:p>
            <a:endParaRPr lang="en-NL"/>
          </a:p>
        </p:txBody>
      </p:sp>
      <p:sp>
        <p:nvSpPr>
          <p:cNvPr id="18" name="Shape 16"/>
          <p:cNvSpPr/>
          <p:nvPr/>
        </p:nvSpPr>
        <p:spPr>
          <a:xfrm>
            <a:off x="11191466" y="533379"/>
            <a:ext cx="57825" cy="57825"/>
          </a:xfrm>
          <a:prstGeom prst="ellipse">
            <a:avLst/>
          </a:prstGeom>
          <a:solidFill>
            <a:srgbClr val="000000"/>
          </a:solidFill>
          <a:ln/>
        </p:spPr>
        <p:txBody>
          <a:bodyPr/>
          <a:lstStyle/>
          <a:p>
            <a:endParaRPr lang="en-NL"/>
          </a:p>
        </p:txBody>
      </p:sp>
      <p:sp>
        <p:nvSpPr>
          <p:cNvPr id="19" name="Shape 17"/>
          <p:cNvSpPr/>
          <p:nvPr/>
        </p:nvSpPr>
        <p:spPr>
          <a:xfrm>
            <a:off x="11396535" y="533494"/>
            <a:ext cx="57428" cy="57428"/>
          </a:xfrm>
          <a:prstGeom prst="ellipse">
            <a:avLst/>
          </a:prstGeom>
          <a:solidFill>
            <a:srgbClr val="000000"/>
          </a:solidFill>
          <a:ln/>
        </p:spPr>
        <p:txBody>
          <a:bodyPr/>
          <a:lstStyle/>
          <a:p>
            <a:endParaRPr lang="en-NL"/>
          </a:p>
        </p:txBody>
      </p:sp>
      <p:sp>
        <p:nvSpPr>
          <p:cNvPr id="20" name="Shape 18"/>
          <p:cNvSpPr/>
          <p:nvPr/>
        </p:nvSpPr>
        <p:spPr>
          <a:xfrm>
            <a:off x="11079087" y="567226"/>
            <a:ext cx="51270" cy="51270"/>
          </a:xfrm>
          <a:prstGeom prst="ellipse">
            <a:avLst/>
          </a:prstGeom>
          <a:solidFill>
            <a:srgbClr val="000000"/>
          </a:solidFill>
          <a:ln/>
        </p:spPr>
        <p:txBody>
          <a:bodyPr/>
          <a:lstStyle/>
          <a:p>
            <a:endParaRPr lang="en-NL"/>
          </a:p>
        </p:txBody>
      </p:sp>
      <p:sp>
        <p:nvSpPr>
          <p:cNvPr id="21" name="Shape 19"/>
          <p:cNvSpPr/>
          <p:nvPr/>
        </p:nvSpPr>
        <p:spPr>
          <a:xfrm>
            <a:off x="11339728" y="567053"/>
            <a:ext cx="34616" cy="34616"/>
          </a:xfrm>
          <a:prstGeom prst="ellipse">
            <a:avLst/>
          </a:prstGeom>
          <a:solidFill>
            <a:srgbClr val="000000"/>
          </a:solidFill>
          <a:ln/>
        </p:spPr>
        <p:txBody>
          <a:bodyPr/>
          <a:lstStyle/>
          <a:p>
            <a:endParaRPr lang="en-NL"/>
          </a:p>
        </p:txBody>
      </p:sp>
      <p:sp>
        <p:nvSpPr>
          <p:cNvPr id="22" name="Shape 20"/>
          <p:cNvSpPr/>
          <p:nvPr/>
        </p:nvSpPr>
        <p:spPr>
          <a:xfrm>
            <a:off x="11515167" y="566234"/>
            <a:ext cx="52819" cy="52819"/>
          </a:xfrm>
          <a:prstGeom prst="ellipse">
            <a:avLst/>
          </a:prstGeom>
          <a:solidFill>
            <a:srgbClr val="000000"/>
          </a:solidFill>
          <a:ln/>
        </p:spPr>
        <p:txBody>
          <a:bodyPr/>
          <a:lstStyle/>
          <a:p>
            <a:endParaRPr lang="en-NL"/>
          </a:p>
        </p:txBody>
      </p:sp>
      <p:sp>
        <p:nvSpPr>
          <p:cNvPr id="23" name="Shape 21"/>
          <p:cNvSpPr/>
          <p:nvPr/>
        </p:nvSpPr>
        <p:spPr>
          <a:xfrm>
            <a:off x="11262860" y="569742"/>
            <a:ext cx="34961" cy="34961"/>
          </a:xfrm>
          <a:prstGeom prst="ellipse">
            <a:avLst/>
          </a:prstGeom>
          <a:solidFill>
            <a:srgbClr val="000000"/>
          </a:solidFill>
          <a:ln/>
        </p:spPr>
        <p:txBody>
          <a:bodyPr/>
          <a:lstStyle/>
          <a:p>
            <a:endParaRPr lang="en-NL"/>
          </a:p>
        </p:txBody>
      </p:sp>
      <p:sp>
        <p:nvSpPr>
          <p:cNvPr id="24" name="Shape 22"/>
          <p:cNvSpPr/>
          <p:nvPr/>
        </p:nvSpPr>
        <p:spPr>
          <a:xfrm>
            <a:off x="11462521" y="569818"/>
            <a:ext cx="35294" cy="35294"/>
          </a:xfrm>
          <a:prstGeom prst="ellipse">
            <a:avLst/>
          </a:prstGeom>
          <a:solidFill>
            <a:srgbClr val="000000"/>
          </a:solidFill>
          <a:ln/>
        </p:spPr>
        <p:txBody>
          <a:bodyPr/>
          <a:lstStyle/>
          <a:p>
            <a:endParaRPr lang="en-NL"/>
          </a:p>
        </p:txBody>
      </p:sp>
      <p:sp>
        <p:nvSpPr>
          <p:cNvPr id="25" name="Shape 23"/>
          <p:cNvSpPr/>
          <p:nvPr/>
        </p:nvSpPr>
        <p:spPr>
          <a:xfrm>
            <a:off x="11145681" y="573441"/>
            <a:ext cx="34270" cy="34270"/>
          </a:xfrm>
          <a:prstGeom prst="ellipse">
            <a:avLst/>
          </a:prstGeom>
          <a:solidFill>
            <a:srgbClr val="000000"/>
          </a:solidFill>
          <a:ln/>
        </p:spPr>
        <p:txBody>
          <a:bodyPr/>
          <a:lstStyle/>
          <a:p>
            <a:endParaRPr lang="en-NL"/>
          </a:p>
        </p:txBody>
      </p:sp>
      <p:sp>
        <p:nvSpPr>
          <p:cNvPr id="26" name="Shape 24"/>
          <p:cNvSpPr/>
          <p:nvPr/>
        </p:nvSpPr>
        <p:spPr>
          <a:xfrm>
            <a:off x="11592015" y="593213"/>
            <a:ext cx="35294" cy="35294"/>
          </a:xfrm>
          <a:prstGeom prst="ellipse">
            <a:avLst/>
          </a:prstGeom>
          <a:solidFill>
            <a:srgbClr val="000000"/>
          </a:solidFill>
          <a:ln/>
        </p:spPr>
        <p:txBody>
          <a:bodyPr/>
          <a:lstStyle/>
          <a:p>
            <a:endParaRPr lang="en-NL"/>
          </a:p>
        </p:txBody>
      </p:sp>
      <p:sp>
        <p:nvSpPr>
          <p:cNvPr id="27" name="Shape 25"/>
          <p:cNvSpPr/>
          <p:nvPr/>
        </p:nvSpPr>
        <p:spPr>
          <a:xfrm>
            <a:off x="11019124" y="593444"/>
            <a:ext cx="34616" cy="34616"/>
          </a:xfrm>
          <a:prstGeom prst="ellipse">
            <a:avLst/>
          </a:prstGeom>
          <a:solidFill>
            <a:srgbClr val="000000"/>
          </a:solidFill>
          <a:ln/>
        </p:spPr>
        <p:txBody>
          <a:bodyPr/>
          <a:lstStyle/>
          <a:p>
            <a:endParaRPr lang="en-NL"/>
          </a:p>
        </p:txBody>
      </p:sp>
      <p:sp>
        <p:nvSpPr>
          <p:cNvPr id="28" name="Shape 26"/>
          <p:cNvSpPr/>
          <p:nvPr/>
        </p:nvSpPr>
        <p:spPr>
          <a:xfrm>
            <a:off x="11403576" y="610214"/>
            <a:ext cx="34961" cy="34961"/>
          </a:xfrm>
          <a:prstGeom prst="ellipse">
            <a:avLst/>
          </a:prstGeom>
          <a:solidFill>
            <a:srgbClr val="000000"/>
          </a:solidFill>
          <a:ln/>
        </p:spPr>
        <p:txBody>
          <a:bodyPr/>
          <a:lstStyle/>
          <a:p>
            <a:endParaRPr lang="en-NL"/>
          </a:p>
        </p:txBody>
      </p:sp>
      <p:sp>
        <p:nvSpPr>
          <p:cNvPr id="29" name="Shape 27"/>
          <p:cNvSpPr/>
          <p:nvPr/>
        </p:nvSpPr>
        <p:spPr>
          <a:xfrm>
            <a:off x="11201662" y="616570"/>
            <a:ext cx="35627" cy="35627"/>
          </a:xfrm>
          <a:prstGeom prst="ellipse">
            <a:avLst/>
          </a:prstGeom>
          <a:solidFill>
            <a:srgbClr val="000000"/>
          </a:solidFill>
          <a:ln/>
        </p:spPr>
        <p:txBody>
          <a:bodyPr/>
          <a:lstStyle/>
          <a:p>
            <a:endParaRPr lang="en-NL"/>
          </a:p>
        </p:txBody>
      </p:sp>
      <p:sp>
        <p:nvSpPr>
          <p:cNvPr id="30" name="Shape 28"/>
          <p:cNvSpPr/>
          <p:nvPr/>
        </p:nvSpPr>
        <p:spPr>
          <a:xfrm>
            <a:off x="11127484" y="620705"/>
            <a:ext cx="58030" cy="58030"/>
          </a:xfrm>
          <a:prstGeom prst="ellipse">
            <a:avLst/>
          </a:prstGeom>
          <a:solidFill>
            <a:srgbClr val="000000"/>
          </a:solidFill>
          <a:ln/>
        </p:spPr>
        <p:txBody>
          <a:bodyPr/>
          <a:lstStyle/>
          <a:p>
            <a:endParaRPr lang="en-NL"/>
          </a:p>
        </p:txBody>
      </p:sp>
      <p:sp>
        <p:nvSpPr>
          <p:cNvPr id="31" name="Shape 29"/>
          <p:cNvSpPr/>
          <p:nvPr/>
        </p:nvSpPr>
        <p:spPr>
          <a:xfrm>
            <a:off x="11460767" y="620852"/>
            <a:ext cx="57428" cy="57428"/>
          </a:xfrm>
          <a:prstGeom prst="ellipse">
            <a:avLst/>
          </a:prstGeom>
          <a:solidFill>
            <a:srgbClr val="000000"/>
          </a:solidFill>
          <a:ln/>
        </p:spPr>
        <p:txBody>
          <a:bodyPr/>
          <a:lstStyle/>
          <a:p>
            <a:endParaRPr lang="en-NL"/>
          </a:p>
        </p:txBody>
      </p:sp>
      <p:sp>
        <p:nvSpPr>
          <p:cNvPr id="32" name="Shape 30"/>
          <p:cNvSpPr/>
          <p:nvPr/>
        </p:nvSpPr>
        <p:spPr>
          <a:xfrm>
            <a:off x="11055219" y="640144"/>
            <a:ext cx="51718" cy="51718"/>
          </a:xfrm>
          <a:prstGeom prst="ellipse">
            <a:avLst/>
          </a:prstGeom>
          <a:solidFill>
            <a:srgbClr val="000000"/>
          </a:solidFill>
          <a:ln/>
        </p:spPr>
        <p:txBody>
          <a:bodyPr/>
          <a:lstStyle/>
          <a:p>
            <a:endParaRPr lang="en-NL"/>
          </a:p>
        </p:txBody>
      </p:sp>
      <p:sp>
        <p:nvSpPr>
          <p:cNvPr id="33" name="Shape 31"/>
          <p:cNvSpPr/>
          <p:nvPr/>
        </p:nvSpPr>
        <p:spPr>
          <a:xfrm>
            <a:off x="11539330" y="640266"/>
            <a:ext cx="51270" cy="51270"/>
          </a:xfrm>
          <a:prstGeom prst="ellipse">
            <a:avLst/>
          </a:prstGeom>
          <a:solidFill>
            <a:srgbClr val="000000"/>
          </a:solidFill>
          <a:ln/>
        </p:spPr>
        <p:txBody>
          <a:bodyPr/>
          <a:lstStyle/>
          <a:p>
            <a:endParaRPr lang="en-NL"/>
          </a:p>
        </p:txBody>
      </p:sp>
      <p:sp>
        <p:nvSpPr>
          <p:cNvPr id="34" name="Shape 32"/>
          <p:cNvSpPr/>
          <p:nvPr/>
        </p:nvSpPr>
        <p:spPr>
          <a:xfrm>
            <a:off x="11429576" y="682274"/>
            <a:ext cx="35627" cy="35627"/>
          </a:xfrm>
          <a:prstGeom prst="ellipse">
            <a:avLst/>
          </a:prstGeom>
          <a:solidFill>
            <a:srgbClr val="000000"/>
          </a:solidFill>
          <a:ln/>
        </p:spPr>
        <p:txBody>
          <a:bodyPr/>
          <a:lstStyle/>
          <a:p>
            <a:endParaRPr lang="en-NL"/>
          </a:p>
        </p:txBody>
      </p:sp>
      <p:sp>
        <p:nvSpPr>
          <p:cNvPr id="35" name="Shape 33"/>
          <p:cNvSpPr/>
          <p:nvPr/>
        </p:nvSpPr>
        <p:spPr>
          <a:xfrm>
            <a:off x="11004076" y="687222"/>
            <a:ext cx="34616" cy="34616"/>
          </a:xfrm>
          <a:prstGeom prst="ellipse">
            <a:avLst/>
          </a:prstGeom>
          <a:solidFill>
            <a:srgbClr val="000000"/>
          </a:solidFill>
          <a:ln/>
        </p:spPr>
        <p:txBody>
          <a:bodyPr/>
          <a:lstStyle/>
          <a:p>
            <a:endParaRPr lang="en-NL"/>
          </a:p>
        </p:txBody>
      </p:sp>
      <p:sp>
        <p:nvSpPr>
          <p:cNvPr id="36" name="Shape 34"/>
          <p:cNvSpPr/>
          <p:nvPr/>
        </p:nvSpPr>
        <p:spPr>
          <a:xfrm>
            <a:off x="11502052" y="685321"/>
            <a:ext cx="34270" cy="34270"/>
          </a:xfrm>
          <a:prstGeom prst="ellipse">
            <a:avLst/>
          </a:prstGeom>
          <a:solidFill>
            <a:srgbClr val="000000"/>
          </a:solidFill>
          <a:ln/>
        </p:spPr>
        <p:txBody>
          <a:bodyPr/>
          <a:lstStyle/>
          <a:p>
            <a:endParaRPr lang="en-NL"/>
          </a:p>
        </p:txBody>
      </p:sp>
      <p:sp>
        <p:nvSpPr>
          <p:cNvPr id="37" name="Shape 35"/>
          <p:cNvSpPr/>
          <p:nvPr/>
        </p:nvSpPr>
        <p:spPr>
          <a:xfrm>
            <a:off x="11606321" y="686422"/>
            <a:ext cx="35627" cy="35627"/>
          </a:xfrm>
          <a:prstGeom prst="ellipse">
            <a:avLst/>
          </a:prstGeom>
          <a:solidFill>
            <a:srgbClr val="000000"/>
          </a:solidFill>
          <a:ln/>
        </p:spPr>
        <p:txBody>
          <a:bodyPr/>
          <a:lstStyle/>
          <a:p>
            <a:endParaRPr lang="en-NL"/>
          </a:p>
        </p:txBody>
      </p:sp>
      <p:sp>
        <p:nvSpPr>
          <p:cNvPr id="38" name="Shape 36"/>
          <p:cNvSpPr/>
          <p:nvPr/>
        </p:nvSpPr>
        <p:spPr>
          <a:xfrm>
            <a:off x="11108908" y="688957"/>
            <a:ext cx="35294" cy="35294"/>
          </a:xfrm>
          <a:prstGeom prst="ellipse">
            <a:avLst/>
          </a:prstGeom>
          <a:solidFill>
            <a:srgbClr val="000000"/>
          </a:solidFill>
          <a:ln/>
        </p:spPr>
        <p:txBody>
          <a:bodyPr/>
          <a:lstStyle/>
          <a:p>
            <a:endParaRPr lang="en-NL"/>
          </a:p>
        </p:txBody>
      </p:sp>
      <p:sp>
        <p:nvSpPr>
          <p:cNvPr id="39" name="Shape 37"/>
          <p:cNvSpPr/>
          <p:nvPr/>
        </p:nvSpPr>
        <p:spPr>
          <a:xfrm>
            <a:off x="11179733" y="690371"/>
            <a:ext cx="36613" cy="36613"/>
          </a:xfrm>
          <a:prstGeom prst="ellipse">
            <a:avLst/>
          </a:prstGeom>
          <a:solidFill>
            <a:srgbClr val="000000"/>
          </a:solidFill>
          <a:ln/>
        </p:spPr>
        <p:txBody>
          <a:bodyPr/>
          <a:lstStyle/>
          <a:p>
            <a:endParaRPr lang="en-NL"/>
          </a:p>
        </p:txBody>
      </p:sp>
      <p:sp>
        <p:nvSpPr>
          <p:cNvPr id="40" name="Shape 38"/>
          <p:cNvSpPr/>
          <p:nvPr/>
        </p:nvSpPr>
        <p:spPr>
          <a:xfrm>
            <a:off x="11054764" y="716576"/>
            <a:ext cx="51936" cy="51936"/>
          </a:xfrm>
          <a:prstGeom prst="ellipse">
            <a:avLst/>
          </a:prstGeom>
          <a:solidFill>
            <a:srgbClr val="000000"/>
          </a:solidFill>
          <a:ln/>
        </p:spPr>
        <p:txBody>
          <a:bodyPr/>
          <a:lstStyle/>
          <a:p>
            <a:endParaRPr lang="en-NL"/>
          </a:p>
        </p:txBody>
      </p:sp>
      <p:sp>
        <p:nvSpPr>
          <p:cNvPr id="41" name="Shape 39"/>
          <p:cNvSpPr/>
          <p:nvPr/>
        </p:nvSpPr>
        <p:spPr>
          <a:xfrm>
            <a:off x="11539023" y="716851"/>
            <a:ext cx="51488" cy="51488"/>
          </a:xfrm>
          <a:prstGeom prst="ellipse">
            <a:avLst/>
          </a:prstGeom>
          <a:solidFill>
            <a:srgbClr val="000000"/>
          </a:solidFill>
          <a:ln/>
        </p:spPr>
        <p:txBody>
          <a:bodyPr/>
          <a:lstStyle/>
          <a:p>
            <a:endParaRPr lang="en-NL"/>
          </a:p>
        </p:txBody>
      </p:sp>
      <p:sp>
        <p:nvSpPr>
          <p:cNvPr id="42" name="Shape 40"/>
          <p:cNvSpPr/>
          <p:nvPr/>
        </p:nvSpPr>
        <p:spPr>
          <a:xfrm>
            <a:off x="11127490" y="729288"/>
            <a:ext cx="58222" cy="58222"/>
          </a:xfrm>
          <a:prstGeom prst="ellipse">
            <a:avLst/>
          </a:prstGeom>
          <a:solidFill>
            <a:srgbClr val="000000"/>
          </a:solidFill>
          <a:ln/>
        </p:spPr>
        <p:txBody>
          <a:bodyPr/>
          <a:lstStyle/>
          <a:p>
            <a:endParaRPr lang="en-NL"/>
          </a:p>
        </p:txBody>
      </p:sp>
      <p:sp>
        <p:nvSpPr>
          <p:cNvPr id="43" name="Shape 41"/>
          <p:cNvSpPr/>
          <p:nvPr/>
        </p:nvSpPr>
        <p:spPr>
          <a:xfrm>
            <a:off x="11460671" y="729781"/>
            <a:ext cx="57633" cy="57633"/>
          </a:xfrm>
          <a:prstGeom prst="ellipse">
            <a:avLst/>
          </a:prstGeom>
          <a:solidFill>
            <a:srgbClr val="000000"/>
          </a:solidFill>
          <a:ln/>
        </p:spPr>
        <p:txBody>
          <a:bodyPr/>
          <a:lstStyle/>
          <a:p>
            <a:endParaRPr lang="en-NL"/>
          </a:p>
        </p:txBody>
      </p:sp>
      <p:sp>
        <p:nvSpPr>
          <p:cNvPr id="44" name="Shape 42"/>
          <p:cNvSpPr/>
          <p:nvPr/>
        </p:nvSpPr>
        <p:spPr>
          <a:xfrm>
            <a:off x="11407973" y="756415"/>
            <a:ext cx="35960" cy="35960"/>
          </a:xfrm>
          <a:prstGeom prst="ellipse">
            <a:avLst/>
          </a:prstGeom>
          <a:solidFill>
            <a:srgbClr val="000000"/>
          </a:solidFill>
          <a:ln/>
        </p:spPr>
        <p:txBody>
          <a:bodyPr/>
          <a:lstStyle/>
          <a:p>
            <a:endParaRPr lang="en-NL"/>
          </a:p>
        </p:txBody>
      </p:sp>
      <p:sp>
        <p:nvSpPr>
          <p:cNvPr id="45" name="Shape 43"/>
          <p:cNvSpPr/>
          <p:nvPr/>
        </p:nvSpPr>
        <p:spPr>
          <a:xfrm>
            <a:off x="11207308" y="763884"/>
            <a:ext cx="34616" cy="34616"/>
          </a:xfrm>
          <a:prstGeom prst="ellipse">
            <a:avLst/>
          </a:prstGeom>
          <a:solidFill>
            <a:srgbClr val="000000"/>
          </a:solidFill>
          <a:ln/>
        </p:spPr>
        <p:txBody>
          <a:bodyPr/>
          <a:lstStyle/>
          <a:p>
            <a:endParaRPr lang="en-NL"/>
          </a:p>
        </p:txBody>
      </p:sp>
      <p:sp>
        <p:nvSpPr>
          <p:cNvPr id="46" name="Shape 44"/>
          <p:cNvSpPr/>
          <p:nvPr/>
        </p:nvSpPr>
        <p:spPr>
          <a:xfrm>
            <a:off x="11018670" y="780462"/>
            <a:ext cx="34616" cy="34616"/>
          </a:xfrm>
          <a:prstGeom prst="ellipse">
            <a:avLst/>
          </a:prstGeom>
          <a:solidFill>
            <a:srgbClr val="000000"/>
          </a:solidFill>
          <a:ln/>
        </p:spPr>
        <p:txBody>
          <a:bodyPr/>
          <a:lstStyle/>
          <a:p>
            <a:endParaRPr lang="en-NL"/>
          </a:p>
        </p:txBody>
      </p:sp>
      <p:sp>
        <p:nvSpPr>
          <p:cNvPr id="47" name="Shape 45"/>
          <p:cNvSpPr/>
          <p:nvPr/>
        </p:nvSpPr>
        <p:spPr>
          <a:xfrm>
            <a:off x="11591670" y="780123"/>
            <a:ext cx="35294" cy="35294"/>
          </a:xfrm>
          <a:prstGeom prst="ellipse">
            <a:avLst/>
          </a:prstGeom>
          <a:solidFill>
            <a:srgbClr val="000000"/>
          </a:solidFill>
          <a:ln/>
        </p:spPr>
        <p:txBody>
          <a:bodyPr/>
          <a:lstStyle/>
          <a:p>
            <a:endParaRPr lang="en-NL"/>
          </a:p>
        </p:txBody>
      </p:sp>
      <p:sp>
        <p:nvSpPr>
          <p:cNvPr id="48" name="Shape 46"/>
          <p:cNvSpPr/>
          <p:nvPr/>
        </p:nvSpPr>
        <p:spPr>
          <a:xfrm>
            <a:off x="11079010" y="790179"/>
            <a:ext cx="51270" cy="51270"/>
          </a:xfrm>
          <a:prstGeom prst="ellipse">
            <a:avLst/>
          </a:prstGeom>
          <a:solidFill>
            <a:srgbClr val="000000"/>
          </a:solidFill>
          <a:ln/>
        </p:spPr>
        <p:txBody>
          <a:bodyPr/>
          <a:lstStyle/>
          <a:p>
            <a:endParaRPr lang="en-NL"/>
          </a:p>
        </p:txBody>
      </p:sp>
      <p:sp>
        <p:nvSpPr>
          <p:cNvPr id="49" name="Shape 47"/>
          <p:cNvSpPr/>
          <p:nvPr/>
        </p:nvSpPr>
        <p:spPr>
          <a:xfrm>
            <a:off x="11515218" y="789692"/>
            <a:ext cx="52602" cy="52602"/>
          </a:xfrm>
          <a:prstGeom prst="ellipse">
            <a:avLst/>
          </a:prstGeom>
          <a:solidFill>
            <a:srgbClr val="000000"/>
          </a:solidFill>
          <a:ln/>
        </p:spPr>
        <p:txBody>
          <a:bodyPr/>
          <a:lstStyle/>
          <a:p>
            <a:endParaRPr lang="en-NL"/>
          </a:p>
        </p:txBody>
      </p:sp>
      <p:sp>
        <p:nvSpPr>
          <p:cNvPr id="50" name="Shape 48"/>
          <p:cNvSpPr/>
          <p:nvPr/>
        </p:nvSpPr>
        <p:spPr>
          <a:xfrm>
            <a:off x="11147371" y="803460"/>
            <a:ext cx="35627" cy="35627"/>
          </a:xfrm>
          <a:prstGeom prst="ellipse">
            <a:avLst/>
          </a:prstGeom>
          <a:solidFill>
            <a:srgbClr val="000000"/>
          </a:solidFill>
          <a:ln/>
        </p:spPr>
        <p:txBody>
          <a:bodyPr/>
          <a:lstStyle/>
          <a:p>
            <a:endParaRPr lang="en-NL"/>
          </a:p>
        </p:txBody>
      </p:sp>
      <p:sp>
        <p:nvSpPr>
          <p:cNvPr id="51" name="Shape 49"/>
          <p:cNvSpPr/>
          <p:nvPr/>
        </p:nvSpPr>
        <p:spPr>
          <a:xfrm>
            <a:off x="11347786" y="804293"/>
            <a:ext cx="35294" cy="35294"/>
          </a:xfrm>
          <a:prstGeom prst="ellipse">
            <a:avLst/>
          </a:prstGeom>
          <a:solidFill>
            <a:srgbClr val="000000"/>
          </a:solidFill>
          <a:ln/>
        </p:spPr>
        <p:txBody>
          <a:bodyPr/>
          <a:lstStyle/>
          <a:p>
            <a:endParaRPr lang="en-NL"/>
          </a:p>
        </p:txBody>
      </p:sp>
      <p:sp>
        <p:nvSpPr>
          <p:cNvPr id="52" name="Shape 50"/>
          <p:cNvSpPr/>
          <p:nvPr/>
        </p:nvSpPr>
        <p:spPr>
          <a:xfrm>
            <a:off x="11465119" y="800919"/>
            <a:ext cx="34961" cy="34961"/>
          </a:xfrm>
          <a:prstGeom prst="ellipse">
            <a:avLst/>
          </a:prstGeom>
          <a:solidFill>
            <a:srgbClr val="000000"/>
          </a:solidFill>
          <a:ln/>
        </p:spPr>
        <p:txBody>
          <a:bodyPr/>
          <a:lstStyle/>
          <a:p>
            <a:endParaRPr lang="en-NL"/>
          </a:p>
        </p:txBody>
      </p:sp>
      <p:sp>
        <p:nvSpPr>
          <p:cNvPr id="53" name="Shape 51"/>
          <p:cNvSpPr/>
          <p:nvPr/>
        </p:nvSpPr>
        <p:spPr>
          <a:xfrm>
            <a:off x="11270669" y="806590"/>
            <a:ext cx="35627" cy="35627"/>
          </a:xfrm>
          <a:prstGeom prst="ellipse">
            <a:avLst/>
          </a:prstGeom>
          <a:solidFill>
            <a:srgbClr val="000000"/>
          </a:solidFill>
          <a:ln/>
        </p:spPr>
        <p:txBody>
          <a:bodyPr/>
          <a:lstStyle/>
          <a:p>
            <a:endParaRPr lang="en-NL"/>
          </a:p>
        </p:txBody>
      </p:sp>
      <p:sp>
        <p:nvSpPr>
          <p:cNvPr id="54" name="Shape 52"/>
          <p:cNvSpPr/>
          <p:nvPr/>
        </p:nvSpPr>
        <p:spPr>
          <a:xfrm>
            <a:off x="11191498" y="817766"/>
            <a:ext cx="57633" cy="57633"/>
          </a:xfrm>
          <a:prstGeom prst="ellipse">
            <a:avLst/>
          </a:prstGeom>
          <a:solidFill>
            <a:srgbClr val="000000"/>
          </a:solidFill>
          <a:ln/>
        </p:spPr>
        <p:txBody>
          <a:bodyPr/>
          <a:lstStyle/>
          <a:p>
            <a:endParaRPr lang="en-NL"/>
          </a:p>
        </p:txBody>
      </p:sp>
      <p:sp>
        <p:nvSpPr>
          <p:cNvPr id="55" name="Shape 53"/>
          <p:cNvSpPr/>
          <p:nvPr/>
        </p:nvSpPr>
        <p:spPr>
          <a:xfrm>
            <a:off x="11396573" y="817888"/>
            <a:ext cx="57633" cy="57633"/>
          </a:xfrm>
          <a:prstGeom prst="ellipse">
            <a:avLst/>
          </a:prstGeom>
          <a:solidFill>
            <a:srgbClr val="000000"/>
          </a:solidFill>
          <a:ln/>
        </p:spPr>
        <p:txBody>
          <a:bodyPr/>
          <a:lstStyle/>
          <a:p>
            <a:endParaRPr lang="en-NL"/>
          </a:p>
        </p:txBody>
      </p:sp>
      <p:sp>
        <p:nvSpPr>
          <p:cNvPr id="56" name="Shape 54"/>
          <p:cNvSpPr/>
          <p:nvPr/>
        </p:nvSpPr>
        <p:spPr>
          <a:xfrm>
            <a:off x="11123445" y="851985"/>
            <a:ext cx="52167" cy="52167"/>
          </a:xfrm>
          <a:prstGeom prst="ellipse">
            <a:avLst/>
          </a:prstGeom>
          <a:solidFill>
            <a:srgbClr val="000000"/>
          </a:solidFill>
          <a:ln/>
        </p:spPr>
        <p:txBody>
          <a:bodyPr/>
          <a:lstStyle/>
          <a:p>
            <a:endParaRPr lang="en-NL"/>
          </a:p>
        </p:txBody>
      </p:sp>
      <p:sp>
        <p:nvSpPr>
          <p:cNvPr id="57" name="Shape 55"/>
          <p:cNvSpPr/>
          <p:nvPr/>
        </p:nvSpPr>
        <p:spPr>
          <a:xfrm>
            <a:off x="11294647" y="851390"/>
            <a:ext cx="57223" cy="57223"/>
          </a:xfrm>
          <a:prstGeom prst="ellipse">
            <a:avLst/>
          </a:prstGeom>
          <a:solidFill>
            <a:srgbClr val="000000"/>
          </a:solidFill>
          <a:ln/>
        </p:spPr>
        <p:txBody>
          <a:bodyPr/>
          <a:lstStyle/>
          <a:p>
            <a:endParaRPr lang="en-NL"/>
          </a:p>
        </p:txBody>
      </p:sp>
      <p:sp>
        <p:nvSpPr>
          <p:cNvPr id="58" name="Shape 56"/>
          <p:cNvSpPr/>
          <p:nvPr/>
        </p:nvSpPr>
        <p:spPr>
          <a:xfrm>
            <a:off x="11470202" y="852382"/>
            <a:ext cx="52384" cy="52384"/>
          </a:xfrm>
          <a:prstGeom prst="ellipse">
            <a:avLst/>
          </a:prstGeom>
          <a:solidFill>
            <a:srgbClr val="000000"/>
          </a:solidFill>
          <a:ln/>
        </p:spPr>
        <p:txBody>
          <a:bodyPr/>
          <a:lstStyle/>
          <a:p>
            <a:endParaRPr lang="en-NL"/>
          </a:p>
        </p:txBody>
      </p:sp>
      <p:sp>
        <p:nvSpPr>
          <p:cNvPr id="59" name="Shape 57"/>
          <p:cNvSpPr/>
          <p:nvPr/>
        </p:nvSpPr>
        <p:spPr>
          <a:xfrm>
            <a:off x="11060774" y="864607"/>
            <a:ext cx="35627" cy="35627"/>
          </a:xfrm>
          <a:prstGeom prst="ellipse">
            <a:avLst/>
          </a:prstGeom>
          <a:solidFill>
            <a:srgbClr val="000000"/>
          </a:solidFill>
          <a:ln/>
        </p:spPr>
        <p:txBody>
          <a:bodyPr/>
          <a:lstStyle/>
          <a:p>
            <a:endParaRPr lang="en-NL"/>
          </a:p>
        </p:txBody>
      </p:sp>
      <p:sp>
        <p:nvSpPr>
          <p:cNvPr id="60" name="Shape 58"/>
          <p:cNvSpPr/>
          <p:nvPr/>
        </p:nvSpPr>
        <p:spPr>
          <a:xfrm>
            <a:off x="11548733" y="864185"/>
            <a:ext cx="35627" cy="35627"/>
          </a:xfrm>
          <a:prstGeom prst="ellipse">
            <a:avLst/>
          </a:prstGeom>
          <a:solidFill>
            <a:srgbClr val="000000"/>
          </a:solidFill>
          <a:ln/>
        </p:spPr>
        <p:txBody>
          <a:bodyPr/>
          <a:lstStyle/>
          <a:p>
            <a:endParaRPr lang="en-NL"/>
          </a:p>
        </p:txBody>
      </p:sp>
      <p:sp>
        <p:nvSpPr>
          <p:cNvPr id="61" name="Shape 59"/>
          <p:cNvSpPr/>
          <p:nvPr/>
        </p:nvSpPr>
        <p:spPr>
          <a:xfrm>
            <a:off x="11246231" y="873908"/>
            <a:ext cx="35627" cy="35627"/>
          </a:xfrm>
          <a:prstGeom prst="ellipse">
            <a:avLst/>
          </a:prstGeom>
          <a:solidFill>
            <a:srgbClr val="000000"/>
          </a:solidFill>
          <a:ln/>
        </p:spPr>
        <p:txBody>
          <a:bodyPr/>
          <a:lstStyle/>
          <a:p>
            <a:endParaRPr lang="en-NL"/>
          </a:p>
        </p:txBody>
      </p:sp>
      <p:sp>
        <p:nvSpPr>
          <p:cNvPr id="62" name="Shape 60"/>
          <p:cNvSpPr/>
          <p:nvPr/>
        </p:nvSpPr>
        <p:spPr>
          <a:xfrm>
            <a:off x="11367418" y="872896"/>
            <a:ext cx="35627" cy="35627"/>
          </a:xfrm>
          <a:prstGeom prst="ellipse">
            <a:avLst/>
          </a:prstGeom>
          <a:solidFill>
            <a:srgbClr val="000000"/>
          </a:solidFill>
          <a:ln/>
        </p:spPr>
        <p:txBody>
          <a:bodyPr/>
          <a:lstStyle/>
          <a:p>
            <a:endParaRPr lang="en-NL"/>
          </a:p>
        </p:txBody>
      </p:sp>
      <p:sp>
        <p:nvSpPr>
          <p:cNvPr id="63" name="Shape 61"/>
          <p:cNvSpPr/>
          <p:nvPr/>
        </p:nvSpPr>
        <p:spPr>
          <a:xfrm>
            <a:off x="11185366" y="897322"/>
            <a:ext cx="51936" cy="51936"/>
          </a:xfrm>
          <a:prstGeom prst="ellipse">
            <a:avLst/>
          </a:prstGeom>
          <a:solidFill>
            <a:srgbClr val="000000"/>
          </a:solidFill>
          <a:ln/>
        </p:spPr>
        <p:txBody>
          <a:bodyPr/>
          <a:lstStyle/>
          <a:p>
            <a:endParaRPr lang="en-NL"/>
          </a:p>
        </p:txBody>
      </p:sp>
      <p:sp>
        <p:nvSpPr>
          <p:cNvPr id="64" name="Shape 62"/>
          <p:cNvSpPr/>
          <p:nvPr/>
        </p:nvSpPr>
        <p:spPr>
          <a:xfrm>
            <a:off x="11407845" y="897655"/>
            <a:ext cx="52602" cy="52602"/>
          </a:xfrm>
          <a:prstGeom prst="ellipse">
            <a:avLst/>
          </a:prstGeom>
          <a:solidFill>
            <a:srgbClr val="000000"/>
          </a:solidFill>
          <a:ln/>
        </p:spPr>
        <p:txBody>
          <a:bodyPr/>
          <a:lstStyle/>
          <a:p>
            <a:endParaRPr lang="en-NL"/>
          </a:p>
        </p:txBody>
      </p:sp>
      <p:sp>
        <p:nvSpPr>
          <p:cNvPr id="65" name="Shape 63"/>
          <p:cNvSpPr/>
          <p:nvPr/>
        </p:nvSpPr>
        <p:spPr>
          <a:xfrm>
            <a:off x="11258822" y="921466"/>
            <a:ext cx="51270" cy="51270"/>
          </a:xfrm>
          <a:prstGeom prst="ellipse">
            <a:avLst/>
          </a:prstGeom>
          <a:solidFill>
            <a:srgbClr val="000000"/>
          </a:solidFill>
          <a:ln/>
        </p:spPr>
        <p:txBody>
          <a:bodyPr/>
          <a:lstStyle/>
          <a:p>
            <a:endParaRPr lang="en-NL"/>
          </a:p>
        </p:txBody>
      </p:sp>
      <p:sp>
        <p:nvSpPr>
          <p:cNvPr id="66" name="Shape 64"/>
          <p:cNvSpPr/>
          <p:nvPr/>
        </p:nvSpPr>
        <p:spPr>
          <a:xfrm>
            <a:off x="11335350" y="921504"/>
            <a:ext cx="51270" cy="51270"/>
          </a:xfrm>
          <a:prstGeom prst="ellipse">
            <a:avLst/>
          </a:prstGeom>
          <a:solidFill>
            <a:srgbClr val="000000"/>
          </a:solidFill>
          <a:ln/>
        </p:spPr>
        <p:txBody>
          <a:bodyPr/>
          <a:lstStyle/>
          <a:p>
            <a:endParaRPr lang="en-NL"/>
          </a:p>
        </p:txBody>
      </p:sp>
      <p:sp>
        <p:nvSpPr>
          <p:cNvPr id="67" name="Shape 65"/>
          <p:cNvSpPr/>
          <p:nvPr/>
        </p:nvSpPr>
        <p:spPr>
          <a:xfrm>
            <a:off x="11127388" y="931368"/>
            <a:ext cx="35294" cy="35294"/>
          </a:xfrm>
          <a:prstGeom prst="ellipse">
            <a:avLst/>
          </a:prstGeom>
          <a:solidFill>
            <a:srgbClr val="000000"/>
          </a:solidFill>
          <a:ln/>
        </p:spPr>
        <p:txBody>
          <a:bodyPr/>
          <a:lstStyle/>
          <a:p>
            <a:endParaRPr lang="en-NL"/>
          </a:p>
        </p:txBody>
      </p:sp>
      <p:sp>
        <p:nvSpPr>
          <p:cNvPr id="68" name="Shape 66"/>
          <p:cNvSpPr/>
          <p:nvPr/>
        </p:nvSpPr>
        <p:spPr>
          <a:xfrm>
            <a:off x="11481979" y="931035"/>
            <a:ext cx="35960" cy="35960"/>
          </a:xfrm>
          <a:prstGeom prst="ellipse">
            <a:avLst/>
          </a:prstGeom>
          <a:solidFill>
            <a:srgbClr val="000000"/>
          </a:solidFill>
          <a:ln/>
        </p:spPr>
        <p:txBody>
          <a:bodyPr/>
          <a:lstStyle/>
          <a:p>
            <a:endParaRPr lang="en-NL"/>
          </a:p>
        </p:txBody>
      </p:sp>
      <p:sp>
        <p:nvSpPr>
          <p:cNvPr id="69" name="Shape 67"/>
          <p:cNvSpPr/>
          <p:nvPr/>
        </p:nvSpPr>
        <p:spPr>
          <a:xfrm>
            <a:off x="11211987" y="974695"/>
            <a:ext cx="34961" cy="34961"/>
          </a:xfrm>
          <a:prstGeom prst="ellipse">
            <a:avLst/>
          </a:prstGeom>
          <a:solidFill>
            <a:srgbClr val="000000"/>
          </a:solidFill>
          <a:ln/>
        </p:spPr>
        <p:txBody>
          <a:bodyPr/>
          <a:lstStyle/>
          <a:p>
            <a:endParaRPr lang="en-NL"/>
          </a:p>
        </p:txBody>
      </p:sp>
      <p:sp>
        <p:nvSpPr>
          <p:cNvPr id="70" name="Shape 68"/>
          <p:cNvSpPr/>
          <p:nvPr/>
        </p:nvSpPr>
        <p:spPr>
          <a:xfrm>
            <a:off x="11398461" y="974695"/>
            <a:ext cx="34961" cy="34961"/>
          </a:xfrm>
          <a:prstGeom prst="ellipse">
            <a:avLst/>
          </a:prstGeom>
          <a:solidFill>
            <a:srgbClr val="000000"/>
          </a:solidFill>
          <a:ln/>
        </p:spPr>
        <p:txBody>
          <a:bodyPr/>
          <a:lstStyle/>
          <a:p>
            <a:endParaRPr lang="en-NL"/>
          </a:p>
        </p:txBody>
      </p:sp>
      <p:sp>
        <p:nvSpPr>
          <p:cNvPr id="71" name="Shape 69"/>
          <p:cNvSpPr/>
          <p:nvPr/>
        </p:nvSpPr>
        <p:spPr>
          <a:xfrm>
            <a:off x="11304837" y="988501"/>
            <a:ext cx="35627" cy="35627"/>
          </a:xfrm>
          <a:prstGeom prst="ellipse">
            <a:avLst/>
          </a:prstGeom>
          <a:solidFill>
            <a:srgbClr val="000000"/>
          </a:solidFill>
          <a:ln/>
        </p:spPr>
        <p:txBody>
          <a:bodyPr/>
          <a:lstStyle/>
          <a:p>
            <a:endParaRPr lang="en-NL"/>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Wie zijn wij</a:t>
            </a:r>
            <a:endParaRPr lang="en-US" sz="3400" dirty="0"/>
          </a:p>
        </p:txBody>
      </p:sp>
      <p:pic>
        <p:nvPicPr>
          <p:cNvPr id="73" name="Image 0" descr="Groepsfoto van het CEDA-team"/>
          <p:cNvPicPr>
            <a:picLocks noChangeAspect="1"/>
          </p:cNvPicPr>
          <p:nvPr/>
        </p:nvPicPr>
        <p:blipFill>
          <a:blip r:embed="rId3"/>
          <a:stretch>
            <a:fillRect/>
          </a:stretch>
        </p:blipFill>
        <p:spPr>
          <a:xfrm>
            <a:off x="887164" y="1371600"/>
            <a:ext cx="6394007" cy="4754880"/>
          </a:xfrm>
          <a:prstGeom prst="rect">
            <a:avLst/>
          </a:prstGeom>
        </p:spPr>
      </p:pic>
      <p:sp>
        <p:nvSpPr>
          <p:cNvPr id="74" name="Text 71"/>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Diverse projecten, waaronder</a:t>
            </a:r>
            <a:endParaRPr lang="en-US" sz="1800" dirty="0"/>
          </a:p>
          <a:p>
            <a:pPr marL="0" indent="0" algn="l">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Instroomprognose</a:t>
            </a:r>
            <a:endParaRPr lang="en-US" sz="1800" dirty="0"/>
          </a:p>
          <a:p>
            <a:pPr marL="0" indent="0" algn="l">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Staat van de Onderwijsinstelling</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1442679"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1442679" cy="914400"/>
          </a:xfrm>
          <a:prstGeom prst="rect">
            <a:avLst/>
          </a:prstGeom>
          <a:solidFill>
            <a:srgbClr val="F4D74B"/>
          </a:solidFill>
          <a:ln/>
        </p:spPr>
        <p:txBody>
          <a:bodyPr/>
          <a:lstStyle/>
          <a:p>
            <a:endParaRPr/>
          </a:p>
        </p:txBody>
      </p:sp>
      <p:sp>
        <p:nvSpPr>
          <p:cNvPr id="75" name="Text 73"/>
          <p:cNvSpPr/>
          <p:nvPr/>
        </p:nvSpPr>
        <p:spPr>
          <a:xfrm>
            <a:off x="548640" y="2103120"/>
            <a:ext cx="1442679" cy="914400"/>
          </a:xfrm>
          <a:prstGeom prst="rect">
            <a:avLst/>
          </a:prstGeom>
          <a:noFill/>
          <a:ln/>
        </p:spPr>
        <p:txBody>
          <a:bodyPr wrap="square" lIns="0" tIns="0" rIns="0" bIns="0" rtlCol="0" anchor="ctr"/>
          <a:lstStyle/>
          <a:p>
            <a:pPr marL="0" indent="0" algn="ctr">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12 min</a:t>
            </a:r>
            <a:endParaRPr lang="en-US" sz="1800" dirty="0"/>
          </a:p>
        </p:txBody>
      </p:sp>
      <p:sp>
        <p:nvSpPr>
          <p:cNvPr id="76" name="Shape 74"/>
          <p:cNvSpPr/>
          <p:nvPr/>
        </p:nvSpPr>
        <p:spPr>
          <a:xfrm>
            <a:off x="548640" y="3017520"/>
            <a:ext cx="1442679" cy="45720"/>
          </a:xfrm>
          <a:prstGeom prst="rect">
            <a:avLst/>
          </a:prstGeom>
          <a:solidFill>
            <a:srgbClr val="F4D74B"/>
          </a:solidFill>
          <a:ln/>
        </p:spPr>
        <p:txBody>
          <a:bodyPr/>
          <a:lstStyle/>
          <a:p>
            <a:endParaRPr/>
          </a:p>
        </p:txBody>
      </p:sp>
      <p:sp>
        <p:nvSpPr>
          <p:cNvPr id="77" name="Text 75"/>
          <p:cNvSpPr/>
          <p:nvPr/>
        </p:nvSpPr>
        <p:spPr>
          <a:xfrm>
            <a:off x="566928" y="3291840"/>
            <a:ext cx="1351239"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agents en skills</a:t>
            </a:r>
            <a:endParaRPr lang="en-US" sz="1100" dirty="0"/>
          </a:p>
        </p:txBody>
      </p:sp>
      <p:sp>
        <p:nvSpPr>
          <p:cNvPr id="78" name="Text 76"/>
          <p:cNvSpPr/>
          <p:nvPr/>
        </p:nvSpPr>
        <p:spPr>
          <a:xfrm>
            <a:off x="566928" y="4160520"/>
            <a:ext cx="1351239"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CEDA, AI-agents, wat een skill is</a:t>
            </a:r>
            <a:endParaRPr lang="en-US" sz="1200" dirty="0"/>
          </a:p>
        </p:txBody>
      </p:sp>
      <p:sp>
        <p:nvSpPr>
          <p:cNvPr id="79" name="Text 77"/>
          <p:cNvSpPr/>
          <p:nvPr/>
        </p:nvSpPr>
        <p:spPr>
          <a:xfrm>
            <a:off x="2037039" y="1719072"/>
            <a:ext cx="1202233"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0:12</a:t>
            </a:r>
            <a:endParaRPr lang="en-US" sz="1400" dirty="0"/>
          </a:p>
        </p:txBody>
      </p:sp>
      <p:sp>
        <p:nvSpPr>
          <p:cNvPr id="80" name="Shape 78"/>
          <p:cNvSpPr/>
          <p:nvPr/>
        </p:nvSpPr>
        <p:spPr>
          <a:xfrm>
            <a:off x="2037039" y="2103120"/>
            <a:ext cx="1202233" cy="914400"/>
          </a:xfrm>
          <a:prstGeom prst="rect">
            <a:avLst/>
          </a:prstGeom>
          <a:solidFill>
            <a:srgbClr val="F4D74B"/>
          </a:solidFill>
          <a:ln/>
        </p:spPr>
        <p:txBody>
          <a:bodyPr/>
          <a:lstStyle/>
          <a:p>
            <a:endParaRPr/>
          </a:p>
        </p:txBody>
      </p:sp>
      <p:sp>
        <p:nvSpPr>
          <p:cNvPr id="81" name="Text 79"/>
          <p:cNvSpPr/>
          <p:nvPr/>
        </p:nvSpPr>
        <p:spPr>
          <a:xfrm>
            <a:off x="2037039" y="2103120"/>
            <a:ext cx="1202233" cy="914400"/>
          </a:xfrm>
          <a:prstGeom prst="rect">
            <a:avLst/>
          </a:prstGeom>
          <a:noFill/>
          <a:ln/>
        </p:spPr>
        <p:txBody>
          <a:bodyPr wrap="square" lIns="0" tIns="0" rIns="0" bIns="0" rtlCol="0" anchor="ctr"/>
          <a:lstStyle/>
          <a:p>
            <a:pPr marL="0" indent="0" algn="ctr">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10 min</a:t>
            </a:r>
            <a:endParaRPr lang="en-US" sz="1800" dirty="0"/>
          </a:p>
        </p:txBody>
      </p:sp>
      <p:sp>
        <p:nvSpPr>
          <p:cNvPr id="82" name="Shape 80"/>
          <p:cNvSpPr/>
          <p:nvPr/>
        </p:nvSpPr>
        <p:spPr>
          <a:xfrm>
            <a:off x="2037039" y="3017520"/>
            <a:ext cx="1202233" cy="45720"/>
          </a:xfrm>
          <a:prstGeom prst="rect">
            <a:avLst/>
          </a:prstGeom>
          <a:solidFill>
            <a:srgbClr val="F4D74B"/>
          </a:solidFill>
          <a:ln/>
        </p:spPr>
        <p:txBody>
          <a:bodyPr/>
          <a:lstStyle/>
          <a:p>
            <a:endParaRPr/>
          </a:p>
        </p:txBody>
      </p:sp>
      <p:sp>
        <p:nvSpPr>
          <p:cNvPr id="83" name="Text 81"/>
          <p:cNvSpPr/>
          <p:nvPr/>
        </p:nvSpPr>
        <p:spPr>
          <a:xfrm>
            <a:off x="2055327" y="3291840"/>
            <a:ext cx="1110793"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Data, casus en Codespace</a:t>
            </a:r>
            <a:endParaRPr lang="en-US" sz="1100" dirty="0"/>
          </a:p>
        </p:txBody>
      </p:sp>
      <p:sp>
        <p:nvSpPr>
          <p:cNvPr id="84" name="Text 82"/>
          <p:cNvSpPr/>
          <p:nvPr/>
        </p:nvSpPr>
        <p:spPr>
          <a:xfrm>
            <a:off x="2055327" y="4160520"/>
            <a:ext cx="1110793"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Demodata, opdracht, opstarten</a:t>
            </a:r>
            <a:endParaRPr lang="en-US" sz="1200" dirty="0"/>
          </a:p>
        </p:txBody>
      </p:sp>
      <p:sp>
        <p:nvSpPr>
          <p:cNvPr id="85" name="Text 83"/>
          <p:cNvSpPr/>
          <p:nvPr/>
        </p:nvSpPr>
        <p:spPr>
          <a:xfrm>
            <a:off x="3284992" y="1719072"/>
            <a:ext cx="2404466"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0:22</a:t>
            </a:r>
            <a:endParaRPr lang="en-US" sz="1400" dirty="0"/>
          </a:p>
        </p:txBody>
      </p:sp>
      <p:sp>
        <p:nvSpPr>
          <p:cNvPr id="86" name="Shape 84"/>
          <p:cNvSpPr/>
          <p:nvPr/>
        </p:nvSpPr>
        <p:spPr>
          <a:xfrm>
            <a:off x="3284992" y="2103120"/>
            <a:ext cx="2404466" cy="914400"/>
          </a:xfrm>
          <a:prstGeom prst="rect">
            <a:avLst/>
          </a:prstGeom>
          <a:solidFill>
            <a:srgbClr val="3D68EC"/>
          </a:solidFill>
          <a:ln/>
        </p:spPr>
        <p:txBody>
          <a:bodyPr/>
          <a:lstStyle/>
          <a:p>
            <a:endParaRPr/>
          </a:p>
        </p:txBody>
      </p:sp>
      <p:sp>
        <p:nvSpPr>
          <p:cNvPr id="87" name="Text 85"/>
          <p:cNvSpPr/>
          <p:nvPr/>
        </p:nvSpPr>
        <p:spPr>
          <a:xfrm>
            <a:off x="3284992" y="2103120"/>
            <a:ext cx="2404466" cy="914400"/>
          </a:xfrm>
          <a:prstGeom prst="rect">
            <a:avLst/>
          </a:prstGeom>
          <a:noFill/>
          <a:ln/>
        </p:spPr>
        <p:txBody>
          <a:bodyPr wrap="square" lIns="0" tIns="0" rIns="0" bIns="0" rtlCol="0" anchor="ctr"/>
          <a:lstStyle/>
          <a:p>
            <a:pPr marL="0" indent="0" algn="ctr">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88" name="Shape 86"/>
          <p:cNvSpPr/>
          <p:nvPr/>
        </p:nvSpPr>
        <p:spPr>
          <a:xfrm>
            <a:off x="3284992" y="3017520"/>
            <a:ext cx="2404466" cy="45720"/>
          </a:xfrm>
          <a:prstGeom prst="rect">
            <a:avLst/>
          </a:prstGeom>
          <a:solidFill>
            <a:srgbClr val="3D68EC"/>
          </a:solidFill>
          <a:ln/>
        </p:spPr>
        <p:txBody>
          <a:bodyPr/>
          <a:lstStyle/>
          <a:p>
            <a:endParaRPr/>
          </a:p>
        </p:txBody>
      </p:sp>
      <p:sp>
        <p:nvSpPr>
          <p:cNvPr id="89" name="Text 87"/>
          <p:cNvSpPr/>
          <p:nvPr/>
        </p:nvSpPr>
        <p:spPr>
          <a:xfrm>
            <a:off x="3303280" y="3291840"/>
            <a:ext cx="2313026"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data verkennen</a:t>
            </a:r>
            <a:endParaRPr lang="en-US" sz="1100" dirty="0"/>
          </a:p>
        </p:txBody>
      </p:sp>
      <p:sp>
        <p:nvSpPr>
          <p:cNvPr id="90" name="Text 88"/>
          <p:cNvSpPr/>
          <p:nvPr/>
        </p:nvSpPr>
        <p:spPr>
          <a:xfrm>
            <a:off x="3303280" y="4160520"/>
            <a:ext cx="2313026"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gebruiken de skill</a:t>
            </a:r>
            <a:endParaRPr lang="en-US" sz="1200" dirty="0"/>
          </a:p>
        </p:txBody>
      </p:sp>
      <p:sp>
        <p:nvSpPr>
          <p:cNvPr id="91" name="Shape 89"/>
          <p:cNvSpPr/>
          <p:nvPr/>
        </p:nvSpPr>
        <p:spPr>
          <a:xfrm>
            <a:off x="3303280" y="5029200"/>
            <a:ext cx="2367890" cy="310896"/>
          </a:xfrm>
          <a:prstGeom prst="roundRect">
            <a:avLst>
              <a:gd name="adj" fmla="val 147059"/>
            </a:avLst>
          </a:prstGeom>
          <a:solidFill>
            <a:srgbClr val="FFFFFF"/>
          </a:solidFill>
          <a:ln/>
        </p:spPr>
        <p:txBody>
          <a:bodyPr/>
          <a:lstStyle/>
          <a:p>
            <a:endParaRPr/>
          </a:p>
        </p:txBody>
      </p:sp>
      <p:sp>
        <p:nvSpPr>
          <p:cNvPr id="92" name="Text 90"/>
          <p:cNvSpPr/>
          <p:nvPr/>
        </p:nvSpPr>
        <p:spPr>
          <a:xfrm>
            <a:off x="3303280" y="5029200"/>
            <a:ext cx="2367890" cy="310896"/>
          </a:xfrm>
          <a:prstGeom prst="rect">
            <a:avLst/>
          </a:prstGeom>
          <a:noFill/>
          <a:ln/>
        </p:spPr>
        <p:txBody>
          <a:bodyPr wrap="square" lIns="0" tIns="0" rIns="0" bIns="0" rtlCol="0" anchor="ctr"/>
          <a:lstStyle/>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/1-verkennen</a:t>
            </a:r>
            <a:endParaRPr lang="en-US" sz="900" dirty="0"/>
          </a:p>
        </p:txBody>
      </p:sp>
      <p:sp>
        <p:nvSpPr>
          <p:cNvPr id="93" name="Text 91"/>
          <p:cNvSpPr/>
          <p:nvPr/>
        </p:nvSpPr>
        <p:spPr>
          <a:xfrm>
            <a:off x="5735178" y="1719072"/>
            <a:ext cx="1202233"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0:42</a:t>
            </a:r>
            <a:endParaRPr lang="en-US" sz="1400" dirty="0"/>
          </a:p>
        </p:txBody>
      </p:sp>
      <p:sp>
        <p:nvSpPr>
          <p:cNvPr id="94" name="Shape 92"/>
          <p:cNvSpPr/>
          <p:nvPr/>
        </p:nvSpPr>
        <p:spPr>
          <a:xfrm>
            <a:off x="5735178" y="2103120"/>
            <a:ext cx="1202233" cy="914400"/>
          </a:xfrm>
          <a:prstGeom prst="rect">
            <a:avLst/>
          </a:prstGeom>
          <a:solidFill>
            <a:srgbClr val="DD784B"/>
          </a:solidFill>
          <a:ln/>
        </p:spPr>
        <p:txBody>
          <a:bodyPr/>
          <a:lstStyle/>
          <a:p>
            <a:endParaRPr/>
          </a:p>
        </p:txBody>
      </p:sp>
      <p:sp>
        <p:nvSpPr>
          <p:cNvPr id="95" name="Text 93"/>
          <p:cNvSpPr/>
          <p:nvPr/>
        </p:nvSpPr>
        <p:spPr>
          <a:xfrm>
            <a:off x="5735178" y="2103120"/>
            <a:ext cx="1202233"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10 min</a:t>
            </a:r>
            <a:endParaRPr lang="en-US" sz="1800" dirty="0"/>
          </a:p>
        </p:txBody>
      </p:sp>
      <p:sp>
        <p:nvSpPr>
          <p:cNvPr id="96" name="Shape 94"/>
          <p:cNvSpPr/>
          <p:nvPr/>
        </p:nvSpPr>
        <p:spPr>
          <a:xfrm>
            <a:off x="5735178" y="3017520"/>
            <a:ext cx="1202233" cy="45720"/>
          </a:xfrm>
          <a:prstGeom prst="rect">
            <a:avLst/>
          </a:prstGeom>
          <a:solidFill>
            <a:srgbClr val="DD784B"/>
          </a:solidFill>
          <a:ln/>
        </p:spPr>
        <p:txBody>
          <a:bodyPr/>
          <a:lstStyle/>
          <a:p>
            <a:endParaRPr/>
          </a:p>
        </p:txBody>
      </p:sp>
      <p:sp>
        <p:nvSpPr>
          <p:cNvPr id="97" name="Text 95"/>
          <p:cNvSpPr/>
          <p:nvPr/>
        </p:nvSpPr>
        <p:spPr>
          <a:xfrm>
            <a:off x="5753466" y="3291840"/>
            <a:ext cx="1110793"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1</a:t>
            </a:r>
            <a:endParaRPr lang="en-US" sz="1100" dirty="0"/>
          </a:p>
        </p:txBody>
      </p:sp>
      <p:sp>
        <p:nvSpPr>
          <p:cNvPr id="98" name="Text 96"/>
          <p:cNvSpPr/>
          <p:nvPr/>
        </p:nvSpPr>
        <p:spPr>
          <a:xfrm>
            <a:off x="5753466" y="4160520"/>
            <a:ext cx="1110793"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deed de skill?</a:t>
            </a:r>
            <a:endParaRPr lang="en-US" sz="1200" dirty="0"/>
          </a:p>
        </p:txBody>
      </p:sp>
      <p:sp>
        <p:nvSpPr>
          <p:cNvPr id="99" name="Text 97"/>
          <p:cNvSpPr/>
          <p:nvPr/>
        </p:nvSpPr>
        <p:spPr>
          <a:xfrm>
            <a:off x="6983131" y="1719072"/>
            <a:ext cx="2404466"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0:52</a:t>
            </a:r>
            <a:endParaRPr lang="en-US" sz="1400" dirty="0"/>
          </a:p>
        </p:txBody>
      </p:sp>
      <p:sp>
        <p:nvSpPr>
          <p:cNvPr id="100" name="Shape 98"/>
          <p:cNvSpPr/>
          <p:nvPr/>
        </p:nvSpPr>
        <p:spPr>
          <a:xfrm>
            <a:off x="6983131" y="2103120"/>
            <a:ext cx="2404466" cy="914400"/>
          </a:xfrm>
          <a:prstGeom prst="rect">
            <a:avLst/>
          </a:prstGeom>
          <a:solidFill>
            <a:srgbClr val="3D68EC"/>
          </a:solidFill>
          <a:ln/>
        </p:spPr>
        <p:txBody>
          <a:bodyPr/>
          <a:lstStyle/>
          <a:p>
            <a:endParaRPr/>
          </a:p>
        </p:txBody>
      </p:sp>
      <p:sp>
        <p:nvSpPr>
          <p:cNvPr id="101" name="Text 99"/>
          <p:cNvSpPr/>
          <p:nvPr/>
        </p:nvSpPr>
        <p:spPr>
          <a:xfrm>
            <a:off x="6983131" y="2103120"/>
            <a:ext cx="2404466" cy="914400"/>
          </a:xfrm>
          <a:prstGeom prst="rect">
            <a:avLst/>
          </a:prstGeom>
          <a:noFill/>
          <a:ln/>
        </p:spPr>
        <p:txBody>
          <a:bodyPr wrap="square" lIns="0" tIns="0" rIns="0" bIns="0" rtlCol="0" anchor="ctr"/>
          <a:lstStyle/>
          <a:p>
            <a:pPr marL="0" indent="0" algn="ctr">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102" name="Shape 100"/>
          <p:cNvSpPr/>
          <p:nvPr/>
        </p:nvSpPr>
        <p:spPr>
          <a:xfrm>
            <a:off x="6983131" y="3017520"/>
            <a:ext cx="2404466" cy="45720"/>
          </a:xfrm>
          <a:prstGeom prst="rect">
            <a:avLst/>
          </a:prstGeom>
          <a:solidFill>
            <a:srgbClr val="3D68EC"/>
          </a:solidFill>
          <a:ln/>
        </p:spPr>
        <p:txBody>
          <a:bodyPr/>
          <a:lstStyle/>
          <a:p>
            <a:endParaRPr/>
          </a:p>
        </p:txBody>
      </p:sp>
      <p:sp>
        <p:nvSpPr>
          <p:cNvPr id="103" name="Text 101"/>
          <p:cNvSpPr/>
          <p:nvPr/>
        </p:nvSpPr>
        <p:spPr>
          <a:xfrm>
            <a:off x="7001419" y="3291840"/>
            <a:ext cx="2313026"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dashboard bouwen</a:t>
            </a:r>
            <a:endParaRPr lang="en-US" sz="1100" dirty="0"/>
          </a:p>
        </p:txBody>
      </p:sp>
      <p:sp>
        <p:nvSpPr>
          <p:cNvPr id="104" name="Text 102"/>
          <p:cNvSpPr/>
          <p:nvPr/>
        </p:nvSpPr>
        <p:spPr>
          <a:xfrm>
            <a:off x="7001419" y="4160520"/>
            <a:ext cx="2313026"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Andere rol, twee skills</a:t>
            </a:r>
            <a:endParaRPr lang="en-US" sz="1200" dirty="0"/>
          </a:p>
        </p:txBody>
      </p:sp>
      <p:sp>
        <p:nvSpPr>
          <p:cNvPr id="105" name="Shape 103"/>
          <p:cNvSpPr/>
          <p:nvPr/>
        </p:nvSpPr>
        <p:spPr>
          <a:xfrm>
            <a:off x="7001419" y="5029200"/>
            <a:ext cx="2367890" cy="310896"/>
          </a:xfrm>
          <a:prstGeom prst="roundRect">
            <a:avLst>
              <a:gd name="adj" fmla="val 147059"/>
            </a:avLst>
          </a:prstGeom>
          <a:solidFill>
            <a:srgbClr val="FFFFFF"/>
          </a:solidFill>
          <a:ln/>
        </p:spPr>
        <p:txBody>
          <a:bodyPr/>
          <a:lstStyle/>
          <a:p>
            <a:endParaRPr/>
          </a:p>
        </p:txBody>
      </p:sp>
      <p:sp>
        <p:nvSpPr>
          <p:cNvPr id="106" name="Text 104"/>
          <p:cNvSpPr/>
          <p:nvPr/>
        </p:nvSpPr>
        <p:spPr>
          <a:xfrm>
            <a:off x="7001419" y="5029200"/>
            <a:ext cx="2367890" cy="310896"/>
          </a:xfrm>
          <a:prstGeom prst="rect">
            <a:avLst/>
          </a:prstGeom>
          <a:noFill/>
          <a:ln/>
        </p:spPr>
        <p:txBody>
          <a:bodyPr wrap="square" lIns="0" tIns="0" rIns="0" bIns="0" rtlCol="0" anchor="ctr"/>
          <a:lstStyle/>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/2-schetsen /3-bouwen</a:t>
            </a:r>
            <a:endParaRPr lang="en-US" sz="900" dirty="0"/>
          </a:p>
        </p:txBody>
      </p:sp>
      <p:sp>
        <p:nvSpPr>
          <p:cNvPr id="107" name="Text 105"/>
          <p:cNvSpPr/>
          <p:nvPr/>
        </p:nvSpPr>
        <p:spPr>
          <a:xfrm>
            <a:off x="9433316" y="1719072"/>
            <a:ext cx="1202233"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1:12</a:t>
            </a:r>
            <a:endParaRPr lang="en-US" sz="1400" dirty="0"/>
          </a:p>
        </p:txBody>
      </p:sp>
      <p:sp>
        <p:nvSpPr>
          <p:cNvPr id="108" name="Shape 106"/>
          <p:cNvSpPr/>
          <p:nvPr/>
        </p:nvSpPr>
        <p:spPr>
          <a:xfrm>
            <a:off x="9433316" y="2103120"/>
            <a:ext cx="1202233" cy="914400"/>
          </a:xfrm>
          <a:prstGeom prst="rect">
            <a:avLst/>
          </a:prstGeom>
          <a:solidFill>
            <a:srgbClr val="DD784B"/>
          </a:solidFill>
          <a:ln/>
        </p:spPr>
        <p:txBody>
          <a:bodyPr/>
          <a:lstStyle/>
          <a:p>
            <a:endParaRPr/>
          </a:p>
        </p:txBody>
      </p:sp>
      <p:sp>
        <p:nvSpPr>
          <p:cNvPr id="109" name="Text 107"/>
          <p:cNvSpPr/>
          <p:nvPr/>
        </p:nvSpPr>
        <p:spPr>
          <a:xfrm>
            <a:off x="9433316" y="2103120"/>
            <a:ext cx="1202233"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10 min</a:t>
            </a:r>
            <a:endParaRPr lang="en-US" sz="1800" dirty="0"/>
          </a:p>
        </p:txBody>
      </p:sp>
      <p:sp>
        <p:nvSpPr>
          <p:cNvPr id="110" name="Shape 108"/>
          <p:cNvSpPr/>
          <p:nvPr/>
        </p:nvSpPr>
        <p:spPr>
          <a:xfrm>
            <a:off x="9433316" y="3017520"/>
            <a:ext cx="1202233" cy="45720"/>
          </a:xfrm>
          <a:prstGeom prst="rect">
            <a:avLst/>
          </a:prstGeom>
          <a:solidFill>
            <a:srgbClr val="DD784B"/>
          </a:solidFill>
          <a:ln/>
        </p:spPr>
        <p:txBody>
          <a:bodyPr/>
          <a:lstStyle/>
          <a:p>
            <a:endParaRPr/>
          </a:p>
        </p:txBody>
      </p:sp>
      <p:sp>
        <p:nvSpPr>
          <p:cNvPr id="111" name="Text 109"/>
          <p:cNvSpPr/>
          <p:nvPr/>
        </p:nvSpPr>
        <p:spPr>
          <a:xfrm>
            <a:off x="9451604" y="3291840"/>
            <a:ext cx="1110793"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2</a:t>
            </a:r>
            <a:endParaRPr lang="en-US" sz="1100" dirty="0"/>
          </a:p>
        </p:txBody>
      </p:sp>
      <p:sp>
        <p:nvSpPr>
          <p:cNvPr id="112" name="Text 110"/>
          <p:cNvSpPr/>
          <p:nvPr/>
        </p:nvSpPr>
        <p:spPr>
          <a:xfrm>
            <a:off x="9451604" y="4160520"/>
            <a:ext cx="1110793"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deden de skills?</a:t>
            </a:r>
            <a:endParaRPr lang="en-US" sz="1200" dirty="0"/>
          </a:p>
        </p:txBody>
      </p:sp>
      <p:sp>
        <p:nvSpPr>
          <p:cNvPr id="113" name="Text 111"/>
          <p:cNvSpPr/>
          <p:nvPr/>
        </p:nvSpPr>
        <p:spPr>
          <a:xfrm>
            <a:off x="10681269" y="1719072"/>
            <a:ext cx="961786"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1:22</a:t>
            </a:r>
            <a:endParaRPr lang="en-US" sz="1400" dirty="0"/>
          </a:p>
        </p:txBody>
      </p:sp>
      <p:sp>
        <p:nvSpPr>
          <p:cNvPr id="114" name="Shape 112"/>
          <p:cNvSpPr/>
          <p:nvPr/>
        </p:nvSpPr>
        <p:spPr>
          <a:xfrm>
            <a:off x="10681269" y="2103120"/>
            <a:ext cx="961786" cy="914400"/>
          </a:xfrm>
          <a:prstGeom prst="rect">
            <a:avLst/>
          </a:prstGeom>
          <a:solidFill>
            <a:srgbClr val="00AF81"/>
          </a:solidFill>
          <a:ln/>
        </p:spPr>
        <p:txBody>
          <a:bodyPr/>
          <a:lstStyle/>
          <a:p>
            <a:endParaRPr/>
          </a:p>
        </p:txBody>
      </p:sp>
      <p:sp>
        <p:nvSpPr>
          <p:cNvPr id="115" name="Text 113"/>
          <p:cNvSpPr/>
          <p:nvPr/>
        </p:nvSpPr>
        <p:spPr>
          <a:xfrm>
            <a:off x="10681269" y="2103120"/>
            <a:ext cx="961786"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8 min</a:t>
            </a:r>
            <a:endParaRPr lang="en-US" sz="1800" dirty="0"/>
          </a:p>
        </p:txBody>
      </p:sp>
      <p:sp>
        <p:nvSpPr>
          <p:cNvPr id="116" name="Shape 114"/>
          <p:cNvSpPr/>
          <p:nvPr/>
        </p:nvSpPr>
        <p:spPr>
          <a:xfrm>
            <a:off x="10681269" y="3017520"/>
            <a:ext cx="961786" cy="45720"/>
          </a:xfrm>
          <a:prstGeom prst="rect">
            <a:avLst/>
          </a:prstGeom>
          <a:solidFill>
            <a:srgbClr val="00AF81"/>
          </a:solidFill>
          <a:ln/>
        </p:spPr>
        <p:txBody>
          <a:bodyPr/>
          <a:lstStyle/>
          <a:p>
            <a:endParaRPr/>
          </a:p>
        </p:txBody>
      </p:sp>
      <p:sp>
        <p:nvSpPr>
          <p:cNvPr id="117" name="Text 115"/>
          <p:cNvSpPr/>
          <p:nvPr/>
        </p:nvSpPr>
        <p:spPr>
          <a:xfrm>
            <a:off x="10699557" y="3291840"/>
            <a:ext cx="870346"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Evaluatie</a:t>
            </a:r>
            <a:endParaRPr lang="en-US" sz="1100" dirty="0"/>
          </a:p>
        </p:txBody>
      </p:sp>
      <p:sp>
        <p:nvSpPr>
          <p:cNvPr id="118" name="Text 116"/>
          <p:cNvSpPr/>
          <p:nvPr/>
        </p:nvSpPr>
        <p:spPr>
          <a:xfrm>
            <a:off x="10699557" y="4160520"/>
            <a:ext cx="870346"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/4-review, rondje</a:t>
            </a:r>
            <a:endParaRPr lang="en-US" sz="1200" dirty="0"/>
          </a:p>
        </p:txBody>
      </p:sp>
      <p:sp>
        <p:nvSpPr>
          <p:cNvPr id="119" name="Text 117"/>
          <p:cNvSpPr/>
          <p:nvPr/>
        </p:nvSpPr>
        <p:spPr>
          <a:xfrm>
            <a:off x="10728655" y="1719072"/>
            <a:ext cx="914400" cy="274320"/>
          </a:xfrm>
          <a:prstGeom prst="rect">
            <a:avLst/>
          </a:prstGeom>
          <a:noFill/>
          <a:ln/>
        </p:spPr>
        <p:txBody>
          <a:bodyPr wrap="square" lIns="0" tIns="0" rIns="0" bIns="0" rtlCol="0" anchor="t"/>
          <a:lstStyle/>
          <a:p>
            <a:pPr marL="0" indent="0" algn="r">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1:30</a:t>
            </a:r>
            <a:endParaRPr lang="en-US" sz="1400" dirty="0"/>
          </a:p>
        </p:txBody>
      </p:sp>
      <p:sp>
        <p:nvSpPr>
          <p:cNvPr id="120" name="Shape 118"/>
          <p:cNvSpPr/>
          <p:nvPr/>
        </p:nvSpPr>
        <p:spPr>
          <a:xfrm>
            <a:off x="548640" y="6025896"/>
            <a:ext cx="201168" cy="201168"/>
          </a:xfrm>
          <a:prstGeom prst="rect">
            <a:avLst/>
          </a:prstGeom>
          <a:solidFill>
            <a:srgbClr val="F4D74B"/>
          </a:solidFill>
          <a:ln/>
        </p:spPr>
        <p:txBody>
          <a:bodyPr/>
          <a:lstStyle/>
          <a:p>
            <a:endParaRPr/>
          </a:p>
        </p:txBody>
      </p:sp>
      <p:sp>
        <p:nvSpPr>
          <p:cNvPr id="121" name="Text 119"/>
          <p:cNvSpPr/>
          <p:nvPr/>
        </p:nvSpPr>
        <p:spPr>
          <a:xfrm>
            <a:off x="8412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22" name="Shape 120"/>
          <p:cNvSpPr/>
          <p:nvPr/>
        </p:nvSpPr>
        <p:spPr>
          <a:xfrm>
            <a:off x="1901952" y="6025896"/>
            <a:ext cx="201168" cy="201168"/>
          </a:xfrm>
          <a:prstGeom prst="rect">
            <a:avLst/>
          </a:prstGeom>
          <a:solidFill>
            <a:srgbClr val="3D68EC"/>
          </a:solidFill>
          <a:ln/>
        </p:spPr>
        <p:txBody>
          <a:bodyPr/>
          <a:lstStyle/>
          <a:p>
            <a:endParaRPr/>
          </a:p>
        </p:txBody>
      </p:sp>
      <p:sp>
        <p:nvSpPr>
          <p:cNvPr id="123" name="Text 121"/>
          <p:cNvSpPr/>
          <p:nvPr/>
        </p:nvSpPr>
        <p:spPr>
          <a:xfrm>
            <a:off x="2194560"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Werken met de skills</a:t>
            </a:r>
            <a:endParaRPr lang="en-US" sz="1200" dirty="0"/>
          </a:p>
        </p:txBody>
      </p:sp>
      <p:sp>
        <p:nvSpPr>
          <p:cNvPr id="124" name="Shape 122"/>
          <p:cNvSpPr/>
          <p:nvPr/>
        </p:nvSpPr>
        <p:spPr>
          <a:xfrm>
            <a:off x="4663440" y="6025896"/>
            <a:ext cx="201168" cy="201168"/>
          </a:xfrm>
          <a:prstGeom prst="rect">
            <a:avLst/>
          </a:prstGeom>
          <a:solidFill>
            <a:srgbClr val="DD784B"/>
          </a:solidFill>
          <a:ln/>
        </p:spPr>
        <p:txBody>
          <a:bodyPr/>
          <a:lstStyle/>
          <a:p>
            <a:endParaRPr/>
          </a:p>
        </p:txBody>
      </p:sp>
      <p:sp>
        <p:nvSpPr>
          <p:cNvPr id="125" name="Text 123"/>
          <p:cNvSpPr/>
          <p:nvPr/>
        </p:nvSpPr>
        <p:spPr>
          <a:xfrm>
            <a:off x="49560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26" name="Shape 124"/>
          <p:cNvSpPr/>
          <p:nvPr/>
        </p:nvSpPr>
        <p:spPr>
          <a:xfrm>
            <a:off x="6720840" y="6025896"/>
            <a:ext cx="201168" cy="201168"/>
          </a:xfrm>
          <a:prstGeom prst="rect">
            <a:avLst/>
          </a:prstGeom>
          <a:solidFill>
            <a:srgbClr val="00AF81"/>
          </a:solidFill>
          <a:ln/>
        </p:spPr>
        <p:txBody>
          <a:bodyPr/>
          <a:lstStyle/>
          <a:p>
            <a:endParaRPr/>
          </a:p>
        </p:txBody>
      </p:sp>
      <p:sp>
        <p:nvSpPr>
          <p:cNvPr id="127" name="Text 125"/>
          <p:cNvSpPr/>
          <p:nvPr/>
        </p:nvSpPr>
        <p:spPr>
          <a:xfrm>
            <a:off x="70134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Evaluatie en afsluiting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bouwt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Vandaag ervaar je hoe het is als een skill het werk doet. Het dashboard is het middel, niet het doel.</a:t>
            </a:r>
            <a:endParaRPr lang="en-US" sz="2200" dirty="0"/>
          </a:p>
        </p:txBody>
      </p:sp>
      <p:pic>
        <p:nvPicPr>
          <p:cNvPr id="74" name="Image 0" descr="exports\261005_workshop_rad_uitvoering\img\kunstmatigeintelligentie.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Chatbot of agent: wie doet het werk?</a:t>
            </a:r>
            <a:endParaRPr lang="en-US" sz="3400" dirty="0"/>
          </a:p>
        </p:txBody>
      </p:sp>
      <p:sp>
        <p:nvSpPr>
          <p:cNvPr id="73" name="Shape 71"/>
          <p:cNvSpPr/>
          <p:nvPr/>
        </p:nvSpPr>
        <p:spPr>
          <a:xfrm>
            <a:off x="548640" y="1371600"/>
            <a:ext cx="5410048" cy="2713482"/>
          </a:xfrm>
          <a:prstGeom prst="roundRect">
            <a:avLst>
              <a:gd name="adj" fmla="val 3180"/>
            </a:avLst>
          </a:prstGeom>
          <a:solidFill>
            <a:srgbClr val="DD784B"/>
          </a:solidFill>
          <a:ln/>
        </p:spPr>
        <p:txBody>
          <a:bodyPr/>
          <a:lstStyle/>
          <a:p>
            <a:endParaRPr/>
          </a:p>
        </p:txBody>
      </p:sp>
      <p:pic>
        <p:nvPicPr>
          <p:cNvPr id="74" name="Image 0" descr="exports\_hulp2\img\gesprek.png"/>
          <p:cNvPicPr>
            <a:picLocks noChangeAspect="1"/>
          </p:cNvPicPr>
          <p:nvPr/>
        </p:nvPicPr>
        <p:blipFill>
          <a:blip r:embed="rId3"/>
          <a:stretch>
            <a:fillRect/>
          </a:stretch>
        </p:blipFill>
        <p:spPr>
          <a:xfrm>
            <a:off x="4769968" y="1554480"/>
            <a:ext cx="1005840" cy="1005840"/>
          </a:xfrm>
          <a:prstGeom prst="rect">
            <a:avLst/>
          </a:prstGeom>
        </p:spPr>
      </p:pic>
      <p:sp>
        <p:nvSpPr>
          <p:cNvPr id="75" name="Text 72"/>
          <p:cNvSpPr/>
          <p:nvPr/>
        </p:nvSpPr>
        <p:spPr>
          <a:xfrm>
            <a:off x="822960" y="164592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Chatbot</a:t>
            </a:r>
            <a:endParaRPr lang="en-US" sz="2200" dirty="0"/>
          </a:p>
        </p:txBody>
      </p:sp>
      <p:sp>
        <p:nvSpPr>
          <p:cNvPr id="76" name="Text 73"/>
          <p:cNvSpPr/>
          <p:nvPr/>
        </p:nvSpPr>
        <p:spPr>
          <a:xfrm>
            <a:off x="822960" y="225856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GEEFT ANTWOORD</a:t>
            </a:r>
            <a:endParaRPr lang="en-US" sz="1100" dirty="0"/>
          </a:p>
        </p:txBody>
      </p:sp>
      <p:sp>
        <p:nvSpPr>
          <p:cNvPr id="77" name="Text 74"/>
          <p:cNvSpPr/>
          <p:nvPr/>
        </p:nvSpPr>
        <p:spPr>
          <a:xfrm>
            <a:off x="822960" y="260604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plakt de code, draait die en zoekt de fout.</a:t>
            </a:r>
            <a:endParaRPr lang="en-US" sz="1500" dirty="0"/>
          </a:p>
        </p:txBody>
      </p:sp>
      <p:sp>
        <p:nvSpPr>
          <p:cNvPr id="78" name="Text 75"/>
          <p:cNvSpPr/>
          <p:nvPr/>
        </p:nvSpPr>
        <p:spPr>
          <a:xfrm>
            <a:off x="822960" y="328422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6"/>
          <p:cNvSpPr/>
          <p:nvPr/>
        </p:nvSpPr>
        <p:spPr>
          <a:xfrm>
            <a:off x="822960" y="363169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ChatGPT, Copilot Chat</a:t>
            </a:r>
            <a:endParaRPr lang="en-US" sz="1500" dirty="0"/>
          </a:p>
        </p:txBody>
      </p:sp>
      <p:sp>
        <p:nvSpPr>
          <p:cNvPr id="80" name="Shape 77"/>
          <p:cNvSpPr/>
          <p:nvPr/>
        </p:nvSpPr>
        <p:spPr>
          <a:xfrm>
            <a:off x="6233008" y="1371600"/>
            <a:ext cx="5410048" cy="2713482"/>
          </a:xfrm>
          <a:prstGeom prst="roundRect">
            <a:avLst>
              <a:gd name="adj" fmla="val 3180"/>
            </a:avLst>
          </a:prstGeom>
          <a:solidFill>
            <a:srgbClr val="3D68EC"/>
          </a:solidFill>
          <a:ln/>
        </p:spPr>
        <p:txBody>
          <a:bodyPr/>
          <a:lstStyle/>
          <a:p>
            <a:endParaRPr/>
          </a:p>
        </p:txBody>
      </p:sp>
      <p:pic>
        <p:nvPicPr>
          <p:cNvPr id="81" name="Image 1" descr="exports\_hulp2\img\Laptopman.png"/>
          <p:cNvPicPr>
            <a:picLocks noChangeAspect="1"/>
          </p:cNvPicPr>
          <p:nvPr/>
        </p:nvPicPr>
        <p:blipFill>
          <a:blip r:embed="rId4"/>
          <a:stretch>
            <a:fillRect/>
          </a:stretch>
        </p:blipFill>
        <p:spPr>
          <a:xfrm>
            <a:off x="10454335" y="1554480"/>
            <a:ext cx="1005840" cy="1005840"/>
          </a:xfrm>
          <a:prstGeom prst="rect">
            <a:avLst/>
          </a:prstGeom>
        </p:spPr>
      </p:pic>
      <p:sp>
        <p:nvSpPr>
          <p:cNvPr id="82" name="Text 78"/>
          <p:cNvSpPr/>
          <p:nvPr/>
        </p:nvSpPr>
        <p:spPr>
          <a:xfrm>
            <a:off x="6507328" y="164592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83" name="Text 79"/>
          <p:cNvSpPr/>
          <p:nvPr/>
        </p:nvSpPr>
        <p:spPr>
          <a:xfrm>
            <a:off x="6507328" y="225856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DOET HET WERK</a:t>
            </a:r>
            <a:endParaRPr lang="en-US" sz="1100" dirty="0"/>
          </a:p>
        </p:txBody>
      </p:sp>
      <p:sp>
        <p:nvSpPr>
          <p:cNvPr id="84" name="Text 80"/>
          <p:cNvSpPr/>
          <p:nvPr/>
        </p:nvSpPr>
        <p:spPr>
          <a:xfrm>
            <a:off x="6507328" y="260604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Leest je bestanden, schrijft code, draait die en verbetert tot het klopt.</a:t>
            </a:r>
            <a:endParaRPr lang="en-US" sz="1500" dirty="0"/>
          </a:p>
        </p:txBody>
      </p:sp>
      <p:sp>
        <p:nvSpPr>
          <p:cNvPr id="85" name="Text 81"/>
          <p:cNvSpPr/>
          <p:nvPr/>
        </p:nvSpPr>
        <p:spPr>
          <a:xfrm>
            <a:off x="6507328" y="328422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2"/>
          <p:cNvSpPr/>
          <p:nvPr/>
        </p:nvSpPr>
        <p:spPr>
          <a:xfrm>
            <a:off x="6507328" y="363169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Claude Code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assisteert: de mens doet het werk</a:t>
            </a:r>
            <a:endParaRPr lang="en-US" sz="3100" dirty="0"/>
          </a:p>
        </p:txBody>
      </p:sp>
      <p:pic>
        <p:nvPicPr>
          <p:cNvPr id="73" name="Image 0" descr="Lijngrafiek: het aandeel taken waarbij AI assisteert stijgt tot november 2025 en daalt daarna naar vrijwel nul in augustus 2026"/>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vraagt AI om een query of formule voor uitvalcijfers.</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laat AI code schrijven of een foutmelding uitleggen.</a:t>
            </a:r>
            <a:endParaRPr lang="en-US" sz="1800" dirty="0"/>
          </a:p>
          <a:p>
            <a:pPr marL="0" indent="0" algn="l">
              <a:lnSpc>
                <a:spcPct val="105000"/>
              </a:lnSpc>
              <a:spcAft>
                <a:spcPts val="1000"/>
              </a:spcAft>
              <a:buNone/>
            </a:pP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werkt samen: mens en AI als duo</a:t>
            </a:r>
            <a:endParaRPr lang="en-US" sz="3100" dirty="0"/>
          </a:p>
        </p:txBody>
      </p:sp>
      <p:pic>
        <p:nvPicPr>
          <p:cNvPr id="73" name="Image 0" descr="Lijngrafiek: het aandeel taken waarbij AI samenwerkt stijgt vanaf november 2025 en wordt in maart 2026 de grootste groep"/>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AI maakt grafieken van uitval per sector, de analist kiest en controleert.</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AI bouwt en test een uitvalmodel mee, de data scientist kiest de aanpak.</a:t>
            </a:r>
            <a:endParaRPr lang="en-US" sz="1800" dirty="0"/>
          </a:p>
          <a:p>
            <a:pPr marL="0" indent="0" algn="l">
              <a:lnSpc>
                <a:spcPct val="105000"/>
              </a:lnSpc>
              <a:spcAft>
                <a:spcPts val="1000"/>
              </a:spcAft>
              <a:buNone/>
            </a:pP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NL"/>
          </a:p>
        </p:txBody>
      </p:sp>
      <p:sp>
        <p:nvSpPr>
          <p:cNvPr id="3" name="Shape 1"/>
          <p:cNvSpPr/>
          <p:nvPr/>
        </p:nvSpPr>
        <p:spPr>
          <a:xfrm>
            <a:off x="11212173" y="399224"/>
            <a:ext cx="34616" cy="34616"/>
          </a:xfrm>
          <a:prstGeom prst="ellipse">
            <a:avLst/>
          </a:prstGeom>
          <a:solidFill>
            <a:srgbClr val="000000"/>
          </a:solidFill>
          <a:ln/>
        </p:spPr>
        <p:txBody>
          <a:bodyPr/>
          <a:lstStyle/>
          <a:p>
            <a:endParaRPr lang="en-NL"/>
          </a:p>
        </p:txBody>
      </p:sp>
      <p:sp>
        <p:nvSpPr>
          <p:cNvPr id="4" name="Shape 2"/>
          <p:cNvSpPr/>
          <p:nvPr/>
        </p:nvSpPr>
        <p:spPr>
          <a:xfrm>
            <a:off x="11398641" y="399224"/>
            <a:ext cx="34616" cy="34616"/>
          </a:xfrm>
          <a:prstGeom prst="ellipse">
            <a:avLst/>
          </a:prstGeom>
          <a:solidFill>
            <a:srgbClr val="000000"/>
          </a:solidFill>
          <a:ln/>
        </p:spPr>
        <p:txBody>
          <a:bodyPr/>
          <a:lstStyle/>
          <a:p>
            <a:endParaRPr lang="en-NL"/>
          </a:p>
        </p:txBody>
      </p:sp>
      <p:sp>
        <p:nvSpPr>
          <p:cNvPr id="5" name="Shape 3"/>
          <p:cNvSpPr/>
          <p:nvPr/>
        </p:nvSpPr>
        <p:spPr>
          <a:xfrm>
            <a:off x="11258374" y="435357"/>
            <a:ext cx="51936" cy="51936"/>
          </a:xfrm>
          <a:prstGeom prst="ellipse">
            <a:avLst/>
          </a:prstGeom>
          <a:solidFill>
            <a:srgbClr val="000000"/>
          </a:solidFill>
          <a:ln/>
        </p:spPr>
        <p:txBody>
          <a:bodyPr/>
          <a:lstStyle/>
          <a:p>
            <a:endParaRPr lang="en-NL"/>
          </a:p>
        </p:txBody>
      </p:sp>
      <p:sp>
        <p:nvSpPr>
          <p:cNvPr id="6" name="Shape 4"/>
          <p:cNvSpPr/>
          <p:nvPr/>
        </p:nvSpPr>
        <p:spPr>
          <a:xfrm>
            <a:off x="11335407" y="435306"/>
            <a:ext cx="51718" cy="51718"/>
          </a:xfrm>
          <a:prstGeom prst="ellipse">
            <a:avLst/>
          </a:prstGeom>
          <a:solidFill>
            <a:srgbClr val="000000"/>
          </a:solidFill>
          <a:ln/>
        </p:spPr>
        <p:txBody>
          <a:bodyPr/>
          <a:lstStyle/>
          <a:p>
            <a:endParaRPr lang="en-NL"/>
          </a:p>
        </p:txBody>
      </p:sp>
      <p:sp>
        <p:nvSpPr>
          <p:cNvPr id="7" name="Shape 5"/>
          <p:cNvSpPr/>
          <p:nvPr/>
        </p:nvSpPr>
        <p:spPr>
          <a:xfrm>
            <a:off x="11127388" y="442398"/>
            <a:ext cx="35294" cy="35294"/>
          </a:xfrm>
          <a:prstGeom prst="ellipse">
            <a:avLst/>
          </a:prstGeom>
          <a:solidFill>
            <a:srgbClr val="000000"/>
          </a:solidFill>
          <a:ln/>
        </p:spPr>
        <p:txBody>
          <a:bodyPr/>
          <a:lstStyle/>
          <a:p>
            <a:endParaRPr lang="en-NL"/>
          </a:p>
        </p:txBody>
      </p:sp>
      <p:sp>
        <p:nvSpPr>
          <p:cNvPr id="8" name="Shape 6"/>
          <p:cNvSpPr/>
          <p:nvPr/>
        </p:nvSpPr>
        <p:spPr>
          <a:xfrm>
            <a:off x="11482145" y="441649"/>
            <a:ext cx="35960" cy="35960"/>
          </a:xfrm>
          <a:prstGeom prst="ellipse">
            <a:avLst/>
          </a:prstGeom>
          <a:solidFill>
            <a:srgbClr val="000000"/>
          </a:solidFill>
          <a:ln/>
        </p:spPr>
        <p:txBody>
          <a:bodyPr/>
          <a:lstStyle/>
          <a:p>
            <a:endParaRPr lang="en-NL"/>
          </a:p>
        </p:txBody>
      </p:sp>
      <p:sp>
        <p:nvSpPr>
          <p:cNvPr id="9" name="Shape 7"/>
          <p:cNvSpPr/>
          <p:nvPr/>
        </p:nvSpPr>
        <p:spPr>
          <a:xfrm>
            <a:off x="11185603" y="459328"/>
            <a:ext cx="52167" cy="52167"/>
          </a:xfrm>
          <a:prstGeom prst="ellipse">
            <a:avLst/>
          </a:prstGeom>
          <a:solidFill>
            <a:srgbClr val="000000"/>
          </a:solidFill>
          <a:ln/>
        </p:spPr>
        <p:txBody>
          <a:bodyPr/>
          <a:lstStyle/>
          <a:p>
            <a:endParaRPr lang="en-NL"/>
          </a:p>
        </p:txBody>
      </p:sp>
      <p:sp>
        <p:nvSpPr>
          <p:cNvPr id="10" name="Shape 8"/>
          <p:cNvSpPr/>
          <p:nvPr/>
        </p:nvSpPr>
        <p:spPr>
          <a:xfrm>
            <a:off x="11408043" y="458713"/>
            <a:ext cx="52384" cy="52384"/>
          </a:xfrm>
          <a:prstGeom prst="ellipse">
            <a:avLst/>
          </a:prstGeom>
          <a:solidFill>
            <a:srgbClr val="000000"/>
          </a:solidFill>
          <a:ln/>
        </p:spPr>
        <p:txBody>
          <a:bodyPr/>
          <a:lstStyle/>
          <a:p>
            <a:endParaRPr lang="en-NL"/>
          </a:p>
        </p:txBody>
      </p:sp>
      <p:sp>
        <p:nvSpPr>
          <p:cNvPr id="11" name="Shape 9"/>
          <p:cNvSpPr/>
          <p:nvPr/>
        </p:nvSpPr>
        <p:spPr>
          <a:xfrm>
            <a:off x="11241891" y="499749"/>
            <a:ext cx="36613" cy="36613"/>
          </a:xfrm>
          <a:prstGeom prst="ellipse">
            <a:avLst/>
          </a:prstGeom>
          <a:solidFill>
            <a:srgbClr val="000000"/>
          </a:solidFill>
          <a:ln/>
        </p:spPr>
        <p:txBody>
          <a:bodyPr/>
          <a:lstStyle/>
          <a:p>
            <a:endParaRPr lang="en-NL"/>
          </a:p>
        </p:txBody>
      </p:sp>
      <p:sp>
        <p:nvSpPr>
          <p:cNvPr id="12" name="Shape 10"/>
          <p:cNvSpPr/>
          <p:nvPr/>
        </p:nvSpPr>
        <p:spPr>
          <a:xfrm>
            <a:off x="11294557" y="500146"/>
            <a:ext cx="57223" cy="57223"/>
          </a:xfrm>
          <a:prstGeom prst="ellipse">
            <a:avLst/>
          </a:prstGeom>
          <a:solidFill>
            <a:srgbClr val="000000"/>
          </a:solidFill>
          <a:ln/>
        </p:spPr>
        <p:txBody>
          <a:bodyPr/>
          <a:lstStyle/>
          <a:p>
            <a:endParaRPr lang="en-NL"/>
          </a:p>
        </p:txBody>
      </p:sp>
      <p:sp>
        <p:nvSpPr>
          <p:cNvPr id="13" name="Shape 11"/>
          <p:cNvSpPr/>
          <p:nvPr/>
        </p:nvSpPr>
        <p:spPr>
          <a:xfrm>
            <a:off x="11364102" y="498770"/>
            <a:ext cx="35294" cy="35294"/>
          </a:xfrm>
          <a:prstGeom prst="ellipse">
            <a:avLst/>
          </a:prstGeom>
          <a:solidFill>
            <a:srgbClr val="000000"/>
          </a:solidFill>
          <a:ln/>
        </p:spPr>
        <p:txBody>
          <a:bodyPr/>
          <a:lstStyle/>
          <a:p>
            <a:endParaRPr lang="en-NL"/>
          </a:p>
        </p:txBody>
      </p:sp>
      <p:sp>
        <p:nvSpPr>
          <p:cNvPr id="14" name="Shape 12"/>
          <p:cNvSpPr/>
          <p:nvPr/>
        </p:nvSpPr>
        <p:spPr>
          <a:xfrm>
            <a:off x="11123515" y="504524"/>
            <a:ext cx="51936" cy="51936"/>
          </a:xfrm>
          <a:prstGeom prst="ellipse">
            <a:avLst/>
          </a:prstGeom>
          <a:solidFill>
            <a:srgbClr val="000000"/>
          </a:solidFill>
          <a:ln/>
        </p:spPr>
        <p:txBody>
          <a:bodyPr/>
          <a:lstStyle/>
          <a:p>
            <a:endParaRPr lang="en-NL"/>
          </a:p>
        </p:txBody>
      </p:sp>
      <p:sp>
        <p:nvSpPr>
          <p:cNvPr id="15" name="Shape 13"/>
          <p:cNvSpPr/>
          <p:nvPr/>
        </p:nvSpPr>
        <p:spPr>
          <a:xfrm>
            <a:off x="11470202" y="504300"/>
            <a:ext cx="52384" cy="52384"/>
          </a:xfrm>
          <a:prstGeom prst="ellipse">
            <a:avLst/>
          </a:prstGeom>
          <a:solidFill>
            <a:srgbClr val="000000"/>
          </a:solidFill>
          <a:ln/>
        </p:spPr>
        <p:txBody>
          <a:bodyPr/>
          <a:lstStyle/>
          <a:p>
            <a:endParaRPr lang="en-NL"/>
          </a:p>
        </p:txBody>
      </p:sp>
      <p:sp>
        <p:nvSpPr>
          <p:cNvPr id="16" name="Shape 14"/>
          <p:cNvSpPr/>
          <p:nvPr/>
        </p:nvSpPr>
        <p:spPr>
          <a:xfrm>
            <a:off x="11060774" y="508825"/>
            <a:ext cx="35627" cy="35627"/>
          </a:xfrm>
          <a:prstGeom prst="ellipse">
            <a:avLst/>
          </a:prstGeom>
          <a:solidFill>
            <a:srgbClr val="000000"/>
          </a:solidFill>
          <a:ln/>
        </p:spPr>
        <p:txBody>
          <a:bodyPr/>
          <a:lstStyle/>
          <a:p>
            <a:endParaRPr lang="en-NL"/>
          </a:p>
        </p:txBody>
      </p:sp>
      <p:sp>
        <p:nvSpPr>
          <p:cNvPr id="17" name="Shape 15"/>
          <p:cNvSpPr/>
          <p:nvPr/>
        </p:nvSpPr>
        <p:spPr>
          <a:xfrm>
            <a:off x="11548535" y="508038"/>
            <a:ext cx="36613" cy="36613"/>
          </a:xfrm>
          <a:prstGeom prst="ellipse">
            <a:avLst/>
          </a:prstGeom>
          <a:solidFill>
            <a:srgbClr val="000000"/>
          </a:solidFill>
          <a:ln/>
        </p:spPr>
        <p:txBody>
          <a:bodyPr/>
          <a:lstStyle/>
          <a:p>
            <a:endParaRPr lang="en-NL"/>
          </a:p>
        </p:txBody>
      </p:sp>
      <p:sp>
        <p:nvSpPr>
          <p:cNvPr id="18" name="Shape 16"/>
          <p:cNvSpPr/>
          <p:nvPr/>
        </p:nvSpPr>
        <p:spPr>
          <a:xfrm>
            <a:off x="11191466" y="533379"/>
            <a:ext cx="57825" cy="57825"/>
          </a:xfrm>
          <a:prstGeom prst="ellipse">
            <a:avLst/>
          </a:prstGeom>
          <a:solidFill>
            <a:srgbClr val="000000"/>
          </a:solidFill>
          <a:ln/>
        </p:spPr>
        <p:txBody>
          <a:bodyPr/>
          <a:lstStyle/>
          <a:p>
            <a:endParaRPr lang="en-NL"/>
          </a:p>
        </p:txBody>
      </p:sp>
      <p:sp>
        <p:nvSpPr>
          <p:cNvPr id="19" name="Shape 17"/>
          <p:cNvSpPr/>
          <p:nvPr/>
        </p:nvSpPr>
        <p:spPr>
          <a:xfrm>
            <a:off x="11396535" y="533494"/>
            <a:ext cx="57428" cy="57428"/>
          </a:xfrm>
          <a:prstGeom prst="ellipse">
            <a:avLst/>
          </a:prstGeom>
          <a:solidFill>
            <a:srgbClr val="000000"/>
          </a:solidFill>
          <a:ln/>
        </p:spPr>
        <p:txBody>
          <a:bodyPr/>
          <a:lstStyle/>
          <a:p>
            <a:endParaRPr lang="en-NL"/>
          </a:p>
        </p:txBody>
      </p:sp>
      <p:sp>
        <p:nvSpPr>
          <p:cNvPr id="20" name="Shape 18"/>
          <p:cNvSpPr/>
          <p:nvPr/>
        </p:nvSpPr>
        <p:spPr>
          <a:xfrm>
            <a:off x="11079087" y="567226"/>
            <a:ext cx="51270" cy="51270"/>
          </a:xfrm>
          <a:prstGeom prst="ellipse">
            <a:avLst/>
          </a:prstGeom>
          <a:solidFill>
            <a:srgbClr val="000000"/>
          </a:solidFill>
          <a:ln/>
        </p:spPr>
        <p:txBody>
          <a:bodyPr/>
          <a:lstStyle/>
          <a:p>
            <a:endParaRPr lang="en-NL"/>
          </a:p>
        </p:txBody>
      </p:sp>
      <p:sp>
        <p:nvSpPr>
          <p:cNvPr id="21" name="Shape 19"/>
          <p:cNvSpPr/>
          <p:nvPr/>
        </p:nvSpPr>
        <p:spPr>
          <a:xfrm>
            <a:off x="11339728" y="567053"/>
            <a:ext cx="34616" cy="34616"/>
          </a:xfrm>
          <a:prstGeom prst="ellipse">
            <a:avLst/>
          </a:prstGeom>
          <a:solidFill>
            <a:srgbClr val="000000"/>
          </a:solidFill>
          <a:ln/>
        </p:spPr>
        <p:txBody>
          <a:bodyPr/>
          <a:lstStyle/>
          <a:p>
            <a:endParaRPr lang="en-NL"/>
          </a:p>
        </p:txBody>
      </p:sp>
      <p:sp>
        <p:nvSpPr>
          <p:cNvPr id="22" name="Shape 20"/>
          <p:cNvSpPr/>
          <p:nvPr/>
        </p:nvSpPr>
        <p:spPr>
          <a:xfrm>
            <a:off x="11515167" y="566234"/>
            <a:ext cx="52819" cy="52819"/>
          </a:xfrm>
          <a:prstGeom prst="ellipse">
            <a:avLst/>
          </a:prstGeom>
          <a:solidFill>
            <a:srgbClr val="000000"/>
          </a:solidFill>
          <a:ln/>
        </p:spPr>
        <p:txBody>
          <a:bodyPr/>
          <a:lstStyle/>
          <a:p>
            <a:endParaRPr lang="en-NL"/>
          </a:p>
        </p:txBody>
      </p:sp>
      <p:sp>
        <p:nvSpPr>
          <p:cNvPr id="23" name="Shape 21"/>
          <p:cNvSpPr/>
          <p:nvPr/>
        </p:nvSpPr>
        <p:spPr>
          <a:xfrm>
            <a:off x="11262860" y="569742"/>
            <a:ext cx="34961" cy="34961"/>
          </a:xfrm>
          <a:prstGeom prst="ellipse">
            <a:avLst/>
          </a:prstGeom>
          <a:solidFill>
            <a:srgbClr val="000000"/>
          </a:solidFill>
          <a:ln/>
        </p:spPr>
        <p:txBody>
          <a:bodyPr/>
          <a:lstStyle/>
          <a:p>
            <a:endParaRPr lang="en-NL"/>
          </a:p>
        </p:txBody>
      </p:sp>
      <p:sp>
        <p:nvSpPr>
          <p:cNvPr id="24" name="Shape 22"/>
          <p:cNvSpPr/>
          <p:nvPr/>
        </p:nvSpPr>
        <p:spPr>
          <a:xfrm>
            <a:off x="11462521" y="569818"/>
            <a:ext cx="35294" cy="35294"/>
          </a:xfrm>
          <a:prstGeom prst="ellipse">
            <a:avLst/>
          </a:prstGeom>
          <a:solidFill>
            <a:srgbClr val="000000"/>
          </a:solidFill>
          <a:ln/>
        </p:spPr>
        <p:txBody>
          <a:bodyPr/>
          <a:lstStyle/>
          <a:p>
            <a:endParaRPr lang="en-NL"/>
          </a:p>
        </p:txBody>
      </p:sp>
      <p:sp>
        <p:nvSpPr>
          <p:cNvPr id="25" name="Shape 23"/>
          <p:cNvSpPr/>
          <p:nvPr/>
        </p:nvSpPr>
        <p:spPr>
          <a:xfrm>
            <a:off x="11145681" y="573441"/>
            <a:ext cx="34270" cy="34270"/>
          </a:xfrm>
          <a:prstGeom prst="ellipse">
            <a:avLst/>
          </a:prstGeom>
          <a:solidFill>
            <a:srgbClr val="000000"/>
          </a:solidFill>
          <a:ln/>
        </p:spPr>
        <p:txBody>
          <a:bodyPr/>
          <a:lstStyle/>
          <a:p>
            <a:endParaRPr lang="en-NL"/>
          </a:p>
        </p:txBody>
      </p:sp>
      <p:sp>
        <p:nvSpPr>
          <p:cNvPr id="26" name="Shape 24"/>
          <p:cNvSpPr/>
          <p:nvPr/>
        </p:nvSpPr>
        <p:spPr>
          <a:xfrm>
            <a:off x="11592015" y="593213"/>
            <a:ext cx="35294" cy="35294"/>
          </a:xfrm>
          <a:prstGeom prst="ellipse">
            <a:avLst/>
          </a:prstGeom>
          <a:solidFill>
            <a:srgbClr val="000000"/>
          </a:solidFill>
          <a:ln/>
        </p:spPr>
        <p:txBody>
          <a:bodyPr/>
          <a:lstStyle/>
          <a:p>
            <a:endParaRPr lang="en-NL"/>
          </a:p>
        </p:txBody>
      </p:sp>
      <p:sp>
        <p:nvSpPr>
          <p:cNvPr id="27" name="Shape 25"/>
          <p:cNvSpPr/>
          <p:nvPr/>
        </p:nvSpPr>
        <p:spPr>
          <a:xfrm>
            <a:off x="11019124" y="593444"/>
            <a:ext cx="34616" cy="34616"/>
          </a:xfrm>
          <a:prstGeom prst="ellipse">
            <a:avLst/>
          </a:prstGeom>
          <a:solidFill>
            <a:srgbClr val="000000"/>
          </a:solidFill>
          <a:ln/>
        </p:spPr>
        <p:txBody>
          <a:bodyPr/>
          <a:lstStyle/>
          <a:p>
            <a:endParaRPr lang="en-NL"/>
          </a:p>
        </p:txBody>
      </p:sp>
      <p:sp>
        <p:nvSpPr>
          <p:cNvPr id="28" name="Shape 26"/>
          <p:cNvSpPr/>
          <p:nvPr/>
        </p:nvSpPr>
        <p:spPr>
          <a:xfrm>
            <a:off x="11403576" y="610214"/>
            <a:ext cx="34961" cy="34961"/>
          </a:xfrm>
          <a:prstGeom prst="ellipse">
            <a:avLst/>
          </a:prstGeom>
          <a:solidFill>
            <a:srgbClr val="000000"/>
          </a:solidFill>
          <a:ln/>
        </p:spPr>
        <p:txBody>
          <a:bodyPr/>
          <a:lstStyle/>
          <a:p>
            <a:endParaRPr lang="en-NL"/>
          </a:p>
        </p:txBody>
      </p:sp>
      <p:sp>
        <p:nvSpPr>
          <p:cNvPr id="29" name="Shape 27"/>
          <p:cNvSpPr/>
          <p:nvPr/>
        </p:nvSpPr>
        <p:spPr>
          <a:xfrm>
            <a:off x="11201662" y="616570"/>
            <a:ext cx="35627" cy="35627"/>
          </a:xfrm>
          <a:prstGeom prst="ellipse">
            <a:avLst/>
          </a:prstGeom>
          <a:solidFill>
            <a:srgbClr val="000000"/>
          </a:solidFill>
          <a:ln/>
        </p:spPr>
        <p:txBody>
          <a:bodyPr/>
          <a:lstStyle/>
          <a:p>
            <a:endParaRPr lang="en-NL"/>
          </a:p>
        </p:txBody>
      </p:sp>
      <p:sp>
        <p:nvSpPr>
          <p:cNvPr id="30" name="Shape 28"/>
          <p:cNvSpPr/>
          <p:nvPr/>
        </p:nvSpPr>
        <p:spPr>
          <a:xfrm>
            <a:off x="11127484" y="620705"/>
            <a:ext cx="58030" cy="58030"/>
          </a:xfrm>
          <a:prstGeom prst="ellipse">
            <a:avLst/>
          </a:prstGeom>
          <a:solidFill>
            <a:srgbClr val="000000"/>
          </a:solidFill>
          <a:ln/>
        </p:spPr>
        <p:txBody>
          <a:bodyPr/>
          <a:lstStyle/>
          <a:p>
            <a:endParaRPr lang="en-NL"/>
          </a:p>
        </p:txBody>
      </p:sp>
      <p:sp>
        <p:nvSpPr>
          <p:cNvPr id="31" name="Shape 29"/>
          <p:cNvSpPr/>
          <p:nvPr/>
        </p:nvSpPr>
        <p:spPr>
          <a:xfrm>
            <a:off x="11460767" y="620852"/>
            <a:ext cx="57428" cy="57428"/>
          </a:xfrm>
          <a:prstGeom prst="ellipse">
            <a:avLst/>
          </a:prstGeom>
          <a:solidFill>
            <a:srgbClr val="000000"/>
          </a:solidFill>
          <a:ln/>
        </p:spPr>
        <p:txBody>
          <a:bodyPr/>
          <a:lstStyle/>
          <a:p>
            <a:endParaRPr lang="en-NL"/>
          </a:p>
        </p:txBody>
      </p:sp>
      <p:sp>
        <p:nvSpPr>
          <p:cNvPr id="32" name="Shape 30"/>
          <p:cNvSpPr/>
          <p:nvPr/>
        </p:nvSpPr>
        <p:spPr>
          <a:xfrm>
            <a:off x="11055219" y="640144"/>
            <a:ext cx="51718" cy="51718"/>
          </a:xfrm>
          <a:prstGeom prst="ellipse">
            <a:avLst/>
          </a:prstGeom>
          <a:solidFill>
            <a:srgbClr val="000000"/>
          </a:solidFill>
          <a:ln/>
        </p:spPr>
        <p:txBody>
          <a:bodyPr/>
          <a:lstStyle/>
          <a:p>
            <a:endParaRPr lang="en-NL"/>
          </a:p>
        </p:txBody>
      </p:sp>
      <p:sp>
        <p:nvSpPr>
          <p:cNvPr id="33" name="Shape 31"/>
          <p:cNvSpPr/>
          <p:nvPr/>
        </p:nvSpPr>
        <p:spPr>
          <a:xfrm>
            <a:off x="11539330" y="640266"/>
            <a:ext cx="51270" cy="51270"/>
          </a:xfrm>
          <a:prstGeom prst="ellipse">
            <a:avLst/>
          </a:prstGeom>
          <a:solidFill>
            <a:srgbClr val="000000"/>
          </a:solidFill>
          <a:ln/>
        </p:spPr>
        <p:txBody>
          <a:bodyPr/>
          <a:lstStyle/>
          <a:p>
            <a:endParaRPr lang="en-NL"/>
          </a:p>
        </p:txBody>
      </p:sp>
      <p:sp>
        <p:nvSpPr>
          <p:cNvPr id="34" name="Shape 32"/>
          <p:cNvSpPr/>
          <p:nvPr/>
        </p:nvSpPr>
        <p:spPr>
          <a:xfrm>
            <a:off x="11429576" y="682274"/>
            <a:ext cx="35627" cy="35627"/>
          </a:xfrm>
          <a:prstGeom prst="ellipse">
            <a:avLst/>
          </a:prstGeom>
          <a:solidFill>
            <a:srgbClr val="000000"/>
          </a:solidFill>
          <a:ln/>
        </p:spPr>
        <p:txBody>
          <a:bodyPr/>
          <a:lstStyle/>
          <a:p>
            <a:endParaRPr lang="en-NL"/>
          </a:p>
        </p:txBody>
      </p:sp>
      <p:sp>
        <p:nvSpPr>
          <p:cNvPr id="35" name="Shape 33"/>
          <p:cNvSpPr/>
          <p:nvPr/>
        </p:nvSpPr>
        <p:spPr>
          <a:xfrm>
            <a:off x="11004076" y="687222"/>
            <a:ext cx="34616" cy="34616"/>
          </a:xfrm>
          <a:prstGeom prst="ellipse">
            <a:avLst/>
          </a:prstGeom>
          <a:solidFill>
            <a:srgbClr val="000000"/>
          </a:solidFill>
          <a:ln/>
        </p:spPr>
        <p:txBody>
          <a:bodyPr/>
          <a:lstStyle/>
          <a:p>
            <a:endParaRPr lang="en-NL"/>
          </a:p>
        </p:txBody>
      </p:sp>
      <p:sp>
        <p:nvSpPr>
          <p:cNvPr id="36" name="Shape 34"/>
          <p:cNvSpPr/>
          <p:nvPr/>
        </p:nvSpPr>
        <p:spPr>
          <a:xfrm>
            <a:off x="11502052" y="685321"/>
            <a:ext cx="34270" cy="34270"/>
          </a:xfrm>
          <a:prstGeom prst="ellipse">
            <a:avLst/>
          </a:prstGeom>
          <a:solidFill>
            <a:srgbClr val="000000"/>
          </a:solidFill>
          <a:ln/>
        </p:spPr>
        <p:txBody>
          <a:bodyPr/>
          <a:lstStyle/>
          <a:p>
            <a:endParaRPr lang="en-NL"/>
          </a:p>
        </p:txBody>
      </p:sp>
      <p:sp>
        <p:nvSpPr>
          <p:cNvPr id="37" name="Shape 35"/>
          <p:cNvSpPr/>
          <p:nvPr/>
        </p:nvSpPr>
        <p:spPr>
          <a:xfrm>
            <a:off x="11606321" y="686422"/>
            <a:ext cx="35627" cy="35627"/>
          </a:xfrm>
          <a:prstGeom prst="ellipse">
            <a:avLst/>
          </a:prstGeom>
          <a:solidFill>
            <a:srgbClr val="000000"/>
          </a:solidFill>
          <a:ln/>
        </p:spPr>
        <p:txBody>
          <a:bodyPr/>
          <a:lstStyle/>
          <a:p>
            <a:endParaRPr lang="en-NL"/>
          </a:p>
        </p:txBody>
      </p:sp>
      <p:sp>
        <p:nvSpPr>
          <p:cNvPr id="38" name="Shape 36"/>
          <p:cNvSpPr/>
          <p:nvPr/>
        </p:nvSpPr>
        <p:spPr>
          <a:xfrm>
            <a:off x="11108908" y="688957"/>
            <a:ext cx="35294" cy="35294"/>
          </a:xfrm>
          <a:prstGeom prst="ellipse">
            <a:avLst/>
          </a:prstGeom>
          <a:solidFill>
            <a:srgbClr val="000000"/>
          </a:solidFill>
          <a:ln/>
        </p:spPr>
        <p:txBody>
          <a:bodyPr/>
          <a:lstStyle/>
          <a:p>
            <a:endParaRPr lang="en-NL"/>
          </a:p>
        </p:txBody>
      </p:sp>
      <p:sp>
        <p:nvSpPr>
          <p:cNvPr id="39" name="Shape 37"/>
          <p:cNvSpPr/>
          <p:nvPr/>
        </p:nvSpPr>
        <p:spPr>
          <a:xfrm>
            <a:off x="11179733" y="690371"/>
            <a:ext cx="36613" cy="36613"/>
          </a:xfrm>
          <a:prstGeom prst="ellipse">
            <a:avLst/>
          </a:prstGeom>
          <a:solidFill>
            <a:srgbClr val="000000"/>
          </a:solidFill>
          <a:ln/>
        </p:spPr>
        <p:txBody>
          <a:bodyPr/>
          <a:lstStyle/>
          <a:p>
            <a:endParaRPr lang="en-NL"/>
          </a:p>
        </p:txBody>
      </p:sp>
      <p:sp>
        <p:nvSpPr>
          <p:cNvPr id="40" name="Shape 38"/>
          <p:cNvSpPr/>
          <p:nvPr/>
        </p:nvSpPr>
        <p:spPr>
          <a:xfrm>
            <a:off x="11054764" y="716576"/>
            <a:ext cx="51936" cy="51936"/>
          </a:xfrm>
          <a:prstGeom prst="ellipse">
            <a:avLst/>
          </a:prstGeom>
          <a:solidFill>
            <a:srgbClr val="000000"/>
          </a:solidFill>
          <a:ln/>
        </p:spPr>
        <p:txBody>
          <a:bodyPr/>
          <a:lstStyle/>
          <a:p>
            <a:endParaRPr lang="en-NL"/>
          </a:p>
        </p:txBody>
      </p:sp>
      <p:sp>
        <p:nvSpPr>
          <p:cNvPr id="41" name="Shape 39"/>
          <p:cNvSpPr/>
          <p:nvPr/>
        </p:nvSpPr>
        <p:spPr>
          <a:xfrm>
            <a:off x="11539023" y="716851"/>
            <a:ext cx="51488" cy="51488"/>
          </a:xfrm>
          <a:prstGeom prst="ellipse">
            <a:avLst/>
          </a:prstGeom>
          <a:solidFill>
            <a:srgbClr val="000000"/>
          </a:solidFill>
          <a:ln/>
        </p:spPr>
        <p:txBody>
          <a:bodyPr/>
          <a:lstStyle/>
          <a:p>
            <a:endParaRPr lang="en-NL"/>
          </a:p>
        </p:txBody>
      </p:sp>
      <p:sp>
        <p:nvSpPr>
          <p:cNvPr id="42" name="Shape 40"/>
          <p:cNvSpPr/>
          <p:nvPr/>
        </p:nvSpPr>
        <p:spPr>
          <a:xfrm>
            <a:off x="11127490" y="729288"/>
            <a:ext cx="58222" cy="58222"/>
          </a:xfrm>
          <a:prstGeom prst="ellipse">
            <a:avLst/>
          </a:prstGeom>
          <a:solidFill>
            <a:srgbClr val="000000"/>
          </a:solidFill>
          <a:ln/>
        </p:spPr>
        <p:txBody>
          <a:bodyPr/>
          <a:lstStyle/>
          <a:p>
            <a:endParaRPr lang="en-NL"/>
          </a:p>
        </p:txBody>
      </p:sp>
      <p:sp>
        <p:nvSpPr>
          <p:cNvPr id="43" name="Shape 41"/>
          <p:cNvSpPr/>
          <p:nvPr/>
        </p:nvSpPr>
        <p:spPr>
          <a:xfrm>
            <a:off x="11460671" y="729781"/>
            <a:ext cx="57633" cy="57633"/>
          </a:xfrm>
          <a:prstGeom prst="ellipse">
            <a:avLst/>
          </a:prstGeom>
          <a:solidFill>
            <a:srgbClr val="000000"/>
          </a:solidFill>
          <a:ln/>
        </p:spPr>
        <p:txBody>
          <a:bodyPr/>
          <a:lstStyle/>
          <a:p>
            <a:endParaRPr lang="en-NL"/>
          </a:p>
        </p:txBody>
      </p:sp>
      <p:sp>
        <p:nvSpPr>
          <p:cNvPr id="44" name="Shape 42"/>
          <p:cNvSpPr/>
          <p:nvPr/>
        </p:nvSpPr>
        <p:spPr>
          <a:xfrm>
            <a:off x="11407973" y="756415"/>
            <a:ext cx="35960" cy="35960"/>
          </a:xfrm>
          <a:prstGeom prst="ellipse">
            <a:avLst/>
          </a:prstGeom>
          <a:solidFill>
            <a:srgbClr val="000000"/>
          </a:solidFill>
          <a:ln/>
        </p:spPr>
        <p:txBody>
          <a:bodyPr/>
          <a:lstStyle/>
          <a:p>
            <a:endParaRPr lang="en-NL"/>
          </a:p>
        </p:txBody>
      </p:sp>
      <p:sp>
        <p:nvSpPr>
          <p:cNvPr id="45" name="Shape 43"/>
          <p:cNvSpPr/>
          <p:nvPr/>
        </p:nvSpPr>
        <p:spPr>
          <a:xfrm>
            <a:off x="11207308" y="763884"/>
            <a:ext cx="34616" cy="34616"/>
          </a:xfrm>
          <a:prstGeom prst="ellipse">
            <a:avLst/>
          </a:prstGeom>
          <a:solidFill>
            <a:srgbClr val="000000"/>
          </a:solidFill>
          <a:ln/>
        </p:spPr>
        <p:txBody>
          <a:bodyPr/>
          <a:lstStyle/>
          <a:p>
            <a:endParaRPr lang="en-NL"/>
          </a:p>
        </p:txBody>
      </p:sp>
      <p:sp>
        <p:nvSpPr>
          <p:cNvPr id="46" name="Shape 44"/>
          <p:cNvSpPr/>
          <p:nvPr/>
        </p:nvSpPr>
        <p:spPr>
          <a:xfrm>
            <a:off x="11018670" y="780462"/>
            <a:ext cx="34616" cy="34616"/>
          </a:xfrm>
          <a:prstGeom prst="ellipse">
            <a:avLst/>
          </a:prstGeom>
          <a:solidFill>
            <a:srgbClr val="000000"/>
          </a:solidFill>
          <a:ln/>
        </p:spPr>
        <p:txBody>
          <a:bodyPr/>
          <a:lstStyle/>
          <a:p>
            <a:endParaRPr lang="en-NL"/>
          </a:p>
        </p:txBody>
      </p:sp>
      <p:sp>
        <p:nvSpPr>
          <p:cNvPr id="47" name="Shape 45"/>
          <p:cNvSpPr/>
          <p:nvPr/>
        </p:nvSpPr>
        <p:spPr>
          <a:xfrm>
            <a:off x="11591670" y="780123"/>
            <a:ext cx="35294" cy="35294"/>
          </a:xfrm>
          <a:prstGeom prst="ellipse">
            <a:avLst/>
          </a:prstGeom>
          <a:solidFill>
            <a:srgbClr val="000000"/>
          </a:solidFill>
          <a:ln/>
        </p:spPr>
        <p:txBody>
          <a:bodyPr/>
          <a:lstStyle/>
          <a:p>
            <a:endParaRPr lang="en-NL"/>
          </a:p>
        </p:txBody>
      </p:sp>
      <p:sp>
        <p:nvSpPr>
          <p:cNvPr id="48" name="Shape 46"/>
          <p:cNvSpPr/>
          <p:nvPr/>
        </p:nvSpPr>
        <p:spPr>
          <a:xfrm>
            <a:off x="11079010" y="790179"/>
            <a:ext cx="51270" cy="51270"/>
          </a:xfrm>
          <a:prstGeom prst="ellipse">
            <a:avLst/>
          </a:prstGeom>
          <a:solidFill>
            <a:srgbClr val="000000"/>
          </a:solidFill>
          <a:ln/>
        </p:spPr>
        <p:txBody>
          <a:bodyPr/>
          <a:lstStyle/>
          <a:p>
            <a:endParaRPr lang="en-NL"/>
          </a:p>
        </p:txBody>
      </p:sp>
      <p:sp>
        <p:nvSpPr>
          <p:cNvPr id="49" name="Shape 47"/>
          <p:cNvSpPr/>
          <p:nvPr/>
        </p:nvSpPr>
        <p:spPr>
          <a:xfrm>
            <a:off x="11515218" y="789692"/>
            <a:ext cx="52602" cy="52602"/>
          </a:xfrm>
          <a:prstGeom prst="ellipse">
            <a:avLst/>
          </a:prstGeom>
          <a:solidFill>
            <a:srgbClr val="000000"/>
          </a:solidFill>
          <a:ln/>
        </p:spPr>
        <p:txBody>
          <a:bodyPr/>
          <a:lstStyle/>
          <a:p>
            <a:endParaRPr lang="en-NL"/>
          </a:p>
        </p:txBody>
      </p:sp>
      <p:sp>
        <p:nvSpPr>
          <p:cNvPr id="50" name="Shape 48"/>
          <p:cNvSpPr/>
          <p:nvPr/>
        </p:nvSpPr>
        <p:spPr>
          <a:xfrm>
            <a:off x="11147371" y="803460"/>
            <a:ext cx="35627" cy="35627"/>
          </a:xfrm>
          <a:prstGeom prst="ellipse">
            <a:avLst/>
          </a:prstGeom>
          <a:solidFill>
            <a:srgbClr val="000000"/>
          </a:solidFill>
          <a:ln/>
        </p:spPr>
        <p:txBody>
          <a:bodyPr/>
          <a:lstStyle/>
          <a:p>
            <a:endParaRPr lang="en-NL"/>
          </a:p>
        </p:txBody>
      </p:sp>
      <p:sp>
        <p:nvSpPr>
          <p:cNvPr id="51" name="Shape 49"/>
          <p:cNvSpPr/>
          <p:nvPr/>
        </p:nvSpPr>
        <p:spPr>
          <a:xfrm>
            <a:off x="11347786" y="804293"/>
            <a:ext cx="35294" cy="35294"/>
          </a:xfrm>
          <a:prstGeom prst="ellipse">
            <a:avLst/>
          </a:prstGeom>
          <a:solidFill>
            <a:srgbClr val="000000"/>
          </a:solidFill>
          <a:ln/>
        </p:spPr>
        <p:txBody>
          <a:bodyPr/>
          <a:lstStyle/>
          <a:p>
            <a:endParaRPr lang="en-NL"/>
          </a:p>
        </p:txBody>
      </p:sp>
      <p:sp>
        <p:nvSpPr>
          <p:cNvPr id="52" name="Shape 50"/>
          <p:cNvSpPr/>
          <p:nvPr/>
        </p:nvSpPr>
        <p:spPr>
          <a:xfrm>
            <a:off x="11465119" y="800919"/>
            <a:ext cx="34961" cy="34961"/>
          </a:xfrm>
          <a:prstGeom prst="ellipse">
            <a:avLst/>
          </a:prstGeom>
          <a:solidFill>
            <a:srgbClr val="000000"/>
          </a:solidFill>
          <a:ln/>
        </p:spPr>
        <p:txBody>
          <a:bodyPr/>
          <a:lstStyle/>
          <a:p>
            <a:endParaRPr lang="en-NL"/>
          </a:p>
        </p:txBody>
      </p:sp>
      <p:sp>
        <p:nvSpPr>
          <p:cNvPr id="53" name="Shape 51"/>
          <p:cNvSpPr/>
          <p:nvPr/>
        </p:nvSpPr>
        <p:spPr>
          <a:xfrm>
            <a:off x="11270669" y="806590"/>
            <a:ext cx="35627" cy="35627"/>
          </a:xfrm>
          <a:prstGeom prst="ellipse">
            <a:avLst/>
          </a:prstGeom>
          <a:solidFill>
            <a:srgbClr val="000000"/>
          </a:solidFill>
          <a:ln/>
        </p:spPr>
        <p:txBody>
          <a:bodyPr/>
          <a:lstStyle/>
          <a:p>
            <a:endParaRPr lang="en-NL"/>
          </a:p>
        </p:txBody>
      </p:sp>
      <p:sp>
        <p:nvSpPr>
          <p:cNvPr id="54" name="Shape 52"/>
          <p:cNvSpPr/>
          <p:nvPr/>
        </p:nvSpPr>
        <p:spPr>
          <a:xfrm>
            <a:off x="11191498" y="817766"/>
            <a:ext cx="57633" cy="57633"/>
          </a:xfrm>
          <a:prstGeom prst="ellipse">
            <a:avLst/>
          </a:prstGeom>
          <a:solidFill>
            <a:srgbClr val="000000"/>
          </a:solidFill>
          <a:ln/>
        </p:spPr>
        <p:txBody>
          <a:bodyPr/>
          <a:lstStyle/>
          <a:p>
            <a:endParaRPr lang="en-NL"/>
          </a:p>
        </p:txBody>
      </p:sp>
      <p:sp>
        <p:nvSpPr>
          <p:cNvPr id="55" name="Shape 53"/>
          <p:cNvSpPr/>
          <p:nvPr/>
        </p:nvSpPr>
        <p:spPr>
          <a:xfrm>
            <a:off x="11396573" y="817888"/>
            <a:ext cx="57633" cy="57633"/>
          </a:xfrm>
          <a:prstGeom prst="ellipse">
            <a:avLst/>
          </a:prstGeom>
          <a:solidFill>
            <a:srgbClr val="000000"/>
          </a:solidFill>
          <a:ln/>
        </p:spPr>
        <p:txBody>
          <a:bodyPr/>
          <a:lstStyle/>
          <a:p>
            <a:endParaRPr lang="en-NL"/>
          </a:p>
        </p:txBody>
      </p:sp>
      <p:sp>
        <p:nvSpPr>
          <p:cNvPr id="56" name="Shape 54"/>
          <p:cNvSpPr/>
          <p:nvPr/>
        </p:nvSpPr>
        <p:spPr>
          <a:xfrm>
            <a:off x="11123445" y="851985"/>
            <a:ext cx="52167" cy="52167"/>
          </a:xfrm>
          <a:prstGeom prst="ellipse">
            <a:avLst/>
          </a:prstGeom>
          <a:solidFill>
            <a:srgbClr val="000000"/>
          </a:solidFill>
          <a:ln/>
        </p:spPr>
        <p:txBody>
          <a:bodyPr/>
          <a:lstStyle/>
          <a:p>
            <a:endParaRPr lang="en-NL"/>
          </a:p>
        </p:txBody>
      </p:sp>
      <p:sp>
        <p:nvSpPr>
          <p:cNvPr id="57" name="Shape 55"/>
          <p:cNvSpPr/>
          <p:nvPr/>
        </p:nvSpPr>
        <p:spPr>
          <a:xfrm>
            <a:off x="11294647" y="851390"/>
            <a:ext cx="57223" cy="57223"/>
          </a:xfrm>
          <a:prstGeom prst="ellipse">
            <a:avLst/>
          </a:prstGeom>
          <a:solidFill>
            <a:srgbClr val="000000"/>
          </a:solidFill>
          <a:ln/>
        </p:spPr>
        <p:txBody>
          <a:bodyPr/>
          <a:lstStyle/>
          <a:p>
            <a:endParaRPr lang="en-NL"/>
          </a:p>
        </p:txBody>
      </p:sp>
      <p:sp>
        <p:nvSpPr>
          <p:cNvPr id="58" name="Shape 56"/>
          <p:cNvSpPr/>
          <p:nvPr/>
        </p:nvSpPr>
        <p:spPr>
          <a:xfrm>
            <a:off x="11470202" y="852382"/>
            <a:ext cx="52384" cy="52384"/>
          </a:xfrm>
          <a:prstGeom prst="ellipse">
            <a:avLst/>
          </a:prstGeom>
          <a:solidFill>
            <a:srgbClr val="000000"/>
          </a:solidFill>
          <a:ln/>
        </p:spPr>
        <p:txBody>
          <a:bodyPr/>
          <a:lstStyle/>
          <a:p>
            <a:endParaRPr lang="en-NL"/>
          </a:p>
        </p:txBody>
      </p:sp>
      <p:sp>
        <p:nvSpPr>
          <p:cNvPr id="59" name="Shape 57"/>
          <p:cNvSpPr/>
          <p:nvPr/>
        </p:nvSpPr>
        <p:spPr>
          <a:xfrm>
            <a:off x="11060774" y="864607"/>
            <a:ext cx="35627" cy="35627"/>
          </a:xfrm>
          <a:prstGeom prst="ellipse">
            <a:avLst/>
          </a:prstGeom>
          <a:solidFill>
            <a:srgbClr val="000000"/>
          </a:solidFill>
          <a:ln/>
        </p:spPr>
        <p:txBody>
          <a:bodyPr/>
          <a:lstStyle/>
          <a:p>
            <a:endParaRPr lang="en-NL"/>
          </a:p>
        </p:txBody>
      </p:sp>
      <p:sp>
        <p:nvSpPr>
          <p:cNvPr id="60" name="Shape 58"/>
          <p:cNvSpPr/>
          <p:nvPr/>
        </p:nvSpPr>
        <p:spPr>
          <a:xfrm>
            <a:off x="11548733" y="864185"/>
            <a:ext cx="35627" cy="35627"/>
          </a:xfrm>
          <a:prstGeom prst="ellipse">
            <a:avLst/>
          </a:prstGeom>
          <a:solidFill>
            <a:srgbClr val="000000"/>
          </a:solidFill>
          <a:ln/>
        </p:spPr>
        <p:txBody>
          <a:bodyPr/>
          <a:lstStyle/>
          <a:p>
            <a:endParaRPr lang="en-NL"/>
          </a:p>
        </p:txBody>
      </p:sp>
      <p:sp>
        <p:nvSpPr>
          <p:cNvPr id="61" name="Shape 59"/>
          <p:cNvSpPr/>
          <p:nvPr/>
        </p:nvSpPr>
        <p:spPr>
          <a:xfrm>
            <a:off x="11246231" y="873908"/>
            <a:ext cx="35627" cy="35627"/>
          </a:xfrm>
          <a:prstGeom prst="ellipse">
            <a:avLst/>
          </a:prstGeom>
          <a:solidFill>
            <a:srgbClr val="000000"/>
          </a:solidFill>
          <a:ln/>
        </p:spPr>
        <p:txBody>
          <a:bodyPr/>
          <a:lstStyle/>
          <a:p>
            <a:endParaRPr lang="en-NL"/>
          </a:p>
        </p:txBody>
      </p:sp>
      <p:sp>
        <p:nvSpPr>
          <p:cNvPr id="62" name="Shape 60"/>
          <p:cNvSpPr/>
          <p:nvPr/>
        </p:nvSpPr>
        <p:spPr>
          <a:xfrm>
            <a:off x="11367418" y="872896"/>
            <a:ext cx="35627" cy="35627"/>
          </a:xfrm>
          <a:prstGeom prst="ellipse">
            <a:avLst/>
          </a:prstGeom>
          <a:solidFill>
            <a:srgbClr val="000000"/>
          </a:solidFill>
          <a:ln/>
        </p:spPr>
        <p:txBody>
          <a:bodyPr/>
          <a:lstStyle/>
          <a:p>
            <a:endParaRPr lang="en-NL"/>
          </a:p>
        </p:txBody>
      </p:sp>
      <p:sp>
        <p:nvSpPr>
          <p:cNvPr id="63" name="Shape 61"/>
          <p:cNvSpPr/>
          <p:nvPr/>
        </p:nvSpPr>
        <p:spPr>
          <a:xfrm>
            <a:off x="11185366" y="897322"/>
            <a:ext cx="51936" cy="51936"/>
          </a:xfrm>
          <a:prstGeom prst="ellipse">
            <a:avLst/>
          </a:prstGeom>
          <a:solidFill>
            <a:srgbClr val="000000"/>
          </a:solidFill>
          <a:ln/>
        </p:spPr>
        <p:txBody>
          <a:bodyPr/>
          <a:lstStyle/>
          <a:p>
            <a:endParaRPr lang="en-NL"/>
          </a:p>
        </p:txBody>
      </p:sp>
      <p:sp>
        <p:nvSpPr>
          <p:cNvPr id="64" name="Shape 62"/>
          <p:cNvSpPr/>
          <p:nvPr/>
        </p:nvSpPr>
        <p:spPr>
          <a:xfrm>
            <a:off x="11407845" y="897655"/>
            <a:ext cx="52602" cy="52602"/>
          </a:xfrm>
          <a:prstGeom prst="ellipse">
            <a:avLst/>
          </a:prstGeom>
          <a:solidFill>
            <a:srgbClr val="000000"/>
          </a:solidFill>
          <a:ln/>
        </p:spPr>
        <p:txBody>
          <a:bodyPr/>
          <a:lstStyle/>
          <a:p>
            <a:endParaRPr lang="en-NL"/>
          </a:p>
        </p:txBody>
      </p:sp>
      <p:sp>
        <p:nvSpPr>
          <p:cNvPr id="65" name="Shape 63"/>
          <p:cNvSpPr/>
          <p:nvPr/>
        </p:nvSpPr>
        <p:spPr>
          <a:xfrm>
            <a:off x="11258822" y="921466"/>
            <a:ext cx="51270" cy="51270"/>
          </a:xfrm>
          <a:prstGeom prst="ellipse">
            <a:avLst/>
          </a:prstGeom>
          <a:solidFill>
            <a:srgbClr val="000000"/>
          </a:solidFill>
          <a:ln/>
        </p:spPr>
        <p:txBody>
          <a:bodyPr/>
          <a:lstStyle/>
          <a:p>
            <a:endParaRPr lang="en-NL"/>
          </a:p>
        </p:txBody>
      </p:sp>
      <p:sp>
        <p:nvSpPr>
          <p:cNvPr id="66" name="Shape 64"/>
          <p:cNvSpPr/>
          <p:nvPr/>
        </p:nvSpPr>
        <p:spPr>
          <a:xfrm>
            <a:off x="11335350" y="921504"/>
            <a:ext cx="51270" cy="51270"/>
          </a:xfrm>
          <a:prstGeom prst="ellipse">
            <a:avLst/>
          </a:prstGeom>
          <a:solidFill>
            <a:srgbClr val="000000"/>
          </a:solidFill>
          <a:ln/>
        </p:spPr>
        <p:txBody>
          <a:bodyPr/>
          <a:lstStyle/>
          <a:p>
            <a:endParaRPr lang="en-NL"/>
          </a:p>
        </p:txBody>
      </p:sp>
      <p:sp>
        <p:nvSpPr>
          <p:cNvPr id="67" name="Shape 65"/>
          <p:cNvSpPr/>
          <p:nvPr/>
        </p:nvSpPr>
        <p:spPr>
          <a:xfrm>
            <a:off x="11127388" y="931368"/>
            <a:ext cx="35294" cy="35294"/>
          </a:xfrm>
          <a:prstGeom prst="ellipse">
            <a:avLst/>
          </a:prstGeom>
          <a:solidFill>
            <a:srgbClr val="000000"/>
          </a:solidFill>
          <a:ln/>
        </p:spPr>
        <p:txBody>
          <a:bodyPr/>
          <a:lstStyle/>
          <a:p>
            <a:endParaRPr lang="en-NL"/>
          </a:p>
        </p:txBody>
      </p:sp>
      <p:sp>
        <p:nvSpPr>
          <p:cNvPr id="68" name="Shape 66"/>
          <p:cNvSpPr/>
          <p:nvPr/>
        </p:nvSpPr>
        <p:spPr>
          <a:xfrm>
            <a:off x="11481979" y="931035"/>
            <a:ext cx="35960" cy="35960"/>
          </a:xfrm>
          <a:prstGeom prst="ellipse">
            <a:avLst/>
          </a:prstGeom>
          <a:solidFill>
            <a:srgbClr val="000000"/>
          </a:solidFill>
          <a:ln/>
        </p:spPr>
        <p:txBody>
          <a:bodyPr/>
          <a:lstStyle/>
          <a:p>
            <a:endParaRPr lang="en-NL"/>
          </a:p>
        </p:txBody>
      </p:sp>
      <p:sp>
        <p:nvSpPr>
          <p:cNvPr id="69" name="Shape 67"/>
          <p:cNvSpPr/>
          <p:nvPr/>
        </p:nvSpPr>
        <p:spPr>
          <a:xfrm>
            <a:off x="11211987" y="974695"/>
            <a:ext cx="34961" cy="34961"/>
          </a:xfrm>
          <a:prstGeom prst="ellipse">
            <a:avLst/>
          </a:prstGeom>
          <a:solidFill>
            <a:srgbClr val="000000"/>
          </a:solidFill>
          <a:ln/>
        </p:spPr>
        <p:txBody>
          <a:bodyPr/>
          <a:lstStyle/>
          <a:p>
            <a:endParaRPr lang="en-NL"/>
          </a:p>
        </p:txBody>
      </p:sp>
      <p:sp>
        <p:nvSpPr>
          <p:cNvPr id="70" name="Shape 68"/>
          <p:cNvSpPr/>
          <p:nvPr/>
        </p:nvSpPr>
        <p:spPr>
          <a:xfrm>
            <a:off x="11398461" y="974695"/>
            <a:ext cx="34961" cy="34961"/>
          </a:xfrm>
          <a:prstGeom prst="ellipse">
            <a:avLst/>
          </a:prstGeom>
          <a:solidFill>
            <a:srgbClr val="000000"/>
          </a:solidFill>
          <a:ln/>
        </p:spPr>
        <p:txBody>
          <a:bodyPr/>
          <a:lstStyle/>
          <a:p>
            <a:endParaRPr lang="en-NL"/>
          </a:p>
        </p:txBody>
      </p:sp>
      <p:sp>
        <p:nvSpPr>
          <p:cNvPr id="71" name="Shape 69"/>
          <p:cNvSpPr/>
          <p:nvPr/>
        </p:nvSpPr>
        <p:spPr>
          <a:xfrm>
            <a:off x="11304837" y="988501"/>
            <a:ext cx="35627" cy="35627"/>
          </a:xfrm>
          <a:prstGeom prst="ellipse">
            <a:avLst/>
          </a:prstGeom>
          <a:solidFill>
            <a:srgbClr val="000000"/>
          </a:solidFill>
          <a:ln/>
        </p:spPr>
        <p:txBody>
          <a:bodyPr/>
          <a:lstStyle/>
          <a:p>
            <a:endParaRPr lang="en-NL"/>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900" dirty="0">
                <a:solidFill>
                  <a:srgbClr val="3D68EC"/>
                </a:solidFill>
                <a:latin typeface="General Sans Semibold" pitchFamily="34" charset="0"/>
                <a:ea typeface="General Sans Semibold" pitchFamily="34" charset="-122"/>
                <a:cs typeface="General Sans Semibold" pitchFamily="34" charset="-120"/>
              </a:rPr>
              <a:t>AI bouwt: jij geeft de opdracht en keurt goed</a:t>
            </a:r>
            <a:endParaRPr lang="en-US" sz="2900" dirty="0"/>
          </a:p>
        </p:txBody>
      </p:sp>
      <p:pic>
        <p:nvPicPr>
          <p:cNvPr id="73" name="Image 0" descr="Lijngrafiek: aandeel R&amp;D-taken waarin AI assisteert, samenwerkt en bouwt"/>
          <p:cNvPicPr>
            <a:picLocks noChangeAspect="1"/>
          </p:cNvPicPr>
          <p:nvPr/>
        </p:nvPicPr>
        <p:blipFill>
          <a:blip r:embed="rId3"/>
          <a:stretch>
            <a:fillRect/>
          </a:stretch>
        </p:blipFill>
        <p:spPr>
          <a:xfrm>
            <a:off x="548640" y="1628223"/>
            <a:ext cx="7071055" cy="3830155"/>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a:t>
            </a:r>
            <a:r>
              <a:rPr lang="en-US" sz="1800" dirty="0">
                <a:solidFill>
                  <a:srgbClr val="000000"/>
                </a:solidFill>
                <a:latin typeface="General Sans" pitchFamily="34" charset="0"/>
                <a:ea typeface="General Sans" pitchFamily="34" charset="-122"/>
                <a:cs typeface="General Sans" pitchFamily="34" charset="-120"/>
              </a:rPr>
              <a:t> "Welke eerstejaars stoppen binnen een jaar?" AI rekent en bouwt het dashboard.</a:t>
            </a:r>
            <a:endParaRPr lang="en-US" sz="1800" dirty="0"/>
          </a:p>
          <a:p>
            <a:pPr marL="0" indent="0" algn="l">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a:t>
            </a:r>
            <a:r>
              <a:rPr lang="en-US" sz="1800" dirty="0">
                <a:solidFill>
                  <a:srgbClr val="000000"/>
                </a:solidFill>
                <a:latin typeface="General Sans" pitchFamily="34" charset="0"/>
                <a:ea typeface="General Sans" pitchFamily="34" charset="-122"/>
                <a:cs typeface="General Sans" pitchFamily="34" charset="-120"/>
              </a:rPr>
              <a:t> "Voorspel uitval." AI doet het traject van data tot evaluatie.</a:t>
            </a:r>
            <a:endParaRPr lang="en-US" sz="1800" dirty="0"/>
          </a:p>
          <a:p>
            <a:pPr marL="0" indent="0" algn="l">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Oog 1 en 2:</a:t>
            </a:r>
            <a:r>
              <a:rPr lang="en-US" sz="1800" dirty="0">
                <a:solidFill>
                  <a:srgbClr val="000000"/>
                </a:solidFill>
                <a:latin typeface="General Sans" pitchFamily="34" charset="0"/>
                <a:ea typeface="General Sans" pitchFamily="34" charset="-122"/>
                <a:cs typeface="General Sans" pitchFamily="34" charset="-120"/>
              </a:rPr>
              <a:t> AI bouwt. </a:t>
            </a:r>
            <a:r>
              <a:rPr lang="en-US" sz="1800" dirty="0">
                <a:solidFill>
                  <a:srgbClr val="00AF81"/>
                </a:solidFill>
                <a:latin typeface="General Sans Semibold" pitchFamily="34" charset="0"/>
                <a:ea typeface="General Sans Semibold" pitchFamily="34" charset="-122"/>
                <a:cs typeface="General Sans Semibold" pitchFamily="34" charset="-120"/>
              </a:rPr>
              <a:t>Oog 3 en 4:</a:t>
            </a:r>
            <a:r>
              <a:rPr lang="en-US" sz="1800" dirty="0">
                <a:solidFill>
                  <a:srgbClr val="000000"/>
                </a:solidFill>
                <a:latin typeface="General Sans" pitchFamily="34" charset="0"/>
                <a:ea typeface="General Sans" pitchFamily="34" charset="-122"/>
                <a:cs typeface="General Sans" pitchFamily="34" charset="-120"/>
              </a:rPr>
              <a:t> jij keurt goed.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De agent is je collega, de skill is de werkinstructie</a:t>
            </a:r>
            <a:endParaRPr lang="en-US" sz="2500" dirty="0"/>
          </a:p>
        </p:txBody>
      </p:sp>
      <p:sp>
        <p:nvSpPr>
          <p:cNvPr id="73" name="Shape 71"/>
          <p:cNvSpPr/>
          <p:nvPr/>
        </p:nvSpPr>
        <p:spPr>
          <a:xfrm>
            <a:off x="548640" y="1371600"/>
            <a:ext cx="3515258" cy="2713482"/>
          </a:xfrm>
          <a:prstGeom prst="roundRect">
            <a:avLst>
              <a:gd name="adj" fmla="val 3180"/>
            </a:avLst>
          </a:prstGeom>
          <a:solidFill>
            <a:srgbClr val="3D68EC"/>
          </a:solidFill>
          <a:ln/>
        </p:spPr>
        <p:txBody>
          <a:bodyPr/>
          <a:lstStyle/>
          <a:p>
            <a:endParaRPr/>
          </a:p>
        </p:txBody>
      </p:sp>
      <p:pic>
        <p:nvPicPr>
          <p:cNvPr id="74" name="Image 0" descr="exports\_hulp3\img\Laptopman.png"/>
          <p:cNvPicPr>
            <a:picLocks noChangeAspect="1"/>
          </p:cNvPicPr>
          <p:nvPr/>
        </p:nvPicPr>
        <p:blipFill>
          <a:blip r:embed="rId3"/>
          <a:stretch>
            <a:fillRect/>
          </a:stretch>
        </p:blipFill>
        <p:spPr>
          <a:xfrm>
            <a:off x="2875178" y="1554480"/>
            <a:ext cx="1005840" cy="1005840"/>
          </a:xfrm>
          <a:prstGeom prst="rect">
            <a:avLst/>
          </a:prstGeom>
        </p:spPr>
      </p:pic>
      <p:sp>
        <p:nvSpPr>
          <p:cNvPr id="75" name="Text 72"/>
          <p:cNvSpPr/>
          <p:nvPr/>
        </p:nvSpPr>
        <p:spPr>
          <a:xfrm>
            <a:off x="822960" y="164592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6" name="Text 73"/>
          <p:cNvSpPr/>
          <p:nvPr/>
        </p:nvSpPr>
        <p:spPr>
          <a:xfrm>
            <a:off x="822960" y="225856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WIE</a:t>
            </a:r>
            <a:endParaRPr lang="en-US" sz="1100" dirty="0"/>
          </a:p>
        </p:txBody>
      </p:sp>
      <p:sp>
        <p:nvSpPr>
          <p:cNvPr id="77" name="Text 74"/>
          <p:cNvSpPr/>
          <p:nvPr/>
        </p:nvSpPr>
        <p:spPr>
          <a:xfrm>
            <a:off x="822960" y="260604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De collega die het werk doet</a:t>
            </a:r>
            <a:endParaRPr lang="en-US" sz="1500" dirty="0"/>
          </a:p>
        </p:txBody>
      </p:sp>
      <p:sp>
        <p:nvSpPr>
          <p:cNvPr id="78" name="Text 75"/>
          <p:cNvSpPr/>
          <p:nvPr/>
        </p:nvSpPr>
        <p:spPr>
          <a:xfrm>
            <a:off x="822960" y="3284220"/>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6"/>
          <p:cNvSpPr/>
          <p:nvPr/>
        </p:nvSpPr>
        <p:spPr>
          <a:xfrm>
            <a:off x="822960" y="3631692"/>
            <a:ext cx="296661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Claude Code</a:t>
            </a:r>
            <a:endParaRPr lang="en-US" sz="1500" dirty="0"/>
          </a:p>
        </p:txBody>
      </p:sp>
      <p:sp>
        <p:nvSpPr>
          <p:cNvPr id="80" name="Shape 77"/>
          <p:cNvSpPr/>
          <p:nvPr/>
        </p:nvSpPr>
        <p:spPr>
          <a:xfrm>
            <a:off x="4338218" y="1371600"/>
            <a:ext cx="3515258" cy="2713482"/>
          </a:xfrm>
          <a:prstGeom prst="roundRect">
            <a:avLst>
              <a:gd name="adj" fmla="val 3180"/>
            </a:avLst>
          </a:prstGeom>
          <a:solidFill>
            <a:srgbClr val="DD784B"/>
          </a:solidFill>
          <a:ln/>
        </p:spPr>
        <p:txBody>
          <a:bodyPr/>
          <a:lstStyle/>
          <a:p>
            <a:endParaRPr/>
          </a:p>
        </p:txBody>
      </p:sp>
      <p:pic>
        <p:nvPicPr>
          <p:cNvPr id="81" name="Image 1" descr="exports\_hulp3\img\gesprek.png"/>
          <p:cNvPicPr>
            <a:picLocks noChangeAspect="1"/>
          </p:cNvPicPr>
          <p:nvPr/>
        </p:nvPicPr>
        <p:blipFill>
          <a:blip r:embed="rId4"/>
          <a:stretch>
            <a:fillRect/>
          </a:stretch>
        </p:blipFill>
        <p:spPr>
          <a:xfrm>
            <a:off x="6664757" y="1554480"/>
            <a:ext cx="1005840" cy="1005840"/>
          </a:xfrm>
          <a:prstGeom prst="rect">
            <a:avLst/>
          </a:prstGeom>
        </p:spPr>
      </p:pic>
      <p:sp>
        <p:nvSpPr>
          <p:cNvPr id="82" name="Text 78"/>
          <p:cNvSpPr/>
          <p:nvPr/>
        </p:nvSpPr>
        <p:spPr>
          <a:xfrm>
            <a:off x="4612538" y="164592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3" name="Text 79"/>
          <p:cNvSpPr/>
          <p:nvPr/>
        </p:nvSpPr>
        <p:spPr>
          <a:xfrm>
            <a:off x="4612538" y="225856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WAT</a:t>
            </a:r>
            <a:endParaRPr lang="en-US" sz="1100" dirty="0"/>
          </a:p>
        </p:txBody>
      </p:sp>
      <p:sp>
        <p:nvSpPr>
          <p:cNvPr id="84" name="Text 80"/>
          <p:cNvSpPr/>
          <p:nvPr/>
        </p:nvSpPr>
        <p:spPr>
          <a:xfrm>
            <a:off x="4612538" y="260604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losse vraag. Elke keer anders.</a:t>
            </a:r>
            <a:endParaRPr lang="en-US" sz="1500" dirty="0"/>
          </a:p>
        </p:txBody>
      </p:sp>
      <p:sp>
        <p:nvSpPr>
          <p:cNvPr id="85" name="Text 81"/>
          <p:cNvSpPr/>
          <p:nvPr/>
        </p:nvSpPr>
        <p:spPr>
          <a:xfrm>
            <a:off x="4612538" y="3284220"/>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2"/>
          <p:cNvSpPr/>
          <p:nvPr/>
        </p:nvSpPr>
        <p:spPr>
          <a:xfrm>
            <a:off x="4612538" y="3631692"/>
            <a:ext cx="296661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"Laat zien wie er uitvalt"</a:t>
            </a:r>
            <a:endParaRPr lang="en-US" sz="1500" dirty="0"/>
          </a:p>
        </p:txBody>
      </p:sp>
      <p:sp>
        <p:nvSpPr>
          <p:cNvPr id="87" name="Shape 83"/>
          <p:cNvSpPr/>
          <p:nvPr/>
        </p:nvSpPr>
        <p:spPr>
          <a:xfrm>
            <a:off x="8127797" y="1371600"/>
            <a:ext cx="3515258" cy="2713482"/>
          </a:xfrm>
          <a:prstGeom prst="roundRect">
            <a:avLst>
              <a:gd name="adj" fmla="val 3180"/>
            </a:avLst>
          </a:prstGeom>
          <a:solidFill>
            <a:srgbClr val="00AF81"/>
          </a:solidFill>
          <a:ln/>
        </p:spPr>
        <p:txBody>
          <a:bodyPr/>
          <a:lstStyle/>
          <a:p>
            <a:endParaRPr/>
          </a:p>
        </p:txBody>
      </p:sp>
      <p:pic>
        <p:nvPicPr>
          <p:cNvPr id="88" name="Image 2" descr="exports\_hulp3\img\Document.png"/>
          <p:cNvPicPr>
            <a:picLocks noChangeAspect="1"/>
          </p:cNvPicPr>
          <p:nvPr/>
        </p:nvPicPr>
        <p:blipFill>
          <a:blip r:embed="rId5"/>
          <a:stretch>
            <a:fillRect/>
          </a:stretch>
        </p:blipFill>
        <p:spPr>
          <a:xfrm>
            <a:off x="10454335" y="1554480"/>
            <a:ext cx="1005840" cy="1005840"/>
          </a:xfrm>
          <a:prstGeom prst="rect">
            <a:avLst/>
          </a:prstGeom>
        </p:spPr>
      </p:pic>
      <p:sp>
        <p:nvSpPr>
          <p:cNvPr id="89" name="Text 84"/>
          <p:cNvSpPr/>
          <p:nvPr/>
        </p:nvSpPr>
        <p:spPr>
          <a:xfrm>
            <a:off x="8402117" y="164592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0" name="Text 85"/>
          <p:cNvSpPr/>
          <p:nvPr/>
        </p:nvSpPr>
        <p:spPr>
          <a:xfrm>
            <a:off x="8402117" y="225856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WAT</a:t>
            </a:r>
            <a:endParaRPr lang="en-US" sz="1100" dirty="0"/>
          </a:p>
        </p:txBody>
      </p:sp>
      <p:sp>
        <p:nvSpPr>
          <p:cNvPr id="91" name="Text 86"/>
          <p:cNvSpPr/>
          <p:nvPr/>
        </p:nvSpPr>
        <p:spPr>
          <a:xfrm>
            <a:off x="8402117" y="260604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Vaste stappen en definities: consistentere uitkomst.</a:t>
            </a:r>
            <a:endParaRPr lang="en-US" sz="1500" dirty="0"/>
          </a:p>
        </p:txBody>
      </p:sp>
      <p:sp>
        <p:nvSpPr>
          <p:cNvPr id="92" name="Text 87"/>
          <p:cNvSpPr/>
          <p:nvPr/>
        </p:nvSpPr>
        <p:spPr>
          <a:xfrm>
            <a:off x="8402117" y="3284220"/>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88"/>
          <p:cNvSpPr/>
          <p:nvPr/>
        </p:nvSpPr>
        <p:spPr>
          <a:xfrm>
            <a:off x="8402117" y="3631692"/>
            <a:ext cx="296661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/1-verkennen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NL"/>
          </a:p>
        </p:txBody>
      </p:sp>
      <p:sp>
        <p:nvSpPr>
          <p:cNvPr id="3" name="Shape 1"/>
          <p:cNvSpPr/>
          <p:nvPr/>
        </p:nvSpPr>
        <p:spPr>
          <a:xfrm>
            <a:off x="11212173" y="399224"/>
            <a:ext cx="34616" cy="34616"/>
          </a:xfrm>
          <a:prstGeom prst="ellipse">
            <a:avLst/>
          </a:prstGeom>
          <a:solidFill>
            <a:srgbClr val="000000"/>
          </a:solidFill>
          <a:ln/>
        </p:spPr>
        <p:txBody>
          <a:bodyPr/>
          <a:lstStyle/>
          <a:p>
            <a:endParaRPr lang="en-NL"/>
          </a:p>
        </p:txBody>
      </p:sp>
      <p:sp>
        <p:nvSpPr>
          <p:cNvPr id="4" name="Shape 2"/>
          <p:cNvSpPr/>
          <p:nvPr/>
        </p:nvSpPr>
        <p:spPr>
          <a:xfrm>
            <a:off x="11398641" y="399224"/>
            <a:ext cx="34616" cy="34616"/>
          </a:xfrm>
          <a:prstGeom prst="ellipse">
            <a:avLst/>
          </a:prstGeom>
          <a:solidFill>
            <a:srgbClr val="000000"/>
          </a:solidFill>
          <a:ln/>
        </p:spPr>
        <p:txBody>
          <a:bodyPr/>
          <a:lstStyle/>
          <a:p>
            <a:endParaRPr lang="en-NL"/>
          </a:p>
        </p:txBody>
      </p:sp>
      <p:sp>
        <p:nvSpPr>
          <p:cNvPr id="5" name="Shape 3"/>
          <p:cNvSpPr/>
          <p:nvPr/>
        </p:nvSpPr>
        <p:spPr>
          <a:xfrm>
            <a:off x="11258374" y="435357"/>
            <a:ext cx="51936" cy="51936"/>
          </a:xfrm>
          <a:prstGeom prst="ellipse">
            <a:avLst/>
          </a:prstGeom>
          <a:solidFill>
            <a:srgbClr val="000000"/>
          </a:solidFill>
          <a:ln/>
        </p:spPr>
        <p:txBody>
          <a:bodyPr/>
          <a:lstStyle/>
          <a:p>
            <a:endParaRPr lang="en-NL"/>
          </a:p>
        </p:txBody>
      </p:sp>
      <p:sp>
        <p:nvSpPr>
          <p:cNvPr id="6" name="Shape 4"/>
          <p:cNvSpPr/>
          <p:nvPr/>
        </p:nvSpPr>
        <p:spPr>
          <a:xfrm>
            <a:off x="11335407" y="435306"/>
            <a:ext cx="51718" cy="51718"/>
          </a:xfrm>
          <a:prstGeom prst="ellipse">
            <a:avLst/>
          </a:prstGeom>
          <a:solidFill>
            <a:srgbClr val="000000"/>
          </a:solidFill>
          <a:ln/>
        </p:spPr>
        <p:txBody>
          <a:bodyPr/>
          <a:lstStyle/>
          <a:p>
            <a:endParaRPr lang="en-NL"/>
          </a:p>
        </p:txBody>
      </p:sp>
      <p:sp>
        <p:nvSpPr>
          <p:cNvPr id="7" name="Shape 5"/>
          <p:cNvSpPr/>
          <p:nvPr/>
        </p:nvSpPr>
        <p:spPr>
          <a:xfrm>
            <a:off x="11127388" y="442398"/>
            <a:ext cx="35294" cy="35294"/>
          </a:xfrm>
          <a:prstGeom prst="ellipse">
            <a:avLst/>
          </a:prstGeom>
          <a:solidFill>
            <a:srgbClr val="000000"/>
          </a:solidFill>
          <a:ln/>
        </p:spPr>
        <p:txBody>
          <a:bodyPr/>
          <a:lstStyle/>
          <a:p>
            <a:endParaRPr lang="en-NL"/>
          </a:p>
        </p:txBody>
      </p:sp>
      <p:sp>
        <p:nvSpPr>
          <p:cNvPr id="8" name="Shape 6"/>
          <p:cNvSpPr/>
          <p:nvPr/>
        </p:nvSpPr>
        <p:spPr>
          <a:xfrm>
            <a:off x="11482145" y="441649"/>
            <a:ext cx="35960" cy="35960"/>
          </a:xfrm>
          <a:prstGeom prst="ellipse">
            <a:avLst/>
          </a:prstGeom>
          <a:solidFill>
            <a:srgbClr val="000000"/>
          </a:solidFill>
          <a:ln/>
        </p:spPr>
        <p:txBody>
          <a:bodyPr/>
          <a:lstStyle/>
          <a:p>
            <a:endParaRPr lang="en-NL"/>
          </a:p>
        </p:txBody>
      </p:sp>
      <p:sp>
        <p:nvSpPr>
          <p:cNvPr id="9" name="Shape 7"/>
          <p:cNvSpPr/>
          <p:nvPr/>
        </p:nvSpPr>
        <p:spPr>
          <a:xfrm>
            <a:off x="11185603" y="459328"/>
            <a:ext cx="52167" cy="52167"/>
          </a:xfrm>
          <a:prstGeom prst="ellipse">
            <a:avLst/>
          </a:prstGeom>
          <a:solidFill>
            <a:srgbClr val="000000"/>
          </a:solidFill>
          <a:ln/>
        </p:spPr>
        <p:txBody>
          <a:bodyPr/>
          <a:lstStyle/>
          <a:p>
            <a:endParaRPr lang="en-NL"/>
          </a:p>
        </p:txBody>
      </p:sp>
      <p:sp>
        <p:nvSpPr>
          <p:cNvPr id="10" name="Shape 8"/>
          <p:cNvSpPr/>
          <p:nvPr/>
        </p:nvSpPr>
        <p:spPr>
          <a:xfrm>
            <a:off x="11408043" y="458713"/>
            <a:ext cx="52384" cy="52384"/>
          </a:xfrm>
          <a:prstGeom prst="ellipse">
            <a:avLst/>
          </a:prstGeom>
          <a:solidFill>
            <a:srgbClr val="000000"/>
          </a:solidFill>
          <a:ln/>
        </p:spPr>
        <p:txBody>
          <a:bodyPr/>
          <a:lstStyle/>
          <a:p>
            <a:endParaRPr lang="en-NL"/>
          </a:p>
        </p:txBody>
      </p:sp>
      <p:sp>
        <p:nvSpPr>
          <p:cNvPr id="11" name="Shape 9"/>
          <p:cNvSpPr/>
          <p:nvPr/>
        </p:nvSpPr>
        <p:spPr>
          <a:xfrm>
            <a:off x="11241891" y="499749"/>
            <a:ext cx="36613" cy="36613"/>
          </a:xfrm>
          <a:prstGeom prst="ellipse">
            <a:avLst/>
          </a:prstGeom>
          <a:solidFill>
            <a:srgbClr val="000000"/>
          </a:solidFill>
          <a:ln/>
        </p:spPr>
        <p:txBody>
          <a:bodyPr/>
          <a:lstStyle/>
          <a:p>
            <a:endParaRPr lang="en-NL"/>
          </a:p>
        </p:txBody>
      </p:sp>
      <p:sp>
        <p:nvSpPr>
          <p:cNvPr id="12" name="Shape 10"/>
          <p:cNvSpPr/>
          <p:nvPr/>
        </p:nvSpPr>
        <p:spPr>
          <a:xfrm>
            <a:off x="11294557" y="500146"/>
            <a:ext cx="57223" cy="57223"/>
          </a:xfrm>
          <a:prstGeom prst="ellipse">
            <a:avLst/>
          </a:prstGeom>
          <a:solidFill>
            <a:srgbClr val="000000"/>
          </a:solidFill>
          <a:ln/>
        </p:spPr>
        <p:txBody>
          <a:bodyPr/>
          <a:lstStyle/>
          <a:p>
            <a:endParaRPr lang="en-NL"/>
          </a:p>
        </p:txBody>
      </p:sp>
      <p:sp>
        <p:nvSpPr>
          <p:cNvPr id="13" name="Shape 11"/>
          <p:cNvSpPr/>
          <p:nvPr/>
        </p:nvSpPr>
        <p:spPr>
          <a:xfrm>
            <a:off x="11364102" y="498770"/>
            <a:ext cx="35294" cy="35294"/>
          </a:xfrm>
          <a:prstGeom prst="ellipse">
            <a:avLst/>
          </a:prstGeom>
          <a:solidFill>
            <a:srgbClr val="000000"/>
          </a:solidFill>
          <a:ln/>
        </p:spPr>
        <p:txBody>
          <a:bodyPr/>
          <a:lstStyle/>
          <a:p>
            <a:endParaRPr lang="en-NL"/>
          </a:p>
        </p:txBody>
      </p:sp>
      <p:sp>
        <p:nvSpPr>
          <p:cNvPr id="14" name="Shape 12"/>
          <p:cNvSpPr/>
          <p:nvPr/>
        </p:nvSpPr>
        <p:spPr>
          <a:xfrm>
            <a:off x="11123515" y="504524"/>
            <a:ext cx="51936" cy="51936"/>
          </a:xfrm>
          <a:prstGeom prst="ellipse">
            <a:avLst/>
          </a:prstGeom>
          <a:solidFill>
            <a:srgbClr val="000000"/>
          </a:solidFill>
          <a:ln/>
        </p:spPr>
        <p:txBody>
          <a:bodyPr/>
          <a:lstStyle/>
          <a:p>
            <a:endParaRPr lang="en-NL"/>
          </a:p>
        </p:txBody>
      </p:sp>
      <p:sp>
        <p:nvSpPr>
          <p:cNvPr id="15" name="Shape 13"/>
          <p:cNvSpPr/>
          <p:nvPr/>
        </p:nvSpPr>
        <p:spPr>
          <a:xfrm>
            <a:off x="11470202" y="504300"/>
            <a:ext cx="52384" cy="52384"/>
          </a:xfrm>
          <a:prstGeom prst="ellipse">
            <a:avLst/>
          </a:prstGeom>
          <a:solidFill>
            <a:srgbClr val="000000"/>
          </a:solidFill>
          <a:ln/>
        </p:spPr>
        <p:txBody>
          <a:bodyPr/>
          <a:lstStyle/>
          <a:p>
            <a:endParaRPr lang="en-NL"/>
          </a:p>
        </p:txBody>
      </p:sp>
      <p:sp>
        <p:nvSpPr>
          <p:cNvPr id="16" name="Shape 14"/>
          <p:cNvSpPr/>
          <p:nvPr/>
        </p:nvSpPr>
        <p:spPr>
          <a:xfrm>
            <a:off x="11060774" y="508825"/>
            <a:ext cx="35627" cy="35627"/>
          </a:xfrm>
          <a:prstGeom prst="ellipse">
            <a:avLst/>
          </a:prstGeom>
          <a:solidFill>
            <a:srgbClr val="000000"/>
          </a:solidFill>
          <a:ln/>
        </p:spPr>
        <p:txBody>
          <a:bodyPr/>
          <a:lstStyle/>
          <a:p>
            <a:endParaRPr lang="en-NL"/>
          </a:p>
        </p:txBody>
      </p:sp>
      <p:sp>
        <p:nvSpPr>
          <p:cNvPr id="17" name="Shape 15"/>
          <p:cNvSpPr/>
          <p:nvPr/>
        </p:nvSpPr>
        <p:spPr>
          <a:xfrm>
            <a:off x="11548535" y="508038"/>
            <a:ext cx="36613" cy="36613"/>
          </a:xfrm>
          <a:prstGeom prst="ellipse">
            <a:avLst/>
          </a:prstGeom>
          <a:solidFill>
            <a:srgbClr val="000000"/>
          </a:solidFill>
          <a:ln/>
        </p:spPr>
        <p:txBody>
          <a:bodyPr/>
          <a:lstStyle/>
          <a:p>
            <a:endParaRPr lang="en-NL"/>
          </a:p>
        </p:txBody>
      </p:sp>
      <p:sp>
        <p:nvSpPr>
          <p:cNvPr id="18" name="Shape 16"/>
          <p:cNvSpPr/>
          <p:nvPr/>
        </p:nvSpPr>
        <p:spPr>
          <a:xfrm>
            <a:off x="11191466" y="533379"/>
            <a:ext cx="57825" cy="57825"/>
          </a:xfrm>
          <a:prstGeom prst="ellipse">
            <a:avLst/>
          </a:prstGeom>
          <a:solidFill>
            <a:srgbClr val="000000"/>
          </a:solidFill>
          <a:ln/>
        </p:spPr>
        <p:txBody>
          <a:bodyPr/>
          <a:lstStyle/>
          <a:p>
            <a:endParaRPr lang="en-NL"/>
          </a:p>
        </p:txBody>
      </p:sp>
      <p:sp>
        <p:nvSpPr>
          <p:cNvPr id="19" name="Shape 17"/>
          <p:cNvSpPr/>
          <p:nvPr/>
        </p:nvSpPr>
        <p:spPr>
          <a:xfrm>
            <a:off x="11396535" y="533494"/>
            <a:ext cx="57428" cy="57428"/>
          </a:xfrm>
          <a:prstGeom prst="ellipse">
            <a:avLst/>
          </a:prstGeom>
          <a:solidFill>
            <a:srgbClr val="000000"/>
          </a:solidFill>
          <a:ln/>
        </p:spPr>
        <p:txBody>
          <a:bodyPr/>
          <a:lstStyle/>
          <a:p>
            <a:endParaRPr lang="en-NL"/>
          </a:p>
        </p:txBody>
      </p:sp>
      <p:sp>
        <p:nvSpPr>
          <p:cNvPr id="20" name="Shape 18"/>
          <p:cNvSpPr/>
          <p:nvPr/>
        </p:nvSpPr>
        <p:spPr>
          <a:xfrm>
            <a:off x="11079087" y="567226"/>
            <a:ext cx="51270" cy="51270"/>
          </a:xfrm>
          <a:prstGeom prst="ellipse">
            <a:avLst/>
          </a:prstGeom>
          <a:solidFill>
            <a:srgbClr val="000000"/>
          </a:solidFill>
          <a:ln/>
        </p:spPr>
        <p:txBody>
          <a:bodyPr/>
          <a:lstStyle/>
          <a:p>
            <a:endParaRPr lang="en-NL"/>
          </a:p>
        </p:txBody>
      </p:sp>
      <p:sp>
        <p:nvSpPr>
          <p:cNvPr id="21" name="Shape 19"/>
          <p:cNvSpPr/>
          <p:nvPr/>
        </p:nvSpPr>
        <p:spPr>
          <a:xfrm>
            <a:off x="11339728" y="567053"/>
            <a:ext cx="34616" cy="34616"/>
          </a:xfrm>
          <a:prstGeom prst="ellipse">
            <a:avLst/>
          </a:prstGeom>
          <a:solidFill>
            <a:srgbClr val="000000"/>
          </a:solidFill>
          <a:ln/>
        </p:spPr>
        <p:txBody>
          <a:bodyPr/>
          <a:lstStyle/>
          <a:p>
            <a:endParaRPr lang="en-NL"/>
          </a:p>
        </p:txBody>
      </p:sp>
      <p:sp>
        <p:nvSpPr>
          <p:cNvPr id="22" name="Shape 20"/>
          <p:cNvSpPr/>
          <p:nvPr/>
        </p:nvSpPr>
        <p:spPr>
          <a:xfrm>
            <a:off x="11515167" y="566234"/>
            <a:ext cx="52819" cy="52819"/>
          </a:xfrm>
          <a:prstGeom prst="ellipse">
            <a:avLst/>
          </a:prstGeom>
          <a:solidFill>
            <a:srgbClr val="000000"/>
          </a:solidFill>
          <a:ln/>
        </p:spPr>
        <p:txBody>
          <a:bodyPr/>
          <a:lstStyle/>
          <a:p>
            <a:endParaRPr lang="en-NL"/>
          </a:p>
        </p:txBody>
      </p:sp>
      <p:sp>
        <p:nvSpPr>
          <p:cNvPr id="23" name="Shape 21"/>
          <p:cNvSpPr/>
          <p:nvPr/>
        </p:nvSpPr>
        <p:spPr>
          <a:xfrm>
            <a:off x="11262860" y="569742"/>
            <a:ext cx="34961" cy="34961"/>
          </a:xfrm>
          <a:prstGeom prst="ellipse">
            <a:avLst/>
          </a:prstGeom>
          <a:solidFill>
            <a:srgbClr val="000000"/>
          </a:solidFill>
          <a:ln/>
        </p:spPr>
        <p:txBody>
          <a:bodyPr/>
          <a:lstStyle/>
          <a:p>
            <a:endParaRPr lang="en-NL"/>
          </a:p>
        </p:txBody>
      </p:sp>
      <p:sp>
        <p:nvSpPr>
          <p:cNvPr id="24" name="Shape 22"/>
          <p:cNvSpPr/>
          <p:nvPr/>
        </p:nvSpPr>
        <p:spPr>
          <a:xfrm>
            <a:off x="11462521" y="569818"/>
            <a:ext cx="35294" cy="35294"/>
          </a:xfrm>
          <a:prstGeom prst="ellipse">
            <a:avLst/>
          </a:prstGeom>
          <a:solidFill>
            <a:srgbClr val="000000"/>
          </a:solidFill>
          <a:ln/>
        </p:spPr>
        <p:txBody>
          <a:bodyPr/>
          <a:lstStyle/>
          <a:p>
            <a:endParaRPr lang="en-NL"/>
          </a:p>
        </p:txBody>
      </p:sp>
      <p:sp>
        <p:nvSpPr>
          <p:cNvPr id="25" name="Shape 23"/>
          <p:cNvSpPr/>
          <p:nvPr/>
        </p:nvSpPr>
        <p:spPr>
          <a:xfrm>
            <a:off x="11145681" y="573441"/>
            <a:ext cx="34270" cy="34270"/>
          </a:xfrm>
          <a:prstGeom prst="ellipse">
            <a:avLst/>
          </a:prstGeom>
          <a:solidFill>
            <a:srgbClr val="000000"/>
          </a:solidFill>
          <a:ln/>
        </p:spPr>
        <p:txBody>
          <a:bodyPr/>
          <a:lstStyle/>
          <a:p>
            <a:endParaRPr lang="en-NL"/>
          </a:p>
        </p:txBody>
      </p:sp>
      <p:sp>
        <p:nvSpPr>
          <p:cNvPr id="26" name="Shape 24"/>
          <p:cNvSpPr/>
          <p:nvPr/>
        </p:nvSpPr>
        <p:spPr>
          <a:xfrm>
            <a:off x="11592015" y="593213"/>
            <a:ext cx="35294" cy="35294"/>
          </a:xfrm>
          <a:prstGeom prst="ellipse">
            <a:avLst/>
          </a:prstGeom>
          <a:solidFill>
            <a:srgbClr val="000000"/>
          </a:solidFill>
          <a:ln/>
        </p:spPr>
        <p:txBody>
          <a:bodyPr/>
          <a:lstStyle/>
          <a:p>
            <a:endParaRPr lang="en-NL"/>
          </a:p>
        </p:txBody>
      </p:sp>
      <p:sp>
        <p:nvSpPr>
          <p:cNvPr id="27" name="Shape 25"/>
          <p:cNvSpPr/>
          <p:nvPr/>
        </p:nvSpPr>
        <p:spPr>
          <a:xfrm>
            <a:off x="11019124" y="593444"/>
            <a:ext cx="34616" cy="34616"/>
          </a:xfrm>
          <a:prstGeom prst="ellipse">
            <a:avLst/>
          </a:prstGeom>
          <a:solidFill>
            <a:srgbClr val="000000"/>
          </a:solidFill>
          <a:ln/>
        </p:spPr>
        <p:txBody>
          <a:bodyPr/>
          <a:lstStyle/>
          <a:p>
            <a:endParaRPr lang="en-NL"/>
          </a:p>
        </p:txBody>
      </p:sp>
      <p:sp>
        <p:nvSpPr>
          <p:cNvPr id="28" name="Shape 26"/>
          <p:cNvSpPr/>
          <p:nvPr/>
        </p:nvSpPr>
        <p:spPr>
          <a:xfrm>
            <a:off x="11403576" y="610214"/>
            <a:ext cx="34961" cy="34961"/>
          </a:xfrm>
          <a:prstGeom prst="ellipse">
            <a:avLst/>
          </a:prstGeom>
          <a:solidFill>
            <a:srgbClr val="000000"/>
          </a:solidFill>
          <a:ln/>
        </p:spPr>
        <p:txBody>
          <a:bodyPr/>
          <a:lstStyle/>
          <a:p>
            <a:endParaRPr lang="en-NL"/>
          </a:p>
        </p:txBody>
      </p:sp>
      <p:sp>
        <p:nvSpPr>
          <p:cNvPr id="29" name="Shape 27"/>
          <p:cNvSpPr/>
          <p:nvPr/>
        </p:nvSpPr>
        <p:spPr>
          <a:xfrm>
            <a:off x="11201662" y="616570"/>
            <a:ext cx="35627" cy="35627"/>
          </a:xfrm>
          <a:prstGeom prst="ellipse">
            <a:avLst/>
          </a:prstGeom>
          <a:solidFill>
            <a:srgbClr val="000000"/>
          </a:solidFill>
          <a:ln/>
        </p:spPr>
        <p:txBody>
          <a:bodyPr/>
          <a:lstStyle/>
          <a:p>
            <a:endParaRPr lang="en-NL"/>
          </a:p>
        </p:txBody>
      </p:sp>
      <p:sp>
        <p:nvSpPr>
          <p:cNvPr id="30" name="Shape 28"/>
          <p:cNvSpPr/>
          <p:nvPr/>
        </p:nvSpPr>
        <p:spPr>
          <a:xfrm>
            <a:off x="11127484" y="620705"/>
            <a:ext cx="58030" cy="58030"/>
          </a:xfrm>
          <a:prstGeom prst="ellipse">
            <a:avLst/>
          </a:prstGeom>
          <a:solidFill>
            <a:srgbClr val="000000"/>
          </a:solidFill>
          <a:ln/>
        </p:spPr>
        <p:txBody>
          <a:bodyPr/>
          <a:lstStyle/>
          <a:p>
            <a:endParaRPr lang="en-NL"/>
          </a:p>
        </p:txBody>
      </p:sp>
      <p:sp>
        <p:nvSpPr>
          <p:cNvPr id="31" name="Shape 29"/>
          <p:cNvSpPr/>
          <p:nvPr/>
        </p:nvSpPr>
        <p:spPr>
          <a:xfrm>
            <a:off x="11460767" y="620852"/>
            <a:ext cx="57428" cy="57428"/>
          </a:xfrm>
          <a:prstGeom prst="ellipse">
            <a:avLst/>
          </a:prstGeom>
          <a:solidFill>
            <a:srgbClr val="000000"/>
          </a:solidFill>
          <a:ln/>
        </p:spPr>
        <p:txBody>
          <a:bodyPr/>
          <a:lstStyle/>
          <a:p>
            <a:endParaRPr lang="en-NL"/>
          </a:p>
        </p:txBody>
      </p:sp>
      <p:sp>
        <p:nvSpPr>
          <p:cNvPr id="32" name="Shape 30"/>
          <p:cNvSpPr/>
          <p:nvPr/>
        </p:nvSpPr>
        <p:spPr>
          <a:xfrm>
            <a:off x="11055219" y="640144"/>
            <a:ext cx="51718" cy="51718"/>
          </a:xfrm>
          <a:prstGeom prst="ellipse">
            <a:avLst/>
          </a:prstGeom>
          <a:solidFill>
            <a:srgbClr val="000000"/>
          </a:solidFill>
          <a:ln/>
        </p:spPr>
        <p:txBody>
          <a:bodyPr/>
          <a:lstStyle/>
          <a:p>
            <a:endParaRPr lang="en-NL"/>
          </a:p>
        </p:txBody>
      </p:sp>
      <p:sp>
        <p:nvSpPr>
          <p:cNvPr id="33" name="Shape 31"/>
          <p:cNvSpPr/>
          <p:nvPr/>
        </p:nvSpPr>
        <p:spPr>
          <a:xfrm>
            <a:off x="11539330" y="640266"/>
            <a:ext cx="51270" cy="51270"/>
          </a:xfrm>
          <a:prstGeom prst="ellipse">
            <a:avLst/>
          </a:prstGeom>
          <a:solidFill>
            <a:srgbClr val="000000"/>
          </a:solidFill>
          <a:ln/>
        </p:spPr>
        <p:txBody>
          <a:bodyPr/>
          <a:lstStyle/>
          <a:p>
            <a:endParaRPr lang="en-NL"/>
          </a:p>
        </p:txBody>
      </p:sp>
      <p:sp>
        <p:nvSpPr>
          <p:cNvPr id="34" name="Shape 32"/>
          <p:cNvSpPr/>
          <p:nvPr/>
        </p:nvSpPr>
        <p:spPr>
          <a:xfrm>
            <a:off x="11429576" y="682274"/>
            <a:ext cx="35627" cy="35627"/>
          </a:xfrm>
          <a:prstGeom prst="ellipse">
            <a:avLst/>
          </a:prstGeom>
          <a:solidFill>
            <a:srgbClr val="000000"/>
          </a:solidFill>
          <a:ln/>
        </p:spPr>
        <p:txBody>
          <a:bodyPr/>
          <a:lstStyle/>
          <a:p>
            <a:endParaRPr lang="en-NL"/>
          </a:p>
        </p:txBody>
      </p:sp>
      <p:sp>
        <p:nvSpPr>
          <p:cNvPr id="35" name="Shape 33"/>
          <p:cNvSpPr/>
          <p:nvPr/>
        </p:nvSpPr>
        <p:spPr>
          <a:xfrm>
            <a:off x="11004076" y="687222"/>
            <a:ext cx="34616" cy="34616"/>
          </a:xfrm>
          <a:prstGeom prst="ellipse">
            <a:avLst/>
          </a:prstGeom>
          <a:solidFill>
            <a:srgbClr val="000000"/>
          </a:solidFill>
          <a:ln/>
        </p:spPr>
        <p:txBody>
          <a:bodyPr/>
          <a:lstStyle/>
          <a:p>
            <a:endParaRPr lang="en-NL"/>
          </a:p>
        </p:txBody>
      </p:sp>
      <p:sp>
        <p:nvSpPr>
          <p:cNvPr id="36" name="Shape 34"/>
          <p:cNvSpPr/>
          <p:nvPr/>
        </p:nvSpPr>
        <p:spPr>
          <a:xfrm>
            <a:off x="11502052" y="685321"/>
            <a:ext cx="34270" cy="34270"/>
          </a:xfrm>
          <a:prstGeom prst="ellipse">
            <a:avLst/>
          </a:prstGeom>
          <a:solidFill>
            <a:srgbClr val="000000"/>
          </a:solidFill>
          <a:ln/>
        </p:spPr>
        <p:txBody>
          <a:bodyPr/>
          <a:lstStyle/>
          <a:p>
            <a:endParaRPr lang="en-NL"/>
          </a:p>
        </p:txBody>
      </p:sp>
      <p:sp>
        <p:nvSpPr>
          <p:cNvPr id="37" name="Shape 35"/>
          <p:cNvSpPr/>
          <p:nvPr/>
        </p:nvSpPr>
        <p:spPr>
          <a:xfrm>
            <a:off x="11606321" y="686422"/>
            <a:ext cx="35627" cy="35627"/>
          </a:xfrm>
          <a:prstGeom prst="ellipse">
            <a:avLst/>
          </a:prstGeom>
          <a:solidFill>
            <a:srgbClr val="000000"/>
          </a:solidFill>
          <a:ln/>
        </p:spPr>
        <p:txBody>
          <a:bodyPr/>
          <a:lstStyle/>
          <a:p>
            <a:endParaRPr lang="en-NL"/>
          </a:p>
        </p:txBody>
      </p:sp>
      <p:sp>
        <p:nvSpPr>
          <p:cNvPr id="38" name="Shape 36"/>
          <p:cNvSpPr/>
          <p:nvPr/>
        </p:nvSpPr>
        <p:spPr>
          <a:xfrm>
            <a:off x="11108908" y="688957"/>
            <a:ext cx="35294" cy="35294"/>
          </a:xfrm>
          <a:prstGeom prst="ellipse">
            <a:avLst/>
          </a:prstGeom>
          <a:solidFill>
            <a:srgbClr val="000000"/>
          </a:solidFill>
          <a:ln/>
        </p:spPr>
        <p:txBody>
          <a:bodyPr/>
          <a:lstStyle/>
          <a:p>
            <a:endParaRPr lang="en-NL"/>
          </a:p>
        </p:txBody>
      </p:sp>
      <p:sp>
        <p:nvSpPr>
          <p:cNvPr id="39" name="Shape 37"/>
          <p:cNvSpPr/>
          <p:nvPr/>
        </p:nvSpPr>
        <p:spPr>
          <a:xfrm>
            <a:off x="11179733" y="690371"/>
            <a:ext cx="36613" cy="36613"/>
          </a:xfrm>
          <a:prstGeom prst="ellipse">
            <a:avLst/>
          </a:prstGeom>
          <a:solidFill>
            <a:srgbClr val="000000"/>
          </a:solidFill>
          <a:ln/>
        </p:spPr>
        <p:txBody>
          <a:bodyPr/>
          <a:lstStyle/>
          <a:p>
            <a:endParaRPr lang="en-NL"/>
          </a:p>
        </p:txBody>
      </p:sp>
      <p:sp>
        <p:nvSpPr>
          <p:cNvPr id="40" name="Shape 38"/>
          <p:cNvSpPr/>
          <p:nvPr/>
        </p:nvSpPr>
        <p:spPr>
          <a:xfrm>
            <a:off x="11054764" y="716576"/>
            <a:ext cx="51936" cy="51936"/>
          </a:xfrm>
          <a:prstGeom prst="ellipse">
            <a:avLst/>
          </a:prstGeom>
          <a:solidFill>
            <a:srgbClr val="000000"/>
          </a:solidFill>
          <a:ln/>
        </p:spPr>
        <p:txBody>
          <a:bodyPr/>
          <a:lstStyle/>
          <a:p>
            <a:endParaRPr lang="en-NL"/>
          </a:p>
        </p:txBody>
      </p:sp>
      <p:sp>
        <p:nvSpPr>
          <p:cNvPr id="41" name="Shape 39"/>
          <p:cNvSpPr/>
          <p:nvPr/>
        </p:nvSpPr>
        <p:spPr>
          <a:xfrm>
            <a:off x="11539023" y="716851"/>
            <a:ext cx="51488" cy="51488"/>
          </a:xfrm>
          <a:prstGeom prst="ellipse">
            <a:avLst/>
          </a:prstGeom>
          <a:solidFill>
            <a:srgbClr val="000000"/>
          </a:solidFill>
          <a:ln/>
        </p:spPr>
        <p:txBody>
          <a:bodyPr/>
          <a:lstStyle/>
          <a:p>
            <a:endParaRPr lang="en-NL"/>
          </a:p>
        </p:txBody>
      </p:sp>
      <p:sp>
        <p:nvSpPr>
          <p:cNvPr id="42" name="Shape 40"/>
          <p:cNvSpPr/>
          <p:nvPr/>
        </p:nvSpPr>
        <p:spPr>
          <a:xfrm>
            <a:off x="11127490" y="729288"/>
            <a:ext cx="58222" cy="58222"/>
          </a:xfrm>
          <a:prstGeom prst="ellipse">
            <a:avLst/>
          </a:prstGeom>
          <a:solidFill>
            <a:srgbClr val="000000"/>
          </a:solidFill>
          <a:ln/>
        </p:spPr>
        <p:txBody>
          <a:bodyPr/>
          <a:lstStyle/>
          <a:p>
            <a:endParaRPr lang="en-NL"/>
          </a:p>
        </p:txBody>
      </p:sp>
      <p:sp>
        <p:nvSpPr>
          <p:cNvPr id="43" name="Shape 41"/>
          <p:cNvSpPr/>
          <p:nvPr/>
        </p:nvSpPr>
        <p:spPr>
          <a:xfrm>
            <a:off x="11460671" y="729781"/>
            <a:ext cx="57633" cy="57633"/>
          </a:xfrm>
          <a:prstGeom prst="ellipse">
            <a:avLst/>
          </a:prstGeom>
          <a:solidFill>
            <a:srgbClr val="000000"/>
          </a:solidFill>
          <a:ln/>
        </p:spPr>
        <p:txBody>
          <a:bodyPr/>
          <a:lstStyle/>
          <a:p>
            <a:endParaRPr lang="en-NL"/>
          </a:p>
        </p:txBody>
      </p:sp>
      <p:sp>
        <p:nvSpPr>
          <p:cNvPr id="44" name="Shape 42"/>
          <p:cNvSpPr/>
          <p:nvPr/>
        </p:nvSpPr>
        <p:spPr>
          <a:xfrm>
            <a:off x="11407973" y="756415"/>
            <a:ext cx="35960" cy="35960"/>
          </a:xfrm>
          <a:prstGeom prst="ellipse">
            <a:avLst/>
          </a:prstGeom>
          <a:solidFill>
            <a:srgbClr val="000000"/>
          </a:solidFill>
          <a:ln/>
        </p:spPr>
        <p:txBody>
          <a:bodyPr/>
          <a:lstStyle/>
          <a:p>
            <a:endParaRPr lang="en-NL"/>
          </a:p>
        </p:txBody>
      </p:sp>
      <p:sp>
        <p:nvSpPr>
          <p:cNvPr id="45" name="Shape 43"/>
          <p:cNvSpPr/>
          <p:nvPr/>
        </p:nvSpPr>
        <p:spPr>
          <a:xfrm>
            <a:off x="11207308" y="763884"/>
            <a:ext cx="34616" cy="34616"/>
          </a:xfrm>
          <a:prstGeom prst="ellipse">
            <a:avLst/>
          </a:prstGeom>
          <a:solidFill>
            <a:srgbClr val="000000"/>
          </a:solidFill>
          <a:ln/>
        </p:spPr>
        <p:txBody>
          <a:bodyPr/>
          <a:lstStyle/>
          <a:p>
            <a:endParaRPr lang="en-NL"/>
          </a:p>
        </p:txBody>
      </p:sp>
      <p:sp>
        <p:nvSpPr>
          <p:cNvPr id="46" name="Shape 44"/>
          <p:cNvSpPr/>
          <p:nvPr/>
        </p:nvSpPr>
        <p:spPr>
          <a:xfrm>
            <a:off x="11018670" y="780462"/>
            <a:ext cx="34616" cy="34616"/>
          </a:xfrm>
          <a:prstGeom prst="ellipse">
            <a:avLst/>
          </a:prstGeom>
          <a:solidFill>
            <a:srgbClr val="000000"/>
          </a:solidFill>
          <a:ln/>
        </p:spPr>
        <p:txBody>
          <a:bodyPr/>
          <a:lstStyle/>
          <a:p>
            <a:endParaRPr lang="en-NL"/>
          </a:p>
        </p:txBody>
      </p:sp>
      <p:sp>
        <p:nvSpPr>
          <p:cNvPr id="47" name="Shape 45"/>
          <p:cNvSpPr/>
          <p:nvPr/>
        </p:nvSpPr>
        <p:spPr>
          <a:xfrm>
            <a:off x="11591670" y="780123"/>
            <a:ext cx="35294" cy="35294"/>
          </a:xfrm>
          <a:prstGeom prst="ellipse">
            <a:avLst/>
          </a:prstGeom>
          <a:solidFill>
            <a:srgbClr val="000000"/>
          </a:solidFill>
          <a:ln/>
        </p:spPr>
        <p:txBody>
          <a:bodyPr/>
          <a:lstStyle/>
          <a:p>
            <a:endParaRPr lang="en-NL"/>
          </a:p>
        </p:txBody>
      </p:sp>
      <p:sp>
        <p:nvSpPr>
          <p:cNvPr id="48" name="Shape 46"/>
          <p:cNvSpPr/>
          <p:nvPr/>
        </p:nvSpPr>
        <p:spPr>
          <a:xfrm>
            <a:off x="11079010" y="790179"/>
            <a:ext cx="51270" cy="51270"/>
          </a:xfrm>
          <a:prstGeom prst="ellipse">
            <a:avLst/>
          </a:prstGeom>
          <a:solidFill>
            <a:srgbClr val="000000"/>
          </a:solidFill>
          <a:ln/>
        </p:spPr>
        <p:txBody>
          <a:bodyPr/>
          <a:lstStyle/>
          <a:p>
            <a:endParaRPr lang="en-NL"/>
          </a:p>
        </p:txBody>
      </p:sp>
      <p:sp>
        <p:nvSpPr>
          <p:cNvPr id="49" name="Shape 47"/>
          <p:cNvSpPr/>
          <p:nvPr/>
        </p:nvSpPr>
        <p:spPr>
          <a:xfrm>
            <a:off x="11515218" y="789692"/>
            <a:ext cx="52602" cy="52602"/>
          </a:xfrm>
          <a:prstGeom prst="ellipse">
            <a:avLst/>
          </a:prstGeom>
          <a:solidFill>
            <a:srgbClr val="000000"/>
          </a:solidFill>
          <a:ln/>
        </p:spPr>
        <p:txBody>
          <a:bodyPr/>
          <a:lstStyle/>
          <a:p>
            <a:endParaRPr lang="en-NL"/>
          </a:p>
        </p:txBody>
      </p:sp>
      <p:sp>
        <p:nvSpPr>
          <p:cNvPr id="50" name="Shape 48"/>
          <p:cNvSpPr/>
          <p:nvPr/>
        </p:nvSpPr>
        <p:spPr>
          <a:xfrm>
            <a:off x="11147371" y="803460"/>
            <a:ext cx="35627" cy="35627"/>
          </a:xfrm>
          <a:prstGeom prst="ellipse">
            <a:avLst/>
          </a:prstGeom>
          <a:solidFill>
            <a:srgbClr val="000000"/>
          </a:solidFill>
          <a:ln/>
        </p:spPr>
        <p:txBody>
          <a:bodyPr/>
          <a:lstStyle/>
          <a:p>
            <a:endParaRPr lang="en-NL"/>
          </a:p>
        </p:txBody>
      </p:sp>
      <p:sp>
        <p:nvSpPr>
          <p:cNvPr id="51" name="Shape 49"/>
          <p:cNvSpPr/>
          <p:nvPr/>
        </p:nvSpPr>
        <p:spPr>
          <a:xfrm>
            <a:off x="11347786" y="804293"/>
            <a:ext cx="35294" cy="35294"/>
          </a:xfrm>
          <a:prstGeom prst="ellipse">
            <a:avLst/>
          </a:prstGeom>
          <a:solidFill>
            <a:srgbClr val="000000"/>
          </a:solidFill>
          <a:ln/>
        </p:spPr>
        <p:txBody>
          <a:bodyPr/>
          <a:lstStyle/>
          <a:p>
            <a:endParaRPr lang="en-NL"/>
          </a:p>
        </p:txBody>
      </p:sp>
      <p:sp>
        <p:nvSpPr>
          <p:cNvPr id="52" name="Shape 50"/>
          <p:cNvSpPr/>
          <p:nvPr/>
        </p:nvSpPr>
        <p:spPr>
          <a:xfrm>
            <a:off x="11465119" y="800919"/>
            <a:ext cx="34961" cy="34961"/>
          </a:xfrm>
          <a:prstGeom prst="ellipse">
            <a:avLst/>
          </a:prstGeom>
          <a:solidFill>
            <a:srgbClr val="000000"/>
          </a:solidFill>
          <a:ln/>
        </p:spPr>
        <p:txBody>
          <a:bodyPr/>
          <a:lstStyle/>
          <a:p>
            <a:endParaRPr lang="en-NL"/>
          </a:p>
        </p:txBody>
      </p:sp>
      <p:sp>
        <p:nvSpPr>
          <p:cNvPr id="53" name="Shape 51"/>
          <p:cNvSpPr/>
          <p:nvPr/>
        </p:nvSpPr>
        <p:spPr>
          <a:xfrm>
            <a:off x="11270669" y="806590"/>
            <a:ext cx="35627" cy="35627"/>
          </a:xfrm>
          <a:prstGeom prst="ellipse">
            <a:avLst/>
          </a:prstGeom>
          <a:solidFill>
            <a:srgbClr val="000000"/>
          </a:solidFill>
          <a:ln/>
        </p:spPr>
        <p:txBody>
          <a:bodyPr/>
          <a:lstStyle/>
          <a:p>
            <a:endParaRPr lang="en-NL"/>
          </a:p>
        </p:txBody>
      </p:sp>
      <p:sp>
        <p:nvSpPr>
          <p:cNvPr id="54" name="Shape 52"/>
          <p:cNvSpPr/>
          <p:nvPr/>
        </p:nvSpPr>
        <p:spPr>
          <a:xfrm>
            <a:off x="11191498" y="817766"/>
            <a:ext cx="57633" cy="57633"/>
          </a:xfrm>
          <a:prstGeom prst="ellipse">
            <a:avLst/>
          </a:prstGeom>
          <a:solidFill>
            <a:srgbClr val="000000"/>
          </a:solidFill>
          <a:ln/>
        </p:spPr>
        <p:txBody>
          <a:bodyPr/>
          <a:lstStyle/>
          <a:p>
            <a:endParaRPr lang="en-NL"/>
          </a:p>
        </p:txBody>
      </p:sp>
      <p:sp>
        <p:nvSpPr>
          <p:cNvPr id="55" name="Shape 53"/>
          <p:cNvSpPr/>
          <p:nvPr/>
        </p:nvSpPr>
        <p:spPr>
          <a:xfrm>
            <a:off x="11396573" y="817888"/>
            <a:ext cx="57633" cy="57633"/>
          </a:xfrm>
          <a:prstGeom prst="ellipse">
            <a:avLst/>
          </a:prstGeom>
          <a:solidFill>
            <a:srgbClr val="000000"/>
          </a:solidFill>
          <a:ln/>
        </p:spPr>
        <p:txBody>
          <a:bodyPr/>
          <a:lstStyle/>
          <a:p>
            <a:endParaRPr lang="en-NL"/>
          </a:p>
        </p:txBody>
      </p:sp>
      <p:sp>
        <p:nvSpPr>
          <p:cNvPr id="56" name="Shape 54"/>
          <p:cNvSpPr/>
          <p:nvPr/>
        </p:nvSpPr>
        <p:spPr>
          <a:xfrm>
            <a:off x="11123445" y="851985"/>
            <a:ext cx="52167" cy="52167"/>
          </a:xfrm>
          <a:prstGeom prst="ellipse">
            <a:avLst/>
          </a:prstGeom>
          <a:solidFill>
            <a:srgbClr val="000000"/>
          </a:solidFill>
          <a:ln/>
        </p:spPr>
        <p:txBody>
          <a:bodyPr/>
          <a:lstStyle/>
          <a:p>
            <a:endParaRPr lang="en-NL"/>
          </a:p>
        </p:txBody>
      </p:sp>
      <p:sp>
        <p:nvSpPr>
          <p:cNvPr id="57" name="Shape 55"/>
          <p:cNvSpPr/>
          <p:nvPr/>
        </p:nvSpPr>
        <p:spPr>
          <a:xfrm>
            <a:off x="11294647" y="851390"/>
            <a:ext cx="57223" cy="57223"/>
          </a:xfrm>
          <a:prstGeom prst="ellipse">
            <a:avLst/>
          </a:prstGeom>
          <a:solidFill>
            <a:srgbClr val="000000"/>
          </a:solidFill>
          <a:ln/>
        </p:spPr>
        <p:txBody>
          <a:bodyPr/>
          <a:lstStyle/>
          <a:p>
            <a:endParaRPr lang="en-NL"/>
          </a:p>
        </p:txBody>
      </p:sp>
      <p:sp>
        <p:nvSpPr>
          <p:cNvPr id="58" name="Shape 56"/>
          <p:cNvSpPr/>
          <p:nvPr/>
        </p:nvSpPr>
        <p:spPr>
          <a:xfrm>
            <a:off x="11470202" y="852382"/>
            <a:ext cx="52384" cy="52384"/>
          </a:xfrm>
          <a:prstGeom prst="ellipse">
            <a:avLst/>
          </a:prstGeom>
          <a:solidFill>
            <a:srgbClr val="000000"/>
          </a:solidFill>
          <a:ln/>
        </p:spPr>
        <p:txBody>
          <a:bodyPr/>
          <a:lstStyle/>
          <a:p>
            <a:endParaRPr lang="en-NL"/>
          </a:p>
        </p:txBody>
      </p:sp>
      <p:sp>
        <p:nvSpPr>
          <p:cNvPr id="59" name="Shape 57"/>
          <p:cNvSpPr/>
          <p:nvPr/>
        </p:nvSpPr>
        <p:spPr>
          <a:xfrm>
            <a:off x="11060774" y="864607"/>
            <a:ext cx="35627" cy="35627"/>
          </a:xfrm>
          <a:prstGeom prst="ellipse">
            <a:avLst/>
          </a:prstGeom>
          <a:solidFill>
            <a:srgbClr val="000000"/>
          </a:solidFill>
          <a:ln/>
        </p:spPr>
        <p:txBody>
          <a:bodyPr/>
          <a:lstStyle/>
          <a:p>
            <a:endParaRPr lang="en-NL"/>
          </a:p>
        </p:txBody>
      </p:sp>
      <p:sp>
        <p:nvSpPr>
          <p:cNvPr id="60" name="Shape 58"/>
          <p:cNvSpPr/>
          <p:nvPr/>
        </p:nvSpPr>
        <p:spPr>
          <a:xfrm>
            <a:off x="11548733" y="864185"/>
            <a:ext cx="35627" cy="35627"/>
          </a:xfrm>
          <a:prstGeom prst="ellipse">
            <a:avLst/>
          </a:prstGeom>
          <a:solidFill>
            <a:srgbClr val="000000"/>
          </a:solidFill>
          <a:ln/>
        </p:spPr>
        <p:txBody>
          <a:bodyPr/>
          <a:lstStyle/>
          <a:p>
            <a:endParaRPr lang="en-NL"/>
          </a:p>
        </p:txBody>
      </p:sp>
      <p:sp>
        <p:nvSpPr>
          <p:cNvPr id="61" name="Shape 59"/>
          <p:cNvSpPr/>
          <p:nvPr/>
        </p:nvSpPr>
        <p:spPr>
          <a:xfrm>
            <a:off x="11246231" y="873908"/>
            <a:ext cx="35627" cy="35627"/>
          </a:xfrm>
          <a:prstGeom prst="ellipse">
            <a:avLst/>
          </a:prstGeom>
          <a:solidFill>
            <a:srgbClr val="000000"/>
          </a:solidFill>
          <a:ln/>
        </p:spPr>
        <p:txBody>
          <a:bodyPr/>
          <a:lstStyle/>
          <a:p>
            <a:endParaRPr lang="en-NL"/>
          </a:p>
        </p:txBody>
      </p:sp>
      <p:sp>
        <p:nvSpPr>
          <p:cNvPr id="62" name="Shape 60"/>
          <p:cNvSpPr/>
          <p:nvPr/>
        </p:nvSpPr>
        <p:spPr>
          <a:xfrm>
            <a:off x="11367418" y="872896"/>
            <a:ext cx="35627" cy="35627"/>
          </a:xfrm>
          <a:prstGeom prst="ellipse">
            <a:avLst/>
          </a:prstGeom>
          <a:solidFill>
            <a:srgbClr val="000000"/>
          </a:solidFill>
          <a:ln/>
        </p:spPr>
        <p:txBody>
          <a:bodyPr/>
          <a:lstStyle/>
          <a:p>
            <a:endParaRPr lang="en-NL"/>
          </a:p>
        </p:txBody>
      </p:sp>
      <p:sp>
        <p:nvSpPr>
          <p:cNvPr id="63" name="Shape 61"/>
          <p:cNvSpPr/>
          <p:nvPr/>
        </p:nvSpPr>
        <p:spPr>
          <a:xfrm>
            <a:off x="11185366" y="897322"/>
            <a:ext cx="51936" cy="51936"/>
          </a:xfrm>
          <a:prstGeom prst="ellipse">
            <a:avLst/>
          </a:prstGeom>
          <a:solidFill>
            <a:srgbClr val="000000"/>
          </a:solidFill>
          <a:ln/>
        </p:spPr>
        <p:txBody>
          <a:bodyPr/>
          <a:lstStyle/>
          <a:p>
            <a:endParaRPr lang="en-NL"/>
          </a:p>
        </p:txBody>
      </p:sp>
      <p:sp>
        <p:nvSpPr>
          <p:cNvPr id="64" name="Shape 62"/>
          <p:cNvSpPr/>
          <p:nvPr/>
        </p:nvSpPr>
        <p:spPr>
          <a:xfrm>
            <a:off x="11407845" y="897655"/>
            <a:ext cx="52602" cy="52602"/>
          </a:xfrm>
          <a:prstGeom prst="ellipse">
            <a:avLst/>
          </a:prstGeom>
          <a:solidFill>
            <a:srgbClr val="000000"/>
          </a:solidFill>
          <a:ln/>
        </p:spPr>
        <p:txBody>
          <a:bodyPr/>
          <a:lstStyle/>
          <a:p>
            <a:endParaRPr lang="en-NL"/>
          </a:p>
        </p:txBody>
      </p:sp>
      <p:sp>
        <p:nvSpPr>
          <p:cNvPr id="65" name="Shape 63"/>
          <p:cNvSpPr/>
          <p:nvPr/>
        </p:nvSpPr>
        <p:spPr>
          <a:xfrm>
            <a:off x="11258822" y="921466"/>
            <a:ext cx="51270" cy="51270"/>
          </a:xfrm>
          <a:prstGeom prst="ellipse">
            <a:avLst/>
          </a:prstGeom>
          <a:solidFill>
            <a:srgbClr val="000000"/>
          </a:solidFill>
          <a:ln/>
        </p:spPr>
        <p:txBody>
          <a:bodyPr/>
          <a:lstStyle/>
          <a:p>
            <a:endParaRPr lang="en-NL"/>
          </a:p>
        </p:txBody>
      </p:sp>
      <p:sp>
        <p:nvSpPr>
          <p:cNvPr id="66" name="Shape 64"/>
          <p:cNvSpPr/>
          <p:nvPr/>
        </p:nvSpPr>
        <p:spPr>
          <a:xfrm>
            <a:off x="11335350" y="921504"/>
            <a:ext cx="51270" cy="51270"/>
          </a:xfrm>
          <a:prstGeom prst="ellipse">
            <a:avLst/>
          </a:prstGeom>
          <a:solidFill>
            <a:srgbClr val="000000"/>
          </a:solidFill>
          <a:ln/>
        </p:spPr>
        <p:txBody>
          <a:bodyPr/>
          <a:lstStyle/>
          <a:p>
            <a:endParaRPr lang="en-NL"/>
          </a:p>
        </p:txBody>
      </p:sp>
      <p:sp>
        <p:nvSpPr>
          <p:cNvPr id="67" name="Shape 65"/>
          <p:cNvSpPr/>
          <p:nvPr/>
        </p:nvSpPr>
        <p:spPr>
          <a:xfrm>
            <a:off x="11127388" y="931368"/>
            <a:ext cx="35294" cy="35294"/>
          </a:xfrm>
          <a:prstGeom prst="ellipse">
            <a:avLst/>
          </a:prstGeom>
          <a:solidFill>
            <a:srgbClr val="000000"/>
          </a:solidFill>
          <a:ln/>
        </p:spPr>
        <p:txBody>
          <a:bodyPr/>
          <a:lstStyle/>
          <a:p>
            <a:endParaRPr lang="en-NL"/>
          </a:p>
        </p:txBody>
      </p:sp>
      <p:sp>
        <p:nvSpPr>
          <p:cNvPr id="68" name="Shape 66"/>
          <p:cNvSpPr/>
          <p:nvPr/>
        </p:nvSpPr>
        <p:spPr>
          <a:xfrm>
            <a:off x="11481979" y="931035"/>
            <a:ext cx="35960" cy="35960"/>
          </a:xfrm>
          <a:prstGeom prst="ellipse">
            <a:avLst/>
          </a:prstGeom>
          <a:solidFill>
            <a:srgbClr val="000000"/>
          </a:solidFill>
          <a:ln/>
        </p:spPr>
        <p:txBody>
          <a:bodyPr/>
          <a:lstStyle/>
          <a:p>
            <a:endParaRPr lang="en-NL"/>
          </a:p>
        </p:txBody>
      </p:sp>
      <p:sp>
        <p:nvSpPr>
          <p:cNvPr id="69" name="Shape 67"/>
          <p:cNvSpPr/>
          <p:nvPr/>
        </p:nvSpPr>
        <p:spPr>
          <a:xfrm>
            <a:off x="11211987" y="974695"/>
            <a:ext cx="34961" cy="34961"/>
          </a:xfrm>
          <a:prstGeom prst="ellipse">
            <a:avLst/>
          </a:prstGeom>
          <a:solidFill>
            <a:srgbClr val="000000"/>
          </a:solidFill>
          <a:ln/>
        </p:spPr>
        <p:txBody>
          <a:bodyPr/>
          <a:lstStyle/>
          <a:p>
            <a:endParaRPr lang="en-NL"/>
          </a:p>
        </p:txBody>
      </p:sp>
      <p:sp>
        <p:nvSpPr>
          <p:cNvPr id="70" name="Shape 68"/>
          <p:cNvSpPr/>
          <p:nvPr/>
        </p:nvSpPr>
        <p:spPr>
          <a:xfrm>
            <a:off x="11398461" y="974695"/>
            <a:ext cx="34961" cy="34961"/>
          </a:xfrm>
          <a:prstGeom prst="ellipse">
            <a:avLst/>
          </a:prstGeom>
          <a:solidFill>
            <a:srgbClr val="000000"/>
          </a:solidFill>
          <a:ln/>
        </p:spPr>
        <p:txBody>
          <a:bodyPr/>
          <a:lstStyle/>
          <a:p>
            <a:endParaRPr lang="en-NL"/>
          </a:p>
        </p:txBody>
      </p:sp>
      <p:sp>
        <p:nvSpPr>
          <p:cNvPr id="71" name="Shape 69"/>
          <p:cNvSpPr/>
          <p:nvPr/>
        </p:nvSpPr>
        <p:spPr>
          <a:xfrm>
            <a:off x="11304837" y="988501"/>
            <a:ext cx="35627" cy="35627"/>
          </a:xfrm>
          <a:prstGeom prst="ellipse">
            <a:avLst/>
          </a:prstGeom>
          <a:solidFill>
            <a:srgbClr val="000000"/>
          </a:solidFill>
          <a:ln/>
        </p:spPr>
        <p:txBody>
          <a:bodyPr/>
          <a:lstStyle/>
          <a:p>
            <a:endParaRPr lang="en-NL"/>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Vandaag: bouwen op synthetische data</a:t>
            </a:r>
            <a:endParaRPr lang="en-US" sz="3400" dirty="0"/>
          </a:p>
        </p:txBody>
      </p:sp>
      <p:sp>
        <p:nvSpPr>
          <p:cNvPr id="73" name="Shape 71"/>
          <p:cNvSpPr/>
          <p:nvPr/>
        </p:nvSpPr>
        <p:spPr>
          <a:xfrm>
            <a:off x="548640" y="1371600"/>
            <a:ext cx="3515258" cy="2695956"/>
          </a:xfrm>
          <a:prstGeom prst="roundRect">
            <a:avLst>
              <a:gd name="adj" fmla="val 3221"/>
            </a:avLst>
          </a:prstGeom>
          <a:solidFill>
            <a:srgbClr val="00AF81"/>
          </a:solidFill>
          <a:ln/>
        </p:spPr>
        <p:txBody>
          <a:bodyPr/>
          <a:lstStyle/>
          <a:p>
            <a:endParaRPr lang="en-NL"/>
          </a:p>
        </p:txBody>
      </p:sp>
      <p:sp>
        <p:nvSpPr>
          <p:cNvPr id="74" name="Shape 72"/>
          <p:cNvSpPr/>
          <p:nvPr/>
        </p:nvSpPr>
        <p:spPr>
          <a:xfrm>
            <a:off x="822960" y="1719072"/>
            <a:ext cx="2966618" cy="402336"/>
          </a:xfrm>
          <a:prstGeom prst="roundRect">
            <a:avLst>
              <a:gd name="adj" fmla="val 113636"/>
            </a:avLst>
          </a:prstGeom>
          <a:solidFill>
            <a:srgbClr val="F4D9DC"/>
          </a:solidFill>
          <a:ln/>
        </p:spPr>
        <p:txBody>
          <a:bodyPr/>
          <a:lstStyle/>
          <a:p>
            <a:endParaRPr lang="en-NL"/>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Vooraf</a:t>
            </a:r>
            <a:endParaRPr lang="en-US" sz="1200" dirty="0"/>
          </a:p>
        </p:txBody>
      </p:sp>
      <p:sp>
        <p:nvSpPr>
          <p:cNvPr id="76" name="Text 74"/>
          <p:cNvSpPr/>
          <p:nvPr/>
        </p:nvSpPr>
        <p:spPr>
          <a:xfrm>
            <a:off x="822960"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Synthetische data</a:t>
            </a:r>
            <a:endParaRPr lang="en-US" sz="2300" dirty="0"/>
          </a:p>
        </p:txBody>
      </p:sp>
      <p:sp>
        <p:nvSpPr>
          <p:cNvPr id="77" name="Text 75"/>
          <p:cNvSpPr/>
          <p:nvPr/>
        </p:nvSpPr>
        <p:spPr>
          <a:xfrm>
            <a:off x="822960" y="338937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Nepdata met dezelfde kolommen en codes.</a:t>
            </a:r>
            <a:endParaRPr lang="en-US" sz="1500" dirty="0"/>
          </a:p>
        </p:txBody>
      </p:sp>
      <p:sp>
        <p:nvSpPr>
          <p:cNvPr id="78" name="Shape 76"/>
          <p:cNvSpPr/>
          <p:nvPr/>
        </p:nvSpPr>
        <p:spPr>
          <a:xfrm>
            <a:off x="4338218" y="1371600"/>
            <a:ext cx="3515258" cy="2695956"/>
          </a:xfrm>
          <a:prstGeom prst="roundRect">
            <a:avLst>
              <a:gd name="adj" fmla="val 3221"/>
            </a:avLst>
          </a:prstGeom>
          <a:solidFill>
            <a:srgbClr val="3D68EC"/>
          </a:solidFill>
          <a:ln/>
        </p:spPr>
        <p:txBody>
          <a:bodyPr/>
          <a:lstStyle/>
          <a:p>
            <a:endParaRPr lang="en-NL"/>
          </a:p>
        </p:txBody>
      </p:sp>
      <p:sp>
        <p:nvSpPr>
          <p:cNvPr id="79" name="Shape 77"/>
          <p:cNvSpPr/>
          <p:nvPr/>
        </p:nvSpPr>
        <p:spPr>
          <a:xfrm>
            <a:off x="4612538" y="1719072"/>
            <a:ext cx="2966618" cy="402336"/>
          </a:xfrm>
          <a:prstGeom prst="roundRect">
            <a:avLst>
              <a:gd name="adj" fmla="val 113636"/>
            </a:avLst>
          </a:prstGeom>
          <a:solidFill>
            <a:srgbClr val="F4D74B"/>
          </a:solidFill>
          <a:ln/>
        </p:spPr>
        <p:txBody>
          <a:bodyPr/>
          <a:lstStyle/>
          <a:p>
            <a:endParaRPr lang="en-NL"/>
          </a:p>
        </p:txBody>
      </p:sp>
      <p:sp>
        <p:nvSpPr>
          <p:cNvPr id="80" name="Text 78"/>
          <p:cNvSpPr/>
          <p:nvPr/>
        </p:nvSpPr>
        <p:spPr>
          <a:xfrm>
            <a:off x="4703978"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Deze workshop</a:t>
            </a:r>
            <a:endParaRPr lang="en-US" sz="1200" dirty="0"/>
          </a:p>
        </p:txBody>
      </p:sp>
      <p:sp>
        <p:nvSpPr>
          <p:cNvPr id="81" name="Text 79"/>
          <p:cNvSpPr/>
          <p:nvPr/>
        </p:nvSpPr>
        <p:spPr>
          <a:xfrm>
            <a:off x="4612538"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Bouwen met de agent</a:t>
            </a:r>
            <a:endParaRPr lang="en-US" sz="2300" dirty="0"/>
          </a:p>
        </p:txBody>
      </p:sp>
      <p:sp>
        <p:nvSpPr>
          <p:cNvPr id="82" name="Text 80"/>
          <p:cNvSpPr/>
          <p:nvPr/>
        </p:nvSpPr>
        <p:spPr>
          <a:xfrm>
            <a:off x="4612538" y="338937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De agent schrijft en test de code.</a:t>
            </a:r>
            <a:endParaRPr lang="en-US" sz="1500" dirty="0"/>
          </a:p>
        </p:txBody>
      </p:sp>
      <p:sp>
        <p:nvSpPr>
          <p:cNvPr id="83" name="Shape 81"/>
          <p:cNvSpPr/>
          <p:nvPr/>
        </p:nvSpPr>
        <p:spPr>
          <a:xfrm>
            <a:off x="8127797" y="1371600"/>
            <a:ext cx="3515258" cy="2695956"/>
          </a:xfrm>
          <a:prstGeom prst="roundRect">
            <a:avLst>
              <a:gd name="adj" fmla="val 3221"/>
            </a:avLst>
          </a:prstGeom>
          <a:solidFill>
            <a:srgbClr val="00AF81"/>
          </a:solidFill>
          <a:ln/>
        </p:spPr>
        <p:txBody>
          <a:bodyPr/>
          <a:lstStyle/>
          <a:p>
            <a:endParaRPr lang="en-NL"/>
          </a:p>
        </p:txBody>
      </p:sp>
      <p:sp>
        <p:nvSpPr>
          <p:cNvPr id="84" name="Shape 82"/>
          <p:cNvSpPr/>
          <p:nvPr/>
        </p:nvSpPr>
        <p:spPr>
          <a:xfrm>
            <a:off x="8402117" y="1719072"/>
            <a:ext cx="2966618" cy="402336"/>
          </a:xfrm>
          <a:prstGeom prst="roundRect">
            <a:avLst>
              <a:gd name="adj" fmla="val 113636"/>
            </a:avLst>
          </a:prstGeom>
          <a:solidFill>
            <a:srgbClr val="F4D9DC"/>
          </a:solidFill>
          <a:ln/>
        </p:spPr>
        <p:txBody>
          <a:bodyPr/>
          <a:lstStyle/>
          <a:p>
            <a:endParaRPr lang="en-NL"/>
          </a:p>
        </p:txBody>
      </p:sp>
      <p:sp>
        <p:nvSpPr>
          <p:cNvPr id="85" name="Text 83"/>
          <p:cNvSpPr/>
          <p:nvPr/>
        </p:nvSpPr>
        <p:spPr>
          <a:xfrm>
            <a:off x="8493557"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Daarna</a:t>
            </a:r>
            <a:endParaRPr lang="en-US" sz="1200" dirty="0"/>
          </a:p>
        </p:txBody>
      </p:sp>
      <p:sp>
        <p:nvSpPr>
          <p:cNvPr id="86" name="Text 84"/>
          <p:cNvSpPr/>
          <p:nvPr/>
        </p:nvSpPr>
        <p:spPr>
          <a:xfrm>
            <a:off x="8402117" y="2423160"/>
            <a:ext cx="2966618" cy="691896"/>
          </a:xfrm>
          <a:prstGeom prst="rect">
            <a:avLst/>
          </a:prstGeom>
          <a:noFill/>
          <a:ln/>
        </p:spPr>
        <p:txBody>
          <a:bodyPr wrap="square" lIns="0" tIns="0" rIns="0" bIns="0" rtlCol="0" anchor="t"/>
          <a:lstStyle/>
          <a:p>
            <a:pPr marL="0" indent="0" algn="l">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Echte data</a:t>
            </a:r>
            <a:endParaRPr lang="en-US" sz="2400" dirty="0"/>
          </a:p>
        </p:txBody>
      </p:sp>
      <p:sp>
        <p:nvSpPr>
          <p:cNvPr id="87" name="Text 85"/>
          <p:cNvSpPr/>
          <p:nvPr/>
        </p:nvSpPr>
        <p:spPr>
          <a:xfrm>
            <a:off x="8402117" y="338937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Dezelfde code draait bij je instelling, zonder agent.</a:t>
            </a:r>
            <a:endParaRPr lang="en-US" sz="1500" dirty="0"/>
          </a:p>
        </p:txBody>
      </p:sp>
      <p:sp>
        <p:nvSpPr>
          <p:cNvPr id="88" name="Shape 86"/>
          <p:cNvSpPr/>
          <p:nvPr/>
        </p:nvSpPr>
        <p:spPr>
          <a:xfrm>
            <a:off x="548640" y="4341876"/>
            <a:ext cx="11094415" cy="1005840"/>
          </a:xfrm>
          <a:prstGeom prst="roundRect">
            <a:avLst>
              <a:gd name="adj" fmla="val 16529"/>
            </a:avLst>
          </a:prstGeom>
          <a:solidFill>
            <a:srgbClr val="FFFFFF"/>
          </a:solidFill>
          <a:ln/>
        </p:spPr>
        <p:txBody>
          <a:bodyPr/>
          <a:lstStyle/>
          <a:p>
            <a:endParaRPr lang="en-NL"/>
          </a:p>
        </p:txBody>
      </p:sp>
      <p:sp>
        <p:nvSpPr>
          <p:cNvPr id="89" name="Text 87"/>
          <p:cNvSpPr/>
          <p:nvPr/>
        </p:nvSpPr>
        <p:spPr>
          <a:xfrm>
            <a:off x="914400" y="4341876"/>
            <a:ext cx="10362895" cy="1005840"/>
          </a:xfrm>
          <a:prstGeom prst="rect">
            <a:avLst/>
          </a:prstGeom>
          <a:noFill/>
          <a:ln/>
        </p:spPr>
        <p:txBody>
          <a:bodyPr wrap="square" lIns="0" tIns="0" rIns="0" bIns="0" rtlCol="0" anchor="ctr"/>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CEDA helpt:</a:t>
            </a:r>
            <a:r>
              <a:rPr lang="en-US" sz="2200" dirty="0">
                <a:solidFill>
                  <a:srgbClr val="000000"/>
                </a:solidFill>
                <a:latin typeface="General Sans" pitchFamily="34" charset="0"/>
                <a:ea typeface="General Sans" pitchFamily="34" charset="-122"/>
                <a:cs typeface="General Sans" pitchFamily="34" charset="-120"/>
              </a:rPr>
              <a:t> wil je bouwen op je eigen data? Wij helpen je een synthetische versie te maken: zelfde structuur, geen echte studenten.</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 is demodata: veilig om mee te oefenen</a:t>
            </a:r>
            <a:endParaRPr lang="en-US" sz="3200" dirty="0"/>
          </a:p>
        </p:txBody>
      </p:sp>
      <p:sp>
        <p:nvSpPr>
          <p:cNvPr id="73" name="Shape 71"/>
          <p:cNvSpPr/>
          <p:nvPr/>
        </p:nvSpPr>
        <p:spPr>
          <a:xfrm>
            <a:off x="548640" y="1572768"/>
            <a:ext cx="201168" cy="201168"/>
          </a:xfrm>
          <a:prstGeom prst="ellipse">
            <a:avLst/>
          </a:prstGeom>
          <a:solidFill>
            <a:srgbClr val="3D68EC"/>
          </a:solidFill>
          <a:ln/>
        </p:spPr>
        <p:txBody>
          <a:bodyPr/>
          <a:lstStyle/>
          <a:p>
            <a:endParaR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r>
              <a:rPr lang="en-US" sz="1900" dirty="0">
                <a:solidFill>
                  <a:srgbClr val="000000"/>
                </a:solidFill>
                <a:latin typeface="General Sans" pitchFamily="34" charset="0"/>
                <a:ea typeface="General Sans" pitchFamily="34" charset="-122"/>
                <a:cs typeface="General Sans" pitchFamily="34" charset="-120"/>
              </a:rPr>
              <a:t> zelfde kolommen en codes als 1CijferHO,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lstStyle/>
          <a:p>
            <a:endParaR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txBody>
          <a:bodyPr/>
          <a:lstStyle/>
          <a:p>
            <a:endParaR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Realistisch:</a:t>
            </a:r>
            <a:r>
              <a:rPr lang="en-US" sz="1900" dirty="0">
                <a:solidFill>
                  <a:srgbClr val="000000"/>
                </a:solidFill>
                <a:latin typeface="General Sans" pitchFamily="34" charset="0"/>
                <a:ea typeface="General Sans" pitchFamily="34" charset="-122"/>
                <a:cs typeface="General Sans" pitchFamily="34" charset="-120"/>
              </a:rPr>
              <a:t> gecontroleerd tegen de 1CijferHO-metadata en de CROHO-codes</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lstStyle/>
          <a:p>
            <a:endParaR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Bruikbaar, niet betrouwbaar:</a:t>
            </a:r>
            <a:r>
              <a:rPr lang="en-US" sz="1900" dirty="0">
                <a:solidFill>
                  <a:srgbClr val="000000"/>
                </a:solidFill>
                <a:latin typeface="General Sans" pitchFamily="34" charset="0"/>
                <a:ea typeface="General Sans" pitchFamily="34" charset="-122"/>
                <a:cs typeface="General Sans" pitchFamily="34" charset="-120"/>
              </a:rPr>
              <a:t> je bouwt er code mee, maar de uitkomsten zeggen niets over de werkelijkheid</a:t>
            </a:r>
            <a:endParaRPr lang="en-US" sz="1900" dirty="0"/>
          </a:p>
        </p:txBody>
      </p:sp>
      <p:pic>
        <p:nvPicPr>
          <p:cNvPr id="81" name="Image 0" descr="exports\261005_workshop_rad_uitvoering\img\Slot.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Nu gaan we beginnen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Eerst de data en je casus, dan werk jij met de agent.</a:t>
            </a:r>
            <a:endParaRPr lang="en-US" sz="2200" dirty="0"/>
          </a:p>
        </p:txBody>
      </p:sp>
      <p:pic>
        <p:nvPicPr>
          <p:cNvPr id="74" name="Image 0" descr="exports\261027_workshop_rad_hulp4\img\Pijlen roze rechts.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1CijferHO: de data van je eigen instelling</a:t>
            </a:r>
            <a:endParaRPr lang="en-US" sz="3100" dirty="0"/>
          </a:p>
        </p:txBody>
      </p:sp>
      <p:sp>
        <p:nvSpPr>
          <p:cNvPr id="73" name="Text 71"/>
          <p:cNvSpPr/>
          <p:nvPr/>
        </p:nvSpPr>
        <p:spPr>
          <a:xfrm>
            <a:off x="548640" y="1463040"/>
            <a:ext cx="6309360" cy="705104"/>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DUO levert het ieder jaar aan je instelling.</a:t>
            </a:r>
            <a:endParaRPr lang="en-US" sz="2200" dirty="0"/>
          </a:p>
        </p:txBody>
      </p:sp>
      <p:sp>
        <p:nvSpPr>
          <p:cNvPr id="74" name="Shape 72"/>
          <p:cNvSpPr/>
          <p:nvPr/>
        </p:nvSpPr>
        <p:spPr>
          <a:xfrm>
            <a:off x="548640" y="2643632"/>
            <a:ext cx="201168" cy="201168"/>
          </a:xfrm>
          <a:prstGeom prst="ellipse">
            <a:avLst/>
          </a:prstGeom>
          <a:solidFill>
            <a:srgbClr val="3D68EC"/>
          </a:solidFill>
          <a:ln/>
        </p:spPr>
        <p:txBody>
          <a:bodyPr/>
          <a:lstStyle/>
          <a:p>
            <a:endParaRPr/>
          </a:p>
        </p:txBody>
      </p:sp>
      <p:sp>
        <p:nvSpPr>
          <p:cNvPr id="75" name="Text 73"/>
          <p:cNvSpPr/>
          <p:nvPr/>
        </p:nvSpPr>
        <p:spPr>
          <a:xfrm>
            <a:off x="960120" y="2533904"/>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Inschrijvingen:</a:t>
            </a:r>
            <a:r>
              <a:rPr lang="en-US" sz="1900" dirty="0">
                <a:solidFill>
                  <a:srgbClr val="000000"/>
                </a:solidFill>
                <a:latin typeface="General Sans" pitchFamily="34" charset="0"/>
                <a:ea typeface="General Sans" pitchFamily="34" charset="-122"/>
                <a:cs typeface="General Sans" pitchFamily="34" charset="-120"/>
              </a:rPr>
              <a:t> van de studenten van jouw instelling</a:t>
            </a:r>
            <a:endParaRPr lang="en-US" sz="1900" dirty="0"/>
          </a:p>
        </p:txBody>
      </p:sp>
      <p:sp>
        <p:nvSpPr>
          <p:cNvPr id="76" name="Shape 74"/>
          <p:cNvSpPr/>
          <p:nvPr/>
        </p:nvSpPr>
        <p:spPr>
          <a:xfrm>
            <a:off x="548640" y="3558032"/>
            <a:ext cx="201168" cy="201168"/>
          </a:xfrm>
          <a:prstGeom prst="ellipse">
            <a:avLst/>
          </a:prstGeom>
          <a:solidFill>
            <a:srgbClr val="DD784B"/>
          </a:solidFill>
          <a:ln/>
        </p:spPr>
        <p:txBody>
          <a:bodyPr/>
          <a:lstStyle/>
          <a:p>
            <a:endParaRPr/>
          </a:p>
        </p:txBody>
      </p:sp>
      <p:sp>
        <p:nvSpPr>
          <p:cNvPr id="77" name="Text 75"/>
          <p:cNvSpPr/>
          <p:nvPr/>
        </p:nvSpPr>
        <p:spPr>
          <a:xfrm>
            <a:off x="960120" y="3448304"/>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Persoonskenmerken:</a:t>
            </a:r>
            <a:r>
              <a:rPr lang="en-US" sz="1900" dirty="0">
                <a:solidFill>
                  <a:srgbClr val="000000"/>
                </a:solidFill>
                <a:latin typeface="General Sans" pitchFamily="34" charset="0"/>
                <a:ea typeface="General Sans" pitchFamily="34" charset="-122"/>
                <a:cs typeface="General Sans" pitchFamily="34" charset="-120"/>
              </a:rPr>
              <a:t> van diezelfde studenten</a:t>
            </a:r>
            <a:endParaRPr lang="en-US" sz="1900" dirty="0"/>
          </a:p>
        </p:txBody>
      </p:sp>
      <p:pic>
        <p:nvPicPr>
          <p:cNvPr id="78" name="Image 0" descr="exports\261027_workshop_rad_hulp5\img\data.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300" dirty="0">
                <a:solidFill>
                  <a:srgbClr val="3D68EC"/>
                </a:solidFill>
                <a:latin typeface="General Sans Semibold" pitchFamily="34" charset="0"/>
                <a:ea typeface="General Sans Semibold" pitchFamily="34" charset="-122"/>
                <a:cs typeface="General Sans Semibold" pitchFamily="34" charset="-120"/>
              </a:rPr>
              <a:t>Kies je casus: drie vragen, één dataset</a:t>
            </a:r>
            <a:endParaRPr lang="en-US" sz="3300" dirty="0"/>
          </a:p>
        </p:txBody>
      </p:sp>
      <p:sp>
        <p:nvSpPr>
          <p:cNvPr id="73" name="Shape 71"/>
          <p:cNvSpPr/>
          <p:nvPr/>
        </p:nvSpPr>
        <p:spPr>
          <a:xfrm>
            <a:off x="548640" y="1371600"/>
            <a:ext cx="3515258" cy="3280410"/>
          </a:xfrm>
          <a:prstGeom prst="roundRect">
            <a:avLst>
              <a:gd name="adj" fmla="val 2176"/>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Uitval</a:t>
            </a:r>
            <a:endParaRPr lang="en-US" sz="1200" dirty="0"/>
          </a:p>
        </p:txBody>
      </p:sp>
      <p:sp>
        <p:nvSpPr>
          <p:cNvPr id="78" name="Text 76"/>
          <p:cNvSpPr/>
          <p:nvPr/>
        </p:nvSpPr>
        <p:spPr>
          <a:xfrm>
            <a:off x="822960" y="2423160"/>
            <a:ext cx="2966618" cy="1051560"/>
          </a:xfrm>
          <a:prstGeom prst="rect">
            <a:avLst/>
          </a:prstGeom>
          <a:noFill/>
          <a:ln/>
        </p:spPr>
        <p:txBody>
          <a:bodyPr wrap="square" lIns="0" tIns="0" rIns="0" bIns="0" rtlCol="0" anchor="t"/>
          <a:lstStyle/>
          <a:p>
            <a:pPr marL="0" indent="0" algn="l">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Wie stopt na het eerste jaar?</a:t>
            </a:r>
            <a:endParaRPr lang="en-US" sz="2400" dirty="0"/>
          </a:p>
        </p:txBody>
      </p:sp>
      <p:sp>
        <p:nvSpPr>
          <p:cNvPr id="79" name="Text 77"/>
          <p:cNvSpPr/>
          <p:nvPr/>
        </p:nvSpPr>
        <p:spPr>
          <a:xfrm>
            <a:off x="822960" y="3749040"/>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 deel van de eerstejaars stopt na het eerste jaar?</a:t>
            </a:r>
            <a:endParaRPr lang="en-US" sz="1500" dirty="0"/>
          </a:p>
        </p:txBody>
      </p:sp>
      <p:sp>
        <p:nvSpPr>
          <p:cNvPr id="80" name="Shape 78"/>
          <p:cNvSpPr/>
          <p:nvPr/>
        </p:nvSpPr>
        <p:spPr>
          <a:xfrm>
            <a:off x="4338218" y="1371600"/>
            <a:ext cx="3515258" cy="3280410"/>
          </a:xfrm>
          <a:prstGeom prst="roundRect">
            <a:avLst>
              <a:gd name="adj" fmla="val 2176"/>
            </a:avLst>
          </a:prstGeom>
          <a:solidFill>
            <a:srgbClr val="DD784B"/>
          </a:solidFill>
          <a:ln/>
        </p:spPr>
        <p:txBody>
          <a:bodyPr/>
          <a:lstStyle/>
          <a:p>
            <a:endParaRPr/>
          </a:p>
        </p:txBody>
      </p:sp>
      <p:sp>
        <p:nvSpPr>
          <p:cNvPr id="81" name="Shape 79"/>
          <p:cNvSpPr/>
          <p:nvPr/>
        </p:nvSpPr>
        <p:spPr>
          <a:xfrm>
            <a:off x="4612538" y="1645920"/>
            <a:ext cx="548640" cy="548640"/>
          </a:xfrm>
          <a:prstGeom prst="ellipse">
            <a:avLst/>
          </a:prstGeom>
          <a:solidFill>
            <a:srgbClr val="F4D9DC"/>
          </a:solidFill>
          <a:ln/>
        </p:spPr>
        <p:txBody>
          <a:bodyPr/>
          <a:lstStyle/>
          <a:p>
            <a:endParaR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lstStyle/>
          <a:p>
            <a:endParaR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Diploma</a:t>
            </a:r>
            <a:endParaRPr lang="en-US" sz="1200" dirty="0"/>
          </a:p>
        </p:txBody>
      </p:sp>
      <p:sp>
        <p:nvSpPr>
          <p:cNvPr id="85" name="Text 83"/>
          <p:cNvSpPr/>
          <p:nvPr/>
        </p:nvSpPr>
        <p:spPr>
          <a:xfrm>
            <a:off x="4612538" y="2423160"/>
            <a:ext cx="2966618" cy="1051560"/>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Wie haalt binnen vijf jaar een diploma?</a:t>
            </a:r>
            <a:endParaRPr lang="en-US" sz="2300" dirty="0"/>
          </a:p>
        </p:txBody>
      </p:sp>
      <p:sp>
        <p:nvSpPr>
          <p:cNvPr id="86" name="Text 84"/>
          <p:cNvSpPr/>
          <p:nvPr/>
        </p:nvSpPr>
        <p:spPr>
          <a:xfrm>
            <a:off x="4612538" y="3749040"/>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Welk deel van de eerstejaars haalt binnen vijf jaar een diploma?</a:t>
            </a:r>
            <a:endParaRPr lang="en-US" sz="1500" dirty="0"/>
          </a:p>
        </p:txBody>
      </p:sp>
      <p:sp>
        <p:nvSpPr>
          <p:cNvPr id="87" name="Shape 85"/>
          <p:cNvSpPr/>
          <p:nvPr/>
        </p:nvSpPr>
        <p:spPr>
          <a:xfrm>
            <a:off x="8127797" y="1371600"/>
            <a:ext cx="3515258" cy="3280410"/>
          </a:xfrm>
          <a:prstGeom prst="roundRect">
            <a:avLst>
              <a:gd name="adj" fmla="val 2176"/>
            </a:avLst>
          </a:prstGeom>
          <a:solidFill>
            <a:srgbClr val="00AF81"/>
          </a:solidFill>
          <a:ln/>
        </p:spPr>
        <p:txBody>
          <a:bodyPr/>
          <a:lstStyle/>
          <a:p>
            <a:endParaRPr/>
          </a:p>
        </p:txBody>
      </p:sp>
      <p:sp>
        <p:nvSpPr>
          <p:cNvPr id="88" name="Shape 86"/>
          <p:cNvSpPr/>
          <p:nvPr/>
        </p:nvSpPr>
        <p:spPr>
          <a:xfrm>
            <a:off x="8402117" y="1645920"/>
            <a:ext cx="548640" cy="548640"/>
          </a:xfrm>
          <a:prstGeom prst="ellipse">
            <a:avLst/>
          </a:prstGeom>
          <a:solidFill>
            <a:srgbClr val="F4D9DC"/>
          </a:solidFill>
          <a:ln/>
        </p:spPr>
        <p:txBody>
          <a:bodyPr/>
          <a:lstStyle/>
          <a:p>
            <a:endParaR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C</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lstStyle/>
          <a:p>
            <a:endParaR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Vooropleiding</a:t>
            </a:r>
            <a:endParaRPr lang="en-US" sz="1200" dirty="0"/>
          </a:p>
        </p:txBody>
      </p:sp>
      <p:sp>
        <p:nvSpPr>
          <p:cNvPr id="92" name="Text 90"/>
          <p:cNvSpPr/>
          <p:nvPr/>
        </p:nvSpPr>
        <p:spPr>
          <a:xfrm>
            <a:off x="8402117" y="2423160"/>
            <a:ext cx="2966618" cy="1051560"/>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Hangt stoppen samen met je vooropleiding?</a:t>
            </a:r>
            <a:endParaRPr lang="en-US" sz="2300" dirty="0"/>
          </a:p>
        </p:txBody>
      </p:sp>
      <p:sp>
        <p:nvSpPr>
          <p:cNvPr id="93" name="Text 91"/>
          <p:cNvSpPr/>
          <p:nvPr/>
        </p:nvSpPr>
        <p:spPr>
          <a:xfrm>
            <a:off x="8402117" y="3749040"/>
            <a:ext cx="296661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Stoppen eerstejaars vaker bij de ene vooropleiding dan bij de andere?</a:t>
            </a:r>
            <a:endParaRPr lang="en-US" sz="1500" dirty="0"/>
          </a:p>
        </p:txBody>
      </p:sp>
      <p:sp>
        <p:nvSpPr>
          <p:cNvPr id="94" name="Text 92"/>
          <p:cNvSpPr/>
          <p:nvPr/>
        </p:nvSpPr>
        <p:spPr>
          <a:xfrm>
            <a:off x="548640" y="4834890"/>
            <a:ext cx="11094415" cy="4572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Alle drie in data/demodata_1cho.csv: fictieve studenten, 2012-2023. Elke vraag levert één dashboard met de onderzoeksvraag als titel. De voorbeelden gaan over vraag </a:t>
            </a:r>
            <a:r>
              <a:rPr lang="en-US" sz="1500">
                <a:solidFill>
                  <a:srgbClr val="000000"/>
                </a:solidFill>
                <a:latin typeface="General Sans" pitchFamily="34" charset="0"/>
                <a:ea typeface="General Sans" pitchFamily="34" charset="-122"/>
                <a:cs typeface="General Sans" pitchFamily="34" charset="-120"/>
              </a:rPr>
              <a:t>A.</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NL"/>
          </a:p>
        </p:txBody>
      </p:sp>
      <p:sp>
        <p:nvSpPr>
          <p:cNvPr id="3" name="Shape 1"/>
          <p:cNvSpPr/>
          <p:nvPr/>
        </p:nvSpPr>
        <p:spPr>
          <a:xfrm>
            <a:off x="11212173" y="399224"/>
            <a:ext cx="34616" cy="34616"/>
          </a:xfrm>
          <a:prstGeom prst="ellipse">
            <a:avLst/>
          </a:prstGeom>
          <a:solidFill>
            <a:srgbClr val="000000"/>
          </a:solidFill>
          <a:ln/>
        </p:spPr>
        <p:txBody>
          <a:bodyPr/>
          <a:lstStyle/>
          <a:p>
            <a:endParaRPr lang="en-NL"/>
          </a:p>
        </p:txBody>
      </p:sp>
      <p:sp>
        <p:nvSpPr>
          <p:cNvPr id="4" name="Shape 2"/>
          <p:cNvSpPr/>
          <p:nvPr/>
        </p:nvSpPr>
        <p:spPr>
          <a:xfrm>
            <a:off x="11398641" y="399224"/>
            <a:ext cx="34616" cy="34616"/>
          </a:xfrm>
          <a:prstGeom prst="ellipse">
            <a:avLst/>
          </a:prstGeom>
          <a:solidFill>
            <a:srgbClr val="000000"/>
          </a:solidFill>
          <a:ln/>
        </p:spPr>
        <p:txBody>
          <a:bodyPr/>
          <a:lstStyle/>
          <a:p>
            <a:endParaRPr lang="en-NL"/>
          </a:p>
        </p:txBody>
      </p:sp>
      <p:sp>
        <p:nvSpPr>
          <p:cNvPr id="5" name="Shape 3"/>
          <p:cNvSpPr/>
          <p:nvPr/>
        </p:nvSpPr>
        <p:spPr>
          <a:xfrm>
            <a:off x="11258374" y="435357"/>
            <a:ext cx="51936" cy="51936"/>
          </a:xfrm>
          <a:prstGeom prst="ellipse">
            <a:avLst/>
          </a:prstGeom>
          <a:solidFill>
            <a:srgbClr val="000000"/>
          </a:solidFill>
          <a:ln/>
        </p:spPr>
        <p:txBody>
          <a:bodyPr/>
          <a:lstStyle/>
          <a:p>
            <a:endParaRPr lang="en-NL"/>
          </a:p>
        </p:txBody>
      </p:sp>
      <p:sp>
        <p:nvSpPr>
          <p:cNvPr id="6" name="Shape 4"/>
          <p:cNvSpPr/>
          <p:nvPr/>
        </p:nvSpPr>
        <p:spPr>
          <a:xfrm>
            <a:off x="11335407" y="435306"/>
            <a:ext cx="51718" cy="51718"/>
          </a:xfrm>
          <a:prstGeom prst="ellipse">
            <a:avLst/>
          </a:prstGeom>
          <a:solidFill>
            <a:srgbClr val="000000"/>
          </a:solidFill>
          <a:ln/>
        </p:spPr>
        <p:txBody>
          <a:bodyPr/>
          <a:lstStyle/>
          <a:p>
            <a:endParaRPr lang="en-NL"/>
          </a:p>
        </p:txBody>
      </p:sp>
      <p:sp>
        <p:nvSpPr>
          <p:cNvPr id="7" name="Shape 5"/>
          <p:cNvSpPr/>
          <p:nvPr/>
        </p:nvSpPr>
        <p:spPr>
          <a:xfrm>
            <a:off x="11127388" y="442398"/>
            <a:ext cx="35294" cy="35294"/>
          </a:xfrm>
          <a:prstGeom prst="ellipse">
            <a:avLst/>
          </a:prstGeom>
          <a:solidFill>
            <a:srgbClr val="000000"/>
          </a:solidFill>
          <a:ln/>
        </p:spPr>
        <p:txBody>
          <a:bodyPr/>
          <a:lstStyle/>
          <a:p>
            <a:endParaRPr lang="en-NL"/>
          </a:p>
        </p:txBody>
      </p:sp>
      <p:sp>
        <p:nvSpPr>
          <p:cNvPr id="8" name="Shape 6"/>
          <p:cNvSpPr/>
          <p:nvPr/>
        </p:nvSpPr>
        <p:spPr>
          <a:xfrm>
            <a:off x="11482145" y="441649"/>
            <a:ext cx="35960" cy="35960"/>
          </a:xfrm>
          <a:prstGeom prst="ellipse">
            <a:avLst/>
          </a:prstGeom>
          <a:solidFill>
            <a:srgbClr val="000000"/>
          </a:solidFill>
          <a:ln/>
        </p:spPr>
        <p:txBody>
          <a:bodyPr/>
          <a:lstStyle/>
          <a:p>
            <a:endParaRPr lang="en-NL"/>
          </a:p>
        </p:txBody>
      </p:sp>
      <p:sp>
        <p:nvSpPr>
          <p:cNvPr id="9" name="Shape 7"/>
          <p:cNvSpPr/>
          <p:nvPr/>
        </p:nvSpPr>
        <p:spPr>
          <a:xfrm>
            <a:off x="11185603" y="459328"/>
            <a:ext cx="52167" cy="52167"/>
          </a:xfrm>
          <a:prstGeom prst="ellipse">
            <a:avLst/>
          </a:prstGeom>
          <a:solidFill>
            <a:srgbClr val="000000"/>
          </a:solidFill>
          <a:ln/>
        </p:spPr>
        <p:txBody>
          <a:bodyPr/>
          <a:lstStyle/>
          <a:p>
            <a:endParaRPr lang="en-NL"/>
          </a:p>
        </p:txBody>
      </p:sp>
      <p:sp>
        <p:nvSpPr>
          <p:cNvPr id="10" name="Shape 8"/>
          <p:cNvSpPr/>
          <p:nvPr/>
        </p:nvSpPr>
        <p:spPr>
          <a:xfrm>
            <a:off x="11408043" y="458713"/>
            <a:ext cx="52384" cy="52384"/>
          </a:xfrm>
          <a:prstGeom prst="ellipse">
            <a:avLst/>
          </a:prstGeom>
          <a:solidFill>
            <a:srgbClr val="000000"/>
          </a:solidFill>
          <a:ln/>
        </p:spPr>
        <p:txBody>
          <a:bodyPr/>
          <a:lstStyle/>
          <a:p>
            <a:endParaRPr lang="en-NL"/>
          </a:p>
        </p:txBody>
      </p:sp>
      <p:sp>
        <p:nvSpPr>
          <p:cNvPr id="11" name="Shape 9"/>
          <p:cNvSpPr/>
          <p:nvPr/>
        </p:nvSpPr>
        <p:spPr>
          <a:xfrm>
            <a:off x="11241891" y="499749"/>
            <a:ext cx="36613" cy="36613"/>
          </a:xfrm>
          <a:prstGeom prst="ellipse">
            <a:avLst/>
          </a:prstGeom>
          <a:solidFill>
            <a:srgbClr val="000000"/>
          </a:solidFill>
          <a:ln/>
        </p:spPr>
        <p:txBody>
          <a:bodyPr/>
          <a:lstStyle/>
          <a:p>
            <a:endParaRPr lang="en-NL"/>
          </a:p>
        </p:txBody>
      </p:sp>
      <p:sp>
        <p:nvSpPr>
          <p:cNvPr id="12" name="Shape 10"/>
          <p:cNvSpPr/>
          <p:nvPr/>
        </p:nvSpPr>
        <p:spPr>
          <a:xfrm>
            <a:off x="11294557" y="500146"/>
            <a:ext cx="57223" cy="57223"/>
          </a:xfrm>
          <a:prstGeom prst="ellipse">
            <a:avLst/>
          </a:prstGeom>
          <a:solidFill>
            <a:srgbClr val="000000"/>
          </a:solidFill>
          <a:ln/>
        </p:spPr>
        <p:txBody>
          <a:bodyPr/>
          <a:lstStyle/>
          <a:p>
            <a:endParaRPr lang="en-NL"/>
          </a:p>
        </p:txBody>
      </p:sp>
      <p:sp>
        <p:nvSpPr>
          <p:cNvPr id="13" name="Shape 11"/>
          <p:cNvSpPr/>
          <p:nvPr/>
        </p:nvSpPr>
        <p:spPr>
          <a:xfrm>
            <a:off x="11364102" y="498770"/>
            <a:ext cx="35294" cy="35294"/>
          </a:xfrm>
          <a:prstGeom prst="ellipse">
            <a:avLst/>
          </a:prstGeom>
          <a:solidFill>
            <a:srgbClr val="000000"/>
          </a:solidFill>
          <a:ln/>
        </p:spPr>
        <p:txBody>
          <a:bodyPr/>
          <a:lstStyle/>
          <a:p>
            <a:endParaRPr lang="en-NL"/>
          </a:p>
        </p:txBody>
      </p:sp>
      <p:sp>
        <p:nvSpPr>
          <p:cNvPr id="14" name="Shape 12"/>
          <p:cNvSpPr/>
          <p:nvPr/>
        </p:nvSpPr>
        <p:spPr>
          <a:xfrm>
            <a:off x="11123515" y="504524"/>
            <a:ext cx="51936" cy="51936"/>
          </a:xfrm>
          <a:prstGeom prst="ellipse">
            <a:avLst/>
          </a:prstGeom>
          <a:solidFill>
            <a:srgbClr val="000000"/>
          </a:solidFill>
          <a:ln/>
        </p:spPr>
        <p:txBody>
          <a:bodyPr/>
          <a:lstStyle/>
          <a:p>
            <a:endParaRPr lang="en-NL"/>
          </a:p>
        </p:txBody>
      </p:sp>
      <p:sp>
        <p:nvSpPr>
          <p:cNvPr id="15" name="Shape 13"/>
          <p:cNvSpPr/>
          <p:nvPr/>
        </p:nvSpPr>
        <p:spPr>
          <a:xfrm>
            <a:off x="11470202" y="504300"/>
            <a:ext cx="52384" cy="52384"/>
          </a:xfrm>
          <a:prstGeom prst="ellipse">
            <a:avLst/>
          </a:prstGeom>
          <a:solidFill>
            <a:srgbClr val="000000"/>
          </a:solidFill>
          <a:ln/>
        </p:spPr>
        <p:txBody>
          <a:bodyPr/>
          <a:lstStyle/>
          <a:p>
            <a:endParaRPr lang="en-NL"/>
          </a:p>
        </p:txBody>
      </p:sp>
      <p:sp>
        <p:nvSpPr>
          <p:cNvPr id="16" name="Shape 14"/>
          <p:cNvSpPr/>
          <p:nvPr/>
        </p:nvSpPr>
        <p:spPr>
          <a:xfrm>
            <a:off x="11060774" y="508825"/>
            <a:ext cx="35627" cy="35627"/>
          </a:xfrm>
          <a:prstGeom prst="ellipse">
            <a:avLst/>
          </a:prstGeom>
          <a:solidFill>
            <a:srgbClr val="000000"/>
          </a:solidFill>
          <a:ln/>
        </p:spPr>
        <p:txBody>
          <a:bodyPr/>
          <a:lstStyle/>
          <a:p>
            <a:endParaRPr lang="en-NL"/>
          </a:p>
        </p:txBody>
      </p:sp>
      <p:sp>
        <p:nvSpPr>
          <p:cNvPr id="17" name="Shape 15"/>
          <p:cNvSpPr/>
          <p:nvPr/>
        </p:nvSpPr>
        <p:spPr>
          <a:xfrm>
            <a:off x="11548535" y="508038"/>
            <a:ext cx="36613" cy="36613"/>
          </a:xfrm>
          <a:prstGeom prst="ellipse">
            <a:avLst/>
          </a:prstGeom>
          <a:solidFill>
            <a:srgbClr val="000000"/>
          </a:solidFill>
          <a:ln/>
        </p:spPr>
        <p:txBody>
          <a:bodyPr/>
          <a:lstStyle/>
          <a:p>
            <a:endParaRPr lang="en-NL"/>
          </a:p>
        </p:txBody>
      </p:sp>
      <p:sp>
        <p:nvSpPr>
          <p:cNvPr id="18" name="Shape 16"/>
          <p:cNvSpPr/>
          <p:nvPr/>
        </p:nvSpPr>
        <p:spPr>
          <a:xfrm>
            <a:off x="11191466" y="533379"/>
            <a:ext cx="57825" cy="57825"/>
          </a:xfrm>
          <a:prstGeom prst="ellipse">
            <a:avLst/>
          </a:prstGeom>
          <a:solidFill>
            <a:srgbClr val="000000"/>
          </a:solidFill>
          <a:ln/>
        </p:spPr>
        <p:txBody>
          <a:bodyPr/>
          <a:lstStyle/>
          <a:p>
            <a:endParaRPr lang="en-NL"/>
          </a:p>
        </p:txBody>
      </p:sp>
      <p:sp>
        <p:nvSpPr>
          <p:cNvPr id="19" name="Shape 17"/>
          <p:cNvSpPr/>
          <p:nvPr/>
        </p:nvSpPr>
        <p:spPr>
          <a:xfrm>
            <a:off x="11396535" y="533494"/>
            <a:ext cx="57428" cy="57428"/>
          </a:xfrm>
          <a:prstGeom prst="ellipse">
            <a:avLst/>
          </a:prstGeom>
          <a:solidFill>
            <a:srgbClr val="000000"/>
          </a:solidFill>
          <a:ln/>
        </p:spPr>
        <p:txBody>
          <a:bodyPr/>
          <a:lstStyle/>
          <a:p>
            <a:endParaRPr lang="en-NL"/>
          </a:p>
        </p:txBody>
      </p:sp>
      <p:sp>
        <p:nvSpPr>
          <p:cNvPr id="20" name="Shape 18"/>
          <p:cNvSpPr/>
          <p:nvPr/>
        </p:nvSpPr>
        <p:spPr>
          <a:xfrm>
            <a:off x="11079087" y="567226"/>
            <a:ext cx="51270" cy="51270"/>
          </a:xfrm>
          <a:prstGeom prst="ellipse">
            <a:avLst/>
          </a:prstGeom>
          <a:solidFill>
            <a:srgbClr val="000000"/>
          </a:solidFill>
          <a:ln/>
        </p:spPr>
        <p:txBody>
          <a:bodyPr/>
          <a:lstStyle/>
          <a:p>
            <a:endParaRPr lang="en-NL"/>
          </a:p>
        </p:txBody>
      </p:sp>
      <p:sp>
        <p:nvSpPr>
          <p:cNvPr id="21" name="Shape 19"/>
          <p:cNvSpPr/>
          <p:nvPr/>
        </p:nvSpPr>
        <p:spPr>
          <a:xfrm>
            <a:off x="11339728" y="567053"/>
            <a:ext cx="34616" cy="34616"/>
          </a:xfrm>
          <a:prstGeom prst="ellipse">
            <a:avLst/>
          </a:prstGeom>
          <a:solidFill>
            <a:srgbClr val="000000"/>
          </a:solidFill>
          <a:ln/>
        </p:spPr>
        <p:txBody>
          <a:bodyPr/>
          <a:lstStyle/>
          <a:p>
            <a:endParaRPr lang="en-NL"/>
          </a:p>
        </p:txBody>
      </p:sp>
      <p:sp>
        <p:nvSpPr>
          <p:cNvPr id="22" name="Shape 20"/>
          <p:cNvSpPr/>
          <p:nvPr/>
        </p:nvSpPr>
        <p:spPr>
          <a:xfrm>
            <a:off x="11515167" y="566234"/>
            <a:ext cx="52819" cy="52819"/>
          </a:xfrm>
          <a:prstGeom prst="ellipse">
            <a:avLst/>
          </a:prstGeom>
          <a:solidFill>
            <a:srgbClr val="000000"/>
          </a:solidFill>
          <a:ln/>
        </p:spPr>
        <p:txBody>
          <a:bodyPr/>
          <a:lstStyle/>
          <a:p>
            <a:endParaRPr lang="en-NL"/>
          </a:p>
        </p:txBody>
      </p:sp>
      <p:sp>
        <p:nvSpPr>
          <p:cNvPr id="23" name="Shape 21"/>
          <p:cNvSpPr/>
          <p:nvPr/>
        </p:nvSpPr>
        <p:spPr>
          <a:xfrm>
            <a:off x="11262860" y="569742"/>
            <a:ext cx="34961" cy="34961"/>
          </a:xfrm>
          <a:prstGeom prst="ellipse">
            <a:avLst/>
          </a:prstGeom>
          <a:solidFill>
            <a:srgbClr val="000000"/>
          </a:solidFill>
          <a:ln/>
        </p:spPr>
        <p:txBody>
          <a:bodyPr/>
          <a:lstStyle/>
          <a:p>
            <a:endParaRPr lang="en-NL"/>
          </a:p>
        </p:txBody>
      </p:sp>
      <p:sp>
        <p:nvSpPr>
          <p:cNvPr id="24" name="Shape 22"/>
          <p:cNvSpPr/>
          <p:nvPr/>
        </p:nvSpPr>
        <p:spPr>
          <a:xfrm>
            <a:off x="11462521" y="569818"/>
            <a:ext cx="35294" cy="35294"/>
          </a:xfrm>
          <a:prstGeom prst="ellipse">
            <a:avLst/>
          </a:prstGeom>
          <a:solidFill>
            <a:srgbClr val="000000"/>
          </a:solidFill>
          <a:ln/>
        </p:spPr>
        <p:txBody>
          <a:bodyPr/>
          <a:lstStyle/>
          <a:p>
            <a:endParaRPr lang="en-NL"/>
          </a:p>
        </p:txBody>
      </p:sp>
      <p:sp>
        <p:nvSpPr>
          <p:cNvPr id="25" name="Shape 23"/>
          <p:cNvSpPr/>
          <p:nvPr/>
        </p:nvSpPr>
        <p:spPr>
          <a:xfrm>
            <a:off x="11145681" y="573441"/>
            <a:ext cx="34270" cy="34270"/>
          </a:xfrm>
          <a:prstGeom prst="ellipse">
            <a:avLst/>
          </a:prstGeom>
          <a:solidFill>
            <a:srgbClr val="000000"/>
          </a:solidFill>
          <a:ln/>
        </p:spPr>
        <p:txBody>
          <a:bodyPr/>
          <a:lstStyle/>
          <a:p>
            <a:endParaRPr lang="en-NL"/>
          </a:p>
        </p:txBody>
      </p:sp>
      <p:sp>
        <p:nvSpPr>
          <p:cNvPr id="26" name="Shape 24"/>
          <p:cNvSpPr/>
          <p:nvPr/>
        </p:nvSpPr>
        <p:spPr>
          <a:xfrm>
            <a:off x="11592015" y="593213"/>
            <a:ext cx="35294" cy="35294"/>
          </a:xfrm>
          <a:prstGeom prst="ellipse">
            <a:avLst/>
          </a:prstGeom>
          <a:solidFill>
            <a:srgbClr val="000000"/>
          </a:solidFill>
          <a:ln/>
        </p:spPr>
        <p:txBody>
          <a:bodyPr/>
          <a:lstStyle/>
          <a:p>
            <a:endParaRPr lang="en-NL"/>
          </a:p>
        </p:txBody>
      </p:sp>
      <p:sp>
        <p:nvSpPr>
          <p:cNvPr id="27" name="Shape 25"/>
          <p:cNvSpPr/>
          <p:nvPr/>
        </p:nvSpPr>
        <p:spPr>
          <a:xfrm>
            <a:off x="11019124" y="593444"/>
            <a:ext cx="34616" cy="34616"/>
          </a:xfrm>
          <a:prstGeom prst="ellipse">
            <a:avLst/>
          </a:prstGeom>
          <a:solidFill>
            <a:srgbClr val="000000"/>
          </a:solidFill>
          <a:ln/>
        </p:spPr>
        <p:txBody>
          <a:bodyPr/>
          <a:lstStyle/>
          <a:p>
            <a:endParaRPr lang="en-NL"/>
          </a:p>
        </p:txBody>
      </p:sp>
      <p:sp>
        <p:nvSpPr>
          <p:cNvPr id="28" name="Shape 26"/>
          <p:cNvSpPr/>
          <p:nvPr/>
        </p:nvSpPr>
        <p:spPr>
          <a:xfrm>
            <a:off x="11403576" y="610214"/>
            <a:ext cx="34961" cy="34961"/>
          </a:xfrm>
          <a:prstGeom prst="ellipse">
            <a:avLst/>
          </a:prstGeom>
          <a:solidFill>
            <a:srgbClr val="000000"/>
          </a:solidFill>
          <a:ln/>
        </p:spPr>
        <p:txBody>
          <a:bodyPr/>
          <a:lstStyle/>
          <a:p>
            <a:endParaRPr lang="en-NL"/>
          </a:p>
        </p:txBody>
      </p:sp>
      <p:sp>
        <p:nvSpPr>
          <p:cNvPr id="29" name="Shape 27"/>
          <p:cNvSpPr/>
          <p:nvPr/>
        </p:nvSpPr>
        <p:spPr>
          <a:xfrm>
            <a:off x="11201662" y="616570"/>
            <a:ext cx="35627" cy="35627"/>
          </a:xfrm>
          <a:prstGeom prst="ellipse">
            <a:avLst/>
          </a:prstGeom>
          <a:solidFill>
            <a:srgbClr val="000000"/>
          </a:solidFill>
          <a:ln/>
        </p:spPr>
        <p:txBody>
          <a:bodyPr/>
          <a:lstStyle/>
          <a:p>
            <a:endParaRPr lang="en-NL"/>
          </a:p>
        </p:txBody>
      </p:sp>
      <p:sp>
        <p:nvSpPr>
          <p:cNvPr id="30" name="Shape 28"/>
          <p:cNvSpPr/>
          <p:nvPr/>
        </p:nvSpPr>
        <p:spPr>
          <a:xfrm>
            <a:off x="11127484" y="620705"/>
            <a:ext cx="58030" cy="58030"/>
          </a:xfrm>
          <a:prstGeom prst="ellipse">
            <a:avLst/>
          </a:prstGeom>
          <a:solidFill>
            <a:srgbClr val="000000"/>
          </a:solidFill>
          <a:ln/>
        </p:spPr>
        <p:txBody>
          <a:bodyPr/>
          <a:lstStyle/>
          <a:p>
            <a:endParaRPr lang="en-NL"/>
          </a:p>
        </p:txBody>
      </p:sp>
      <p:sp>
        <p:nvSpPr>
          <p:cNvPr id="31" name="Shape 29"/>
          <p:cNvSpPr/>
          <p:nvPr/>
        </p:nvSpPr>
        <p:spPr>
          <a:xfrm>
            <a:off x="11460767" y="620852"/>
            <a:ext cx="57428" cy="57428"/>
          </a:xfrm>
          <a:prstGeom prst="ellipse">
            <a:avLst/>
          </a:prstGeom>
          <a:solidFill>
            <a:srgbClr val="000000"/>
          </a:solidFill>
          <a:ln/>
        </p:spPr>
        <p:txBody>
          <a:bodyPr/>
          <a:lstStyle/>
          <a:p>
            <a:endParaRPr lang="en-NL"/>
          </a:p>
        </p:txBody>
      </p:sp>
      <p:sp>
        <p:nvSpPr>
          <p:cNvPr id="32" name="Shape 30"/>
          <p:cNvSpPr/>
          <p:nvPr/>
        </p:nvSpPr>
        <p:spPr>
          <a:xfrm>
            <a:off x="11055219" y="640144"/>
            <a:ext cx="51718" cy="51718"/>
          </a:xfrm>
          <a:prstGeom prst="ellipse">
            <a:avLst/>
          </a:prstGeom>
          <a:solidFill>
            <a:srgbClr val="000000"/>
          </a:solidFill>
          <a:ln/>
        </p:spPr>
        <p:txBody>
          <a:bodyPr/>
          <a:lstStyle/>
          <a:p>
            <a:endParaRPr lang="en-NL"/>
          </a:p>
        </p:txBody>
      </p:sp>
      <p:sp>
        <p:nvSpPr>
          <p:cNvPr id="33" name="Shape 31"/>
          <p:cNvSpPr/>
          <p:nvPr/>
        </p:nvSpPr>
        <p:spPr>
          <a:xfrm>
            <a:off x="11539330" y="640266"/>
            <a:ext cx="51270" cy="51270"/>
          </a:xfrm>
          <a:prstGeom prst="ellipse">
            <a:avLst/>
          </a:prstGeom>
          <a:solidFill>
            <a:srgbClr val="000000"/>
          </a:solidFill>
          <a:ln/>
        </p:spPr>
        <p:txBody>
          <a:bodyPr/>
          <a:lstStyle/>
          <a:p>
            <a:endParaRPr lang="en-NL"/>
          </a:p>
        </p:txBody>
      </p:sp>
      <p:sp>
        <p:nvSpPr>
          <p:cNvPr id="34" name="Shape 32"/>
          <p:cNvSpPr/>
          <p:nvPr/>
        </p:nvSpPr>
        <p:spPr>
          <a:xfrm>
            <a:off x="11429576" y="682274"/>
            <a:ext cx="35627" cy="35627"/>
          </a:xfrm>
          <a:prstGeom prst="ellipse">
            <a:avLst/>
          </a:prstGeom>
          <a:solidFill>
            <a:srgbClr val="000000"/>
          </a:solidFill>
          <a:ln/>
        </p:spPr>
        <p:txBody>
          <a:bodyPr/>
          <a:lstStyle/>
          <a:p>
            <a:endParaRPr lang="en-NL"/>
          </a:p>
        </p:txBody>
      </p:sp>
      <p:sp>
        <p:nvSpPr>
          <p:cNvPr id="35" name="Shape 33"/>
          <p:cNvSpPr/>
          <p:nvPr/>
        </p:nvSpPr>
        <p:spPr>
          <a:xfrm>
            <a:off x="11004076" y="687222"/>
            <a:ext cx="34616" cy="34616"/>
          </a:xfrm>
          <a:prstGeom prst="ellipse">
            <a:avLst/>
          </a:prstGeom>
          <a:solidFill>
            <a:srgbClr val="000000"/>
          </a:solidFill>
          <a:ln/>
        </p:spPr>
        <p:txBody>
          <a:bodyPr/>
          <a:lstStyle/>
          <a:p>
            <a:endParaRPr lang="en-NL"/>
          </a:p>
        </p:txBody>
      </p:sp>
      <p:sp>
        <p:nvSpPr>
          <p:cNvPr id="36" name="Shape 34"/>
          <p:cNvSpPr/>
          <p:nvPr/>
        </p:nvSpPr>
        <p:spPr>
          <a:xfrm>
            <a:off x="11502052" y="685321"/>
            <a:ext cx="34270" cy="34270"/>
          </a:xfrm>
          <a:prstGeom prst="ellipse">
            <a:avLst/>
          </a:prstGeom>
          <a:solidFill>
            <a:srgbClr val="000000"/>
          </a:solidFill>
          <a:ln/>
        </p:spPr>
        <p:txBody>
          <a:bodyPr/>
          <a:lstStyle/>
          <a:p>
            <a:endParaRPr lang="en-NL"/>
          </a:p>
        </p:txBody>
      </p:sp>
      <p:sp>
        <p:nvSpPr>
          <p:cNvPr id="37" name="Shape 35"/>
          <p:cNvSpPr/>
          <p:nvPr/>
        </p:nvSpPr>
        <p:spPr>
          <a:xfrm>
            <a:off x="11606321" y="686422"/>
            <a:ext cx="35627" cy="35627"/>
          </a:xfrm>
          <a:prstGeom prst="ellipse">
            <a:avLst/>
          </a:prstGeom>
          <a:solidFill>
            <a:srgbClr val="000000"/>
          </a:solidFill>
          <a:ln/>
        </p:spPr>
        <p:txBody>
          <a:bodyPr/>
          <a:lstStyle/>
          <a:p>
            <a:endParaRPr lang="en-NL"/>
          </a:p>
        </p:txBody>
      </p:sp>
      <p:sp>
        <p:nvSpPr>
          <p:cNvPr id="38" name="Shape 36"/>
          <p:cNvSpPr/>
          <p:nvPr/>
        </p:nvSpPr>
        <p:spPr>
          <a:xfrm>
            <a:off x="11108908" y="688957"/>
            <a:ext cx="35294" cy="35294"/>
          </a:xfrm>
          <a:prstGeom prst="ellipse">
            <a:avLst/>
          </a:prstGeom>
          <a:solidFill>
            <a:srgbClr val="000000"/>
          </a:solidFill>
          <a:ln/>
        </p:spPr>
        <p:txBody>
          <a:bodyPr/>
          <a:lstStyle/>
          <a:p>
            <a:endParaRPr lang="en-NL"/>
          </a:p>
        </p:txBody>
      </p:sp>
      <p:sp>
        <p:nvSpPr>
          <p:cNvPr id="39" name="Shape 37"/>
          <p:cNvSpPr/>
          <p:nvPr/>
        </p:nvSpPr>
        <p:spPr>
          <a:xfrm>
            <a:off x="11179733" y="690371"/>
            <a:ext cx="36613" cy="36613"/>
          </a:xfrm>
          <a:prstGeom prst="ellipse">
            <a:avLst/>
          </a:prstGeom>
          <a:solidFill>
            <a:srgbClr val="000000"/>
          </a:solidFill>
          <a:ln/>
        </p:spPr>
        <p:txBody>
          <a:bodyPr/>
          <a:lstStyle/>
          <a:p>
            <a:endParaRPr lang="en-NL"/>
          </a:p>
        </p:txBody>
      </p:sp>
      <p:sp>
        <p:nvSpPr>
          <p:cNvPr id="40" name="Shape 38"/>
          <p:cNvSpPr/>
          <p:nvPr/>
        </p:nvSpPr>
        <p:spPr>
          <a:xfrm>
            <a:off x="11054764" y="716576"/>
            <a:ext cx="51936" cy="51936"/>
          </a:xfrm>
          <a:prstGeom prst="ellipse">
            <a:avLst/>
          </a:prstGeom>
          <a:solidFill>
            <a:srgbClr val="000000"/>
          </a:solidFill>
          <a:ln/>
        </p:spPr>
        <p:txBody>
          <a:bodyPr/>
          <a:lstStyle/>
          <a:p>
            <a:endParaRPr lang="en-NL"/>
          </a:p>
        </p:txBody>
      </p:sp>
      <p:sp>
        <p:nvSpPr>
          <p:cNvPr id="41" name="Shape 39"/>
          <p:cNvSpPr/>
          <p:nvPr/>
        </p:nvSpPr>
        <p:spPr>
          <a:xfrm>
            <a:off x="11539023" y="716851"/>
            <a:ext cx="51488" cy="51488"/>
          </a:xfrm>
          <a:prstGeom prst="ellipse">
            <a:avLst/>
          </a:prstGeom>
          <a:solidFill>
            <a:srgbClr val="000000"/>
          </a:solidFill>
          <a:ln/>
        </p:spPr>
        <p:txBody>
          <a:bodyPr/>
          <a:lstStyle/>
          <a:p>
            <a:endParaRPr lang="en-NL"/>
          </a:p>
        </p:txBody>
      </p:sp>
      <p:sp>
        <p:nvSpPr>
          <p:cNvPr id="42" name="Shape 40"/>
          <p:cNvSpPr/>
          <p:nvPr/>
        </p:nvSpPr>
        <p:spPr>
          <a:xfrm>
            <a:off x="11127490" y="729288"/>
            <a:ext cx="58222" cy="58222"/>
          </a:xfrm>
          <a:prstGeom prst="ellipse">
            <a:avLst/>
          </a:prstGeom>
          <a:solidFill>
            <a:srgbClr val="000000"/>
          </a:solidFill>
          <a:ln/>
        </p:spPr>
        <p:txBody>
          <a:bodyPr/>
          <a:lstStyle/>
          <a:p>
            <a:endParaRPr lang="en-NL"/>
          </a:p>
        </p:txBody>
      </p:sp>
      <p:sp>
        <p:nvSpPr>
          <p:cNvPr id="43" name="Shape 41"/>
          <p:cNvSpPr/>
          <p:nvPr/>
        </p:nvSpPr>
        <p:spPr>
          <a:xfrm>
            <a:off x="11460671" y="729781"/>
            <a:ext cx="57633" cy="57633"/>
          </a:xfrm>
          <a:prstGeom prst="ellipse">
            <a:avLst/>
          </a:prstGeom>
          <a:solidFill>
            <a:srgbClr val="000000"/>
          </a:solidFill>
          <a:ln/>
        </p:spPr>
        <p:txBody>
          <a:bodyPr/>
          <a:lstStyle/>
          <a:p>
            <a:endParaRPr lang="en-NL"/>
          </a:p>
        </p:txBody>
      </p:sp>
      <p:sp>
        <p:nvSpPr>
          <p:cNvPr id="44" name="Shape 42"/>
          <p:cNvSpPr/>
          <p:nvPr/>
        </p:nvSpPr>
        <p:spPr>
          <a:xfrm>
            <a:off x="11407973" y="756415"/>
            <a:ext cx="35960" cy="35960"/>
          </a:xfrm>
          <a:prstGeom prst="ellipse">
            <a:avLst/>
          </a:prstGeom>
          <a:solidFill>
            <a:srgbClr val="000000"/>
          </a:solidFill>
          <a:ln/>
        </p:spPr>
        <p:txBody>
          <a:bodyPr/>
          <a:lstStyle/>
          <a:p>
            <a:endParaRPr lang="en-NL"/>
          </a:p>
        </p:txBody>
      </p:sp>
      <p:sp>
        <p:nvSpPr>
          <p:cNvPr id="45" name="Shape 43"/>
          <p:cNvSpPr/>
          <p:nvPr/>
        </p:nvSpPr>
        <p:spPr>
          <a:xfrm>
            <a:off x="11207308" y="763884"/>
            <a:ext cx="34616" cy="34616"/>
          </a:xfrm>
          <a:prstGeom prst="ellipse">
            <a:avLst/>
          </a:prstGeom>
          <a:solidFill>
            <a:srgbClr val="000000"/>
          </a:solidFill>
          <a:ln/>
        </p:spPr>
        <p:txBody>
          <a:bodyPr/>
          <a:lstStyle/>
          <a:p>
            <a:endParaRPr lang="en-NL"/>
          </a:p>
        </p:txBody>
      </p:sp>
      <p:sp>
        <p:nvSpPr>
          <p:cNvPr id="46" name="Shape 44"/>
          <p:cNvSpPr/>
          <p:nvPr/>
        </p:nvSpPr>
        <p:spPr>
          <a:xfrm>
            <a:off x="11018670" y="780462"/>
            <a:ext cx="34616" cy="34616"/>
          </a:xfrm>
          <a:prstGeom prst="ellipse">
            <a:avLst/>
          </a:prstGeom>
          <a:solidFill>
            <a:srgbClr val="000000"/>
          </a:solidFill>
          <a:ln/>
        </p:spPr>
        <p:txBody>
          <a:bodyPr/>
          <a:lstStyle/>
          <a:p>
            <a:endParaRPr lang="en-NL"/>
          </a:p>
        </p:txBody>
      </p:sp>
      <p:sp>
        <p:nvSpPr>
          <p:cNvPr id="47" name="Shape 45"/>
          <p:cNvSpPr/>
          <p:nvPr/>
        </p:nvSpPr>
        <p:spPr>
          <a:xfrm>
            <a:off x="11591670" y="780123"/>
            <a:ext cx="35294" cy="35294"/>
          </a:xfrm>
          <a:prstGeom prst="ellipse">
            <a:avLst/>
          </a:prstGeom>
          <a:solidFill>
            <a:srgbClr val="000000"/>
          </a:solidFill>
          <a:ln/>
        </p:spPr>
        <p:txBody>
          <a:bodyPr/>
          <a:lstStyle/>
          <a:p>
            <a:endParaRPr lang="en-NL"/>
          </a:p>
        </p:txBody>
      </p:sp>
      <p:sp>
        <p:nvSpPr>
          <p:cNvPr id="48" name="Shape 46"/>
          <p:cNvSpPr/>
          <p:nvPr/>
        </p:nvSpPr>
        <p:spPr>
          <a:xfrm>
            <a:off x="11079010" y="790179"/>
            <a:ext cx="51270" cy="51270"/>
          </a:xfrm>
          <a:prstGeom prst="ellipse">
            <a:avLst/>
          </a:prstGeom>
          <a:solidFill>
            <a:srgbClr val="000000"/>
          </a:solidFill>
          <a:ln/>
        </p:spPr>
        <p:txBody>
          <a:bodyPr/>
          <a:lstStyle/>
          <a:p>
            <a:endParaRPr lang="en-NL"/>
          </a:p>
        </p:txBody>
      </p:sp>
      <p:sp>
        <p:nvSpPr>
          <p:cNvPr id="49" name="Shape 47"/>
          <p:cNvSpPr/>
          <p:nvPr/>
        </p:nvSpPr>
        <p:spPr>
          <a:xfrm>
            <a:off x="11515218" y="789692"/>
            <a:ext cx="52602" cy="52602"/>
          </a:xfrm>
          <a:prstGeom prst="ellipse">
            <a:avLst/>
          </a:prstGeom>
          <a:solidFill>
            <a:srgbClr val="000000"/>
          </a:solidFill>
          <a:ln/>
        </p:spPr>
        <p:txBody>
          <a:bodyPr/>
          <a:lstStyle/>
          <a:p>
            <a:endParaRPr lang="en-NL"/>
          </a:p>
        </p:txBody>
      </p:sp>
      <p:sp>
        <p:nvSpPr>
          <p:cNvPr id="50" name="Shape 48"/>
          <p:cNvSpPr/>
          <p:nvPr/>
        </p:nvSpPr>
        <p:spPr>
          <a:xfrm>
            <a:off x="11147371" y="803460"/>
            <a:ext cx="35627" cy="35627"/>
          </a:xfrm>
          <a:prstGeom prst="ellipse">
            <a:avLst/>
          </a:prstGeom>
          <a:solidFill>
            <a:srgbClr val="000000"/>
          </a:solidFill>
          <a:ln/>
        </p:spPr>
        <p:txBody>
          <a:bodyPr/>
          <a:lstStyle/>
          <a:p>
            <a:endParaRPr lang="en-NL"/>
          </a:p>
        </p:txBody>
      </p:sp>
      <p:sp>
        <p:nvSpPr>
          <p:cNvPr id="51" name="Shape 49"/>
          <p:cNvSpPr/>
          <p:nvPr/>
        </p:nvSpPr>
        <p:spPr>
          <a:xfrm>
            <a:off x="11347786" y="804293"/>
            <a:ext cx="35294" cy="35294"/>
          </a:xfrm>
          <a:prstGeom prst="ellipse">
            <a:avLst/>
          </a:prstGeom>
          <a:solidFill>
            <a:srgbClr val="000000"/>
          </a:solidFill>
          <a:ln/>
        </p:spPr>
        <p:txBody>
          <a:bodyPr/>
          <a:lstStyle/>
          <a:p>
            <a:endParaRPr lang="en-NL"/>
          </a:p>
        </p:txBody>
      </p:sp>
      <p:sp>
        <p:nvSpPr>
          <p:cNvPr id="52" name="Shape 50"/>
          <p:cNvSpPr/>
          <p:nvPr/>
        </p:nvSpPr>
        <p:spPr>
          <a:xfrm>
            <a:off x="11465119" y="800919"/>
            <a:ext cx="34961" cy="34961"/>
          </a:xfrm>
          <a:prstGeom prst="ellipse">
            <a:avLst/>
          </a:prstGeom>
          <a:solidFill>
            <a:srgbClr val="000000"/>
          </a:solidFill>
          <a:ln/>
        </p:spPr>
        <p:txBody>
          <a:bodyPr/>
          <a:lstStyle/>
          <a:p>
            <a:endParaRPr lang="en-NL"/>
          </a:p>
        </p:txBody>
      </p:sp>
      <p:sp>
        <p:nvSpPr>
          <p:cNvPr id="53" name="Shape 51"/>
          <p:cNvSpPr/>
          <p:nvPr/>
        </p:nvSpPr>
        <p:spPr>
          <a:xfrm>
            <a:off x="11270669" y="806590"/>
            <a:ext cx="35627" cy="35627"/>
          </a:xfrm>
          <a:prstGeom prst="ellipse">
            <a:avLst/>
          </a:prstGeom>
          <a:solidFill>
            <a:srgbClr val="000000"/>
          </a:solidFill>
          <a:ln/>
        </p:spPr>
        <p:txBody>
          <a:bodyPr/>
          <a:lstStyle/>
          <a:p>
            <a:endParaRPr lang="en-NL"/>
          </a:p>
        </p:txBody>
      </p:sp>
      <p:sp>
        <p:nvSpPr>
          <p:cNvPr id="54" name="Shape 52"/>
          <p:cNvSpPr/>
          <p:nvPr/>
        </p:nvSpPr>
        <p:spPr>
          <a:xfrm>
            <a:off x="11191498" y="817766"/>
            <a:ext cx="57633" cy="57633"/>
          </a:xfrm>
          <a:prstGeom prst="ellipse">
            <a:avLst/>
          </a:prstGeom>
          <a:solidFill>
            <a:srgbClr val="000000"/>
          </a:solidFill>
          <a:ln/>
        </p:spPr>
        <p:txBody>
          <a:bodyPr/>
          <a:lstStyle/>
          <a:p>
            <a:endParaRPr lang="en-NL"/>
          </a:p>
        </p:txBody>
      </p:sp>
      <p:sp>
        <p:nvSpPr>
          <p:cNvPr id="55" name="Shape 53"/>
          <p:cNvSpPr/>
          <p:nvPr/>
        </p:nvSpPr>
        <p:spPr>
          <a:xfrm>
            <a:off x="11396573" y="817888"/>
            <a:ext cx="57633" cy="57633"/>
          </a:xfrm>
          <a:prstGeom prst="ellipse">
            <a:avLst/>
          </a:prstGeom>
          <a:solidFill>
            <a:srgbClr val="000000"/>
          </a:solidFill>
          <a:ln/>
        </p:spPr>
        <p:txBody>
          <a:bodyPr/>
          <a:lstStyle/>
          <a:p>
            <a:endParaRPr lang="en-NL"/>
          </a:p>
        </p:txBody>
      </p:sp>
      <p:sp>
        <p:nvSpPr>
          <p:cNvPr id="56" name="Shape 54"/>
          <p:cNvSpPr/>
          <p:nvPr/>
        </p:nvSpPr>
        <p:spPr>
          <a:xfrm>
            <a:off x="11123445" y="851985"/>
            <a:ext cx="52167" cy="52167"/>
          </a:xfrm>
          <a:prstGeom prst="ellipse">
            <a:avLst/>
          </a:prstGeom>
          <a:solidFill>
            <a:srgbClr val="000000"/>
          </a:solidFill>
          <a:ln/>
        </p:spPr>
        <p:txBody>
          <a:bodyPr/>
          <a:lstStyle/>
          <a:p>
            <a:endParaRPr lang="en-NL"/>
          </a:p>
        </p:txBody>
      </p:sp>
      <p:sp>
        <p:nvSpPr>
          <p:cNvPr id="57" name="Shape 55"/>
          <p:cNvSpPr/>
          <p:nvPr/>
        </p:nvSpPr>
        <p:spPr>
          <a:xfrm>
            <a:off x="11294647" y="851390"/>
            <a:ext cx="57223" cy="57223"/>
          </a:xfrm>
          <a:prstGeom prst="ellipse">
            <a:avLst/>
          </a:prstGeom>
          <a:solidFill>
            <a:srgbClr val="000000"/>
          </a:solidFill>
          <a:ln/>
        </p:spPr>
        <p:txBody>
          <a:bodyPr/>
          <a:lstStyle/>
          <a:p>
            <a:endParaRPr lang="en-NL"/>
          </a:p>
        </p:txBody>
      </p:sp>
      <p:sp>
        <p:nvSpPr>
          <p:cNvPr id="58" name="Shape 56"/>
          <p:cNvSpPr/>
          <p:nvPr/>
        </p:nvSpPr>
        <p:spPr>
          <a:xfrm>
            <a:off x="11470202" y="852382"/>
            <a:ext cx="52384" cy="52384"/>
          </a:xfrm>
          <a:prstGeom prst="ellipse">
            <a:avLst/>
          </a:prstGeom>
          <a:solidFill>
            <a:srgbClr val="000000"/>
          </a:solidFill>
          <a:ln/>
        </p:spPr>
        <p:txBody>
          <a:bodyPr/>
          <a:lstStyle/>
          <a:p>
            <a:endParaRPr lang="en-NL"/>
          </a:p>
        </p:txBody>
      </p:sp>
      <p:sp>
        <p:nvSpPr>
          <p:cNvPr id="59" name="Shape 57"/>
          <p:cNvSpPr/>
          <p:nvPr/>
        </p:nvSpPr>
        <p:spPr>
          <a:xfrm>
            <a:off x="11060774" y="864607"/>
            <a:ext cx="35627" cy="35627"/>
          </a:xfrm>
          <a:prstGeom prst="ellipse">
            <a:avLst/>
          </a:prstGeom>
          <a:solidFill>
            <a:srgbClr val="000000"/>
          </a:solidFill>
          <a:ln/>
        </p:spPr>
        <p:txBody>
          <a:bodyPr/>
          <a:lstStyle/>
          <a:p>
            <a:endParaRPr lang="en-NL"/>
          </a:p>
        </p:txBody>
      </p:sp>
      <p:sp>
        <p:nvSpPr>
          <p:cNvPr id="60" name="Shape 58"/>
          <p:cNvSpPr/>
          <p:nvPr/>
        </p:nvSpPr>
        <p:spPr>
          <a:xfrm>
            <a:off x="11548733" y="864185"/>
            <a:ext cx="35627" cy="35627"/>
          </a:xfrm>
          <a:prstGeom prst="ellipse">
            <a:avLst/>
          </a:prstGeom>
          <a:solidFill>
            <a:srgbClr val="000000"/>
          </a:solidFill>
          <a:ln/>
        </p:spPr>
        <p:txBody>
          <a:bodyPr/>
          <a:lstStyle/>
          <a:p>
            <a:endParaRPr lang="en-NL"/>
          </a:p>
        </p:txBody>
      </p:sp>
      <p:sp>
        <p:nvSpPr>
          <p:cNvPr id="61" name="Shape 59"/>
          <p:cNvSpPr/>
          <p:nvPr/>
        </p:nvSpPr>
        <p:spPr>
          <a:xfrm>
            <a:off x="11246231" y="873908"/>
            <a:ext cx="35627" cy="35627"/>
          </a:xfrm>
          <a:prstGeom prst="ellipse">
            <a:avLst/>
          </a:prstGeom>
          <a:solidFill>
            <a:srgbClr val="000000"/>
          </a:solidFill>
          <a:ln/>
        </p:spPr>
        <p:txBody>
          <a:bodyPr/>
          <a:lstStyle/>
          <a:p>
            <a:endParaRPr lang="en-NL"/>
          </a:p>
        </p:txBody>
      </p:sp>
      <p:sp>
        <p:nvSpPr>
          <p:cNvPr id="62" name="Shape 60"/>
          <p:cNvSpPr/>
          <p:nvPr/>
        </p:nvSpPr>
        <p:spPr>
          <a:xfrm>
            <a:off x="11367418" y="872896"/>
            <a:ext cx="35627" cy="35627"/>
          </a:xfrm>
          <a:prstGeom prst="ellipse">
            <a:avLst/>
          </a:prstGeom>
          <a:solidFill>
            <a:srgbClr val="000000"/>
          </a:solidFill>
          <a:ln/>
        </p:spPr>
        <p:txBody>
          <a:bodyPr/>
          <a:lstStyle/>
          <a:p>
            <a:endParaRPr lang="en-NL"/>
          </a:p>
        </p:txBody>
      </p:sp>
      <p:sp>
        <p:nvSpPr>
          <p:cNvPr id="63" name="Shape 61"/>
          <p:cNvSpPr/>
          <p:nvPr/>
        </p:nvSpPr>
        <p:spPr>
          <a:xfrm>
            <a:off x="11185366" y="897322"/>
            <a:ext cx="51936" cy="51936"/>
          </a:xfrm>
          <a:prstGeom prst="ellipse">
            <a:avLst/>
          </a:prstGeom>
          <a:solidFill>
            <a:srgbClr val="000000"/>
          </a:solidFill>
          <a:ln/>
        </p:spPr>
        <p:txBody>
          <a:bodyPr/>
          <a:lstStyle/>
          <a:p>
            <a:endParaRPr lang="en-NL"/>
          </a:p>
        </p:txBody>
      </p:sp>
      <p:sp>
        <p:nvSpPr>
          <p:cNvPr id="64" name="Shape 62"/>
          <p:cNvSpPr/>
          <p:nvPr/>
        </p:nvSpPr>
        <p:spPr>
          <a:xfrm>
            <a:off x="11407845" y="897655"/>
            <a:ext cx="52602" cy="52602"/>
          </a:xfrm>
          <a:prstGeom prst="ellipse">
            <a:avLst/>
          </a:prstGeom>
          <a:solidFill>
            <a:srgbClr val="000000"/>
          </a:solidFill>
          <a:ln/>
        </p:spPr>
        <p:txBody>
          <a:bodyPr/>
          <a:lstStyle/>
          <a:p>
            <a:endParaRPr lang="en-NL"/>
          </a:p>
        </p:txBody>
      </p:sp>
      <p:sp>
        <p:nvSpPr>
          <p:cNvPr id="65" name="Shape 63"/>
          <p:cNvSpPr/>
          <p:nvPr/>
        </p:nvSpPr>
        <p:spPr>
          <a:xfrm>
            <a:off x="11258822" y="921466"/>
            <a:ext cx="51270" cy="51270"/>
          </a:xfrm>
          <a:prstGeom prst="ellipse">
            <a:avLst/>
          </a:prstGeom>
          <a:solidFill>
            <a:srgbClr val="000000"/>
          </a:solidFill>
          <a:ln/>
        </p:spPr>
        <p:txBody>
          <a:bodyPr/>
          <a:lstStyle/>
          <a:p>
            <a:endParaRPr lang="en-NL"/>
          </a:p>
        </p:txBody>
      </p:sp>
      <p:sp>
        <p:nvSpPr>
          <p:cNvPr id="66" name="Shape 64"/>
          <p:cNvSpPr/>
          <p:nvPr/>
        </p:nvSpPr>
        <p:spPr>
          <a:xfrm>
            <a:off x="11335350" y="921504"/>
            <a:ext cx="51270" cy="51270"/>
          </a:xfrm>
          <a:prstGeom prst="ellipse">
            <a:avLst/>
          </a:prstGeom>
          <a:solidFill>
            <a:srgbClr val="000000"/>
          </a:solidFill>
          <a:ln/>
        </p:spPr>
        <p:txBody>
          <a:bodyPr/>
          <a:lstStyle/>
          <a:p>
            <a:endParaRPr lang="en-NL"/>
          </a:p>
        </p:txBody>
      </p:sp>
      <p:sp>
        <p:nvSpPr>
          <p:cNvPr id="67" name="Shape 65"/>
          <p:cNvSpPr/>
          <p:nvPr/>
        </p:nvSpPr>
        <p:spPr>
          <a:xfrm>
            <a:off x="11127388" y="931368"/>
            <a:ext cx="35294" cy="35294"/>
          </a:xfrm>
          <a:prstGeom prst="ellipse">
            <a:avLst/>
          </a:prstGeom>
          <a:solidFill>
            <a:srgbClr val="000000"/>
          </a:solidFill>
          <a:ln/>
        </p:spPr>
        <p:txBody>
          <a:bodyPr/>
          <a:lstStyle/>
          <a:p>
            <a:endParaRPr lang="en-NL"/>
          </a:p>
        </p:txBody>
      </p:sp>
      <p:sp>
        <p:nvSpPr>
          <p:cNvPr id="68" name="Shape 66"/>
          <p:cNvSpPr/>
          <p:nvPr/>
        </p:nvSpPr>
        <p:spPr>
          <a:xfrm>
            <a:off x="11481979" y="931035"/>
            <a:ext cx="35960" cy="35960"/>
          </a:xfrm>
          <a:prstGeom prst="ellipse">
            <a:avLst/>
          </a:prstGeom>
          <a:solidFill>
            <a:srgbClr val="000000"/>
          </a:solidFill>
          <a:ln/>
        </p:spPr>
        <p:txBody>
          <a:bodyPr/>
          <a:lstStyle/>
          <a:p>
            <a:endParaRPr lang="en-NL"/>
          </a:p>
        </p:txBody>
      </p:sp>
      <p:sp>
        <p:nvSpPr>
          <p:cNvPr id="69" name="Shape 67"/>
          <p:cNvSpPr/>
          <p:nvPr/>
        </p:nvSpPr>
        <p:spPr>
          <a:xfrm>
            <a:off x="11211987" y="974695"/>
            <a:ext cx="34961" cy="34961"/>
          </a:xfrm>
          <a:prstGeom prst="ellipse">
            <a:avLst/>
          </a:prstGeom>
          <a:solidFill>
            <a:srgbClr val="000000"/>
          </a:solidFill>
          <a:ln/>
        </p:spPr>
        <p:txBody>
          <a:bodyPr/>
          <a:lstStyle/>
          <a:p>
            <a:endParaRPr lang="en-NL"/>
          </a:p>
        </p:txBody>
      </p:sp>
      <p:sp>
        <p:nvSpPr>
          <p:cNvPr id="70" name="Shape 68"/>
          <p:cNvSpPr/>
          <p:nvPr/>
        </p:nvSpPr>
        <p:spPr>
          <a:xfrm>
            <a:off x="11398461" y="974695"/>
            <a:ext cx="34961" cy="34961"/>
          </a:xfrm>
          <a:prstGeom prst="ellipse">
            <a:avLst/>
          </a:prstGeom>
          <a:solidFill>
            <a:srgbClr val="000000"/>
          </a:solidFill>
          <a:ln/>
        </p:spPr>
        <p:txBody>
          <a:bodyPr/>
          <a:lstStyle/>
          <a:p>
            <a:endParaRPr lang="en-NL"/>
          </a:p>
        </p:txBody>
      </p:sp>
      <p:sp>
        <p:nvSpPr>
          <p:cNvPr id="71" name="Shape 69"/>
          <p:cNvSpPr/>
          <p:nvPr/>
        </p:nvSpPr>
        <p:spPr>
          <a:xfrm>
            <a:off x="11304837" y="988501"/>
            <a:ext cx="35627" cy="35627"/>
          </a:xfrm>
          <a:prstGeom prst="ellipse">
            <a:avLst/>
          </a:prstGeom>
          <a:solidFill>
            <a:srgbClr val="000000"/>
          </a:solidFill>
          <a:ln/>
        </p:spPr>
        <p:txBody>
          <a:bodyPr/>
          <a:lstStyle/>
          <a:p>
            <a:endParaRPr lang="en-NL"/>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Text 71"/>
          <p:cNvSpPr/>
          <p:nvPr/>
        </p:nvSpPr>
        <p:spPr>
          <a:xfrm>
            <a:off x="548640" y="1463040"/>
            <a:ext cx="6309360" cy="705104"/>
          </a:xfrm>
          <a:prstGeom prst="rect">
            <a:avLst/>
          </a:prstGeom>
          <a:noFill/>
          <a:ln/>
        </p:spPr>
        <p:txBody>
          <a:bodyPr wrap="square" lIns="0" tIns="0" rIns="0" bIns="0" rtlCol="0" anchor="t"/>
          <a:lstStyle/>
          <a:p>
            <a:pPr marL="0" indent="0" algn="l">
              <a:lnSpc>
                <a:spcPct val="105000"/>
              </a:lnSpc>
              <a:buNone/>
            </a:pPr>
            <a:endParaRPr lang="en-US" sz="2200" dirty="0"/>
          </a:p>
        </p:txBody>
      </p:sp>
      <p:sp>
        <p:nvSpPr>
          <p:cNvPr id="74" name="Shape 72"/>
          <p:cNvSpPr/>
          <p:nvPr/>
        </p:nvSpPr>
        <p:spPr>
          <a:xfrm>
            <a:off x="548640" y="2643632"/>
            <a:ext cx="201168" cy="201168"/>
          </a:xfrm>
          <a:prstGeom prst="ellipse">
            <a:avLst/>
          </a:prstGeom>
          <a:solidFill>
            <a:srgbClr val="3D68EC"/>
          </a:solidFill>
          <a:ln/>
        </p:spPr>
        <p:txBody>
          <a:bodyPr/>
          <a:lstStyle/>
          <a:p>
            <a:endParaRPr lang="en-NL"/>
          </a:p>
        </p:txBody>
      </p:sp>
      <p:sp>
        <p:nvSpPr>
          <p:cNvPr id="75" name="Text 73"/>
          <p:cNvSpPr/>
          <p:nvPr/>
        </p:nvSpPr>
        <p:spPr>
          <a:xfrm>
            <a:off x="960120" y="2533904"/>
            <a:ext cx="5897880" cy="765556"/>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6" name="Shape 74"/>
          <p:cNvSpPr/>
          <p:nvPr/>
        </p:nvSpPr>
        <p:spPr>
          <a:xfrm>
            <a:off x="548640" y="3518916"/>
            <a:ext cx="201168" cy="201168"/>
          </a:xfrm>
          <a:prstGeom prst="ellipse">
            <a:avLst/>
          </a:prstGeom>
          <a:solidFill>
            <a:srgbClr val="DD784B"/>
          </a:solidFill>
          <a:ln/>
        </p:spPr>
        <p:txBody>
          <a:bodyPr/>
          <a:lstStyle/>
          <a:p>
            <a:endParaRPr lang="en-NL"/>
          </a:p>
        </p:txBody>
      </p:sp>
      <p:sp>
        <p:nvSpPr>
          <p:cNvPr id="77" name="Text 75"/>
          <p:cNvSpPr/>
          <p:nvPr/>
        </p:nvSpPr>
        <p:spPr>
          <a:xfrm>
            <a:off x="960120" y="3409188"/>
            <a:ext cx="5897880" cy="765556"/>
          </a:xfrm>
          <a:prstGeom prst="rect">
            <a:avLst/>
          </a:prstGeom>
          <a:noFill/>
          <a:ln/>
        </p:spPr>
        <p:txBody>
          <a:bodyPr wrap="square" lIns="0" tIns="0" rIns="0" bIns="0" rtlCol="0" anchor="t"/>
          <a:lstStyle/>
          <a:p>
            <a:pPr marL="0" indent="0" algn="l">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r>
              <a:rPr lang="en-US" sz="1700" dirty="0">
                <a:solidFill>
                  <a:srgbClr val="000000"/>
                </a:solidFill>
                <a:latin typeface="General Sans" pitchFamily="34" charset="0"/>
                <a:ea typeface="General Sans" pitchFamily="34" charset="-122"/>
                <a:cs typeface="General Sans" pitchFamily="34" charset="-120"/>
              </a:rPr>
              <a:t> de menselijke controle. Leest wat de agent teruggeeft en vraagt: klopt dit, en kunnen we dit zo laten zien?</a:t>
            </a:r>
            <a:endParaRPr lang="en-US" sz="1700" dirty="0"/>
          </a:p>
        </p:txBody>
      </p:sp>
      <p:sp>
        <p:nvSpPr>
          <p:cNvPr id="78" name="Shape 76"/>
          <p:cNvSpPr/>
          <p:nvPr/>
        </p:nvSpPr>
        <p:spPr>
          <a:xfrm>
            <a:off x="548640" y="4394200"/>
            <a:ext cx="201168" cy="201168"/>
          </a:xfrm>
          <a:prstGeom prst="ellipse">
            <a:avLst/>
          </a:prstGeom>
          <a:solidFill>
            <a:srgbClr val="00AF81"/>
          </a:solidFill>
          <a:ln/>
        </p:spPr>
        <p:txBody>
          <a:bodyPr/>
          <a:lstStyle/>
          <a:p>
            <a:endParaRPr lang="en-NL"/>
          </a:p>
        </p:txBody>
      </p:sp>
      <p:sp>
        <p:nvSpPr>
          <p:cNvPr id="79" name="Text 77"/>
          <p:cNvSpPr/>
          <p:nvPr/>
        </p:nvSpPr>
        <p:spPr>
          <a:xfrm>
            <a:off x="960120" y="4284472"/>
            <a:ext cx="5897880" cy="765556"/>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80" name="Shape 78"/>
          <p:cNvSpPr/>
          <p:nvPr/>
        </p:nvSpPr>
        <p:spPr>
          <a:xfrm>
            <a:off x="548640" y="5269484"/>
            <a:ext cx="201168" cy="201168"/>
          </a:xfrm>
          <a:prstGeom prst="ellipse">
            <a:avLst/>
          </a:prstGeom>
          <a:solidFill>
            <a:srgbClr val="F4D74B"/>
          </a:solidFill>
          <a:ln/>
        </p:spPr>
        <p:txBody>
          <a:bodyPr/>
          <a:lstStyle/>
          <a:p>
            <a:endParaRPr lang="en-NL"/>
          </a:p>
        </p:txBody>
      </p:sp>
      <p:sp>
        <p:nvSpPr>
          <p:cNvPr id="81" name="Text 79"/>
          <p:cNvSpPr/>
          <p:nvPr/>
        </p:nvSpPr>
        <p:spPr>
          <a:xfrm>
            <a:off x="960120" y="5159756"/>
            <a:ext cx="5897880" cy="765556"/>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2" name="Image 0" descr="exports\261027_workshop_rad_hulp\img\gesprek.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700" dirty="0">
                <a:solidFill>
                  <a:srgbClr val="3D68EC"/>
                </a:solidFill>
                <a:latin typeface="General Sans Semibold" pitchFamily="34" charset="0"/>
                <a:ea typeface="General Sans Semibold" pitchFamily="34" charset="-122"/>
                <a:cs typeface="General Sans Semibold" pitchFamily="34" charset="-120"/>
              </a:rPr>
              <a:t>Opstarten: van GitHub naar Claude in drie stappen</a:t>
            </a:r>
            <a:endParaRPr lang="en-US" sz="2700" dirty="0"/>
          </a:p>
        </p:txBody>
      </p:sp>
      <p:pic>
        <p:nvPicPr>
          <p:cNvPr id="73" name="Klik op de video: alle stappen in 0:5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09448" y="1371600"/>
            <a:ext cx="694944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de video: alle stappen in 0:53</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github.com/cedanl/</a:t>
            </a:r>
            <a:endParaRPr lang="en-US" sz="1800" dirty="0"/>
          </a:p>
          <a:p>
            <a:pPr marL="0" indent="0" algn="l">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dair-agentic-coding</a:t>
            </a:r>
            <a:endParaRPr lang="en-US" sz="1800" dirty="0"/>
          </a:p>
          <a:p>
            <a:pPr marL="0" indent="0" algn="l">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1.</a:t>
            </a:r>
            <a:r>
              <a:rPr lang="en-US" sz="1800" dirty="0">
                <a:solidFill>
                  <a:srgbClr val="000000"/>
                </a:solidFill>
                <a:latin typeface="General Sans" pitchFamily="34" charset="0"/>
                <a:ea typeface="General Sans" pitchFamily="34" charset="-122"/>
                <a:cs typeface="General Sans" pitchFamily="34" charset="-120"/>
              </a:rPr>
              <a:t> Log in op GitHub.</a:t>
            </a:r>
            <a:endParaRPr lang="en-US" sz="1800" dirty="0"/>
          </a:p>
          <a:p>
            <a:pPr marL="0" indent="0" algn="l">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2.</a:t>
            </a:r>
            <a:r>
              <a:rPr lang="en-US" sz="1800" dirty="0">
                <a:solidFill>
                  <a:srgbClr val="000000"/>
                </a:solidFill>
                <a:latin typeface="General Sans" pitchFamily="34" charset="0"/>
                <a:ea typeface="General Sans" pitchFamily="34" charset="-122"/>
                <a:cs typeface="General Sans" pitchFamily="34" charset="-120"/>
              </a:rPr>
              <a:t> Groene knop </a:t>
            </a:r>
            <a:r>
              <a:rPr lang="en-US" sz="1800" dirty="0">
                <a:solidFill>
                  <a:srgbClr val="00AF81"/>
                </a:solidFill>
                <a:latin typeface="General Sans Semibold" pitchFamily="34" charset="0"/>
                <a:ea typeface="General Sans Semibold" pitchFamily="34" charset="-122"/>
                <a:cs typeface="General Sans Semibold" pitchFamily="34" charset="-120"/>
              </a:rPr>
              <a:t>Code</a:t>
            </a:r>
            <a:r>
              <a:rPr lang="en-US" sz="1800" dirty="0">
                <a:solidFill>
                  <a:srgbClr val="000000"/>
                </a:solidFill>
                <a:latin typeface="General Sans" pitchFamily="34" charset="0"/>
                <a:ea typeface="General Sans" pitchFamily="34" charset="-122"/>
                <a:cs typeface="General Sans" pitchFamily="34" charset="-120"/>
              </a:rPr>
              <a:t>, tab </a:t>
            </a:r>
            <a:r>
              <a:rPr lang="en-US" sz="1800" dirty="0">
                <a:solidFill>
                  <a:srgbClr val="00AF81"/>
                </a:solidFill>
                <a:latin typeface="General Sans Semibold" pitchFamily="34" charset="0"/>
                <a:ea typeface="General Sans Semibold" pitchFamily="34" charset="-122"/>
                <a:cs typeface="General Sans Semibold" pitchFamily="34" charset="-120"/>
              </a:rPr>
              <a:t>Codespaces</a:t>
            </a:r>
            <a:r>
              <a:rPr lang="en-US" sz="1800" dirty="0">
                <a:solidFill>
                  <a:srgbClr val="000000"/>
                </a:solidFill>
                <a:latin typeface="General Sans" pitchFamily="34" charset="0"/>
                <a:ea typeface="General Sans" pitchFamily="34" charset="-122"/>
                <a:cs typeface="General Sans" pitchFamily="34" charset="-120"/>
              </a:rPr>
              <a:t>, dan </a:t>
            </a:r>
            <a:r>
              <a:rPr lang="en-US" sz="1800" dirty="0">
                <a:solidFill>
                  <a:srgbClr val="00AF81"/>
                </a:solidFill>
                <a:latin typeface="General Sans Semibold" pitchFamily="34" charset="0"/>
                <a:ea typeface="General Sans Semibold" pitchFamily="34" charset="-122"/>
                <a:cs typeface="General Sans Semibold" pitchFamily="34" charset="-120"/>
              </a:rPr>
              <a:t>Create codespace on main</a:t>
            </a:r>
            <a:r>
              <a:rPr lang="en-US" sz="1800" dirty="0">
                <a:solidFill>
                  <a:srgbClr val="000000"/>
                </a:solidFill>
                <a:latin typeface="General Sans" pitchFamily="34" charset="0"/>
                <a:ea typeface="General Sans" pitchFamily="34" charset="-122"/>
                <a:cs typeface="General Sans" pitchFamily="34" charset="-120"/>
              </a:rPr>
              <a:t>. Meestal klaar binnen een minuut.</a:t>
            </a:r>
            <a:endParaRPr lang="en-US" sz="1800" dirty="0"/>
          </a:p>
          <a:p>
            <a:pPr marL="0" indent="0" algn="l">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3.</a:t>
            </a:r>
            <a:r>
              <a:rPr lang="en-US" sz="1800" dirty="0">
                <a:solidFill>
                  <a:srgbClr val="000000"/>
                </a:solidFill>
                <a:latin typeface="General Sans" pitchFamily="34" charset="0"/>
                <a:ea typeface="General Sans" pitchFamily="34" charset="-122"/>
                <a:cs typeface="General Sans" pitchFamily="34" charset="-120"/>
              </a:rPr>
              <a:t> Klik op het oranje </a:t>
            </a:r>
            <a:r>
              <a:rPr lang="en-US" sz="1800" dirty="0">
                <a:solidFill>
                  <a:srgbClr val="00AF81"/>
                </a:solidFill>
                <a:latin typeface="General Sans Semibold" pitchFamily="34" charset="0"/>
                <a:ea typeface="General Sans Semibold" pitchFamily="34" charset="-122"/>
                <a:cs typeface="General Sans Semibold" pitchFamily="34" charset="-120"/>
              </a:rPr>
              <a:t>Claude</a:t>
            </a:r>
            <a:r>
              <a:rPr lang="en-US" sz="1800" dirty="0">
                <a:solidFill>
                  <a:srgbClr val="000000"/>
                </a:solidFill>
                <a:latin typeface="General Sans" pitchFamily="34" charset="0"/>
                <a:ea typeface="General Sans" pitchFamily="34" charset="-122"/>
                <a:cs typeface="General Sans" pitchFamily="34" charset="-120"/>
              </a:rPr>
              <a:t>-icoon.</a:t>
            </a:r>
            <a:endParaRPr lang="en-US" sz="1800" dirty="0"/>
          </a:p>
        </p:txBody>
      </p:sp>
      <p:sp>
        <p:nvSpPr>
          <p:cNvPr id="76" name="Text 73"/>
          <p:cNvSpPr/>
          <p:nvPr/>
        </p:nvSpPr>
        <p:spPr>
          <a:xfrm>
            <a:off x="548640" y="6291072"/>
            <a:ext cx="11094415" cy="274320"/>
          </a:xfrm>
          <a:prstGeom prst="rect">
            <a:avLst/>
          </a:prstGeom>
          <a:noFill/>
          <a:ln/>
        </p:spPr>
        <p:txBody>
          <a:bodyPr wrap="square" lIns="0" tIns="0" rIns="0" bIns="0" rtlCol="0" anchor="t"/>
          <a:lstStyle/>
          <a:p>
            <a:pPr marL="0" indent="0" algn="l">
              <a:lnSpc>
                <a:spcPct val="105000"/>
              </a:lnSpc>
              <a:buNone/>
            </a:pPr>
            <a:r>
              <a:rPr lang="en-US" sz="1100" dirty="0">
                <a:solidFill>
                  <a:srgbClr val="3D68EC"/>
                </a:solidFill>
                <a:latin typeface="General Sans" pitchFamily="34" charset="0"/>
                <a:ea typeface="General Sans" pitchFamily="34" charset="-122"/>
                <a:cs typeface="General Sans" pitchFamily="34" charset="-120"/>
              </a:rPr>
              <a:t>Loop je vast? Roep iemand, dan zoeken we het samen uit.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Waar let je op tijdens de rondes?</a:t>
            </a:r>
            <a:endParaRPr lang="en-US" sz="3400" dirty="0"/>
          </a:p>
        </p:txBody>
      </p:sp>
      <p:sp>
        <p:nvSpPr>
          <p:cNvPr id="73" name="Text 71"/>
          <p:cNvSpPr/>
          <p:nvPr/>
        </p:nvSpPr>
        <p:spPr>
          <a:xfrm>
            <a:off x="5669280" y="1463040"/>
            <a:ext cx="6035040" cy="705104"/>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Voor prompter en checker. We bespreken het per stap bij de spiegelmomenten.</a:t>
            </a:r>
            <a:endParaRPr lang="en-US" sz="2200" dirty="0"/>
          </a:p>
        </p:txBody>
      </p:sp>
      <p:sp>
        <p:nvSpPr>
          <p:cNvPr id="74" name="Shape 72"/>
          <p:cNvSpPr/>
          <p:nvPr/>
        </p:nvSpPr>
        <p:spPr>
          <a:xfrm>
            <a:off x="5669280" y="2643632"/>
            <a:ext cx="201168" cy="201168"/>
          </a:xfrm>
          <a:prstGeom prst="ellipse">
            <a:avLst/>
          </a:prstGeom>
          <a:solidFill>
            <a:srgbClr val="3D68EC"/>
          </a:solidFill>
          <a:ln/>
        </p:spPr>
        <p:txBody>
          <a:bodyPr/>
          <a:lstStyle/>
          <a:p>
            <a:endParaRPr/>
          </a:p>
        </p:txBody>
      </p:sp>
      <p:sp>
        <p:nvSpPr>
          <p:cNvPr id="75" name="Text 73"/>
          <p:cNvSpPr/>
          <p:nvPr/>
        </p:nvSpPr>
        <p:spPr>
          <a:xfrm>
            <a:off x="6080760" y="2533904"/>
            <a:ext cx="5623560" cy="765556"/>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Gebruiksgemak:</a:t>
            </a:r>
            <a:r>
              <a:rPr lang="en-US" sz="1900" dirty="0">
                <a:solidFill>
                  <a:srgbClr val="000000"/>
                </a:solidFill>
                <a:latin typeface="General Sans" pitchFamily="34" charset="0"/>
                <a:ea typeface="General Sans" pitchFamily="34" charset="-122"/>
                <a:cs typeface="General Sans" pitchFamily="34" charset="-120"/>
              </a:rPr>
              <a:t> hoe gebruiksvriendelijk is het?</a:t>
            </a:r>
            <a:endParaRPr lang="en-US" sz="1900" dirty="0"/>
          </a:p>
        </p:txBody>
      </p:sp>
      <p:sp>
        <p:nvSpPr>
          <p:cNvPr id="76" name="Shape 74"/>
          <p:cNvSpPr/>
          <p:nvPr/>
        </p:nvSpPr>
        <p:spPr>
          <a:xfrm>
            <a:off x="5669280" y="3518916"/>
            <a:ext cx="201168" cy="201168"/>
          </a:xfrm>
          <a:prstGeom prst="ellipse">
            <a:avLst/>
          </a:prstGeom>
          <a:solidFill>
            <a:srgbClr val="DD784B"/>
          </a:solidFill>
          <a:ln/>
        </p:spPr>
        <p:txBody>
          <a:bodyPr/>
          <a:lstStyle/>
          <a:p>
            <a:endParaRPr/>
          </a:p>
        </p:txBody>
      </p:sp>
      <p:sp>
        <p:nvSpPr>
          <p:cNvPr id="77" name="Text 75"/>
          <p:cNvSpPr/>
          <p:nvPr/>
        </p:nvSpPr>
        <p:spPr>
          <a:xfrm>
            <a:off x="6080760" y="3409188"/>
            <a:ext cx="5623560" cy="765556"/>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Stappen:</a:t>
            </a:r>
            <a:r>
              <a:rPr lang="en-US" sz="1900" dirty="0">
                <a:solidFill>
                  <a:srgbClr val="000000"/>
                </a:solidFill>
                <a:latin typeface="General Sans" pitchFamily="34" charset="0"/>
                <a:ea typeface="General Sans" pitchFamily="34" charset="-122"/>
                <a:cs typeface="General Sans" pitchFamily="34" charset="-120"/>
              </a:rPr>
              <a:t> zijn ze logisch, en mist er een stap?</a:t>
            </a:r>
            <a:endParaRPr lang="en-US" sz="1900" dirty="0"/>
          </a:p>
        </p:txBody>
      </p:sp>
      <p:sp>
        <p:nvSpPr>
          <p:cNvPr id="78" name="Shape 76"/>
          <p:cNvSpPr/>
          <p:nvPr/>
        </p:nvSpPr>
        <p:spPr>
          <a:xfrm>
            <a:off x="5669280" y="4394200"/>
            <a:ext cx="201168" cy="201168"/>
          </a:xfrm>
          <a:prstGeom prst="ellipse">
            <a:avLst/>
          </a:prstGeom>
          <a:solidFill>
            <a:srgbClr val="00AF81"/>
          </a:solidFill>
          <a:ln/>
        </p:spPr>
        <p:txBody>
          <a:bodyPr/>
          <a:lstStyle/>
          <a:p>
            <a:endParaRPr/>
          </a:p>
        </p:txBody>
      </p:sp>
      <p:sp>
        <p:nvSpPr>
          <p:cNvPr id="79" name="Text 77"/>
          <p:cNvSpPr/>
          <p:nvPr/>
        </p:nvSpPr>
        <p:spPr>
          <a:xfrm>
            <a:off x="6080760" y="4284472"/>
            <a:ext cx="5623560" cy="765556"/>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Resultaat:</a:t>
            </a:r>
            <a:r>
              <a:rPr lang="en-US" sz="1900" dirty="0">
                <a:solidFill>
                  <a:srgbClr val="000000"/>
                </a:solidFill>
                <a:latin typeface="General Sans" pitchFamily="34" charset="0"/>
                <a:ea typeface="General Sans" pitchFamily="34" charset="-122"/>
                <a:cs typeface="General Sans" pitchFamily="34" charset="-120"/>
              </a:rPr>
              <a:t> sluit het aan bij wat je vroeg?</a:t>
            </a:r>
            <a:endParaRPr lang="en-US" sz="1900" dirty="0"/>
          </a:p>
        </p:txBody>
      </p:sp>
      <p:sp>
        <p:nvSpPr>
          <p:cNvPr id="80" name="Shape 78"/>
          <p:cNvSpPr/>
          <p:nvPr/>
        </p:nvSpPr>
        <p:spPr>
          <a:xfrm>
            <a:off x="5669280" y="5269484"/>
            <a:ext cx="201168" cy="201168"/>
          </a:xfrm>
          <a:prstGeom prst="ellipse">
            <a:avLst/>
          </a:prstGeom>
          <a:solidFill>
            <a:srgbClr val="F4D74B"/>
          </a:solidFill>
          <a:ln/>
        </p:spPr>
        <p:txBody>
          <a:bodyPr/>
          <a:lstStyle/>
          <a:p>
            <a:endParaRPr/>
          </a:p>
        </p:txBody>
      </p:sp>
      <p:sp>
        <p:nvSpPr>
          <p:cNvPr id="81" name="Text 79"/>
          <p:cNvSpPr/>
          <p:nvPr/>
        </p:nvSpPr>
        <p:spPr>
          <a:xfrm>
            <a:off x="6080760" y="5159756"/>
            <a:ext cx="5623560" cy="765556"/>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Bruikbaar:</a:t>
            </a:r>
            <a:r>
              <a:rPr lang="en-US" sz="1900" dirty="0">
                <a:solidFill>
                  <a:srgbClr val="000000"/>
                </a:solidFill>
                <a:latin typeface="General Sans" pitchFamily="34" charset="0"/>
                <a:ea typeface="General Sans" pitchFamily="34" charset="-122"/>
                <a:cs typeface="General Sans" pitchFamily="34" charset="-120"/>
              </a:rPr>
              <a:t> is het informatief genoeg om te gebruiken?</a:t>
            </a:r>
            <a:endParaRPr lang="en-US" sz="1900" dirty="0"/>
          </a:p>
        </p:txBody>
      </p:sp>
      <p:pic>
        <p:nvPicPr>
          <p:cNvPr id="82" name="Image 0" descr="exports\261027_workshop_rad_hulp2\img\verrekijker.png"/>
          <p:cNvPicPr>
            <a:picLocks noChangeAspect="1"/>
          </p:cNvPicPr>
          <p:nvPr/>
        </p:nvPicPr>
        <p:blipFill>
          <a:blip r:embed="rId3"/>
          <a:stretch>
            <a:fillRect/>
          </a:stretch>
        </p:blipFill>
        <p:spPr>
          <a:xfrm>
            <a:off x="548640" y="1417320"/>
            <a:ext cx="4206240" cy="42062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0AF81"/>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20 minuten. Typ /1-verkennen en beantwoord de vragen van de agent. Let op de vier vragen.</a:t>
            </a:r>
            <a:endParaRPr lang="en-US" sz="2200" dirty="0"/>
          </a:p>
        </p:txBody>
      </p:sp>
      <p:pic>
        <p:nvPicPr>
          <p:cNvPr id="76" name="Image 0" descr="exports\261005_workshop_rad_uitvoering\img\data.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900" dirty="0">
                <a:solidFill>
                  <a:srgbClr val="3D68EC"/>
                </a:solidFill>
                <a:latin typeface="General Sans Semibold" pitchFamily="34" charset="0"/>
                <a:ea typeface="General Sans Semibold" pitchFamily="34" charset="-122"/>
                <a:cs typeface="General Sans Semibold" pitchFamily="34" charset="-120"/>
              </a:rPr>
              <a:t>Ronde 1: /1-verkennen maakt je dataprofiel</a:t>
            </a:r>
            <a:endParaRPr lang="en-US" sz="2900" dirty="0"/>
          </a:p>
        </p:txBody>
      </p:sp>
      <p:sp>
        <p:nvSpPr>
          <p:cNvPr id="73" name="Shape 71"/>
          <p:cNvSpPr/>
          <p:nvPr/>
        </p:nvSpPr>
        <p:spPr>
          <a:xfrm>
            <a:off x="548640" y="1371600"/>
            <a:ext cx="3393338" cy="2560320"/>
          </a:xfrm>
          <a:prstGeom prst="roundRect">
            <a:avLst>
              <a:gd name="adj" fmla="val 3571"/>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pic>
        <p:nvPicPr>
          <p:cNvPr id="76" name="Image 0" descr="exports\_hulp2\img\laptop.png"/>
          <p:cNvPicPr>
            <a:picLocks noChangeAspect="1"/>
          </p:cNvPicPr>
          <p:nvPr/>
        </p:nvPicPr>
        <p:blipFill>
          <a:blip r:embed="rId3"/>
          <a:stretch>
            <a:fillRect/>
          </a:stretch>
        </p:blipFill>
        <p:spPr>
          <a:xfrm>
            <a:off x="2753258" y="1554480"/>
            <a:ext cx="1005840" cy="1005840"/>
          </a:xfrm>
          <a:prstGeom prst="rect">
            <a:avLst/>
          </a:prstGeom>
        </p:spPr>
      </p:pic>
      <p:sp>
        <p:nvSpPr>
          <p:cNvPr id="77" name="Text 74"/>
          <p:cNvSpPr/>
          <p:nvPr/>
        </p:nvSpPr>
        <p:spPr>
          <a:xfrm>
            <a:off x="822960"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Typ</a:t>
            </a:r>
            <a:endParaRPr lang="en-US" sz="2200" dirty="0"/>
          </a:p>
        </p:txBody>
      </p:sp>
      <p:sp>
        <p:nvSpPr>
          <p:cNvPr id="78" name="Text 75"/>
          <p:cNvSpPr/>
          <p:nvPr/>
        </p:nvSpPr>
        <p:spPr>
          <a:xfrm>
            <a:off x="822960"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/1-verkennen</a:t>
            </a:r>
            <a:endParaRPr lang="en-US" sz="1500" dirty="0"/>
          </a:p>
        </p:txBody>
      </p:sp>
      <p:sp>
        <p:nvSpPr>
          <p:cNvPr id="79" name="Shape 76"/>
          <p:cNvSpPr/>
          <p:nvPr/>
        </p:nvSpPr>
        <p:spPr>
          <a:xfrm>
            <a:off x="4051706" y="2377440"/>
            <a:ext cx="237744" cy="548640"/>
          </a:xfrm>
          <a:prstGeom prst="chevron">
            <a:avLst/>
          </a:prstGeom>
          <a:solidFill>
            <a:srgbClr val="3D68EC"/>
          </a:solidFill>
          <a:ln/>
        </p:spPr>
        <p:txBody>
          <a:bodyPr/>
          <a:lstStyle/>
          <a:p>
            <a:endParaRPr/>
          </a:p>
        </p:txBody>
      </p:sp>
      <p:sp>
        <p:nvSpPr>
          <p:cNvPr id="80" name="Shape 77"/>
          <p:cNvSpPr/>
          <p:nvPr/>
        </p:nvSpPr>
        <p:spPr>
          <a:xfrm>
            <a:off x="4399178" y="1371600"/>
            <a:ext cx="3393338" cy="2560320"/>
          </a:xfrm>
          <a:prstGeom prst="roundRect">
            <a:avLst>
              <a:gd name="adj" fmla="val 3571"/>
            </a:avLst>
          </a:prstGeom>
          <a:solidFill>
            <a:srgbClr val="DD784B"/>
          </a:solidFill>
          <a:ln/>
        </p:spPr>
        <p:txBody>
          <a:bodyPr/>
          <a:lstStyle/>
          <a:p>
            <a:endParaRPr/>
          </a:p>
        </p:txBody>
      </p:sp>
      <p:sp>
        <p:nvSpPr>
          <p:cNvPr id="81" name="Shape 78"/>
          <p:cNvSpPr/>
          <p:nvPr/>
        </p:nvSpPr>
        <p:spPr>
          <a:xfrm>
            <a:off x="4673498" y="1645920"/>
            <a:ext cx="548640" cy="548640"/>
          </a:xfrm>
          <a:prstGeom prst="ellipse">
            <a:avLst/>
          </a:prstGeom>
          <a:solidFill>
            <a:srgbClr val="F4D9DC"/>
          </a:solidFill>
          <a:ln/>
        </p:spPr>
        <p:txBody>
          <a:bodyPr/>
          <a:lstStyle/>
          <a:p>
            <a:endParaRPr/>
          </a:p>
        </p:txBody>
      </p:sp>
      <p:sp>
        <p:nvSpPr>
          <p:cNvPr id="82" name="Text 79"/>
          <p:cNvSpPr/>
          <p:nvPr/>
        </p:nvSpPr>
        <p:spPr>
          <a:xfrm>
            <a:off x="467349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pic>
        <p:nvPicPr>
          <p:cNvPr id="83" name="Image 1" descr="exports\_hulp2\img\gesprek.png"/>
          <p:cNvPicPr>
            <a:picLocks noChangeAspect="1"/>
          </p:cNvPicPr>
          <p:nvPr/>
        </p:nvPicPr>
        <p:blipFill>
          <a:blip r:embed="rId4"/>
          <a:stretch>
            <a:fillRect/>
          </a:stretch>
        </p:blipFill>
        <p:spPr>
          <a:xfrm>
            <a:off x="6603797" y="1554480"/>
            <a:ext cx="1005840" cy="1005840"/>
          </a:xfrm>
          <a:prstGeom prst="rect">
            <a:avLst/>
          </a:prstGeom>
        </p:spPr>
      </p:pic>
      <p:sp>
        <p:nvSpPr>
          <p:cNvPr id="84" name="Text 80"/>
          <p:cNvSpPr/>
          <p:nvPr/>
        </p:nvSpPr>
        <p:spPr>
          <a:xfrm>
            <a:off x="4673498"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Beantwoord</a:t>
            </a:r>
            <a:endParaRPr lang="en-US" sz="2200" dirty="0"/>
          </a:p>
        </p:txBody>
      </p:sp>
      <p:sp>
        <p:nvSpPr>
          <p:cNvPr id="85" name="Text 81"/>
          <p:cNvSpPr/>
          <p:nvPr/>
        </p:nvSpPr>
        <p:spPr>
          <a:xfrm>
            <a:off x="4673498"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vragen van de agent</a:t>
            </a:r>
            <a:endParaRPr lang="en-US" sz="1500" dirty="0"/>
          </a:p>
        </p:txBody>
      </p:sp>
      <p:sp>
        <p:nvSpPr>
          <p:cNvPr id="86" name="Shape 82"/>
          <p:cNvSpPr/>
          <p:nvPr/>
        </p:nvSpPr>
        <p:spPr>
          <a:xfrm>
            <a:off x="7902245" y="2377440"/>
            <a:ext cx="237744" cy="548640"/>
          </a:xfrm>
          <a:prstGeom prst="chevron">
            <a:avLst/>
          </a:prstGeom>
          <a:solidFill>
            <a:srgbClr val="3D68EC"/>
          </a:solidFill>
          <a:ln/>
        </p:spPr>
        <p:txBody>
          <a:bodyPr/>
          <a:lstStyle/>
          <a:p>
            <a:endParaRPr/>
          </a:p>
        </p:txBody>
      </p:sp>
      <p:sp>
        <p:nvSpPr>
          <p:cNvPr id="87" name="Shape 83"/>
          <p:cNvSpPr/>
          <p:nvPr/>
        </p:nvSpPr>
        <p:spPr>
          <a:xfrm>
            <a:off x="8249717" y="1371600"/>
            <a:ext cx="3393338" cy="2560320"/>
          </a:xfrm>
          <a:prstGeom prst="roundRect">
            <a:avLst>
              <a:gd name="adj" fmla="val 3571"/>
            </a:avLst>
          </a:prstGeom>
          <a:solidFill>
            <a:srgbClr val="00AF81"/>
          </a:solidFill>
          <a:ln/>
        </p:spPr>
        <p:txBody>
          <a:bodyPr/>
          <a:lstStyle/>
          <a:p>
            <a:endParaRPr/>
          </a:p>
        </p:txBody>
      </p:sp>
      <p:sp>
        <p:nvSpPr>
          <p:cNvPr id="88" name="Shape 84"/>
          <p:cNvSpPr/>
          <p:nvPr/>
        </p:nvSpPr>
        <p:spPr>
          <a:xfrm>
            <a:off x="8524037" y="1645920"/>
            <a:ext cx="548640" cy="548640"/>
          </a:xfrm>
          <a:prstGeom prst="ellipse">
            <a:avLst/>
          </a:prstGeom>
          <a:solidFill>
            <a:srgbClr val="F4D9DC"/>
          </a:solidFill>
          <a:ln/>
        </p:spPr>
        <p:txBody>
          <a:bodyPr/>
          <a:lstStyle/>
          <a:p>
            <a:endParaRPr/>
          </a:p>
        </p:txBody>
      </p:sp>
      <p:sp>
        <p:nvSpPr>
          <p:cNvPr id="89" name="Text 85"/>
          <p:cNvSpPr/>
          <p:nvPr/>
        </p:nvSpPr>
        <p:spPr>
          <a:xfrm>
            <a:off x="852403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pic>
        <p:nvPicPr>
          <p:cNvPr id="90" name="Image 2" descr="exports\_hulp2\img\data.png"/>
          <p:cNvPicPr>
            <a:picLocks noChangeAspect="1"/>
          </p:cNvPicPr>
          <p:nvPr/>
        </p:nvPicPr>
        <p:blipFill>
          <a:blip r:embed="rId5"/>
          <a:stretch>
            <a:fillRect/>
          </a:stretch>
        </p:blipFill>
        <p:spPr>
          <a:xfrm>
            <a:off x="10454335" y="1554480"/>
            <a:ext cx="1005840" cy="1005840"/>
          </a:xfrm>
          <a:prstGeom prst="rect">
            <a:avLst/>
          </a:prstGeom>
        </p:spPr>
      </p:pic>
      <p:sp>
        <p:nvSpPr>
          <p:cNvPr id="91" name="Text 86"/>
          <p:cNvSpPr/>
          <p:nvPr/>
        </p:nvSpPr>
        <p:spPr>
          <a:xfrm>
            <a:off x="8524037"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Open</a:t>
            </a:r>
            <a:endParaRPr lang="en-US" sz="2200" dirty="0"/>
          </a:p>
        </p:txBody>
      </p:sp>
      <p:sp>
        <p:nvSpPr>
          <p:cNvPr id="92" name="Text 87"/>
          <p:cNvSpPr/>
          <p:nvPr/>
        </p:nvSpPr>
        <p:spPr>
          <a:xfrm>
            <a:off x="8524037"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data-profiel.html: wat er in de data zit</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Kijk mee: van skill tot dataprofiel</a:t>
            </a:r>
            <a:endParaRPr lang="en-US" sz="3400" dirty="0"/>
          </a:p>
        </p:txBody>
      </p:sp>
      <p:pic>
        <p:nvPicPr>
          <p:cNvPr id="73" name="Video 2 · 2:05 · ronde 1, de data verkennen">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2621128" y="1371600"/>
            <a:ext cx="6949440" cy="4343400"/>
          </a:xfrm>
          <a:prstGeom prst="rect">
            <a:avLst/>
          </a:prstGeom>
        </p:spPr>
      </p:pic>
      <p:sp>
        <p:nvSpPr>
          <p:cNvPr id="74" name="Text 71"/>
          <p:cNvSpPr/>
          <p:nvPr/>
        </p:nvSpPr>
        <p:spPr>
          <a:xfrm>
            <a:off x="548640" y="5852160"/>
            <a:ext cx="1109441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Video 2 · 2:05 · ronde 1, de data verkennen</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NL"/>
          </a:p>
        </p:txBody>
      </p:sp>
      <p:sp>
        <p:nvSpPr>
          <p:cNvPr id="3" name="Shape 1"/>
          <p:cNvSpPr/>
          <p:nvPr/>
        </p:nvSpPr>
        <p:spPr>
          <a:xfrm>
            <a:off x="11212173" y="399224"/>
            <a:ext cx="34616" cy="34616"/>
          </a:xfrm>
          <a:prstGeom prst="ellipse">
            <a:avLst/>
          </a:prstGeom>
          <a:solidFill>
            <a:srgbClr val="000000"/>
          </a:solidFill>
          <a:ln/>
        </p:spPr>
        <p:txBody>
          <a:bodyPr/>
          <a:lstStyle/>
          <a:p>
            <a:endParaRPr lang="en-NL"/>
          </a:p>
        </p:txBody>
      </p:sp>
      <p:sp>
        <p:nvSpPr>
          <p:cNvPr id="4" name="Shape 2"/>
          <p:cNvSpPr/>
          <p:nvPr/>
        </p:nvSpPr>
        <p:spPr>
          <a:xfrm>
            <a:off x="11398641" y="399224"/>
            <a:ext cx="34616" cy="34616"/>
          </a:xfrm>
          <a:prstGeom prst="ellipse">
            <a:avLst/>
          </a:prstGeom>
          <a:solidFill>
            <a:srgbClr val="000000"/>
          </a:solidFill>
          <a:ln/>
        </p:spPr>
        <p:txBody>
          <a:bodyPr/>
          <a:lstStyle/>
          <a:p>
            <a:endParaRPr lang="en-NL"/>
          </a:p>
        </p:txBody>
      </p:sp>
      <p:sp>
        <p:nvSpPr>
          <p:cNvPr id="5" name="Shape 3"/>
          <p:cNvSpPr/>
          <p:nvPr/>
        </p:nvSpPr>
        <p:spPr>
          <a:xfrm>
            <a:off x="11258374" y="435357"/>
            <a:ext cx="51936" cy="51936"/>
          </a:xfrm>
          <a:prstGeom prst="ellipse">
            <a:avLst/>
          </a:prstGeom>
          <a:solidFill>
            <a:srgbClr val="000000"/>
          </a:solidFill>
          <a:ln/>
        </p:spPr>
        <p:txBody>
          <a:bodyPr/>
          <a:lstStyle/>
          <a:p>
            <a:endParaRPr lang="en-NL"/>
          </a:p>
        </p:txBody>
      </p:sp>
      <p:sp>
        <p:nvSpPr>
          <p:cNvPr id="6" name="Shape 4"/>
          <p:cNvSpPr/>
          <p:nvPr/>
        </p:nvSpPr>
        <p:spPr>
          <a:xfrm>
            <a:off x="11335407" y="435306"/>
            <a:ext cx="51718" cy="51718"/>
          </a:xfrm>
          <a:prstGeom prst="ellipse">
            <a:avLst/>
          </a:prstGeom>
          <a:solidFill>
            <a:srgbClr val="000000"/>
          </a:solidFill>
          <a:ln/>
        </p:spPr>
        <p:txBody>
          <a:bodyPr/>
          <a:lstStyle/>
          <a:p>
            <a:endParaRPr lang="en-NL"/>
          </a:p>
        </p:txBody>
      </p:sp>
      <p:sp>
        <p:nvSpPr>
          <p:cNvPr id="7" name="Shape 5"/>
          <p:cNvSpPr/>
          <p:nvPr/>
        </p:nvSpPr>
        <p:spPr>
          <a:xfrm>
            <a:off x="11127388" y="442398"/>
            <a:ext cx="35294" cy="35294"/>
          </a:xfrm>
          <a:prstGeom prst="ellipse">
            <a:avLst/>
          </a:prstGeom>
          <a:solidFill>
            <a:srgbClr val="000000"/>
          </a:solidFill>
          <a:ln/>
        </p:spPr>
        <p:txBody>
          <a:bodyPr/>
          <a:lstStyle/>
          <a:p>
            <a:endParaRPr lang="en-NL"/>
          </a:p>
        </p:txBody>
      </p:sp>
      <p:sp>
        <p:nvSpPr>
          <p:cNvPr id="8" name="Shape 6"/>
          <p:cNvSpPr/>
          <p:nvPr/>
        </p:nvSpPr>
        <p:spPr>
          <a:xfrm>
            <a:off x="11482145" y="441649"/>
            <a:ext cx="35960" cy="35960"/>
          </a:xfrm>
          <a:prstGeom prst="ellipse">
            <a:avLst/>
          </a:prstGeom>
          <a:solidFill>
            <a:srgbClr val="000000"/>
          </a:solidFill>
          <a:ln/>
        </p:spPr>
        <p:txBody>
          <a:bodyPr/>
          <a:lstStyle/>
          <a:p>
            <a:endParaRPr lang="en-NL"/>
          </a:p>
        </p:txBody>
      </p:sp>
      <p:sp>
        <p:nvSpPr>
          <p:cNvPr id="9" name="Shape 7"/>
          <p:cNvSpPr/>
          <p:nvPr/>
        </p:nvSpPr>
        <p:spPr>
          <a:xfrm>
            <a:off x="11185603" y="459328"/>
            <a:ext cx="52167" cy="52167"/>
          </a:xfrm>
          <a:prstGeom prst="ellipse">
            <a:avLst/>
          </a:prstGeom>
          <a:solidFill>
            <a:srgbClr val="000000"/>
          </a:solidFill>
          <a:ln/>
        </p:spPr>
        <p:txBody>
          <a:bodyPr/>
          <a:lstStyle/>
          <a:p>
            <a:endParaRPr lang="en-NL"/>
          </a:p>
        </p:txBody>
      </p:sp>
      <p:sp>
        <p:nvSpPr>
          <p:cNvPr id="10" name="Shape 8"/>
          <p:cNvSpPr/>
          <p:nvPr/>
        </p:nvSpPr>
        <p:spPr>
          <a:xfrm>
            <a:off x="11408043" y="458713"/>
            <a:ext cx="52384" cy="52384"/>
          </a:xfrm>
          <a:prstGeom prst="ellipse">
            <a:avLst/>
          </a:prstGeom>
          <a:solidFill>
            <a:srgbClr val="000000"/>
          </a:solidFill>
          <a:ln/>
        </p:spPr>
        <p:txBody>
          <a:bodyPr/>
          <a:lstStyle/>
          <a:p>
            <a:endParaRPr lang="en-NL"/>
          </a:p>
        </p:txBody>
      </p:sp>
      <p:sp>
        <p:nvSpPr>
          <p:cNvPr id="11" name="Shape 9"/>
          <p:cNvSpPr/>
          <p:nvPr/>
        </p:nvSpPr>
        <p:spPr>
          <a:xfrm>
            <a:off x="11241891" y="499749"/>
            <a:ext cx="36613" cy="36613"/>
          </a:xfrm>
          <a:prstGeom prst="ellipse">
            <a:avLst/>
          </a:prstGeom>
          <a:solidFill>
            <a:srgbClr val="000000"/>
          </a:solidFill>
          <a:ln/>
        </p:spPr>
        <p:txBody>
          <a:bodyPr/>
          <a:lstStyle/>
          <a:p>
            <a:endParaRPr lang="en-NL"/>
          </a:p>
        </p:txBody>
      </p:sp>
      <p:sp>
        <p:nvSpPr>
          <p:cNvPr id="12" name="Shape 10"/>
          <p:cNvSpPr/>
          <p:nvPr/>
        </p:nvSpPr>
        <p:spPr>
          <a:xfrm>
            <a:off x="11294557" y="500146"/>
            <a:ext cx="57223" cy="57223"/>
          </a:xfrm>
          <a:prstGeom prst="ellipse">
            <a:avLst/>
          </a:prstGeom>
          <a:solidFill>
            <a:srgbClr val="000000"/>
          </a:solidFill>
          <a:ln/>
        </p:spPr>
        <p:txBody>
          <a:bodyPr/>
          <a:lstStyle/>
          <a:p>
            <a:endParaRPr lang="en-NL"/>
          </a:p>
        </p:txBody>
      </p:sp>
      <p:sp>
        <p:nvSpPr>
          <p:cNvPr id="13" name="Shape 11"/>
          <p:cNvSpPr/>
          <p:nvPr/>
        </p:nvSpPr>
        <p:spPr>
          <a:xfrm>
            <a:off x="11364102" y="498770"/>
            <a:ext cx="35294" cy="35294"/>
          </a:xfrm>
          <a:prstGeom prst="ellipse">
            <a:avLst/>
          </a:prstGeom>
          <a:solidFill>
            <a:srgbClr val="000000"/>
          </a:solidFill>
          <a:ln/>
        </p:spPr>
        <p:txBody>
          <a:bodyPr/>
          <a:lstStyle/>
          <a:p>
            <a:endParaRPr lang="en-NL"/>
          </a:p>
        </p:txBody>
      </p:sp>
      <p:sp>
        <p:nvSpPr>
          <p:cNvPr id="14" name="Shape 12"/>
          <p:cNvSpPr/>
          <p:nvPr/>
        </p:nvSpPr>
        <p:spPr>
          <a:xfrm>
            <a:off x="11123515" y="504524"/>
            <a:ext cx="51936" cy="51936"/>
          </a:xfrm>
          <a:prstGeom prst="ellipse">
            <a:avLst/>
          </a:prstGeom>
          <a:solidFill>
            <a:srgbClr val="000000"/>
          </a:solidFill>
          <a:ln/>
        </p:spPr>
        <p:txBody>
          <a:bodyPr/>
          <a:lstStyle/>
          <a:p>
            <a:endParaRPr lang="en-NL"/>
          </a:p>
        </p:txBody>
      </p:sp>
      <p:sp>
        <p:nvSpPr>
          <p:cNvPr id="15" name="Shape 13"/>
          <p:cNvSpPr/>
          <p:nvPr/>
        </p:nvSpPr>
        <p:spPr>
          <a:xfrm>
            <a:off x="11470202" y="504300"/>
            <a:ext cx="52384" cy="52384"/>
          </a:xfrm>
          <a:prstGeom prst="ellipse">
            <a:avLst/>
          </a:prstGeom>
          <a:solidFill>
            <a:srgbClr val="000000"/>
          </a:solidFill>
          <a:ln/>
        </p:spPr>
        <p:txBody>
          <a:bodyPr/>
          <a:lstStyle/>
          <a:p>
            <a:endParaRPr lang="en-NL"/>
          </a:p>
        </p:txBody>
      </p:sp>
      <p:sp>
        <p:nvSpPr>
          <p:cNvPr id="16" name="Shape 14"/>
          <p:cNvSpPr/>
          <p:nvPr/>
        </p:nvSpPr>
        <p:spPr>
          <a:xfrm>
            <a:off x="11060774" y="508825"/>
            <a:ext cx="35627" cy="35627"/>
          </a:xfrm>
          <a:prstGeom prst="ellipse">
            <a:avLst/>
          </a:prstGeom>
          <a:solidFill>
            <a:srgbClr val="000000"/>
          </a:solidFill>
          <a:ln/>
        </p:spPr>
        <p:txBody>
          <a:bodyPr/>
          <a:lstStyle/>
          <a:p>
            <a:endParaRPr lang="en-NL"/>
          </a:p>
        </p:txBody>
      </p:sp>
      <p:sp>
        <p:nvSpPr>
          <p:cNvPr id="17" name="Shape 15"/>
          <p:cNvSpPr/>
          <p:nvPr/>
        </p:nvSpPr>
        <p:spPr>
          <a:xfrm>
            <a:off x="11548535" y="508038"/>
            <a:ext cx="36613" cy="36613"/>
          </a:xfrm>
          <a:prstGeom prst="ellipse">
            <a:avLst/>
          </a:prstGeom>
          <a:solidFill>
            <a:srgbClr val="000000"/>
          </a:solidFill>
          <a:ln/>
        </p:spPr>
        <p:txBody>
          <a:bodyPr/>
          <a:lstStyle/>
          <a:p>
            <a:endParaRPr lang="en-NL"/>
          </a:p>
        </p:txBody>
      </p:sp>
      <p:sp>
        <p:nvSpPr>
          <p:cNvPr id="18" name="Shape 16"/>
          <p:cNvSpPr/>
          <p:nvPr/>
        </p:nvSpPr>
        <p:spPr>
          <a:xfrm>
            <a:off x="11191466" y="533379"/>
            <a:ext cx="57825" cy="57825"/>
          </a:xfrm>
          <a:prstGeom prst="ellipse">
            <a:avLst/>
          </a:prstGeom>
          <a:solidFill>
            <a:srgbClr val="000000"/>
          </a:solidFill>
          <a:ln/>
        </p:spPr>
        <p:txBody>
          <a:bodyPr/>
          <a:lstStyle/>
          <a:p>
            <a:endParaRPr lang="en-NL"/>
          </a:p>
        </p:txBody>
      </p:sp>
      <p:sp>
        <p:nvSpPr>
          <p:cNvPr id="19" name="Shape 17"/>
          <p:cNvSpPr/>
          <p:nvPr/>
        </p:nvSpPr>
        <p:spPr>
          <a:xfrm>
            <a:off x="11396535" y="533494"/>
            <a:ext cx="57428" cy="57428"/>
          </a:xfrm>
          <a:prstGeom prst="ellipse">
            <a:avLst/>
          </a:prstGeom>
          <a:solidFill>
            <a:srgbClr val="000000"/>
          </a:solidFill>
          <a:ln/>
        </p:spPr>
        <p:txBody>
          <a:bodyPr/>
          <a:lstStyle/>
          <a:p>
            <a:endParaRPr lang="en-NL"/>
          </a:p>
        </p:txBody>
      </p:sp>
      <p:sp>
        <p:nvSpPr>
          <p:cNvPr id="20" name="Shape 18"/>
          <p:cNvSpPr/>
          <p:nvPr/>
        </p:nvSpPr>
        <p:spPr>
          <a:xfrm>
            <a:off x="11079087" y="567226"/>
            <a:ext cx="51270" cy="51270"/>
          </a:xfrm>
          <a:prstGeom prst="ellipse">
            <a:avLst/>
          </a:prstGeom>
          <a:solidFill>
            <a:srgbClr val="000000"/>
          </a:solidFill>
          <a:ln/>
        </p:spPr>
        <p:txBody>
          <a:bodyPr/>
          <a:lstStyle/>
          <a:p>
            <a:endParaRPr lang="en-NL"/>
          </a:p>
        </p:txBody>
      </p:sp>
      <p:sp>
        <p:nvSpPr>
          <p:cNvPr id="21" name="Shape 19"/>
          <p:cNvSpPr/>
          <p:nvPr/>
        </p:nvSpPr>
        <p:spPr>
          <a:xfrm>
            <a:off x="11339728" y="567053"/>
            <a:ext cx="34616" cy="34616"/>
          </a:xfrm>
          <a:prstGeom prst="ellipse">
            <a:avLst/>
          </a:prstGeom>
          <a:solidFill>
            <a:srgbClr val="000000"/>
          </a:solidFill>
          <a:ln/>
        </p:spPr>
        <p:txBody>
          <a:bodyPr/>
          <a:lstStyle/>
          <a:p>
            <a:endParaRPr lang="en-NL"/>
          </a:p>
        </p:txBody>
      </p:sp>
      <p:sp>
        <p:nvSpPr>
          <p:cNvPr id="22" name="Shape 20"/>
          <p:cNvSpPr/>
          <p:nvPr/>
        </p:nvSpPr>
        <p:spPr>
          <a:xfrm>
            <a:off x="11515167" y="566234"/>
            <a:ext cx="52819" cy="52819"/>
          </a:xfrm>
          <a:prstGeom prst="ellipse">
            <a:avLst/>
          </a:prstGeom>
          <a:solidFill>
            <a:srgbClr val="000000"/>
          </a:solidFill>
          <a:ln/>
        </p:spPr>
        <p:txBody>
          <a:bodyPr/>
          <a:lstStyle/>
          <a:p>
            <a:endParaRPr lang="en-NL"/>
          </a:p>
        </p:txBody>
      </p:sp>
      <p:sp>
        <p:nvSpPr>
          <p:cNvPr id="23" name="Shape 21"/>
          <p:cNvSpPr/>
          <p:nvPr/>
        </p:nvSpPr>
        <p:spPr>
          <a:xfrm>
            <a:off x="11262860" y="569742"/>
            <a:ext cx="34961" cy="34961"/>
          </a:xfrm>
          <a:prstGeom prst="ellipse">
            <a:avLst/>
          </a:prstGeom>
          <a:solidFill>
            <a:srgbClr val="000000"/>
          </a:solidFill>
          <a:ln/>
        </p:spPr>
        <p:txBody>
          <a:bodyPr/>
          <a:lstStyle/>
          <a:p>
            <a:endParaRPr lang="en-NL"/>
          </a:p>
        </p:txBody>
      </p:sp>
      <p:sp>
        <p:nvSpPr>
          <p:cNvPr id="24" name="Shape 22"/>
          <p:cNvSpPr/>
          <p:nvPr/>
        </p:nvSpPr>
        <p:spPr>
          <a:xfrm>
            <a:off x="11462521" y="569818"/>
            <a:ext cx="35294" cy="35294"/>
          </a:xfrm>
          <a:prstGeom prst="ellipse">
            <a:avLst/>
          </a:prstGeom>
          <a:solidFill>
            <a:srgbClr val="000000"/>
          </a:solidFill>
          <a:ln/>
        </p:spPr>
        <p:txBody>
          <a:bodyPr/>
          <a:lstStyle/>
          <a:p>
            <a:endParaRPr lang="en-NL"/>
          </a:p>
        </p:txBody>
      </p:sp>
      <p:sp>
        <p:nvSpPr>
          <p:cNvPr id="25" name="Shape 23"/>
          <p:cNvSpPr/>
          <p:nvPr/>
        </p:nvSpPr>
        <p:spPr>
          <a:xfrm>
            <a:off x="11145681" y="573441"/>
            <a:ext cx="34270" cy="34270"/>
          </a:xfrm>
          <a:prstGeom prst="ellipse">
            <a:avLst/>
          </a:prstGeom>
          <a:solidFill>
            <a:srgbClr val="000000"/>
          </a:solidFill>
          <a:ln/>
        </p:spPr>
        <p:txBody>
          <a:bodyPr/>
          <a:lstStyle/>
          <a:p>
            <a:endParaRPr lang="en-NL"/>
          </a:p>
        </p:txBody>
      </p:sp>
      <p:sp>
        <p:nvSpPr>
          <p:cNvPr id="26" name="Shape 24"/>
          <p:cNvSpPr/>
          <p:nvPr/>
        </p:nvSpPr>
        <p:spPr>
          <a:xfrm>
            <a:off x="11592015" y="593213"/>
            <a:ext cx="35294" cy="35294"/>
          </a:xfrm>
          <a:prstGeom prst="ellipse">
            <a:avLst/>
          </a:prstGeom>
          <a:solidFill>
            <a:srgbClr val="000000"/>
          </a:solidFill>
          <a:ln/>
        </p:spPr>
        <p:txBody>
          <a:bodyPr/>
          <a:lstStyle/>
          <a:p>
            <a:endParaRPr lang="en-NL"/>
          </a:p>
        </p:txBody>
      </p:sp>
      <p:sp>
        <p:nvSpPr>
          <p:cNvPr id="27" name="Shape 25"/>
          <p:cNvSpPr/>
          <p:nvPr/>
        </p:nvSpPr>
        <p:spPr>
          <a:xfrm>
            <a:off x="11019124" y="593444"/>
            <a:ext cx="34616" cy="34616"/>
          </a:xfrm>
          <a:prstGeom prst="ellipse">
            <a:avLst/>
          </a:prstGeom>
          <a:solidFill>
            <a:srgbClr val="000000"/>
          </a:solidFill>
          <a:ln/>
        </p:spPr>
        <p:txBody>
          <a:bodyPr/>
          <a:lstStyle/>
          <a:p>
            <a:endParaRPr lang="en-NL"/>
          </a:p>
        </p:txBody>
      </p:sp>
      <p:sp>
        <p:nvSpPr>
          <p:cNvPr id="28" name="Shape 26"/>
          <p:cNvSpPr/>
          <p:nvPr/>
        </p:nvSpPr>
        <p:spPr>
          <a:xfrm>
            <a:off x="11403576" y="610214"/>
            <a:ext cx="34961" cy="34961"/>
          </a:xfrm>
          <a:prstGeom prst="ellipse">
            <a:avLst/>
          </a:prstGeom>
          <a:solidFill>
            <a:srgbClr val="000000"/>
          </a:solidFill>
          <a:ln/>
        </p:spPr>
        <p:txBody>
          <a:bodyPr/>
          <a:lstStyle/>
          <a:p>
            <a:endParaRPr lang="en-NL"/>
          </a:p>
        </p:txBody>
      </p:sp>
      <p:sp>
        <p:nvSpPr>
          <p:cNvPr id="29" name="Shape 27"/>
          <p:cNvSpPr/>
          <p:nvPr/>
        </p:nvSpPr>
        <p:spPr>
          <a:xfrm>
            <a:off x="11201662" y="616570"/>
            <a:ext cx="35627" cy="35627"/>
          </a:xfrm>
          <a:prstGeom prst="ellipse">
            <a:avLst/>
          </a:prstGeom>
          <a:solidFill>
            <a:srgbClr val="000000"/>
          </a:solidFill>
          <a:ln/>
        </p:spPr>
        <p:txBody>
          <a:bodyPr/>
          <a:lstStyle/>
          <a:p>
            <a:endParaRPr lang="en-NL"/>
          </a:p>
        </p:txBody>
      </p:sp>
      <p:sp>
        <p:nvSpPr>
          <p:cNvPr id="30" name="Shape 28"/>
          <p:cNvSpPr/>
          <p:nvPr/>
        </p:nvSpPr>
        <p:spPr>
          <a:xfrm>
            <a:off x="11127484" y="620705"/>
            <a:ext cx="58030" cy="58030"/>
          </a:xfrm>
          <a:prstGeom prst="ellipse">
            <a:avLst/>
          </a:prstGeom>
          <a:solidFill>
            <a:srgbClr val="000000"/>
          </a:solidFill>
          <a:ln/>
        </p:spPr>
        <p:txBody>
          <a:bodyPr/>
          <a:lstStyle/>
          <a:p>
            <a:endParaRPr lang="en-NL"/>
          </a:p>
        </p:txBody>
      </p:sp>
      <p:sp>
        <p:nvSpPr>
          <p:cNvPr id="31" name="Shape 29"/>
          <p:cNvSpPr/>
          <p:nvPr/>
        </p:nvSpPr>
        <p:spPr>
          <a:xfrm>
            <a:off x="11460767" y="620852"/>
            <a:ext cx="57428" cy="57428"/>
          </a:xfrm>
          <a:prstGeom prst="ellipse">
            <a:avLst/>
          </a:prstGeom>
          <a:solidFill>
            <a:srgbClr val="000000"/>
          </a:solidFill>
          <a:ln/>
        </p:spPr>
        <p:txBody>
          <a:bodyPr/>
          <a:lstStyle/>
          <a:p>
            <a:endParaRPr lang="en-NL"/>
          </a:p>
        </p:txBody>
      </p:sp>
      <p:sp>
        <p:nvSpPr>
          <p:cNvPr id="32" name="Shape 30"/>
          <p:cNvSpPr/>
          <p:nvPr/>
        </p:nvSpPr>
        <p:spPr>
          <a:xfrm>
            <a:off x="11055219" y="640144"/>
            <a:ext cx="51718" cy="51718"/>
          </a:xfrm>
          <a:prstGeom prst="ellipse">
            <a:avLst/>
          </a:prstGeom>
          <a:solidFill>
            <a:srgbClr val="000000"/>
          </a:solidFill>
          <a:ln/>
        </p:spPr>
        <p:txBody>
          <a:bodyPr/>
          <a:lstStyle/>
          <a:p>
            <a:endParaRPr lang="en-NL"/>
          </a:p>
        </p:txBody>
      </p:sp>
      <p:sp>
        <p:nvSpPr>
          <p:cNvPr id="33" name="Shape 31"/>
          <p:cNvSpPr/>
          <p:nvPr/>
        </p:nvSpPr>
        <p:spPr>
          <a:xfrm>
            <a:off x="11539330" y="640266"/>
            <a:ext cx="51270" cy="51270"/>
          </a:xfrm>
          <a:prstGeom prst="ellipse">
            <a:avLst/>
          </a:prstGeom>
          <a:solidFill>
            <a:srgbClr val="000000"/>
          </a:solidFill>
          <a:ln/>
        </p:spPr>
        <p:txBody>
          <a:bodyPr/>
          <a:lstStyle/>
          <a:p>
            <a:endParaRPr lang="en-NL"/>
          </a:p>
        </p:txBody>
      </p:sp>
      <p:sp>
        <p:nvSpPr>
          <p:cNvPr id="34" name="Shape 32"/>
          <p:cNvSpPr/>
          <p:nvPr/>
        </p:nvSpPr>
        <p:spPr>
          <a:xfrm>
            <a:off x="11429576" y="682274"/>
            <a:ext cx="35627" cy="35627"/>
          </a:xfrm>
          <a:prstGeom prst="ellipse">
            <a:avLst/>
          </a:prstGeom>
          <a:solidFill>
            <a:srgbClr val="000000"/>
          </a:solidFill>
          <a:ln/>
        </p:spPr>
        <p:txBody>
          <a:bodyPr/>
          <a:lstStyle/>
          <a:p>
            <a:endParaRPr lang="en-NL"/>
          </a:p>
        </p:txBody>
      </p:sp>
      <p:sp>
        <p:nvSpPr>
          <p:cNvPr id="35" name="Shape 33"/>
          <p:cNvSpPr/>
          <p:nvPr/>
        </p:nvSpPr>
        <p:spPr>
          <a:xfrm>
            <a:off x="11004076" y="687222"/>
            <a:ext cx="34616" cy="34616"/>
          </a:xfrm>
          <a:prstGeom prst="ellipse">
            <a:avLst/>
          </a:prstGeom>
          <a:solidFill>
            <a:srgbClr val="000000"/>
          </a:solidFill>
          <a:ln/>
        </p:spPr>
        <p:txBody>
          <a:bodyPr/>
          <a:lstStyle/>
          <a:p>
            <a:endParaRPr lang="en-NL"/>
          </a:p>
        </p:txBody>
      </p:sp>
      <p:sp>
        <p:nvSpPr>
          <p:cNvPr id="36" name="Shape 34"/>
          <p:cNvSpPr/>
          <p:nvPr/>
        </p:nvSpPr>
        <p:spPr>
          <a:xfrm>
            <a:off x="11502052" y="685321"/>
            <a:ext cx="34270" cy="34270"/>
          </a:xfrm>
          <a:prstGeom prst="ellipse">
            <a:avLst/>
          </a:prstGeom>
          <a:solidFill>
            <a:srgbClr val="000000"/>
          </a:solidFill>
          <a:ln/>
        </p:spPr>
        <p:txBody>
          <a:bodyPr/>
          <a:lstStyle/>
          <a:p>
            <a:endParaRPr lang="en-NL"/>
          </a:p>
        </p:txBody>
      </p:sp>
      <p:sp>
        <p:nvSpPr>
          <p:cNvPr id="37" name="Shape 35"/>
          <p:cNvSpPr/>
          <p:nvPr/>
        </p:nvSpPr>
        <p:spPr>
          <a:xfrm>
            <a:off x="11606321" y="686422"/>
            <a:ext cx="35627" cy="35627"/>
          </a:xfrm>
          <a:prstGeom prst="ellipse">
            <a:avLst/>
          </a:prstGeom>
          <a:solidFill>
            <a:srgbClr val="000000"/>
          </a:solidFill>
          <a:ln/>
        </p:spPr>
        <p:txBody>
          <a:bodyPr/>
          <a:lstStyle/>
          <a:p>
            <a:endParaRPr lang="en-NL"/>
          </a:p>
        </p:txBody>
      </p:sp>
      <p:sp>
        <p:nvSpPr>
          <p:cNvPr id="38" name="Shape 36"/>
          <p:cNvSpPr/>
          <p:nvPr/>
        </p:nvSpPr>
        <p:spPr>
          <a:xfrm>
            <a:off x="11108908" y="688957"/>
            <a:ext cx="35294" cy="35294"/>
          </a:xfrm>
          <a:prstGeom prst="ellipse">
            <a:avLst/>
          </a:prstGeom>
          <a:solidFill>
            <a:srgbClr val="000000"/>
          </a:solidFill>
          <a:ln/>
        </p:spPr>
        <p:txBody>
          <a:bodyPr/>
          <a:lstStyle/>
          <a:p>
            <a:endParaRPr lang="en-NL"/>
          </a:p>
        </p:txBody>
      </p:sp>
      <p:sp>
        <p:nvSpPr>
          <p:cNvPr id="39" name="Shape 37"/>
          <p:cNvSpPr/>
          <p:nvPr/>
        </p:nvSpPr>
        <p:spPr>
          <a:xfrm>
            <a:off x="11179733" y="690371"/>
            <a:ext cx="36613" cy="36613"/>
          </a:xfrm>
          <a:prstGeom prst="ellipse">
            <a:avLst/>
          </a:prstGeom>
          <a:solidFill>
            <a:srgbClr val="000000"/>
          </a:solidFill>
          <a:ln/>
        </p:spPr>
        <p:txBody>
          <a:bodyPr/>
          <a:lstStyle/>
          <a:p>
            <a:endParaRPr lang="en-NL"/>
          </a:p>
        </p:txBody>
      </p:sp>
      <p:sp>
        <p:nvSpPr>
          <p:cNvPr id="40" name="Shape 38"/>
          <p:cNvSpPr/>
          <p:nvPr/>
        </p:nvSpPr>
        <p:spPr>
          <a:xfrm>
            <a:off x="11054764" y="716576"/>
            <a:ext cx="51936" cy="51936"/>
          </a:xfrm>
          <a:prstGeom prst="ellipse">
            <a:avLst/>
          </a:prstGeom>
          <a:solidFill>
            <a:srgbClr val="000000"/>
          </a:solidFill>
          <a:ln/>
        </p:spPr>
        <p:txBody>
          <a:bodyPr/>
          <a:lstStyle/>
          <a:p>
            <a:endParaRPr lang="en-NL"/>
          </a:p>
        </p:txBody>
      </p:sp>
      <p:sp>
        <p:nvSpPr>
          <p:cNvPr id="41" name="Shape 39"/>
          <p:cNvSpPr/>
          <p:nvPr/>
        </p:nvSpPr>
        <p:spPr>
          <a:xfrm>
            <a:off x="11539023" y="716851"/>
            <a:ext cx="51488" cy="51488"/>
          </a:xfrm>
          <a:prstGeom prst="ellipse">
            <a:avLst/>
          </a:prstGeom>
          <a:solidFill>
            <a:srgbClr val="000000"/>
          </a:solidFill>
          <a:ln/>
        </p:spPr>
        <p:txBody>
          <a:bodyPr/>
          <a:lstStyle/>
          <a:p>
            <a:endParaRPr lang="en-NL"/>
          </a:p>
        </p:txBody>
      </p:sp>
      <p:sp>
        <p:nvSpPr>
          <p:cNvPr id="42" name="Shape 40"/>
          <p:cNvSpPr/>
          <p:nvPr/>
        </p:nvSpPr>
        <p:spPr>
          <a:xfrm>
            <a:off x="11127490" y="729288"/>
            <a:ext cx="58222" cy="58222"/>
          </a:xfrm>
          <a:prstGeom prst="ellipse">
            <a:avLst/>
          </a:prstGeom>
          <a:solidFill>
            <a:srgbClr val="000000"/>
          </a:solidFill>
          <a:ln/>
        </p:spPr>
        <p:txBody>
          <a:bodyPr/>
          <a:lstStyle/>
          <a:p>
            <a:endParaRPr lang="en-NL"/>
          </a:p>
        </p:txBody>
      </p:sp>
      <p:sp>
        <p:nvSpPr>
          <p:cNvPr id="43" name="Shape 41"/>
          <p:cNvSpPr/>
          <p:nvPr/>
        </p:nvSpPr>
        <p:spPr>
          <a:xfrm>
            <a:off x="11460671" y="729781"/>
            <a:ext cx="57633" cy="57633"/>
          </a:xfrm>
          <a:prstGeom prst="ellipse">
            <a:avLst/>
          </a:prstGeom>
          <a:solidFill>
            <a:srgbClr val="000000"/>
          </a:solidFill>
          <a:ln/>
        </p:spPr>
        <p:txBody>
          <a:bodyPr/>
          <a:lstStyle/>
          <a:p>
            <a:endParaRPr lang="en-NL"/>
          </a:p>
        </p:txBody>
      </p:sp>
      <p:sp>
        <p:nvSpPr>
          <p:cNvPr id="44" name="Shape 42"/>
          <p:cNvSpPr/>
          <p:nvPr/>
        </p:nvSpPr>
        <p:spPr>
          <a:xfrm>
            <a:off x="11407973" y="756415"/>
            <a:ext cx="35960" cy="35960"/>
          </a:xfrm>
          <a:prstGeom prst="ellipse">
            <a:avLst/>
          </a:prstGeom>
          <a:solidFill>
            <a:srgbClr val="000000"/>
          </a:solidFill>
          <a:ln/>
        </p:spPr>
        <p:txBody>
          <a:bodyPr/>
          <a:lstStyle/>
          <a:p>
            <a:endParaRPr lang="en-NL"/>
          </a:p>
        </p:txBody>
      </p:sp>
      <p:sp>
        <p:nvSpPr>
          <p:cNvPr id="45" name="Shape 43"/>
          <p:cNvSpPr/>
          <p:nvPr/>
        </p:nvSpPr>
        <p:spPr>
          <a:xfrm>
            <a:off x="11207308" y="763884"/>
            <a:ext cx="34616" cy="34616"/>
          </a:xfrm>
          <a:prstGeom prst="ellipse">
            <a:avLst/>
          </a:prstGeom>
          <a:solidFill>
            <a:srgbClr val="000000"/>
          </a:solidFill>
          <a:ln/>
        </p:spPr>
        <p:txBody>
          <a:bodyPr/>
          <a:lstStyle/>
          <a:p>
            <a:endParaRPr lang="en-NL"/>
          </a:p>
        </p:txBody>
      </p:sp>
      <p:sp>
        <p:nvSpPr>
          <p:cNvPr id="46" name="Shape 44"/>
          <p:cNvSpPr/>
          <p:nvPr/>
        </p:nvSpPr>
        <p:spPr>
          <a:xfrm>
            <a:off x="11018670" y="780462"/>
            <a:ext cx="34616" cy="34616"/>
          </a:xfrm>
          <a:prstGeom prst="ellipse">
            <a:avLst/>
          </a:prstGeom>
          <a:solidFill>
            <a:srgbClr val="000000"/>
          </a:solidFill>
          <a:ln/>
        </p:spPr>
        <p:txBody>
          <a:bodyPr/>
          <a:lstStyle/>
          <a:p>
            <a:endParaRPr lang="en-NL"/>
          </a:p>
        </p:txBody>
      </p:sp>
      <p:sp>
        <p:nvSpPr>
          <p:cNvPr id="47" name="Shape 45"/>
          <p:cNvSpPr/>
          <p:nvPr/>
        </p:nvSpPr>
        <p:spPr>
          <a:xfrm>
            <a:off x="11591670" y="780123"/>
            <a:ext cx="35294" cy="35294"/>
          </a:xfrm>
          <a:prstGeom prst="ellipse">
            <a:avLst/>
          </a:prstGeom>
          <a:solidFill>
            <a:srgbClr val="000000"/>
          </a:solidFill>
          <a:ln/>
        </p:spPr>
        <p:txBody>
          <a:bodyPr/>
          <a:lstStyle/>
          <a:p>
            <a:endParaRPr lang="en-NL"/>
          </a:p>
        </p:txBody>
      </p:sp>
      <p:sp>
        <p:nvSpPr>
          <p:cNvPr id="48" name="Shape 46"/>
          <p:cNvSpPr/>
          <p:nvPr/>
        </p:nvSpPr>
        <p:spPr>
          <a:xfrm>
            <a:off x="11079010" y="790179"/>
            <a:ext cx="51270" cy="51270"/>
          </a:xfrm>
          <a:prstGeom prst="ellipse">
            <a:avLst/>
          </a:prstGeom>
          <a:solidFill>
            <a:srgbClr val="000000"/>
          </a:solidFill>
          <a:ln/>
        </p:spPr>
        <p:txBody>
          <a:bodyPr/>
          <a:lstStyle/>
          <a:p>
            <a:endParaRPr lang="en-NL"/>
          </a:p>
        </p:txBody>
      </p:sp>
      <p:sp>
        <p:nvSpPr>
          <p:cNvPr id="49" name="Shape 47"/>
          <p:cNvSpPr/>
          <p:nvPr/>
        </p:nvSpPr>
        <p:spPr>
          <a:xfrm>
            <a:off x="11515218" y="789692"/>
            <a:ext cx="52602" cy="52602"/>
          </a:xfrm>
          <a:prstGeom prst="ellipse">
            <a:avLst/>
          </a:prstGeom>
          <a:solidFill>
            <a:srgbClr val="000000"/>
          </a:solidFill>
          <a:ln/>
        </p:spPr>
        <p:txBody>
          <a:bodyPr/>
          <a:lstStyle/>
          <a:p>
            <a:endParaRPr lang="en-NL"/>
          </a:p>
        </p:txBody>
      </p:sp>
      <p:sp>
        <p:nvSpPr>
          <p:cNvPr id="50" name="Shape 48"/>
          <p:cNvSpPr/>
          <p:nvPr/>
        </p:nvSpPr>
        <p:spPr>
          <a:xfrm>
            <a:off x="11147371" y="803460"/>
            <a:ext cx="35627" cy="35627"/>
          </a:xfrm>
          <a:prstGeom prst="ellipse">
            <a:avLst/>
          </a:prstGeom>
          <a:solidFill>
            <a:srgbClr val="000000"/>
          </a:solidFill>
          <a:ln/>
        </p:spPr>
        <p:txBody>
          <a:bodyPr/>
          <a:lstStyle/>
          <a:p>
            <a:endParaRPr lang="en-NL"/>
          </a:p>
        </p:txBody>
      </p:sp>
      <p:sp>
        <p:nvSpPr>
          <p:cNvPr id="51" name="Shape 49"/>
          <p:cNvSpPr/>
          <p:nvPr/>
        </p:nvSpPr>
        <p:spPr>
          <a:xfrm>
            <a:off x="11347786" y="804293"/>
            <a:ext cx="35294" cy="35294"/>
          </a:xfrm>
          <a:prstGeom prst="ellipse">
            <a:avLst/>
          </a:prstGeom>
          <a:solidFill>
            <a:srgbClr val="000000"/>
          </a:solidFill>
          <a:ln/>
        </p:spPr>
        <p:txBody>
          <a:bodyPr/>
          <a:lstStyle/>
          <a:p>
            <a:endParaRPr lang="en-NL"/>
          </a:p>
        </p:txBody>
      </p:sp>
      <p:sp>
        <p:nvSpPr>
          <p:cNvPr id="52" name="Shape 50"/>
          <p:cNvSpPr/>
          <p:nvPr/>
        </p:nvSpPr>
        <p:spPr>
          <a:xfrm>
            <a:off x="11465119" y="800919"/>
            <a:ext cx="34961" cy="34961"/>
          </a:xfrm>
          <a:prstGeom prst="ellipse">
            <a:avLst/>
          </a:prstGeom>
          <a:solidFill>
            <a:srgbClr val="000000"/>
          </a:solidFill>
          <a:ln/>
        </p:spPr>
        <p:txBody>
          <a:bodyPr/>
          <a:lstStyle/>
          <a:p>
            <a:endParaRPr lang="en-NL"/>
          </a:p>
        </p:txBody>
      </p:sp>
      <p:sp>
        <p:nvSpPr>
          <p:cNvPr id="53" name="Shape 51"/>
          <p:cNvSpPr/>
          <p:nvPr/>
        </p:nvSpPr>
        <p:spPr>
          <a:xfrm>
            <a:off x="11270669" y="806590"/>
            <a:ext cx="35627" cy="35627"/>
          </a:xfrm>
          <a:prstGeom prst="ellipse">
            <a:avLst/>
          </a:prstGeom>
          <a:solidFill>
            <a:srgbClr val="000000"/>
          </a:solidFill>
          <a:ln/>
        </p:spPr>
        <p:txBody>
          <a:bodyPr/>
          <a:lstStyle/>
          <a:p>
            <a:endParaRPr lang="en-NL"/>
          </a:p>
        </p:txBody>
      </p:sp>
      <p:sp>
        <p:nvSpPr>
          <p:cNvPr id="54" name="Shape 52"/>
          <p:cNvSpPr/>
          <p:nvPr/>
        </p:nvSpPr>
        <p:spPr>
          <a:xfrm>
            <a:off x="11191498" y="817766"/>
            <a:ext cx="57633" cy="57633"/>
          </a:xfrm>
          <a:prstGeom prst="ellipse">
            <a:avLst/>
          </a:prstGeom>
          <a:solidFill>
            <a:srgbClr val="000000"/>
          </a:solidFill>
          <a:ln/>
        </p:spPr>
        <p:txBody>
          <a:bodyPr/>
          <a:lstStyle/>
          <a:p>
            <a:endParaRPr lang="en-NL"/>
          </a:p>
        </p:txBody>
      </p:sp>
      <p:sp>
        <p:nvSpPr>
          <p:cNvPr id="55" name="Shape 53"/>
          <p:cNvSpPr/>
          <p:nvPr/>
        </p:nvSpPr>
        <p:spPr>
          <a:xfrm>
            <a:off x="11396573" y="817888"/>
            <a:ext cx="57633" cy="57633"/>
          </a:xfrm>
          <a:prstGeom prst="ellipse">
            <a:avLst/>
          </a:prstGeom>
          <a:solidFill>
            <a:srgbClr val="000000"/>
          </a:solidFill>
          <a:ln/>
        </p:spPr>
        <p:txBody>
          <a:bodyPr/>
          <a:lstStyle/>
          <a:p>
            <a:endParaRPr lang="en-NL"/>
          </a:p>
        </p:txBody>
      </p:sp>
      <p:sp>
        <p:nvSpPr>
          <p:cNvPr id="56" name="Shape 54"/>
          <p:cNvSpPr/>
          <p:nvPr/>
        </p:nvSpPr>
        <p:spPr>
          <a:xfrm>
            <a:off x="11123445" y="851985"/>
            <a:ext cx="52167" cy="52167"/>
          </a:xfrm>
          <a:prstGeom prst="ellipse">
            <a:avLst/>
          </a:prstGeom>
          <a:solidFill>
            <a:srgbClr val="000000"/>
          </a:solidFill>
          <a:ln/>
        </p:spPr>
        <p:txBody>
          <a:bodyPr/>
          <a:lstStyle/>
          <a:p>
            <a:endParaRPr lang="en-NL"/>
          </a:p>
        </p:txBody>
      </p:sp>
      <p:sp>
        <p:nvSpPr>
          <p:cNvPr id="57" name="Shape 55"/>
          <p:cNvSpPr/>
          <p:nvPr/>
        </p:nvSpPr>
        <p:spPr>
          <a:xfrm>
            <a:off x="11294647" y="851390"/>
            <a:ext cx="57223" cy="57223"/>
          </a:xfrm>
          <a:prstGeom prst="ellipse">
            <a:avLst/>
          </a:prstGeom>
          <a:solidFill>
            <a:srgbClr val="000000"/>
          </a:solidFill>
          <a:ln/>
        </p:spPr>
        <p:txBody>
          <a:bodyPr/>
          <a:lstStyle/>
          <a:p>
            <a:endParaRPr lang="en-NL"/>
          </a:p>
        </p:txBody>
      </p:sp>
      <p:sp>
        <p:nvSpPr>
          <p:cNvPr id="58" name="Shape 56"/>
          <p:cNvSpPr/>
          <p:nvPr/>
        </p:nvSpPr>
        <p:spPr>
          <a:xfrm>
            <a:off x="11470202" y="852382"/>
            <a:ext cx="52384" cy="52384"/>
          </a:xfrm>
          <a:prstGeom prst="ellipse">
            <a:avLst/>
          </a:prstGeom>
          <a:solidFill>
            <a:srgbClr val="000000"/>
          </a:solidFill>
          <a:ln/>
        </p:spPr>
        <p:txBody>
          <a:bodyPr/>
          <a:lstStyle/>
          <a:p>
            <a:endParaRPr lang="en-NL"/>
          </a:p>
        </p:txBody>
      </p:sp>
      <p:sp>
        <p:nvSpPr>
          <p:cNvPr id="59" name="Shape 57"/>
          <p:cNvSpPr/>
          <p:nvPr/>
        </p:nvSpPr>
        <p:spPr>
          <a:xfrm>
            <a:off x="11060774" y="864607"/>
            <a:ext cx="35627" cy="35627"/>
          </a:xfrm>
          <a:prstGeom prst="ellipse">
            <a:avLst/>
          </a:prstGeom>
          <a:solidFill>
            <a:srgbClr val="000000"/>
          </a:solidFill>
          <a:ln/>
        </p:spPr>
        <p:txBody>
          <a:bodyPr/>
          <a:lstStyle/>
          <a:p>
            <a:endParaRPr lang="en-NL"/>
          </a:p>
        </p:txBody>
      </p:sp>
      <p:sp>
        <p:nvSpPr>
          <p:cNvPr id="60" name="Shape 58"/>
          <p:cNvSpPr/>
          <p:nvPr/>
        </p:nvSpPr>
        <p:spPr>
          <a:xfrm>
            <a:off x="11548733" y="864185"/>
            <a:ext cx="35627" cy="35627"/>
          </a:xfrm>
          <a:prstGeom prst="ellipse">
            <a:avLst/>
          </a:prstGeom>
          <a:solidFill>
            <a:srgbClr val="000000"/>
          </a:solidFill>
          <a:ln/>
        </p:spPr>
        <p:txBody>
          <a:bodyPr/>
          <a:lstStyle/>
          <a:p>
            <a:endParaRPr lang="en-NL"/>
          </a:p>
        </p:txBody>
      </p:sp>
      <p:sp>
        <p:nvSpPr>
          <p:cNvPr id="61" name="Shape 59"/>
          <p:cNvSpPr/>
          <p:nvPr/>
        </p:nvSpPr>
        <p:spPr>
          <a:xfrm>
            <a:off x="11246231" y="873908"/>
            <a:ext cx="35627" cy="35627"/>
          </a:xfrm>
          <a:prstGeom prst="ellipse">
            <a:avLst/>
          </a:prstGeom>
          <a:solidFill>
            <a:srgbClr val="000000"/>
          </a:solidFill>
          <a:ln/>
        </p:spPr>
        <p:txBody>
          <a:bodyPr/>
          <a:lstStyle/>
          <a:p>
            <a:endParaRPr lang="en-NL"/>
          </a:p>
        </p:txBody>
      </p:sp>
      <p:sp>
        <p:nvSpPr>
          <p:cNvPr id="62" name="Shape 60"/>
          <p:cNvSpPr/>
          <p:nvPr/>
        </p:nvSpPr>
        <p:spPr>
          <a:xfrm>
            <a:off x="11367418" y="872896"/>
            <a:ext cx="35627" cy="35627"/>
          </a:xfrm>
          <a:prstGeom prst="ellipse">
            <a:avLst/>
          </a:prstGeom>
          <a:solidFill>
            <a:srgbClr val="000000"/>
          </a:solidFill>
          <a:ln/>
        </p:spPr>
        <p:txBody>
          <a:bodyPr/>
          <a:lstStyle/>
          <a:p>
            <a:endParaRPr lang="en-NL"/>
          </a:p>
        </p:txBody>
      </p:sp>
      <p:sp>
        <p:nvSpPr>
          <p:cNvPr id="63" name="Shape 61"/>
          <p:cNvSpPr/>
          <p:nvPr/>
        </p:nvSpPr>
        <p:spPr>
          <a:xfrm>
            <a:off x="11185366" y="897322"/>
            <a:ext cx="51936" cy="51936"/>
          </a:xfrm>
          <a:prstGeom prst="ellipse">
            <a:avLst/>
          </a:prstGeom>
          <a:solidFill>
            <a:srgbClr val="000000"/>
          </a:solidFill>
          <a:ln/>
        </p:spPr>
        <p:txBody>
          <a:bodyPr/>
          <a:lstStyle/>
          <a:p>
            <a:endParaRPr lang="en-NL"/>
          </a:p>
        </p:txBody>
      </p:sp>
      <p:sp>
        <p:nvSpPr>
          <p:cNvPr id="64" name="Shape 62"/>
          <p:cNvSpPr/>
          <p:nvPr/>
        </p:nvSpPr>
        <p:spPr>
          <a:xfrm>
            <a:off x="11407845" y="897655"/>
            <a:ext cx="52602" cy="52602"/>
          </a:xfrm>
          <a:prstGeom prst="ellipse">
            <a:avLst/>
          </a:prstGeom>
          <a:solidFill>
            <a:srgbClr val="000000"/>
          </a:solidFill>
          <a:ln/>
        </p:spPr>
        <p:txBody>
          <a:bodyPr/>
          <a:lstStyle/>
          <a:p>
            <a:endParaRPr lang="en-NL"/>
          </a:p>
        </p:txBody>
      </p:sp>
      <p:sp>
        <p:nvSpPr>
          <p:cNvPr id="65" name="Shape 63"/>
          <p:cNvSpPr/>
          <p:nvPr/>
        </p:nvSpPr>
        <p:spPr>
          <a:xfrm>
            <a:off x="11258822" y="921466"/>
            <a:ext cx="51270" cy="51270"/>
          </a:xfrm>
          <a:prstGeom prst="ellipse">
            <a:avLst/>
          </a:prstGeom>
          <a:solidFill>
            <a:srgbClr val="000000"/>
          </a:solidFill>
          <a:ln/>
        </p:spPr>
        <p:txBody>
          <a:bodyPr/>
          <a:lstStyle/>
          <a:p>
            <a:endParaRPr lang="en-NL"/>
          </a:p>
        </p:txBody>
      </p:sp>
      <p:sp>
        <p:nvSpPr>
          <p:cNvPr id="66" name="Shape 64"/>
          <p:cNvSpPr/>
          <p:nvPr/>
        </p:nvSpPr>
        <p:spPr>
          <a:xfrm>
            <a:off x="11335350" y="921504"/>
            <a:ext cx="51270" cy="51270"/>
          </a:xfrm>
          <a:prstGeom prst="ellipse">
            <a:avLst/>
          </a:prstGeom>
          <a:solidFill>
            <a:srgbClr val="000000"/>
          </a:solidFill>
          <a:ln/>
        </p:spPr>
        <p:txBody>
          <a:bodyPr/>
          <a:lstStyle/>
          <a:p>
            <a:endParaRPr lang="en-NL"/>
          </a:p>
        </p:txBody>
      </p:sp>
      <p:sp>
        <p:nvSpPr>
          <p:cNvPr id="67" name="Shape 65"/>
          <p:cNvSpPr/>
          <p:nvPr/>
        </p:nvSpPr>
        <p:spPr>
          <a:xfrm>
            <a:off x="11127388" y="931368"/>
            <a:ext cx="35294" cy="35294"/>
          </a:xfrm>
          <a:prstGeom prst="ellipse">
            <a:avLst/>
          </a:prstGeom>
          <a:solidFill>
            <a:srgbClr val="000000"/>
          </a:solidFill>
          <a:ln/>
        </p:spPr>
        <p:txBody>
          <a:bodyPr/>
          <a:lstStyle/>
          <a:p>
            <a:endParaRPr lang="en-NL"/>
          </a:p>
        </p:txBody>
      </p:sp>
      <p:sp>
        <p:nvSpPr>
          <p:cNvPr id="68" name="Shape 66"/>
          <p:cNvSpPr/>
          <p:nvPr/>
        </p:nvSpPr>
        <p:spPr>
          <a:xfrm>
            <a:off x="11481979" y="931035"/>
            <a:ext cx="35960" cy="35960"/>
          </a:xfrm>
          <a:prstGeom prst="ellipse">
            <a:avLst/>
          </a:prstGeom>
          <a:solidFill>
            <a:srgbClr val="000000"/>
          </a:solidFill>
          <a:ln/>
        </p:spPr>
        <p:txBody>
          <a:bodyPr/>
          <a:lstStyle/>
          <a:p>
            <a:endParaRPr lang="en-NL"/>
          </a:p>
        </p:txBody>
      </p:sp>
      <p:sp>
        <p:nvSpPr>
          <p:cNvPr id="69" name="Shape 67"/>
          <p:cNvSpPr/>
          <p:nvPr/>
        </p:nvSpPr>
        <p:spPr>
          <a:xfrm>
            <a:off x="11211987" y="974695"/>
            <a:ext cx="34961" cy="34961"/>
          </a:xfrm>
          <a:prstGeom prst="ellipse">
            <a:avLst/>
          </a:prstGeom>
          <a:solidFill>
            <a:srgbClr val="000000"/>
          </a:solidFill>
          <a:ln/>
        </p:spPr>
        <p:txBody>
          <a:bodyPr/>
          <a:lstStyle/>
          <a:p>
            <a:endParaRPr lang="en-NL"/>
          </a:p>
        </p:txBody>
      </p:sp>
      <p:sp>
        <p:nvSpPr>
          <p:cNvPr id="70" name="Shape 68"/>
          <p:cNvSpPr/>
          <p:nvPr/>
        </p:nvSpPr>
        <p:spPr>
          <a:xfrm>
            <a:off x="11398461" y="974695"/>
            <a:ext cx="34961" cy="34961"/>
          </a:xfrm>
          <a:prstGeom prst="ellipse">
            <a:avLst/>
          </a:prstGeom>
          <a:solidFill>
            <a:srgbClr val="000000"/>
          </a:solidFill>
          <a:ln/>
        </p:spPr>
        <p:txBody>
          <a:bodyPr/>
          <a:lstStyle/>
          <a:p>
            <a:endParaRPr lang="en-NL"/>
          </a:p>
        </p:txBody>
      </p:sp>
      <p:sp>
        <p:nvSpPr>
          <p:cNvPr id="71" name="Shape 69"/>
          <p:cNvSpPr/>
          <p:nvPr/>
        </p:nvSpPr>
        <p:spPr>
          <a:xfrm>
            <a:off x="11304837" y="988501"/>
            <a:ext cx="35627" cy="35627"/>
          </a:xfrm>
          <a:prstGeom prst="ellipse">
            <a:avLst/>
          </a:prstGeom>
          <a:solidFill>
            <a:srgbClr val="000000"/>
          </a:solidFill>
          <a:ln/>
        </p:spPr>
        <p:txBody>
          <a:bodyPr/>
          <a:lstStyle/>
          <a:p>
            <a:endParaRPr lang="en-NL"/>
          </a:p>
        </p:txBody>
      </p:sp>
      <p:sp>
        <p:nvSpPr>
          <p:cNvPr id="72" name="Shape 70"/>
          <p:cNvSpPr/>
          <p:nvPr/>
        </p:nvSpPr>
        <p:spPr>
          <a:xfrm>
            <a:off x="548640" y="1280160"/>
            <a:ext cx="1005840" cy="1005840"/>
          </a:xfrm>
          <a:prstGeom prst="ellipse">
            <a:avLst/>
          </a:prstGeom>
          <a:solidFill>
            <a:srgbClr val="F4D9DC"/>
          </a:solidFill>
          <a:ln/>
        </p:spPr>
        <p:txBody>
          <a:bodyPr/>
          <a:lstStyle/>
          <a:p>
            <a:endParaRPr lang="en-NL"/>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wat deed de skill voor je?</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1700" dirty="0">
                <a:solidFill>
                  <a:srgbClr val="000000"/>
                </a:solidFill>
                <a:latin typeface="Cooper Lt BT" pitchFamily="34" charset="0"/>
                <a:ea typeface="Cooper Lt BT" pitchFamily="34" charset="-122"/>
                <a:cs typeface="Cooper Lt BT" pitchFamily="34" charset="-120"/>
              </a:rPr>
              <a:t>Wat vroeg de agent, en wat koos jij?</a:t>
            </a:r>
            <a:endParaRPr lang="en-US" sz="1700" dirty="0"/>
          </a:p>
          <a:p>
            <a:pPr marL="0" indent="0" algn="l">
              <a:lnSpc>
                <a:spcPct val="105000"/>
              </a:lnSpc>
              <a:buNone/>
            </a:pPr>
            <a:r>
              <a:rPr lang="en-US" sz="1700" dirty="0">
                <a:solidFill>
                  <a:srgbClr val="000000"/>
                </a:solidFill>
                <a:latin typeface="Cooper Lt BT" pitchFamily="34" charset="0"/>
                <a:ea typeface="Cooper Lt BT" pitchFamily="34" charset="-122"/>
                <a:cs typeface="Cooper Lt BT" pitchFamily="34" charset="-120"/>
              </a:rPr>
              <a:t>Wat ving de skill af dat je zelf vergeten was?</a:t>
            </a:r>
            <a:endParaRPr lang="en-US" sz="1700" dirty="0"/>
          </a:p>
          <a:p>
            <a:pPr marL="0" indent="0" algn="l">
              <a:lnSpc>
                <a:spcPct val="105000"/>
              </a:lnSpc>
              <a:buNone/>
            </a:pPr>
            <a:r>
              <a:rPr lang="en-US" sz="1700" dirty="0">
                <a:solidFill>
                  <a:srgbClr val="000000"/>
                </a:solidFill>
                <a:latin typeface="Cooper Lt BT" pitchFamily="34" charset="0"/>
                <a:ea typeface="Cooper Lt BT" pitchFamily="34" charset="-122"/>
                <a:cs typeface="Cooper Lt BT" pitchFamily="34" charset="-120"/>
              </a:rPr>
              <a:t>Waar wilde je bijsturen, en kon dat?</a:t>
            </a:r>
            <a:endParaRPr lang="en-US" sz="1700" dirty="0"/>
          </a:p>
          <a:p>
            <a:pPr marL="0" indent="0" algn="l">
              <a:lnSpc>
                <a:spcPct val="105000"/>
              </a:lnSpc>
              <a:buNone/>
            </a:pPr>
            <a:r>
              <a:rPr lang="en-US" sz="1700" dirty="0">
                <a:solidFill>
                  <a:srgbClr val="000000"/>
                </a:solidFill>
                <a:latin typeface="Cooper Lt BT" pitchFamily="34" charset="0"/>
                <a:ea typeface="Cooper Lt BT" pitchFamily="34" charset="-122"/>
                <a:cs typeface="Cooper Lt BT" pitchFamily="34" charset="-120"/>
              </a:rPr>
              <a:t>Let op: de skills zijn voor vandaag bewust afgekaderd, gericht en kort.</a:t>
            </a:r>
            <a:endParaRPr lang="en-US" sz="1700" dirty="0"/>
          </a:p>
        </p:txBody>
      </p:sp>
      <p:pic>
        <p:nvPicPr>
          <p:cNvPr id="76" name="Image 0" descr="exports\261027_workshop_rad_hulp\img\Boek puzzelstuk.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NL"/>
          </a:p>
        </p:txBody>
      </p:sp>
      <p:sp>
        <p:nvSpPr>
          <p:cNvPr id="3" name="Shape 1"/>
          <p:cNvSpPr/>
          <p:nvPr/>
        </p:nvSpPr>
        <p:spPr>
          <a:xfrm>
            <a:off x="11212173" y="399224"/>
            <a:ext cx="34616" cy="34616"/>
          </a:xfrm>
          <a:prstGeom prst="ellipse">
            <a:avLst/>
          </a:prstGeom>
          <a:solidFill>
            <a:srgbClr val="000000"/>
          </a:solidFill>
          <a:ln/>
        </p:spPr>
        <p:txBody>
          <a:bodyPr/>
          <a:lstStyle/>
          <a:p>
            <a:endParaRPr lang="en-NL"/>
          </a:p>
        </p:txBody>
      </p:sp>
      <p:sp>
        <p:nvSpPr>
          <p:cNvPr id="4" name="Shape 2"/>
          <p:cNvSpPr/>
          <p:nvPr/>
        </p:nvSpPr>
        <p:spPr>
          <a:xfrm>
            <a:off x="11398641" y="399224"/>
            <a:ext cx="34616" cy="34616"/>
          </a:xfrm>
          <a:prstGeom prst="ellipse">
            <a:avLst/>
          </a:prstGeom>
          <a:solidFill>
            <a:srgbClr val="000000"/>
          </a:solidFill>
          <a:ln/>
        </p:spPr>
        <p:txBody>
          <a:bodyPr/>
          <a:lstStyle/>
          <a:p>
            <a:endParaRPr lang="en-NL"/>
          </a:p>
        </p:txBody>
      </p:sp>
      <p:sp>
        <p:nvSpPr>
          <p:cNvPr id="5" name="Shape 3"/>
          <p:cNvSpPr/>
          <p:nvPr/>
        </p:nvSpPr>
        <p:spPr>
          <a:xfrm>
            <a:off x="11258374" y="435357"/>
            <a:ext cx="51936" cy="51936"/>
          </a:xfrm>
          <a:prstGeom prst="ellipse">
            <a:avLst/>
          </a:prstGeom>
          <a:solidFill>
            <a:srgbClr val="000000"/>
          </a:solidFill>
          <a:ln/>
        </p:spPr>
        <p:txBody>
          <a:bodyPr/>
          <a:lstStyle/>
          <a:p>
            <a:endParaRPr lang="en-NL"/>
          </a:p>
        </p:txBody>
      </p:sp>
      <p:sp>
        <p:nvSpPr>
          <p:cNvPr id="6" name="Shape 4"/>
          <p:cNvSpPr/>
          <p:nvPr/>
        </p:nvSpPr>
        <p:spPr>
          <a:xfrm>
            <a:off x="11335407" y="435306"/>
            <a:ext cx="51718" cy="51718"/>
          </a:xfrm>
          <a:prstGeom prst="ellipse">
            <a:avLst/>
          </a:prstGeom>
          <a:solidFill>
            <a:srgbClr val="000000"/>
          </a:solidFill>
          <a:ln/>
        </p:spPr>
        <p:txBody>
          <a:bodyPr/>
          <a:lstStyle/>
          <a:p>
            <a:endParaRPr lang="en-NL"/>
          </a:p>
        </p:txBody>
      </p:sp>
      <p:sp>
        <p:nvSpPr>
          <p:cNvPr id="7" name="Shape 5"/>
          <p:cNvSpPr/>
          <p:nvPr/>
        </p:nvSpPr>
        <p:spPr>
          <a:xfrm>
            <a:off x="11127388" y="442398"/>
            <a:ext cx="35294" cy="35294"/>
          </a:xfrm>
          <a:prstGeom prst="ellipse">
            <a:avLst/>
          </a:prstGeom>
          <a:solidFill>
            <a:srgbClr val="000000"/>
          </a:solidFill>
          <a:ln/>
        </p:spPr>
        <p:txBody>
          <a:bodyPr/>
          <a:lstStyle/>
          <a:p>
            <a:endParaRPr lang="en-NL"/>
          </a:p>
        </p:txBody>
      </p:sp>
      <p:sp>
        <p:nvSpPr>
          <p:cNvPr id="8" name="Shape 6"/>
          <p:cNvSpPr/>
          <p:nvPr/>
        </p:nvSpPr>
        <p:spPr>
          <a:xfrm>
            <a:off x="11482145" y="441649"/>
            <a:ext cx="35960" cy="35960"/>
          </a:xfrm>
          <a:prstGeom prst="ellipse">
            <a:avLst/>
          </a:prstGeom>
          <a:solidFill>
            <a:srgbClr val="000000"/>
          </a:solidFill>
          <a:ln/>
        </p:spPr>
        <p:txBody>
          <a:bodyPr/>
          <a:lstStyle/>
          <a:p>
            <a:endParaRPr lang="en-NL"/>
          </a:p>
        </p:txBody>
      </p:sp>
      <p:sp>
        <p:nvSpPr>
          <p:cNvPr id="9" name="Shape 7"/>
          <p:cNvSpPr/>
          <p:nvPr/>
        </p:nvSpPr>
        <p:spPr>
          <a:xfrm>
            <a:off x="11185603" y="459328"/>
            <a:ext cx="52167" cy="52167"/>
          </a:xfrm>
          <a:prstGeom prst="ellipse">
            <a:avLst/>
          </a:prstGeom>
          <a:solidFill>
            <a:srgbClr val="000000"/>
          </a:solidFill>
          <a:ln/>
        </p:spPr>
        <p:txBody>
          <a:bodyPr/>
          <a:lstStyle/>
          <a:p>
            <a:endParaRPr lang="en-NL"/>
          </a:p>
        </p:txBody>
      </p:sp>
      <p:sp>
        <p:nvSpPr>
          <p:cNvPr id="10" name="Shape 8"/>
          <p:cNvSpPr/>
          <p:nvPr/>
        </p:nvSpPr>
        <p:spPr>
          <a:xfrm>
            <a:off x="11408043" y="458713"/>
            <a:ext cx="52384" cy="52384"/>
          </a:xfrm>
          <a:prstGeom prst="ellipse">
            <a:avLst/>
          </a:prstGeom>
          <a:solidFill>
            <a:srgbClr val="000000"/>
          </a:solidFill>
          <a:ln/>
        </p:spPr>
        <p:txBody>
          <a:bodyPr/>
          <a:lstStyle/>
          <a:p>
            <a:endParaRPr lang="en-NL"/>
          </a:p>
        </p:txBody>
      </p:sp>
      <p:sp>
        <p:nvSpPr>
          <p:cNvPr id="11" name="Shape 9"/>
          <p:cNvSpPr/>
          <p:nvPr/>
        </p:nvSpPr>
        <p:spPr>
          <a:xfrm>
            <a:off x="11241891" y="499749"/>
            <a:ext cx="36613" cy="36613"/>
          </a:xfrm>
          <a:prstGeom prst="ellipse">
            <a:avLst/>
          </a:prstGeom>
          <a:solidFill>
            <a:srgbClr val="000000"/>
          </a:solidFill>
          <a:ln/>
        </p:spPr>
        <p:txBody>
          <a:bodyPr/>
          <a:lstStyle/>
          <a:p>
            <a:endParaRPr lang="en-NL"/>
          </a:p>
        </p:txBody>
      </p:sp>
      <p:sp>
        <p:nvSpPr>
          <p:cNvPr id="12" name="Shape 10"/>
          <p:cNvSpPr/>
          <p:nvPr/>
        </p:nvSpPr>
        <p:spPr>
          <a:xfrm>
            <a:off x="11294557" y="500146"/>
            <a:ext cx="57223" cy="57223"/>
          </a:xfrm>
          <a:prstGeom prst="ellipse">
            <a:avLst/>
          </a:prstGeom>
          <a:solidFill>
            <a:srgbClr val="000000"/>
          </a:solidFill>
          <a:ln/>
        </p:spPr>
        <p:txBody>
          <a:bodyPr/>
          <a:lstStyle/>
          <a:p>
            <a:endParaRPr lang="en-NL"/>
          </a:p>
        </p:txBody>
      </p:sp>
      <p:sp>
        <p:nvSpPr>
          <p:cNvPr id="13" name="Shape 11"/>
          <p:cNvSpPr/>
          <p:nvPr/>
        </p:nvSpPr>
        <p:spPr>
          <a:xfrm>
            <a:off x="11364102" y="498770"/>
            <a:ext cx="35294" cy="35294"/>
          </a:xfrm>
          <a:prstGeom prst="ellipse">
            <a:avLst/>
          </a:prstGeom>
          <a:solidFill>
            <a:srgbClr val="000000"/>
          </a:solidFill>
          <a:ln/>
        </p:spPr>
        <p:txBody>
          <a:bodyPr/>
          <a:lstStyle/>
          <a:p>
            <a:endParaRPr lang="en-NL"/>
          </a:p>
        </p:txBody>
      </p:sp>
      <p:sp>
        <p:nvSpPr>
          <p:cNvPr id="14" name="Shape 12"/>
          <p:cNvSpPr/>
          <p:nvPr/>
        </p:nvSpPr>
        <p:spPr>
          <a:xfrm>
            <a:off x="11123515" y="504524"/>
            <a:ext cx="51936" cy="51936"/>
          </a:xfrm>
          <a:prstGeom prst="ellipse">
            <a:avLst/>
          </a:prstGeom>
          <a:solidFill>
            <a:srgbClr val="000000"/>
          </a:solidFill>
          <a:ln/>
        </p:spPr>
        <p:txBody>
          <a:bodyPr/>
          <a:lstStyle/>
          <a:p>
            <a:endParaRPr lang="en-NL"/>
          </a:p>
        </p:txBody>
      </p:sp>
      <p:sp>
        <p:nvSpPr>
          <p:cNvPr id="15" name="Shape 13"/>
          <p:cNvSpPr/>
          <p:nvPr/>
        </p:nvSpPr>
        <p:spPr>
          <a:xfrm>
            <a:off x="11470202" y="504300"/>
            <a:ext cx="52384" cy="52384"/>
          </a:xfrm>
          <a:prstGeom prst="ellipse">
            <a:avLst/>
          </a:prstGeom>
          <a:solidFill>
            <a:srgbClr val="000000"/>
          </a:solidFill>
          <a:ln/>
        </p:spPr>
        <p:txBody>
          <a:bodyPr/>
          <a:lstStyle/>
          <a:p>
            <a:endParaRPr lang="en-NL"/>
          </a:p>
        </p:txBody>
      </p:sp>
      <p:sp>
        <p:nvSpPr>
          <p:cNvPr id="16" name="Shape 14"/>
          <p:cNvSpPr/>
          <p:nvPr/>
        </p:nvSpPr>
        <p:spPr>
          <a:xfrm>
            <a:off x="11060774" y="508825"/>
            <a:ext cx="35627" cy="35627"/>
          </a:xfrm>
          <a:prstGeom prst="ellipse">
            <a:avLst/>
          </a:prstGeom>
          <a:solidFill>
            <a:srgbClr val="000000"/>
          </a:solidFill>
          <a:ln/>
        </p:spPr>
        <p:txBody>
          <a:bodyPr/>
          <a:lstStyle/>
          <a:p>
            <a:endParaRPr lang="en-NL"/>
          </a:p>
        </p:txBody>
      </p:sp>
      <p:sp>
        <p:nvSpPr>
          <p:cNvPr id="17" name="Shape 15"/>
          <p:cNvSpPr/>
          <p:nvPr/>
        </p:nvSpPr>
        <p:spPr>
          <a:xfrm>
            <a:off x="11548535" y="508038"/>
            <a:ext cx="36613" cy="36613"/>
          </a:xfrm>
          <a:prstGeom prst="ellipse">
            <a:avLst/>
          </a:prstGeom>
          <a:solidFill>
            <a:srgbClr val="000000"/>
          </a:solidFill>
          <a:ln/>
        </p:spPr>
        <p:txBody>
          <a:bodyPr/>
          <a:lstStyle/>
          <a:p>
            <a:endParaRPr lang="en-NL"/>
          </a:p>
        </p:txBody>
      </p:sp>
      <p:sp>
        <p:nvSpPr>
          <p:cNvPr id="18" name="Shape 16"/>
          <p:cNvSpPr/>
          <p:nvPr/>
        </p:nvSpPr>
        <p:spPr>
          <a:xfrm>
            <a:off x="11191466" y="533379"/>
            <a:ext cx="57825" cy="57825"/>
          </a:xfrm>
          <a:prstGeom prst="ellipse">
            <a:avLst/>
          </a:prstGeom>
          <a:solidFill>
            <a:srgbClr val="000000"/>
          </a:solidFill>
          <a:ln/>
        </p:spPr>
        <p:txBody>
          <a:bodyPr/>
          <a:lstStyle/>
          <a:p>
            <a:endParaRPr lang="en-NL"/>
          </a:p>
        </p:txBody>
      </p:sp>
      <p:sp>
        <p:nvSpPr>
          <p:cNvPr id="19" name="Shape 17"/>
          <p:cNvSpPr/>
          <p:nvPr/>
        </p:nvSpPr>
        <p:spPr>
          <a:xfrm>
            <a:off x="11396535" y="533494"/>
            <a:ext cx="57428" cy="57428"/>
          </a:xfrm>
          <a:prstGeom prst="ellipse">
            <a:avLst/>
          </a:prstGeom>
          <a:solidFill>
            <a:srgbClr val="000000"/>
          </a:solidFill>
          <a:ln/>
        </p:spPr>
        <p:txBody>
          <a:bodyPr/>
          <a:lstStyle/>
          <a:p>
            <a:endParaRPr lang="en-NL"/>
          </a:p>
        </p:txBody>
      </p:sp>
      <p:sp>
        <p:nvSpPr>
          <p:cNvPr id="20" name="Shape 18"/>
          <p:cNvSpPr/>
          <p:nvPr/>
        </p:nvSpPr>
        <p:spPr>
          <a:xfrm>
            <a:off x="11079087" y="567226"/>
            <a:ext cx="51270" cy="51270"/>
          </a:xfrm>
          <a:prstGeom prst="ellipse">
            <a:avLst/>
          </a:prstGeom>
          <a:solidFill>
            <a:srgbClr val="000000"/>
          </a:solidFill>
          <a:ln/>
        </p:spPr>
        <p:txBody>
          <a:bodyPr/>
          <a:lstStyle/>
          <a:p>
            <a:endParaRPr lang="en-NL"/>
          </a:p>
        </p:txBody>
      </p:sp>
      <p:sp>
        <p:nvSpPr>
          <p:cNvPr id="21" name="Shape 19"/>
          <p:cNvSpPr/>
          <p:nvPr/>
        </p:nvSpPr>
        <p:spPr>
          <a:xfrm>
            <a:off x="11339728" y="567053"/>
            <a:ext cx="34616" cy="34616"/>
          </a:xfrm>
          <a:prstGeom prst="ellipse">
            <a:avLst/>
          </a:prstGeom>
          <a:solidFill>
            <a:srgbClr val="000000"/>
          </a:solidFill>
          <a:ln/>
        </p:spPr>
        <p:txBody>
          <a:bodyPr/>
          <a:lstStyle/>
          <a:p>
            <a:endParaRPr lang="en-NL"/>
          </a:p>
        </p:txBody>
      </p:sp>
      <p:sp>
        <p:nvSpPr>
          <p:cNvPr id="22" name="Shape 20"/>
          <p:cNvSpPr/>
          <p:nvPr/>
        </p:nvSpPr>
        <p:spPr>
          <a:xfrm>
            <a:off x="11515167" y="566234"/>
            <a:ext cx="52819" cy="52819"/>
          </a:xfrm>
          <a:prstGeom prst="ellipse">
            <a:avLst/>
          </a:prstGeom>
          <a:solidFill>
            <a:srgbClr val="000000"/>
          </a:solidFill>
          <a:ln/>
        </p:spPr>
        <p:txBody>
          <a:bodyPr/>
          <a:lstStyle/>
          <a:p>
            <a:endParaRPr lang="en-NL"/>
          </a:p>
        </p:txBody>
      </p:sp>
      <p:sp>
        <p:nvSpPr>
          <p:cNvPr id="23" name="Shape 21"/>
          <p:cNvSpPr/>
          <p:nvPr/>
        </p:nvSpPr>
        <p:spPr>
          <a:xfrm>
            <a:off x="11262860" y="569742"/>
            <a:ext cx="34961" cy="34961"/>
          </a:xfrm>
          <a:prstGeom prst="ellipse">
            <a:avLst/>
          </a:prstGeom>
          <a:solidFill>
            <a:srgbClr val="000000"/>
          </a:solidFill>
          <a:ln/>
        </p:spPr>
        <p:txBody>
          <a:bodyPr/>
          <a:lstStyle/>
          <a:p>
            <a:endParaRPr lang="en-NL"/>
          </a:p>
        </p:txBody>
      </p:sp>
      <p:sp>
        <p:nvSpPr>
          <p:cNvPr id="24" name="Shape 22"/>
          <p:cNvSpPr/>
          <p:nvPr/>
        </p:nvSpPr>
        <p:spPr>
          <a:xfrm>
            <a:off x="11462521" y="569818"/>
            <a:ext cx="35294" cy="35294"/>
          </a:xfrm>
          <a:prstGeom prst="ellipse">
            <a:avLst/>
          </a:prstGeom>
          <a:solidFill>
            <a:srgbClr val="000000"/>
          </a:solidFill>
          <a:ln/>
        </p:spPr>
        <p:txBody>
          <a:bodyPr/>
          <a:lstStyle/>
          <a:p>
            <a:endParaRPr lang="en-NL"/>
          </a:p>
        </p:txBody>
      </p:sp>
      <p:sp>
        <p:nvSpPr>
          <p:cNvPr id="25" name="Shape 23"/>
          <p:cNvSpPr/>
          <p:nvPr/>
        </p:nvSpPr>
        <p:spPr>
          <a:xfrm>
            <a:off x="11145681" y="573441"/>
            <a:ext cx="34270" cy="34270"/>
          </a:xfrm>
          <a:prstGeom prst="ellipse">
            <a:avLst/>
          </a:prstGeom>
          <a:solidFill>
            <a:srgbClr val="000000"/>
          </a:solidFill>
          <a:ln/>
        </p:spPr>
        <p:txBody>
          <a:bodyPr/>
          <a:lstStyle/>
          <a:p>
            <a:endParaRPr lang="en-NL"/>
          </a:p>
        </p:txBody>
      </p:sp>
      <p:sp>
        <p:nvSpPr>
          <p:cNvPr id="26" name="Shape 24"/>
          <p:cNvSpPr/>
          <p:nvPr/>
        </p:nvSpPr>
        <p:spPr>
          <a:xfrm>
            <a:off x="11592015" y="593213"/>
            <a:ext cx="35294" cy="35294"/>
          </a:xfrm>
          <a:prstGeom prst="ellipse">
            <a:avLst/>
          </a:prstGeom>
          <a:solidFill>
            <a:srgbClr val="000000"/>
          </a:solidFill>
          <a:ln/>
        </p:spPr>
        <p:txBody>
          <a:bodyPr/>
          <a:lstStyle/>
          <a:p>
            <a:endParaRPr lang="en-NL"/>
          </a:p>
        </p:txBody>
      </p:sp>
      <p:sp>
        <p:nvSpPr>
          <p:cNvPr id="27" name="Shape 25"/>
          <p:cNvSpPr/>
          <p:nvPr/>
        </p:nvSpPr>
        <p:spPr>
          <a:xfrm>
            <a:off x="11019124" y="593444"/>
            <a:ext cx="34616" cy="34616"/>
          </a:xfrm>
          <a:prstGeom prst="ellipse">
            <a:avLst/>
          </a:prstGeom>
          <a:solidFill>
            <a:srgbClr val="000000"/>
          </a:solidFill>
          <a:ln/>
        </p:spPr>
        <p:txBody>
          <a:bodyPr/>
          <a:lstStyle/>
          <a:p>
            <a:endParaRPr lang="en-NL"/>
          </a:p>
        </p:txBody>
      </p:sp>
      <p:sp>
        <p:nvSpPr>
          <p:cNvPr id="28" name="Shape 26"/>
          <p:cNvSpPr/>
          <p:nvPr/>
        </p:nvSpPr>
        <p:spPr>
          <a:xfrm>
            <a:off x="11403576" y="610214"/>
            <a:ext cx="34961" cy="34961"/>
          </a:xfrm>
          <a:prstGeom prst="ellipse">
            <a:avLst/>
          </a:prstGeom>
          <a:solidFill>
            <a:srgbClr val="000000"/>
          </a:solidFill>
          <a:ln/>
        </p:spPr>
        <p:txBody>
          <a:bodyPr/>
          <a:lstStyle/>
          <a:p>
            <a:endParaRPr lang="en-NL"/>
          </a:p>
        </p:txBody>
      </p:sp>
      <p:sp>
        <p:nvSpPr>
          <p:cNvPr id="29" name="Shape 27"/>
          <p:cNvSpPr/>
          <p:nvPr/>
        </p:nvSpPr>
        <p:spPr>
          <a:xfrm>
            <a:off x="11201662" y="616570"/>
            <a:ext cx="35627" cy="35627"/>
          </a:xfrm>
          <a:prstGeom prst="ellipse">
            <a:avLst/>
          </a:prstGeom>
          <a:solidFill>
            <a:srgbClr val="000000"/>
          </a:solidFill>
          <a:ln/>
        </p:spPr>
        <p:txBody>
          <a:bodyPr/>
          <a:lstStyle/>
          <a:p>
            <a:endParaRPr lang="en-NL"/>
          </a:p>
        </p:txBody>
      </p:sp>
      <p:sp>
        <p:nvSpPr>
          <p:cNvPr id="30" name="Shape 28"/>
          <p:cNvSpPr/>
          <p:nvPr/>
        </p:nvSpPr>
        <p:spPr>
          <a:xfrm>
            <a:off x="11127484" y="620705"/>
            <a:ext cx="58030" cy="58030"/>
          </a:xfrm>
          <a:prstGeom prst="ellipse">
            <a:avLst/>
          </a:prstGeom>
          <a:solidFill>
            <a:srgbClr val="000000"/>
          </a:solidFill>
          <a:ln/>
        </p:spPr>
        <p:txBody>
          <a:bodyPr/>
          <a:lstStyle/>
          <a:p>
            <a:endParaRPr lang="en-NL"/>
          </a:p>
        </p:txBody>
      </p:sp>
      <p:sp>
        <p:nvSpPr>
          <p:cNvPr id="31" name="Shape 29"/>
          <p:cNvSpPr/>
          <p:nvPr/>
        </p:nvSpPr>
        <p:spPr>
          <a:xfrm>
            <a:off x="11460767" y="620852"/>
            <a:ext cx="57428" cy="57428"/>
          </a:xfrm>
          <a:prstGeom prst="ellipse">
            <a:avLst/>
          </a:prstGeom>
          <a:solidFill>
            <a:srgbClr val="000000"/>
          </a:solidFill>
          <a:ln/>
        </p:spPr>
        <p:txBody>
          <a:bodyPr/>
          <a:lstStyle/>
          <a:p>
            <a:endParaRPr lang="en-NL"/>
          </a:p>
        </p:txBody>
      </p:sp>
      <p:sp>
        <p:nvSpPr>
          <p:cNvPr id="32" name="Shape 30"/>
          <p:cNvSpPr/>
          <p:nvPr/>
        </p:nvSpPr>
        <p:spPr>
          <a:xfrm>
            <a:off x="11055219" y="640144"/>
            <a:ext cx="51718" cy="51718"/>
          </a:xfrm>
          <a:prstGeom prst="ellipse">
            <a:avLst/>
          </a:prstGeom>
          <a:solidFill>
            <a:srgbClr val="000000"/>
          </a:solidFill>
          <a:ln/>
        </p:spPr>
        <p:txBody>
          <a:bodyPr/>
          <a:lstStyle/>
          <a:p>
            <a:endParaRPr lang="en-NL"/>
          </a:p>
        </p:txBody>
      </p:sp>
      <p:sp>
        <p:nvSpPr>
          <p:cNvPr id="33" name="Shape 31"/>
          <p:cNvSpPr/>
          <p:nvPr/>
        </p:nvSpPr>
        <p:spPr>
          <a:xfrm>
            <a:off x="11539330" y="640266"/>
            <a:ext cx="51270" cy="51270"/>
          </a:xfrm>
          <a:prstGeom prst="ellipse">
            <a:avLst/>
          </a:prstGeom>
          <a:solidFill>
            <a:srgbClr val="000000"/>
          </a:solidFill>
          <a:ln/>
        </p:spPr>
        <p:txBody>
          <a:bodyPr/>
          <a:lstStyle/>
          <a:p>
            <a:endParaRPr lang="en-NL"/>
          </a:p>
        </p:txBody>
      </p:sp>
      <p:sp>
        <p:nvSpPr>
          <p:cNvPr id="34" name="Shape 32"/>
          <p:cNvSpPr/>
          <p:nvPr/>
        </p:nvSpPr>
        <p:spPr>
          <a:xfrm>
            <a:off x="11429576" y="682274"/>
            <a:ext cx="35627" cy="35627"/>
          </a:xfrm>
          <a:prstGeom prst="ellipse">
            <a:avLst/>
          </a:prstGeom>
          <a:solidFill>
            <a:srgbClr val="000000"/>
          </a:solidFill>
          <a:ln/>
        </p:spPr>
        <p:txBody>
          <a:bodyPr/>
          <a:lstStyle/>
          <a:p>
            <a:endParaRPr lang="en-NL"/>
          </a:p>
        </p:txBody>
      </p:sp>
      <p:sp>
        <p:nvSpPr>
          <p:cNvPr id="35" name="Shape 33"/>
          <p:cNvSpPr/>
          <p:nvPr/>
        </p:nvSpPr>
        <p:spPr>
          <a:xfrm>
            <a:off x="11004076" y="687222"/>
            <a:ext cx="34616" cy="34616"/>
          </a:xfrm>
          <a:prstGeom prst="ellipse">
            <a:avLst/>
          </a:prstGeom>
          <a:solidFill>
            <a:srgbClr val="000000"/>
          </a:solidFill>
          <a:ln/>
        </p:spPr>
        <p:txBody>
          <a:bodyPr/>
          <a:lstStyle/>
          <a:p>
            <a:endParaRPr lang="en-NL"/>
          </a:p>
        </p:txBody>
      </p:sp>
      <p:sp>
        <p:nvSpPr>
          <p:cNvPr id="36" name="Shape 34"/>
          <p:cNvSpPr/>
          <p:nvPr/>
        </p:nvSpPr>
        <p:spPr>
          <a:xfrm>
            <a:off x="11502052" y="685321"/>
            <a:ext cx="34270" cy="34270"/>
          </a:xfrm>
          <a:prstGeom prst="ellipse">
            <a:avLst/>
          </a:prstGeom>
          <a:solidFill>
            <a:srgbClr val="000000"/>
          </a:solidFill>
          <a:ln/>
        </p:spPr>
        <p:txBody>
          <a:bodyPr/>
          <a:lstStyle/>
          <a:p>
            <a:endParaRPr lang="en-NL"/>
          </a:p>
        </p:txBody>
      </p:sp>
      <p:sp>
        <p:nvSpPr>
          <p:cNvPr id="37" name="Shape 35"/>
          <p:cNvSpPr/>
          <p:nvPr/>
        </p:nvSpPr>
        <p:spPr>
          <a:xfrm>
            <a:off x="11606321" y="686422"/>
            <a:ext cx="35627" cy="35627"/>
          </a:xfrm>
          <a:prstGeom prst="ellipse">
            <a:avLst/>
          </a:prstGeom>
          <a:solidFill>
            <a:srgbClr val="000000"/>
          </a:solidFill>
          <a:ln/>
        </p:spPr>
        <p:txBody>
          <a:bodyPr/>
          <a:lstStyle/>
          <a:p>
            <a:endParaRPr lang="en-NL"/>
          </a:p>
        </p:txBody>
      </p:sp>
      <p:sp>
        <p:nvSpPr>
          <p:cNvPr id="38" name="Shape 36"/>
          <p:cNvSpPr/>
          <p:nvPr/>
        </p:nvSpPr>
        <p:spPr>
          <a:xfrm>
            <a:off x="11108908" y="688957"/>
            <a:ext cx="35294" cy="35294"/>
          </a:xfrm>
          <a:prstGeom prst="ellipse">
            <a:avLst/>
          </a:prstGeom>
          <a:solidFill>
            <a:srgbClr val="000000"/>
          </a:solidFill>
          <a:ln/>
        </p:spPr>
        <p:txBody>
          <a:bodyPr/>
          <a:lstStyle/>
          <a:p>
            <a:endParaRPr lang="en-NL"/>
          </a:p>
        </p:txBody>
      </p:sp>
      <p:sp>
        <p:nvSpPr>
          <p:cNvPr id="39" name="Shape 37"/>
          <p:cNvSpPr/>
          <p:nvPr/>
        </p:nvSpPr>
        <p:spPr>
          <a:xfrm>
            <a:off x="11179733" y="690371"/>
            <a:ext cx="36613" cy="36613"/>
          </a:xfrm>
          <a:prstGeom prst="ellipse">
            <a:avLst/>
          </a:prstGeom>
          <a:solidFill>
            <a:srgbClr val="000000"/>
          </a:solidFill>
          <a:ln/>
        </p:spPr>
        <p:txBody>
          <a:bodyPr/>
          <a:lstStyle/>
          <a:p>
            <a:endParaRPr lang="en-NL"/>
          </a:p>
        </p:txBody>
      </p:sp>
      <p:sp>
        <p:nvSpPr>
          <p:cNvPr id="40" name="Shape 38"/>
          <p:cNvSpPr/>
          <p:nvPr/>
        </p:nvSpPr>
        <p:spPr>
          <a:xfrm>
            <a:off x="11054764" y="716576"/>
            <a:ext cx="51936" cy="51936"/>
          </a:xfrm>
          <a:prstGeom prst="ellipse">
            <a:avLst/>
          </a:prstGeom>
          <a:solidFill>
            <a:srgbClr val="000000"/>
          </a:solidFill>
          <a:ln/>
        </p:spPr>
        <p:txBody>
          <a:bodyPr/>
          <a:lstStyle/>
          <a:p>
            <a:endParaRPr lang="en-NL"/>
          </a:p>
        </p:txBody>
      </p:sp>
      <p:sp>
        <p:nvSpPr>
          <p:cNvPr id="41" name="Shape 39"/>
          <p:cNvSpPr/>
          <p:nvPr/>
        </p:nvSpPr>
        <p:spPr>
          <a:xfrm>
            <a:off x="11539023" y="716851"/>
            <a:ext cx="51488" cy="51488"/>
          </a:xfrm>
          <a:prstGeom prst="ellipse">
            <a:avLst/>
          </a:prstGeom>
          <a:solidFill>
            <a:srgbClr val="000000"/>
          </a:solidFill>
          <a:ln/>
        </p:spPr>
        <p:txBody>
          <a:bodyPr/>
          <a:lstStyle/>
          <a:p>
            <a:endParaRPr lang="en-NL"/>
          </a:p>
        </p:txBody>
      </p:sp>
      <p:sp>
        <p:nvSpPr>
          <p:cNvPr id="42" name="Shape 40"/>
          <p:cNvSpPr/>
          <p:nvPr/>
        </p:nvSpPr>
        <p:spPr>
          <a:xfrm>
            <a:off x="11127490" y="729288"/>
            <a:ext cx="58222" cy="58222"/>
          </a:xfrm>
          <a:prstGeom prst="ellipse">
            <a:avLst/>
          </a:prstGeom>
          <a:solidFill>
            <a:srgbClr val="000000"/>
          </a:solidFill>
          <a:ln/>
        </p:spPr>
        <p:txBody>
          <a:bodyPr/>
          <a:lstStyle/>
          <a:p>
            <a:endParaRPr lang="en-NL"/>
          </a:p>
        </p:txBody>
      </p:sp>
      <p:sp>
        <p:nvSpPr>
          <p:cNvPr id="43" name="Shape 41"/>
          <p:cNvSpPr/>
          <p:nvPr/>
        </p:nvSpPr>
        <p:spPr>
          <a:xfrm>
            <a:off x="11460671" y="729781"/>
            <a:ext cx="57633" cy="57633"/>
          </a:xfrm>
          <a:prstGeom prst="ellipse">
            <a:avLst/>
          </a:prstGeom>
          <a:solidFill>
            <a:srgbClr val="000000"/>
          </a:solidFill>
          <a:ln/>
        </p:spPr>
        <p:txBody>
          <a:bodyPr/>
          <a:lstStyle/>
          <a:p>
            <a:endParaRPr lang="en-NL"/>
          </a:p>
        </p:txBody>
      </p:sp>
      <p:sp>
        <p:nvSpPr>
          <p:cNvPr id="44" name="Shape 42"/>
          <p:cNvSpPr/>
          <p:nvPr/>
        </p:nvSpPr>
        <p:spPr>
          <a:xfrm>
            <a:off x="11407973" y="756415"/>
            <a:ext cx="35960" cy="35960"/>
          </a:xfrm>
          <a:prstGeom prst="ellipse">
            <a:avLst/>
          </a:prstGeom>
          <a:solidFill>
            <a:srgbClr val="000000"/>
          </a:solidFill>
          <a:ln/>
        </p:spPr>
        <p:txBody>
          <a:bodyPr/>
          <a:lstStyle/>
          <a:p>
            <a:endParaRPr lang="en-NL"/>
          </a:p>
        </p:txBody>
      </p:sp>
      <p:sp>
        <p:nvSpPr>
          <p:cNvPr id="45" name="Shape 43"/>
          <p:cNvSpPr/>
          <p:nvPr/>
        </p:nvSpPr>
        <p:spPr>
          <a:xfrm>
            <a:off x="11207308" y="763884"/>
            <a:ext cx="34616" cy="34616"/>
          </a:xfrm>
          <a:prstGeom prst="ellipse">
            <a:avLst/>
          </a:prstGeom>
          <a:solidFill>
            <a:srgbClr val="000000"/>
          </a:solidFill>
          <a:ln/>
        </p:spPr>
        <p:txBody>
          <a:bodyPr/>
          <a:lstStyle/>
          <a:p>
            <a:endParaRPr lang="en-NL"/>
          </a:p>
        </p:txBody>
      </p:sp>
      <p:sp>
        <p:nvSpPr>
          <p:cNvPr id="46" name="Shape 44"/>
          <p:cNvSpPr/>
          <p:nvPr/>
        </p:nvSpPr>
        <p:spPr>
          <a:xfrm>
            <a:off x="11018670" y="780462"/>
            <a:ext cx="34616" cy="34616"/>
          </a:xfrm>
          <a:prstGeom prst="ellipse">
            <a:avLst/>
          </a:prstGeom>
          <a:solidFill>
            <a:srgbClr val="000000"/>
          </a:solidFill>
          <a:ln/>
        </p:spPr>
        <p:txBody>
          <a:bodyPr/>
          <a:lstStyle/>
          <a:p>
            <a:endParaRPr lang="en-NL"/>
          </a:p>
        </p:txBody>
      </p:sp>
      <p:sp>
        <p:nvSpPr>
          <p:cNvPr id="47" name="Shape 45"/>
          <p:cNvSpPr/>
          <p:nvPr/>
        </p:nvSpPr>
        <p:spPr>
          <a:xfrm>
            <a:off x="11591670" y="780123"/>
            <a:ext cx="35294" cy="35294"/>
          </a:xfrm>
          <a:prstGeom prst="ellipse">
            <a:avLst/>
          </a:prstGeom>
          <a:solidFill>
            <a:srgbClr val="000000"/>
          </a:solidFill>
          <a:ln/>
        </p:spPr>
        <p:txBody>
          <a:bodyPr/>
          <a:lstStyle/>
          <a:p>
            <a:endParaRPr lang="en-NL"/>
          </a:p>
        </p:txBody>
      </p:sp>
      <p:sp>
        <p:nvSpPr>
          <p:cNvPr id="48" name="Shape 46"/>
          <p:cNvSpPr/>
          <p:nvPr/>
        </p:nvSpPr>
        <p:spPr>
          <a:xfrm>
            <a:off x="11079010" y="790179"/>
            <a:ext cx="51270" cy="51270"/>
          </a:xfrm>
          <a:prstGeom prst="ellipse">
            <a:avLst/>
          </a:prstGeom>
          <a:solidFill>
            <a:srgbClr val="000000"/>
          </a:solidFill>
          <a:ln/>
        </p:spPr>
        <p:txBody>
          <a:bodyPr/>
          <a:lstStyle/>
          <a:p>
            <a:endParaRPr lang="en-NL"/>
          </a:p>
        </p:txBody>
      </p:sp>
      <p:sp>
        <p:nvSpPr>
          <p:cNvPr id="49" name="Shape 47"/>
          <p:cNvSpPr/>
          <p:nvPr/>
        </p:nvSpPr>
        <p:spPr>
          <a:xfrm>
            <a:off x="11515218" y="789692"/>
            <a:ext cx="52602" cy="52602"/>
          </a:xfrm>
          <a:prstGeom prst="ellipse">
            <a:avLst/>
          </a:prstGeom>
          <a:solidFill>
            <a:srgbClr val="000000"/>
          </a:solidFill>
          <a:ln/>
        </p:spPr>
        <p:txBody>
          <a:bodyPr/>
          <a:lstStyle/>
          <a:p>
            <a:endParaRPr lang="en-NL"/>
          </a:p>
        </p:txBody>
      </p:sp>
      <p:sp>
        <p:nvSpPr>
          <p:cNvPr id="50" name="Shape 48"/>
          <p:cNvSpPr/>
          <p:nvPr/>
        </p:nvSpPr>
        <p:spPr>
          <a:xfrm>
            <a:off x="11147371" y="803460"/>
            <a:ext cx="35627" cy="35627"/>
          </a:xfrm>
          <a:prstGeom prst="ellipse">
            <a:avLst/>
          </a:prstGeom>
          <a:solidFill>
            <a:srgbClr val="000000"/>
          </a:solidFill>
          <a:ln/>
        </p:spPr>
        <p:txBody>
          <a:bodyPr/>
          <a:lstStyle/>
          <a:p>
            <a:endParaRPr lang="en-NL"/>
          </a:p>
        </p:txBody>
      </p:sp>
      <p:sp>
        <p:nvSpPr>
          <p:cNvPr id="51" name="Shape 49"/>
          <p:cNvSpPr/>
          <p:nvPr/>
        </p:nvSpPr>
        <p:spPr>
          <a:xfrm>
            <a:off x="11347786" y="804293"/>
            <a:ext cx="35294" cy="35294"/>
          </a:xfrm>
          <a:prstGeom prst="ellipse">
            <a:avLst/>
          </a:prstGeom>
          <a:solidFill>
            <a:srgbClr val="000000"/>
          </a:solidFill>
          <a:ln/>
        </p:spPr>
        <p:txBody>
          <a:bodyPr/>
          <a:lstStyle/>
          <a:p>
            <a:endParaRPr lang="en-NL"/>
          </a:p>
        </p:txBody>
      </p:sp>
      <p:sp>
        <p:nvSpPr>
          <p:cNvPr id="52" name="Shape 50"/>
          <p:cNvSpPr/>
          <p:nvPr/>
        </p:nvSpPr>
        <p:spPr>
          <a:xfrm>
            <a:off x="11465119" y="800919"/>
            <a:ext cx="34961" cy="34961"/>
          </a:xfrm>
          <a:prstGeom prst="ellipse">
            <a:avLst/>
          </a:prstGeom>
          <a:solidFill>
            <a:srgbClr val="000000"/>
          </a:solidFill>
          <a:ln/>
        </p:spPr>
        <p:txBody>
          <a:bodyPr/>
          <a:lstStyle/>
          <a:p>
            <a:endParaRPr lang="en-NL"/>
          </a:p>
        </p:txBody>
      </p:sp>
      <p:sp>
        <p:nvSpPr>
          <p:cNvPr id="53" name="Shape 51"/>
          <p:cNvSpPr/>
          <p:nvPr/>
        </p:nvSpPr>
        <p:spPr>
          <a:xfrm>
            <a:off x="11270669" y="806590"/>
            <a:ext cx="35627" cy="35627"/>
          </a:xfrm>
          <a:prstGeom prst="ellipse">
            <a:avLst/>
          </a:prstGeom>
          <a:solidFill>
            <a:srgbClr val="000000"/>
          </a:solidFill>
          <a:ln/>
        </p:spPr>
        <p:txBody>
          <a:bodyPr/>
          <a:lstStyle/>
          <a:p>
            <a:endParaRPr lang="en-NL"/>
          </a:p>
        </p:txBody>
      </p:sp>
      <p:sp>
        <p:nvSpPr>
          <p:cNvPr id="54" name="Shape 52"/>
          <p:cNvSpPr/>
          <p:nvPr/>
        </p:nvSpPr>
        <p:spPr>
          <a:xfrm>
            <a:off x="11191498" y="817766"/>
            <a:ext cx="57633" cy="57633"/>
          </a:xfrm>
          <a:prstGeom prst="ellipse">
            <a:avLst/>
          </a:prstGeom>
          <a:solidFill>
            <a:srgbClr val="000000"/>
          </a:solidFill>
          <a:ln/>
        </p:spPr>
        <p:txBody>
          <a:bodyPr/>
          <a:lstStyle/>
          <a:p>
            <a:endParaRPr lang="en-NL"/>
          </a:p>
        </p:txBody>
      </p:sp>
      <p:sp>
        <p:nvSpPr>
          <p:cNvPr id="55" name="Shape 53"/>
          <p:cNvSpPr/>
          <p:nvPr/>
        </p:nvSpPr>
        <p:spPr>
          <a:xfrm>
            <a:off x="11396573" y="817888"/>
            <a:ext cx="57633" cy="57633"/>
          </a:xfrm>
          <a:prstGeom prst="ellipse">
            <a:avLst/>
          </a:prstGeom>
          <a:solidFill>
            <a:srgbClr val="000000"/>
          </a:solidFill>
          <a:ln/>
        </p:spPr>
        <p:txBody>
          <a:bodyPr/>
          <a:lstStyle/>
          <a:p>
            <a:endParaRPr lang="en-NL"/>
          </a:p>
        </p:txBody>
      </p:sp>
      <p:sp>
        <p:nvSpPr>
          <p:cNvPr id="56" name="Shape 54"/>
          <p:cNvSpPr/>
          <p:nvPr/>
        </p:nvSpPr>
        <p:spPr>
          <a:xfrm>
            <a:off x="11123445" y="851985"/>
            <a:ext cx="52167" cy="52167"/>
          </a:xfrm>
          <a:prstGeom prst="ellipse">
            <a:avLst/>
          </a:prstGeom>
          <a:solidFill>
            <a:srgbClr val="000000"/>
          </a:solidFill>
          <a:ln/>
        </p:spPr>
        <p:txBody>
          <a:bodyPr/>
          <a:lstStyle/>
          <a:p>
            <a:endParaRPr lang="en-NL"/>
          </a:p>
        </p:txBody>
      </p:sp>
      <p:sp>
        <p:nvSpPr>
          <p:cNvPr id="57" name="Shape 55"/>
          <p:cNvSpPr/>
          <p:nvPr/>
        </p:nvSpPr>
        <p:spPr>
          <a:xfrm>
            <a:off x="11294647" y="851390"/>
            <a:ext cx="57223" cy="57223"/>
          </a:xfrm>
          <a:prstGeom prst="ellipse">
            <a:avLst/>
          </a:prstGeom>
          <a:solidFill>
            <a:srgbClr val="000000"/>
          </a:solidFill>
          <a:ln/>
        </p:spPr>
        <p:txBody>
          <a:bodyPr/>
          <a:lstStyle/>
          <a:p>
            <a:endParaRPr lang="en-NL"/>
          </a:p>
        </p:txBody>
      </p:sp>
      <p:sp>
        <p:nvSpPr>
          <p:cNvPr id="58" name="Shape 56"/>
          <p:cNvSpPr/>
          <p:nvPr/>
        </p:nvSpPr>
        <p:spPr>
          <a:xfrm>
            <a:off x="11470202" y="852382"/>
            <a:ext cx="52384" cy="52384"/>
          </a:xfrm>
          <a:prstGeom prst="ellipse">
            <a:avLst/>
          </a:prstGeom>
          <a:solidFill>
            <a:srgbClr val="000000"/>
          </a:solidFill>
          <a:ln/>
        </p:spPr>
        <p:txBody>
          <a:bodyPr/>
          <a:lstStyle/>
          <a:p>
            <a:endParaRPr lang="en-NL"/>
          </a:p>
        </p:txBody>
      </p:sp>
      <p:sp>
        <p:nvSpPr>
          <p:cNvPr id="59" name="Shape 57"/>
          <p:cNvSpPr/>
          <p:nvPr/>
        </p:nvSpPr>
        <p:spPr>
          <a:xfrm>
            <a:off x="11060774" y="864607"/>
            <a:ext cx="35627" cy="35627"/>
          </a:xfrm>
          <a:prstGeom prst="ellipse">
            <a:avLst/>
          </a:prstGeom>
          <a:solidFill>
            <a:srgbClr val="000000"/>
          </a:solidFill>
          <a:ln/>
        </p:spPr>
        <p:txBody>
          <a:bodyPr/>
          <a:lstStyle/>
          <a:p>
            <a:endParaRPr lang="en-NL"/>
          </a:p>
        </p:txBody>
      </p:sp>
      <p:sp>
        <p:nvSpPr>
          <p:cNvPr id="60" name="Shape 58"/>
          <p:cNvSpPr/>
          <p:nvPr/>
        </p:nvSpPr>
        <p:spPr>
          <a:xfrm>
            <a:off x="11548733" y="864185"/>
            <a:ext cx="35627" cy="35627"/>
          </a:xfrm>
          <a:prstGeom prst="ellipse">
            <a:avLst/>
          </a:prstGeom>
          <a:solidFill>
            <a:srgbClr val="000000"/>
          </a:solidFill>
          <a:ln/>
        </p:spPr>
        <p:txBody>
          <a:bodyPr/>
          <a:lstStyle/>
          <a:p>
            <a:endParaRPr lang="en-NL"/>
          </a:p>
        </p:txBody>
      </p:sp>
      <p:sp>
        <p:nvSpPr>
          <p:cNvPr id="61" name="Shape 59"/>
          <p:cNvSpPr/>
          <p:nvPr/>
        </p:nvSpPr>
        <p:spPr>
          <a:xfrm>
            <a:off x="11246231" y="873908"/>
            <a:ext cx="35627" cy="35627"/>
          </a:xfrm>
          <a:prstGeom prst="ellipse">
            <a:avLst/>
          </a:prstGeom>
          <a:solidFill>
            <a:srgbClr val="000000"/>
          </a:solidFill>
          <a:ln/>
        </p:spPr>
        <p:txBody>
          <a:bodyPr/>
          <a:lstStyle/>
          <a:p>
            <a:endParaRPr lang="en-NL"/>
          </a:p>
        </p:txBody>
      </p:sp>
      <p:sp>
        <p:nvSpPr>
          <p:cNvPr id="62" name="Shape 60"/>
          <p:cNvSpPr/>
          <p:nvPr/>
        </p:nvSpPr>
        <p:spPr>
          <a:xfrm>
            <a:off x="11367418" y="872896"/>
            <a:ext cx="35627" cy="35627"/>
          </a:xfrm>
          <a:prstGeom prst="ellipse">
            <a:avLst/>
          </a:prstGeom>
          <a:solidFill>
            <a:srgbClr val="000000"/>
          </a:solidFill>
          <a:ln/>
        </p:spPr>
        <p:txBody>
          <a:bodyPr/>
          <a:lstStyle/>
          <a:p>
            <a:endParaRPr lang="en-NL"/>
          </a:p>
        </p:txBody>
      </p:sp>
      <p:sp>
        <p:nvSpPr>
          <p:cNvPr id="63" name="Shape 61"/>
          <p:cNvSpPr/>
          <p:nvPr/>
        </p:nvSpPr>
        <p:spPr>
          <a:xfrm>
            <a:off x="11185366" y="897322"/>
            <a:ext cx="51936" cy="51936"/>
          </a:xfrm>
          <a:prstGeom prst="ellipse">
            <a:avLst/>
          </a:prstGeom>
          <a:solidFill>
            <a:srgbClr val="000000"/>
          </a:solidFill>
          <a:ln/>
        </p:spPr>
        <p:txBody>
          <a:bodyPr/>
          <a:lstStyle/>
          <a:p>
            <a:endParaRPr lang="en-NL"/>
          </a:p>
        </p:txBody>
      </p:sp>
      <p:sp>
        <p:nvSpPr>
          <p:cNvPr id="64" name="Shape 62"/>
          <p:cNvSpPr/>
          <p:nvPr/>
        </p:nvSpPr>
        <p:spPr>
          <a:xfrm>
            <a:off x="11407845" y="897655"/>
            <a:ext cx="52602" cy="52602"/>
          </a:xfrm>
          <a:prstGeom prst="ellipse">
            <a:avLst/>
          </a:prstGeom>
          <a:solidFill>
            <a:srgbClr val="000000"/>
          </a:solidFill>
          <a:ln/>
        </p:spPr>
        <p:txBody>
          <a:bodyPr/>
          <a:lstStyle/>
          <a:p>
            <a:endParaRPr lang="en-NL"/>
          </a:p>
        </p:txBody>
      </p:sp>
      <p:sp>
        <p:nvSpPr>
          <p:cNvPr id="65" name="Shape 63"/>
          <p:cNvSpPr/>
          <p:nvPr/>
        </p:nvSpPr>
        <p:spPr>
          <a:xfrm>
            <a:off x="11258822" y="921466"/>
            <a:ext cx="51270" cy="51270"/>
          </a:xfrm>
          <a:prstGeom prst="ellipse">
            <a:avLst/>
          </a:prstGeom>
          <a:solidFill>
            <a:srgbClr val="000000"/>
          </a:solidFill>
          <a:ln/>
        </p:spPr>
        <p:txBody>
          <a:bodyPr/>
          <a:lstStyle/>
          <a:p>
            <a:endParaRPr lang="en-NL"/>
          </a:p>
        </p:txBody>
      </p:sp>
      <p:sp>
        <p:nvSpPr>
          <p:cNvPr id="66" name="Shape 64"/>
          <p:cNvSpPr/>
          <p:nvPr/>
        </p:nvSpPr>
        <p:spPr>
          <a:xfrm>
            <a:off x="11335350" y="921504"/>
            <a:ext cx="51270" cy="51270"/>
          </a:xfrm>
          <a:prstGeom prst="ellipse">
            <a:avLst/>
          </a:prstGeom>
          <a:solidFill>
            <a:srgbClr val="000000"/>
          </a:solidFill>
          <a:ln/>
        </p:spPr>
        <p:txBody>
          <a:bodyPr/>
          <a:lstStyle/>
          <a:p>
            <a:endParaRPr lang="en-NL"/>
          </a:p>
        </p:txBody>
      </p:sp>
      <p:sp>
        <p:nvSpPr>
          <p:cNvPr id="67" name="Shape 65"/>
          <p:cNvSpPr/>
          <p:nvPr/>
        </p:nvSpPr>
        <p:spPr>
          <a:xfrm>
            <a:off x="11127388" y="931368"/>
            <a:ext cx="35294" cy="35294"/>
          </a:xfrm>
          <a:prstGeom prst="ellipse">
            <a:avLst/>
          </a:prstGeom>
          <a:solidFill>
            <a:srgbClr val="000000"/>
          </a:solidFill>
          <a:ln/>
        </p:spPr>
        <p:txBody>
          <a:bodyPr/>
          <a:lstStyle/>
          <a:p>
            <a:endParaRPr lang="en-NL"/>
          </a:p>
        </p:txBody>
      </p:sp>
      <p:sp>
        <p:nvSpPr>
          <p:cNvPr id="68" name="Shape 66"/>
          <p:cNvSpPr/>
          <p:nvPr/>
        </p:nvSpPr>
        <p:spPr>
          <a:xfrm>
            <a:off x="11481979" y="931035"/>
            <a:ext cx="35960" cy="35960"/>
          </a:xfrm>
          <a:prstGeom prst="ellipse">
            <a:avLst/>
          </a:prstGeom>
          <a:solidFill>
            <a:srgbClr val="000000"/>
          </a:solidFill>
          <a:ln/>
        </p:spPr>
        <p:txBody>
          <a:bodyPr/>
          <a:lstStyle/>
          <a:p>
            <a:endParaRPr lang="en-NL"/>
          </a:p>
        </p:txBody>
      </p:sp>
      <p:sp>
        <p:nvSpPr>
          <p:cNvPr id="69" name="Shape 67"/>
          <p:cNvSpPr/>
          <p:nvPr/>
        </p:nvSpPr>
        <p:spPr>
          <a:xfrm>
            <a:off x="11211987" y="974695"/>
            <a:ext cx="34961" cy="34961"/>
          </a:xfrm>
          <a:prstGeom prst="ellipse">
            <a:avLst/>
          </a:prstGeom>
          <a:solidFill>
            <a:srgbClr val="000000"/>
          </a:solidFill>
          <a:ln/>
        </p:spPr>
        <p:txBody>
          <a:bodyPr/>
          <a:lstStyle/>
          <a:p>
            <a:endParaRPr lang="en-NL"/>
          </a:p>
        </p:txBody>
      </p:sp>
      <p:sp>
        <p:nvSpPr>
          <p:cNvPr id="70" name="Shape 68"/>
          <p:cNvSpPr/>
          <p:nvPr/>
        </p:nvSpPr>
        <p:spPr>
          <a:xfrm>
            <a:off x="11398461" y="974695"/>
            <a:ext cx="34961" cy="34961"/>
          </a:xfrm>
          <a:prstGeom prst="ellipse">
            <a:avLst/>
          </a:prstGeom>
          <a:solidFill>
            <a:srgbClr val="000000"/>
          </a:solidFill>
          <a:ln/>
        </p:spPr>
        <p:txBody>
          <a:bodyPr/>
          <a:lstStyle/>
          <a:p>
            <a:endParaRPr lang="en-NL"/>
          </a:p>
        </p:txBody>
      </p:sp>
      <p:sp>
        <p:nvSpPr>
          <p:cNvPr id="71" name="Shape 69"/>
          <p:cNvSpPr/>
          <p:nvPr/>
        </p:nvSpPr>
        <p:spPr>
          <a:xfrm>
            <a:off x="11304837" y="988501"/>
            <a:ext cx="35627" cy="35627"/>
          </a:xfrm>
          <a:prstGeom prst="ellipse">
            <a:avLst/>
          </a:prstGeom>
          <a:solidFill>
            <a:srgbClr val="000000"/>
          </a:solidFill>
          <a:ln/>
        </p:spPr>
        <p:txBody>
          <a:bodyPr/>
          <a:lstStyle/>
          <a:p>
            <a:endParaRPr lang="en-NL"/>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700" dirty="0">
                <a:solidFill>
                  <a:srgbClr val="3D68EC"/>
                </a:solidFill>
                <a:latin typeface="General Sans Semibold" pitchFamily="34" charset="0"/>
                <a:ea typeface="General Sans Semibold" pitchFamily="34" charset="-122"/>
                <a:cs typeface="General Sans Semibold" pitchFamily="34" charset="-120"/>
              </a:rPr>
              <a:t>Andere casus, dezelfde stappen: dat is een skill</a:t>
            </a:r>
            <a:endParaRPr lang="en-US" sz="2700" dirty="0"/>
          </a:p>
        </p:txBody>
      </p:sp>
      <p:sp>
        <p:nvSpPr>
          <p:cNvPr id="73" name="Text 71"/>
          <p:cNvSpPr/>
          <p:nvPr/>
        </p:nvSpPr>
        <p:spPr>
          <a:xfrm>
            <a:off x="548640" y="1371600"/>
            <a:ext cx="11094415"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WAT DE SKILL DOET</a:t>
            </a:r>
            <a:endParaRPr lang="en-US" sz="1100" dirty="0"/>
          </a:p>
        </p:txBody>
      </p:sp>
      <p:sp>
        <p:nvSpPr>
          <p:cNvPr id="74" name="Shape 72"/>
          <p:cNvSpPr/>
          <p:nvPr/>
        </p:nvSpPr>
        <p:spPr>
          <a:xfrm>
            <a:off x="548640" y="1737360"/>
            <a:ext cx="2567864" cy="1805940"/>
          </a:xfrm>
          <a:prstGeom prst="roundRect">
            <a:avLst>
              <a:gd name="adj" fmla="val 7178"/>
            </a:avLst>
          </a:prstGeom>
          <a:solidFill>
            <a:srgbClr val="3D68EC"/>
          </a:solidFill>
          <a:ln/>
        </p:spPr>
        <p:txBody>
          <a:bodyPr/>
          <a:lstStyle/>
          <a:p>
            <a:endParaRPr lang="en-NL"/>
          </a:p>
        </p:txBody>
      </p:sp>
      <p:sp>
        <p:nvSpPr>
          <p:cNvPr id="75" name="Shape 73"/>
          <p:cNvSpPr/>
          <p:nvPr/>
        </p:nvSpPr>
        <p:spPr>
          <a:xfrm>
            <a:off x="822960" y="1920240"/>
            <a:ext cx="420624" cy="420624"/>
          </a:xfrm>
          <a:prstGeom prst="ellipse">
            <a:avLst/>
          </a:prstGeom>
          <a:solidFill>
            <a:srgbClr val="F4D74B"/>
          </a:solidFill>
          <a:ln/>
        </p:spPr>
        <p:txBody>
          <a:bodyPr/>
          <a:lstStyle/>
          <a:p>
            <a:endParaRPr lang="en-NL"/>
          </a:p>
        </p:txBody>
      </p:sp>
      <p:sp>
        <p:nvSpPr>
          <p:cNvPr id="76" name="Text 74"/>
          <p:cNvSpPr/>
          <p:nvPr/>
        </p:nvSpPr>
        <p:spPr>
          <a:xfrm>
            <a:off x="822960" y="1920240"/>
            <a:ext cx="420624" cy="420624"/>
          </a:xfrm>
          <a:prstGeom prst="rect">
            <a:avLst/>
          </a:prstGeom>
          <a:noFill/>
          <a:ln/>
        </p:spPr>
        <p:txBody>
          <a:bodyPr wrap="square" lIns="0" tIns="0" rIns="0" bIns="0" rtlCol="0" anchor="ctr"/>
          <a:lstStyle/>
          <a:p>
            <a:pPr marL="0" indent="0" algn="ctr">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1</a:t>
            </a:r>
            <a:endParaRPr lang="en-US" sz="1600" dirty="0"/>
          </a:p>
        </p:txBody>
      </p:sp>
      <p:sp>
        <p:nvSpPr>
          <p:cNvPr id="77" name="Text 75"/>
          <p:cNvSpPr/>
          <p:nvPr/>
        </p:nvSpPr>
        <p:spPr>
          <a:xfrm>
            <a:off x="1371600" y="1938528"/>
            <a:ext cx="1470584" cy="87172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Kolommen</a:t>
            </a:r>
            <a:endParaRPr lang="en-US" sz="2000" dirty="0"/>
          </a:p>
        </p:txBody>
      </p:sp>
      <p:sp>
        <p:nvSpPr>
          <p:cNvPr id="78" name="Text 76"/>
          <p:cNvSpPr/>
          <p:nvPr/>
        </p:nvSpPr>
        <p:spPr>
          <a:xfrm>
            <a:off x="822960" y="2993136"/>
            <a:ext cx="2019224" cy="413004"/>
          </a:xfrm>
          <a:prstGeom prst="rect">
            <a:avLst/>
          </a:prstGeom>
          <a:noFill/>
          <a:ln/>
        </p:spPr>
        <p:txBody>
          <a:bodyPr wrap="square" lIns="0" tIns="0" rIns="0" bIns="0" rtlCol="0" anchor="t"/>
          <a:lstStyle/>
          <a:p>
            <a:pPr marL="0" indent="0" algn="l">
              <a:lnSpc>
                <a:spcPct val="105000"/>
              </a:lnSpc>
              <a:buNone/>
            </a:pPr>
            <a:r>
              <a:rPr lang="en-US" sz="1200" dirty="0">
                <a:solidFill>
                  <a:srgbClr val="F4D9DC"/>
                </a:solidFill>
                <a:latin typeface="General Sans" pitchFamily="34" charset="0"/>
                <a:ea typeface="General Sans" pitchFamily="34" charset="-122"/>
                <a:cs typeface="General Sans" pitchFamily="34" charset="-120"/>
              </a:rPr>
              <a:t>Wat een rij is en welke kolom niet vergelijkt</a:t>
            </a:r>
            <a:endParaRPr lang="en-US" sz="1200" dirty="0"/>
          </a:p>
        </p:txBody>
      </p:sp>
      <p:sp>
        <p:nvSpPr>
          <p:cNvPr id="79" name="Shape 77"/>
          <p:cNvSpPr/>
          <p:nvPr/>
        </p:nvSpPr>
        <p:spPr>
          <a:xfrm>
            <a:off x="3390824" y="1737360"/>
            <a:ext cx="2567864" cy="1805940"/>
          </a:xfrm>
          <a:prstGeom prst="roundRect">
            <a:avLst>
              <a:gd name="adj" fmla="val 7178"/>
            </a:avLst>
          </a:prstGeom>
          <a:solidFill>
            <a:srgbClr val="3D68EC"/>
          </a:solidFill>
          <a:ln/>
        </p:spPr>
        <p:txBody>
          <a:bodyPr/>
          <a:lstStyle/>
          <a:p>
            <a:endParaRPr lang="en-NL"/>
          </a:p>
        </p:txBody>
      </p:sp>
      <p:sp>
        <p:nvSpPr>
          <p:cNvPr id="80" name="Shape 78"/>
          <p:cNvSpPr/>
          <p:nvPr/>
        </p:nvSpPr>
        <p:spPr>
          <a:xfrm>
            <a:off x="3665144" y="1920240"/>
            <a:ext cx="420624" cy="420624"/>
          </a:xfrm>
          <a:prstGeom prst="ellipse">
            <a:avLst/>
          </a:prstGeom>
          <a:solidFill>
            <a:srgbClr val="F4D74B"/>
          </a:solidFill>
          <a:ln/>
        </p:spPr>
        <p:txBody>
          <a:bodyPr/>
          <a:lstStyle/>
          <a:p>
            <a:endParaRPr lang="en-NL"/>
          </a:p>
        </p:txBody>
      </p:sp>
      <p:sp>
        <p:nvSpPr>
          <p:cNvPr id="81" name="Text 79"/>
          <p:cNvSpPr/>
          <p:nvPr/>
        </p:nvSpPr>
        <p:spPr>
          <a:xfrm>
            <a:off x="3665144" y="1920240"/>
            <a:ext cx="420624" cy="420624"/>
          </a:xfrm>
          <a:prstGeom prst="rect">
            <a:avLst/>
          </a:prstGeom>
          <a:noFill/>
          <a:ln/>
        </p:spPr>
        <p:txBody>
          <a:bodyPr wrap="square" lIns="0" tIns="0" rIns="0" bIns="0" rtlCol="0" anchor="ctr"/>
          <a:lstStyle/>
          <a:p>
            <a:pPr marL="0" indent="0" algn="ctr">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2</a:t>
            </a:r>
            <a:endParaRPr lang="en-US" sz="1600" dirty="0"/>
          </a:p>
        </p:txBody>
      </p:sp>
      <p:sp>
        <p:nvSpPr>
          <p:cNvPr id="82" name="Text 80"/>
          <p:cNvSpPr/>
          <p:nvPr/>
        </p:nvSpPr>
        <p:spPr>
          <a:xfrm>
            <a:off x="4213784" y="1938528"/>
            <a:ext cx="1470584" cy="87172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Definities en privacy</a:t>
            </a:r>
            <a:endParaRPr lang="en-US" sz="1900" dirty="0"/>
          </a:p>
        </p:txBody>
      </p:sp>
      <p:sp>
        <p:nvSpPr>
          <p:cNvPr id="83" name="Text 81"/>
          <p:cNvSpPr/>
          <p:nvPr/>
        </p:nvSpPr>
        <p:spPr>
          <a:xfrm>
            <a:off x="3665144" y="2993136"/>
            <a:ext cx="2019224" cy="413004"/>
          </a:xfrm>
          <a:prstGeom prst="rect">
            <a:avLst/>
          </a:prstGeom>
          <a:noFill/>
          <a:ln/>
        </p:spPr>
        <p:txBody>
          <a:bodyPr wrap="square" lIns="0" tIns="0" rIns="0" bIns="0" rtlCol="0" anchor="t"/>
          <a:lstStyle/>
          <a:p>
            <a:pPr marL="0" indent="0" algn="l">
              <a:lnSpc>
                <a:spcPct val="105000"/>
              </a:lnSpc>
              <a:buNone/>
            </a:pPr>
            <a:r>
              <a:rPr lang="en-US" sz="1300" dirty="0">
                <a:solidFill>
                  <a:srgbClr val="F4D9DC"/>
                </a:solidFill>
                <a:latin typeface="General Sans" pitchFamily="34" charset="0"/>
                <a:ea typeface="General Sans" pitchFamily="34" charset="-122"/>
                <a:cs typeface="General Sans" pitchFamily="34" charset="-120"/>
              </a:rPr>
              <a:t>Wat je telt, drempel kleine groepen</a:t>
            </a:r>
            <a:endParaRPr lang="en-US" sz="1300" dirty="0"/>
          </a:p>
        </p:txBody>
      </p:sp>
      <p:sp>
        <p:nvSpPr>
          <p:cNvPr id="84" name="Shape 82"/>
          <p:cNvSpPr/>
          <p:nvPr/>
        </p:nvSpPr>
        <p:spPr>
          <a:xfrm>
            <a:off x="6233008" y="1737360"/>
            <a:ext cx="2567864" cy="1805940"/>
          </a:xfrm>
          <a:prstGeom prst="roundRect">
            <a:avLst>
              <a:gd name="adj" fmla="val 7178"/>
            </a:avLst>
          </a:prstGeom>
          <a:solidFill>
            <a:srgbClr val="3D68EC"/>
          </a:solidFill>
          <a:ln/>
        </p:spPr>
        <p:txBody>
          <a:bodyPr/>
          <a:lstStyle/>
          <a:p>
            <a:endParaRPr lang="en-NL"/>
          </a:p>
        </p:txBody>
      </p:sp>
      <p:sp>
        <p:nvSpPr>
          <p:cNvPr id="85" name="Shape 83"/>
          <p:cNvSpPr/>
          <p:nvPr/>
        </p:nvSpPr>
        <p:spPr>
          <a:xfrm>
            <a:off x="6507328" y="1920240"/>
            <a:ext cx="420624" cy="420624"/>
          </a:xfrm>
          <a:prstGeom prst="ellipse">
            <a:avLst/>
          </a:prstGeom>
          <a:solidFill>
            <a:srgbClr val="F4D74B"/>
          </a:solidFill>
          <a:ln/>
        </p:spPr>
        <p:txBody>
          <a:bodyPr/>
          <a:lstStyle/>
          <a:p>
            <a:endParaRPr lang="en-NL"/>
          </a:p>
        </p:txBody>
      </p:sp>
      <p:sp>
        <p:nvSpPr>
          <p:cNvPr id="86" name="Text 84"/>
          <p:cNvSpPr/>
          <p:nvPr/>
        </p:nvSpPr>
        <p:spPr>
          <a:xfrm>
            <a:off x="6507328" y="1920240"/>
            <a:ext cx="420624" cy="420624"/>
          </a:xfrm>
          <a:prstGeom prst="rect">
            <a:avLst/>
          </a:prstGeom>
          <a:noFill/>
          <a:ln/>
        </p:spPr>
        <p:txBody>
          <a:bodyPr wrap="square" lIns="0" tIns="0" rIns="0" bIns="0" rtlCol="0" anchor="ctr"/>
          <a:lstStyle/>
          <a:p>
            <a:pPr marL="0" indent="0" algn="ctr">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3</a:t>
            </a:r>
            <a:endParaRPr lang="en-US" sz="1600" dirty="0"/>
          </a:p>
        </p:txBody>
      </p:sp>
      <p:sp>
        <p:nvSpPr>
          <p:cNvPr id="87" name="Text 85"/>
          <p:cNvSpPr/>
          <p:nvPr/>
        </p:nvSpPr>
        <p:spPr>
          <a:xfrm>
            <a:off x="7055968" y="1938528"/>
            <a:ext cx="1470584" cy="87172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Kwaliteit</a:t>
            </a:r>
            <a:endParaRPr lang="en-US" sz="2000" dirty="0"/>
          </a:p>
        </p:txBody>
      </p:sp>
      <p:sp>
        <p:nvSpPr>
          <p:cNvPr id="88" name="Text 86"/>
          <p:cNvSpPr/>
          <p:nvPr/>
        </p:nvSpPr>
        <p:spPr>
          <a:xfrm>
            <a:off x="6507328" y="2993136"/>
            <a:ext cx="2019224" cy="413004"/>
          </a:xfrm>
          <a:prstGeom prst="rect">
            <a:avLst/>
          </a:prstGeom>
          <a:noFill/>
          <a:ln/>
        </p:spPr>
        <p:txBody>
          <a:bodyPr wrap="square" lIns="0" tIns="0" rIns="0" bIns="0" rtlCol="0" anchor="t"/>
          <a:lstStyle/>
          <a:p>
            <a:pPr marL="0" indent="0" algn="l">
              <a:lnSpc>
                <a:spcPct val="105000"/>
              </a:lnSpc>
              <a:buNone/>
            </a:pPr>
            <a:r>
              <a:rPr lang="en-US" sz="1300" dirty="0">
                <a:solidFill>
                  <a:srgbClr val="F4D9DC"/>
                </a:solidFill>
                <a:latin typeface="General Sans" pitchFamily="34" charset="0"/>
                <a:ea typeface="General Sans" pitchFamily="34" charset="-122"/>
                <a:cs typeface="General Sans" pitchFamily="34" charset="-120"/>
              </a:rPr>
              <a:t>Eén keer per jaar, lege waarden</a:t>
            </a:r>
            <a:endParaRPr lang="en-US" sz="1300" dirty="0"/>
          </a:p>
        </p:txBody>
      </p:sp>
      <p:sp>
        <p:nvSpPr>
          <p:cNvPr id="89" name="Shape 87"/>
          <p:cNvSpPr/>
          <p:nvPr/>
        </p:nvSpPr>
        <p:spPr>
          <a:xfrm>
            <a:off x="9075191" y="1737360"/>
            <a:ext cx="2567864" cy="1805940"/>
          </a:xfrm>
          <a:prstGeom prst="roundRect">
            <a:avLst>
              <a:gd name="adj" fmla="val 7178"/>
            </a:avLst>
          </a:prstGeom>
          <a:solidFill>
            <a:srgbClr val="3D68EC"/>
          </a:solidFill>
          <a:ln/>
        </p:spPr>
        <p:txBody>
          <a:bodyPr/>
          <a:lstStyle/>
          <a:p>
            <a:endParaRPr lang="en-NL"/>
          </a:p>
        </p:txBody>
      </p:sp>
      <p:sp>
        <p:nvSpPr>
          <p:cNvPr id="90" name="Shape 88"/>
          <p:cNvSpPr/>
          <p:nvPr/>
        </p:nvSpPr>
        <p:spPr>
          <a:xfrm>
            <a:off x="9349511" y="1920240"/>
            <a:ext cx="420624" cy="420624"/>
          </a:xfrm>
          <a:prstGeom prst="ellipse">
            <a:avLst/>
          </a:prstGeom>
          <a:solidFill>
            <a:srgbClr val="F4D74B"/>
          </a:solidFill>
          <a:ln/>
        </p:spPr>
        <p:txBody>
          <a:bodyPr/>
          <a:lstStyle/>
          <a:p>
            <a:endParaRPr lang="en-NL"/>
          </a:p>
        </p:txBody>
      </p:sp>
      <p:sp>
        <p:nvSpPr>
          <p:cNvPr id="91" name="Text 89"/>
          <p:cNvSpPr/>
          <p:nvPr/>
        </p:nvSpPr>
        <p:spPr>
          <a:xfrm>
            <a:off x="9349511" y="1920240"/>
            <a:ext cx="420624" cy="420624"/>
          </a:xfrm>
          <a:prstGeom prst="rect">
            <a:avLst/>
          </a:prstGeom>
          <a:noFill/>
          <a:ln/>
        </p:spPr>
        <p:txBody>
          <a:bodyPr wrap="square" lIns="0" tIns="0" rIns="0" bIns="0" rtlCol="0" anchor="ctr"/>
          <a:lstStyle/>
          <a:p>
            <a:pPr marL="0" indent="0" algn="ctr">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4</a:t>
            </a:r>
            <a:endParaRPr lang="en-US" sz="1600" dirty="0"/>
          </a:p>
        </p:txBody>
      </p:sp>
      <p:sp>
        <p:nvSpPr>
          <p:cNvPr id="92" name="Text 90"/>
          <p:cNvSpPr/>
          <p:nvPr/>
        </p:nvSpPr>
        <p:spPr>
          <a:xfrm>
            <a:off x="9898151" y="1938528"/>
            <a:ext cx="1470584" cy="87172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Ideeën en aannames</a:t>
            </a:r>
            <a:endParaRPr lang="en-US" sz="2000" dirty="0"/>
          </a:p>
        </p:txBody>
      </p:sp>
      <p:sp>
        <p:nvSpPr>
          <p:cNvPr id="93" name="Text 91"/>
          <p:cNvSpPr/>
          <p:nvPr/>
        </p:nvSpPr>
        <p:spPr>
          <a:xfrm>
            <a:off x="9349511" y="2993136"/>
            <a:ext cx="2019224" cy="413004"/>
          </a:xfrm>
          <a:prstGeom prst="rect">
            <a:avLst/>
          </a:prstGeom>
          <a:noFill/>
          <a:ln/>
        </p:spPr>
        <p:txBody>
          <a:bodyPr wrap="square" lIns="0" tIns="0" rIns="0" bIns="0" rtlCol="0" anchor="t"/>
          <a:lstStyle/>
          <a:p>
            <a:pPr marL="0" indent="0" algn="l">
              <a:lnSpc>
                <a:spcPct val="105000"/>
              </a:lnSpc>
              <a:buNone/>
            </a:pPr>
            <a:r>
              <a:rPr lang="en-US" sz="1300" dirty="0">
                <a:solidFill>
                  <a:srgbClr val="F4D9DC"/>
                </a:solidFill>
                <a:latin typeface="General Sans" pitchFamily="34" charset="0"/>
                <a:ea typeface="General Sans" pitchFamily="34" charset="-122"/>
                <a:cs typeface="General Sans" pitchFamily="34" charset="-120"/>
              </a:rPr>
              <a:t>Waarop het profiel leunt</a:t>
            </a:r>
            <a:endParaRPr lang="en-US" sz="1300" dirty="0"/>
          </a:p>
        </p:txBody>
      </p:sp>
      <p:sp>
        <p:nvSpPr>
          <p:cNvPr id="94" name="Text 92"/>
          <p:cNvSpPr/>
          <p:nvPr/>
        </p:nvSpPr>
        <p:spPr>
          <a:xfrm>
            <a:off x="548640" y="3817620"/>
            <a:ext cx="11094415"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WAT HIJ VOOR JE AFVANGT</a:t>
            </a:r>
            <a:endParaRPr lang="en-US" sz="1100" dirty="0"/>
          </a:p>
        </p:txBody>
      </p:sp>
      <p:sp>
        <p:nvSpPr>
          <p:cNvPr id="95" name="Shape 93"/>
          <p:cNvSpPr/>
          <p:nvPr/>
        </p:nvSpPr>
        <p:spPr>
          <a:xfrm>
            <a:off x="548640" y="4183380"/>
            <a:ext cx="2567864" cy="1634236"/>
          </a:xfrm>
          <a:prstGeom prst="roundRect">
            <a:avLst>
              <a:gd name="adj" fmla="val 8766"/>
            </a:avLst>
          </a:prstGeom>
          <a:solidFill>
            <a:srgbClr val="DD784B"/>
          </a:solidFill>
          <a:ln/>
        </p:spPr>
        <p:txBody>
          <a:bodyPr/>
          <a:lstStyle/>
          <a:p>
            <a:endParaRPr lang="en-NL"/>
          </a:p>
        </p:txBody>
      </p:sp>
      <p:sp>
        <p:nvSpPr>
          <p:cNvPr id="96" name="Shape 94"/>
          <p:cNvSpPr/>
          <p:nvPr/>
        </p:nvSpPr>
        <p:spPr>
          <a:xfrm>
            <a:off x="822960" y="4366260"/>
            <a:ext cx="420624" cy="420624"/>
          </a:xfrm>
          <a:prstGeom prst="ellipse">
            <a:avLst/>
          </a:prstGeom>
          <a:solidFill>
            <a:srgbClr val="F4D9DC"/>
          </a:solidFill>
          <a:ln/>
        </p:spPr>
        <p:txBody>
          <a:bodyPr/>
          <a:lstStyle/>
          <a:p>
            <a:endParaRPr lang="en-NL"/>
          </a:p>
        </p:txBody>
      </p:sp>
      <p:sp>
        <p:nvSpPr>
          <p:cNvPr id="97" name="Text 95"/>
          <p:cNvSpPr/>
          <p:nvPr/>
        </p:nvSpPr>
        <p:spPr>
          <a:xfrm>
            <a:off x="822960" y="4366260"/>
            <a:ext cx="420624" cy="420624"/>
          </a:xfrm>
          <a:prstGeom prst="rect">
            <a:avLst/>
          </a:prstGeom>
          <a:noFill/>
          <a:ln/>
        </p:spPr>
        <p:txBody>
          <a:bodyPr wrap="square" lIns="0" tIns="0" rIns="0" bIns="0" rtlCol="0" anchor="ctr"/>
          <a:lstStyle/>
          <a:p>
            <a:pPr marL="0" indent="0" algn="ctr">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1</a:t>
            </a:r>
            <a:endParaRPr lang="en-US" sz="1600" dirty="0"/>
          </a:p>
        </p:txBody>
      </p:sp>
      <p:sp>
        <p:nvSpPr>
          <p:cNvPr id="98" name="Text 96"/>
          <p:cNvSpPr/>
          <p:nvPr/>
        </p:nvSpPr>
        <p:spPr>
          <a:xfrm>
            <a:off x="1371600" y="4384548"/>
            <a:ext cx="147058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99" name="Text 97"/>
          <p:cNvSpPr/>
          <p:nvPr/>
        </p:nvSpPr>
        <p:spPr>
          <a:xfrm>
            <a:off x="822960" y="5139436"/>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Nog niet af: valt weg</a:t>
            </a:r>
            <a:endParaRPr lang="en-US" sz="1500" dirty="0"/>
          </a:p>
        </p:txBody>
      </p:sp>
      <p:sp>
        <p:nvSpPr>
          <p:cNvPr id="100" name="Shape 98"/>
          <p:cNvSpPr/>
          <p:nvPr/>
        </p:nvSpPr>
        <p:spPr>
          <a:xfrm>
            <a:off x="3390824" y="4183380"/>
            <a:ext cx="2567864" cy="1634236"/>
          </a:xfrm>
          <a:prstGeom prst="roundRect">
            <a:avLst>
              <a:gd name="adj" fmla="val 8766"/>
            </a:avLst>
          </a:prstGeom>
          <a:solidFill>
            <a:srgbClr val="DD784B"/>
          </a:solidFill>
          <a:ln/>
        </p:spPr>
        <p:txBody>
          <a:bodyPr/>
          <a:lstStyle/>
          <a:p>
            <a:endParaRPr lang="en-NL"/>
          </a:p>
        </p:txBody>
      </p:sp>
      <p:sp>
        <p:nvSpPr>
          <p:cNvPr id="101" name="Shape 99"/>
          <p:cNvSpPr/>
          <p:nvPr/>
        </p:nvSpPr>
        <p:spPr>
          <a:xfrm>
            <a:off x="3665144" y="4366260"/>
            <a:ext cx="420624" cy="420624"/>
          </a:xfrm>
          <a:prstGeom prst="ellipse">
            <a:avLst/>
          </a:prstGeom>
          <a:solidFill>
            <a:srgbClr val="F4D9DC"/>
          </a:solidFill>
          <a:ln/>
        </p:spPr>
        <p:txBody>
          <a:bodyPr/>
          <a:lstStyle/>
          <a:p>
            <a:endParaRPr lang="en-NL"/>
          </a:p>
        </p:txBody>
      </p:sp>
      <p:sp>
        <p:nvSpPr>
          <p:cNvPr id="102" name="Text 100"/>
          <p:cNvSpPr/>
          <p:nvPr/>
        </p:nvSpPr>
        <p:spPr>
          <a:xfrm>
            <a:off x="3665144" y="4366260"/>
            <a:ext cx="420624" cy="420624"/>
          </a:xfrm>
          <a:prstGeom prst="rect">
            <a:avLst/>
          </a:prstGeom>
          <a:noFill/>
          <a:ln/>
        </p:spPr>
        <p:txBody>
          <a:bodyPr wrap="square" lIns="0" tIns="0" rIns="0" bIns="0" rtlCol="0" anchor="ctr"/>
          <a:lstStyle/>
          <a:p>
            <a:pPr marL="0" indent="0" algn="ctr">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2</a:t>
            </a:r>
            <a:endParaRPr lang="en-US" sz="1600" dirty="0"/>
          </a:p>
        </p:txBody>
      </p:sp>
      <p:sp>
        <p:nvSpPr>
          <p:cNvPr id="103" name="Text 101"/>
          <p:cNvSpPr/>
          <p:nvPr/>
        </p:nvSpPr>
        <p:spPr>
          <a:xfrm>
            <a:off x="4213784" y="4384548"/>
            <a:ext cx="147058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Eén waarde</a:t>
            </a:r>
            <a:endParaRPr lang="en-US" sz="1900" dirty="0"/>
          </a:p>
        </p:txBody>
      </p:sp>
      <p:sp>
        <p:nvSpPr>
          <p:cNvPr id="104" name="Text 102"/>
          <p:cNvSpPr/>
          <p:nvPr/>
        </p:nvSpPr>
        <p:spPr>
          <a:xfrm>
            <a:off x="3665144" y="5139436"/>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Kolom zonder variatie weg</a:t>
            </a:r>
            <a:endParaRPr lang="en-US" sz="1500" dirty="0"/>
          </a:p>
        </p:txBody>
      </p:sp>
      <p:sp>
        <p:nvSpPr>
          <p:cNvPr id="105" name="Shape 103"/>
          <p:cNvSpPr/>
          <p:nvPr/>
        </p:nvSpPr>
        <p:spPr>
          <a:xfrm>
            <a:off x="6233008" y="4183380"/>
            <a:ext cx="2567864" cy="1634236"/>
          </a:xfrm>
          <a:prstGeom prst="roundRect">
            <a:avLst>
              <a:gd name="adj" fmla="val 8766"/>
            </a:avLst>
          </a:prstGeom>
          <a:solidFill>
            <a:srgbClr val="DD784B"/>
          </a:solidFill>
          <a:ln/>
        </p:spPr>
        <p:txBody>
          <a:bodyPr/>
          <a:lstStyle/>
          <a:p>
            <a:endParaRPr lang="en-NL"/>
          </a:p>
        </p:txBody>
      </p:sp>
      <p:sp>
        <p:nvSpPr>
          <p:cNvPr id="106" name="Shape 104"/>
          <p:cNvSpPr/>
          <p:nvPr/>
        </p:nvSpPr>
        <p:spPr>
          <a:xfrm>
            <a:off x="6507328" y="4366260"/>
            <a:ext cx="420624" cy="420624"/>
          </a:xfrm>
          <a:prstGeom prst="ellipse">
            <a:avLst/>
          </a:prstGeom>
          <a:solidFill>
            <a:srgbClr val="F4D9DC"/>
          </a:solidFill>
          <a:ln/>
        </p:spPr>
        <p:txBody>
          <a:bodyPr/>
          <a:lstStyle/>
          <a:p>
            <a:endParaRPr lang="en-NL"/>
          </a:p>
        </p:txBody>
      </p:sp>
      <p:sp>
        <p:nvSpPr>
          <p:cNvPr id="107" name="Text 105"/>
          <p:cNvSpPr/>
          <p:nvPr/>
        </p:nvSpPr>
        <p:spPr>
          <a:xfrm>
            <a:off x="6507328" y="4366260"/>
            <a:ext cx="420624" cy="420624"/>
          </a:xfrm>
          <a:prstGeom prst="rect">
            <a:avLst/>
          </a:prstGeom>
          <a:noFill/>
          <a:ln/>
        </p:spPr>
        <p:txBody>
          <a:bodyPr wrap="square" lIns="0" tIns="0" rIns="0" bIns="0" rtlCol="0" anchor="ctr"/>
          <a:lstStyle/>
          <a:p>
            <a:pPr marL="0" indent="0" algn="ctr">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3</a:t>
            </a:r>
            <a:endParaRPr lang="en-US" sz="1600" dirty="0"/>
          </a:p>
        </p:txBody>
      </p:sp>
      <p:sp>
        <p:nvSpPr>
          <p:cNvPr id="108" name="Text 106"/>
          <p:cNvSpPr/>
          <p:nvPr/>
        </p:nvSpPr>
        <p:spPr>
          <a:xfrm>
            <a:off x="7055968" y="4384548"/>
            <a:ext cx="147058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109" name="Text 107"/>
          <p:cNvSpPr/>
          <p:nvPr/>
        </p:nvSpPr>
        <p:spPr>
          <a:xfrm>
            <a:off x="6507328" y="5139436"/>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Drempel van 30 afgesproken</a:t>
            </a:r>
            <a:endParaRPr lang="en-US" sz="1500" dirty="0"/>
          </a:p>
        </p:txBody>
      </p:sp>
      <p:sp>
        <p:nvSpPr>
          <p:cNvPr id="110" name="Shape 108"/>
          <p:cNvSpPr/>
          <p:nvPr/>
        </p:nvSpPr>
        <p:spPr>
          <a:xfrm>
            <a:off x="9075191" y="4183380"/>
            <a:ext cx="2567864" cy="1634236"/>
          </a:xfrm>
          <a:prstGeom prst="roundRect">
            <a:avLst>
              <a:gd name="adj" fmla="val 8766"/>
            </a:avLst>
          </a:prstGeom>
          <a:solidFill>
            <a:srgbClr val="DD784B"/>
          </a:solidFill>
          <a:ln/>
        </p:spPr>
        <p:txBody>
          <a:bodyPr/>
          <a:lstStyle/>
          <a:p>
            <a:endParaRPr lang="en-NL"/>
          </a:p>
        </p:txBody>
      </p:sp>
      <p:sp>
        <p:nvSpPr>
          <p:cNvPr id="111" name="Shape 109"/>
          <p:cNvSpPr/>
          <p:nvPr/>
        </p:nvSpPr>
        <p:spPr>
          <a:xfrm>
            <a:off x="9349511" y="4366260"/>
            <a:ext cx="420624" cy="420624"/>
          </a:xfrm>
          <a:prstGeom prst="ellipse">
            <a:avLst/>
          </a:prstGeom>
          <a:solidFill>
            <a:srgbClr val="F4D9DC"/>
          </a:solidFill>
          <a:ln/>
        </p:spPr>
        <p:txBody>
          <a:bodyPr/>
          <a:lstStyle/>
          <a:p>
            <a:endParaRPr lang="en-NL"/>
          </a:p>
        </p:txBody>
      </p:sp>
      <p:sp>
        <p:nvSpPr>
          <p:cNvPr id="112" name="Text 110"/>
          <p:cNvSpPr/>
          <p:nvPr/>
        </p:nvSpPr>
        <p:spPr>
          <a:xfrm>
            <a:off x="9349511" y="4366260"/>
            <a:ext cx="420624" cy="420624"/>
          </a:xfrm>
          <a:prstGeom prst="rect">
            <a:avLst/>
          </a:prstGeom>
          <a:noFill/>
          <a:ln/>
        </p:spPr>
        <p:txBody>
          <a:bodyPr wrap="square" lIns="0" tIns="0" rIns="0" bIns="0" rtlCol="0" anchor="ctr"/>
          <a:lstStyle/>
          <a:p>
            <a:pPr marL="0" indent="0" algn="ctr">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4</a:t>
            </a:r>
            <a:endParaRPr lang="en-US" sz="1600" dirty="0"/>
          </a:p>
        </p:txBody>
      </p:sp>
      <p:sp>
        <p:nvSpPr>
          <p:cNvPr id="113" name="Text 111"/>
          <p:cNvSpPr/>
          <p:nvPr/>
        </p:nvSpPr>
        <p:spPr>
          <a:xfrm>
            <a:off x="9898151" y="4384548"/>
            <a:ext cx="147058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Geen oorzaak</a:t>
            </a:r>
            <a:endParaRPr lang="en-US" sz="1900" dirty="0"/>
          </a:p>
        </p:txBody>
      </p:sp>
      <p:sp>
        <p:nvSpPr>
          <p:cNvPr id="114" name="Text 112"/>
          <p:cNvSpPr/>
          <p:nvPr/>
        </p:nvSpPr>
        <p:spPr>
          <a:xfrm>
            <a:off x="9349511" y="5139436"/>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Verschil is geen effect</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ziet het dataprofiel eruit</a:t>
            </a:r>
            <a:endParaRPr lang="en-US" sz="3400" dirty="0"/>
          </a:p>
        </p:txBody>
      </p:sp>
      <p:pic>
        <p:nvPicPr>
          <p:cNvPr id="73" name="Image 0" descr="Dataprofiel met de kerncijfers en de keuzes en aannames"/>
          <p:cNvPicPr>
            <a:picLocks noChangeAspect="1"/>
          </p:cNvPicPr>
          <p:nvPr/>
        </p:nvPicPr>
        <p:blipFill>
          <a:blip r:embed="rId3"/>
          <a:stretch>
            <a:fillRect/>
          </a:stretch>
        </p:blipFill>
        <p:spPr>
          <a:xfrm>
            <a:off x="548640" y="2049162"/>
            <a:ext cx="7071055" cy="2988277"/>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data-profiel.html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r>
              <a:rPr lang="en-US" sz="1800" dirty="0">
                <a:solidFill>
                  <a:srgbClr val="00AF81"/>
                </a:solidFill>
                <a:latin typeface="General Sans Semibold" pitchFamily="34" charset="0"/>
                <a:ea typeface="General Sans Semibold" pitchFamily="34" charset="-122"/>
                <a:cs typeface="General Sans Semibold" pitchFamily="34" charset="-120"/>
              </a:rPr>
              <a:t>1-verkennen</a:t>
            </a:r>
            <a:r>
              <a:rPr lang="en-US" sz="1800" dirty="0">
                <a:solidFill>
                  <a:srgbClr val="000000"/>
                </a:solidFill>
                <a:latin typeface="General Sans" pitchFamily="34" charset="0"/>
                <a:ea typeface="General Sans" pitchFamily="34" charset="-122"/>
                <a:cs typeface="General Sans" pitchFamily="34" charset="-120"/>
              </a:rPr>
              <a:t>: tegels met de kerncijfers en een tabel met je </a:t>
            </a:r>
            <a:r>
              <a:rPr lang="en-US" sz="1800" dirty="0">
                <a:solidFill>
                  <a:srgbClr val="00AF81"/>
                </a:solidFill>
                <a:latin typeface="General Sans Semibold" pitchFamily="34" charset="0"/>
                <a:ea typeface="General Sans Semibold" pitchFamily="34" charset="-122"/>
                <a:cs typeface="General Sans Semibold" pitchFamily="34" charset="-120"/>
              </a:rPr>
              <a:t>keuzes en aannames</a:t>
            </a:r>
            <a:r>
              <a:rPr lang="en-US" sz="1800" dirty="0">
                <a:solidFill>
                  <a:srgbClr val="000000"/>
                </a:solidFill>
                <a:latin typeface="General Sans" pitchFamily="34" charset="0"/>
                <a:ea typeface="General Sans" pitchFamily="34" charset="-122"/>
                <a:cs typeface="General Sans" pitchFamily="34" charset="-120"/>
              </a:rPr>
              <a:t>. Klik in Claude op </a:t>
            </a:r>
            <a:r>
              <a:rPr lang="en-US" sz="1800" dirty="0">
                <a:solidFill>
                  <a:srgbClr val="00AF81"/>
                </a:solidFill>
                <a:latin typeface="General Sans Semibold" pitchFamily="34" charset="0"/>
                <a:ea typeface="General Sans Semibold" pitchFamily="34" charset="-122"/>
                <a:cs typeface="General Sans Semibold" pitchFamily="34" charset="-120"/>
              </a:rPr>
              <a:t>Open je dataprofiel</a:t>
            </a: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Shape 70"/>
          <p:cNvSpPr/>
          <p:nvPr/>
        </p:nvSpPr>
        <p:spPr>
          <a:xfrm>
            <a:off x="548640" y="1280160"/>
            <a:ext cx="1005840" cy="1005840"/>
          </a:xfrm>
          <a:prstGeom prst="ellipse">
            <a:avLst/>
          </a:prstGeom>
          <a:solidFill>
            <a:srgbClr val="F4D74B"/>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20 minuten. Wissel van rol: wie prompter was, wordt nu checker. Let op de vier vragen.</a:t>
            </a:r>
            <a:endParaRPr lang="en-US" sz="2200" dirty="0"/>
          </a:p>
        </p:txBody>
      </p:sp>
      <p:pic>
        <p:nvPicPr>
          <p:cNvPr id="76" name="Image 0" descr="exports\261005_workshop_rad_uitvoering\img\Laptopman.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2: eerst schetsen, dan bouwen</a:t>
            </a:r>
            <a:endParaRPr lang="en-US" sz="3400" dirty="0"/>
          </a:p>
        </p:txBody>
      </p:sp>
      <p:sp>
        <p:nvSpPr>
          <p:cNvPr id="73" name="Shape 71"/>
          <p:cNvSpPr/>
          <p:nvPr/>
        </p:nvSpPr>
        <p:spPr>
          <a:xfrm>
            <a:off x="548640" y="1371600"/>
            <a:ext cx="5318608" cy="2560320"/>
          </a:xfrm>
          <a:prstGeom prst="roundRect">
            <a:avLst>
              <a:gd name="adj" fmla="val 3571"/>
            </a:avLst>
          </a:prstGeom>
          <a:solidFill>
            <a:srgbClr val="3D68EC"/>
          </a:solidFill>
          <a:ln/>
        </p:spPr>
        <p:txBody>
          <a:bodyPr/>
          <a:lstStyle/>
          <a:p>
            <a:endParaRPr/>
          </a:p>
        </p:txBody>
      </p:sp>
      <p:pic>
        <p:nvPicPr>
          <p:cNvPr id="74" name="Image 0" descr="exports\_hulp2\img\Document.png"/>
          <p:cNvPicPr>
            <a:picLocks noChangeAspect="1"/>
          </p:cNvPicPr>
          <p:nvPr/>
        </p:nvPicPr>
        <p:blipFill>
          <a:blip r:embed="rId3"/>
          <a:stretch>
            <a:fillRect/>
          </a:stretch>
        </p:blipFill>
        <p:spPr>
          <a:xfrm>
            <a:off x="4678528" y="1554480"/>
            <a:ext cx="1005840" cy="1005840"/>
          </a:xfrm>
          <a:prstGeom prst="rect">
            <a:avLst/>
          </a:prstGeom>
        </p:spPr>
      </p:pic>
      <p:sp>
        <p:nvSpPr>
          <p:cNvPr id="75" name="Text 72"/>
          <p:cNvSpPr/>
          <p:nvPr/>
        </p:nvSpPr>
        <p:spPr>
          <a:xfrm>
            <a:off x="822960" y="1645920"/>
            <a:ext cx="476996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/2-schetsen</a:t>
            </a:r>
            <a:endParaRPr lang="en-US" sz="2200" dirty="0"/>
          </a:p>
        </p:txBody>
      </p:sp>
      <p:sp>
        <p:nvSpPr>
          <p:cNvPr id="76" name="Text 73"/>
          <p:cNvSpPr/>
          <p:nvPr/>
        </p:nvSpPr>
        <p:spPr>
          <a:xfrm>
            <a:off x="822960" y="2258568"/>
            <a:ext cx="476996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Je dashboard in grijs, nog zonder getallen.</a:t>
            </a:r>
            <a:endParaRPr lang="en-US" sz="1500" dirty="0"/>
          </a:p>
        </p:txBody>
      </p:sp>
      <p:sp>
        <p:nvSpPr>
          <p:cNvPr id="77" name="Text 74"/>
          <p:cNvSpPr/>
          <p:nvPr/>
        </p:nvSpPr>
        <p:spPr>
          <a:xfrm>
            <a:off x="822960" y="2711958"/>
            <a:ext cx="476996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78" name="Text 75"/>
          <p:cNvSpPr/>
          <p:nvPr/>
        </p:nvSpPr>
        <p:spPr>
          <a:xfrm>
            <a:off x="822960" y="3059430"/>
            <a:ext cx="476996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schets.html</a:t>
            </a:r>
            <a:endParaRPr lang="en-US" sz="1500" dirty="0"/>
          </a:p>
        </p:txBody>
      </p:sp>
      <p:sp>
        <p:nvSpPr>
          <p:cNvPr id="79" name="Shape 76"/>
          <p:cNvSpPr/>
          <p:nvPr/>
        </p:nvSpPr>
        <p:spPr>
          <a:xfrm>
            <a:off x="5976976" y="2377440"/>
            <a:ext cx="237744" cy="548640"/>
          </a:xfrm>
          <a:prstGeom prst="chevron">
            <a:avLst/>
          </a:prstGeom>
          <a:solidFill>
            <a:srgbClr val="3D68EC"/>
          </a:solidFill>
          <a:ln/>
        </p:spPr>
        <p:txBody>
          <a:bodyPr/>
          <a:lstStyle/>
          <a:p>
            <a:endParaRPr/>
          </a:p>
        </p:txBody>
      </p:sp>
      <p:sp>
        <p:nvSpPr>
          <p:cNvPr id="80" name="Shape 77"/>
          <p:cNvSpPr/>
          <p:nvPr/>
        </p:nvSpPr>
        <p:spPr>
          <a:xfrm>
            <a:off x="6324448" y="1371600"/>
            <a:ext cx="5318608" cy="2560320"/>
          </a:xfrm>
          <a:prstGeom prst="roundRect">
            <a:avLst>
              <a:gd name="adj" fmla="val 3571"/>
            </a:avLst>
          </a:prstGeom>
          <a:solidFill>
            <a:srgbClr val="DD784B"/>
          </a:solidFill>
          <a:ln/>
        </p:spPr>
        <p:txBody>
          <a:bodyPr/>
          <a:lstStyle/>
          <a:p>
            <a:endParaRPr/>
          </a:p>
        </p:txBody>
      </p:sp>
      <p:pic>
        <p:nvPicPr>
          <p:cNvPr id="81" name="Image 1" descr="exports\_hulp2\img\learninganalystics.png"/>
          <p:cNvPicPr>
            <a:picLocks noChangeAspect="1"/>
          </p:cNvPicPr>
          <p:nvPr/>
        </p:nvPicPr>
        <p:blipFill>
          <a:blip r:embed="rId4"/>
          <a:stretch>
            <a:fillRect/>
          </a:stretch>
        </p:blipFill>
        <p:spPr>
          <a:xfrm>
            <a:off x="10454335" y="1554480"/>
            <a:ext cx="1005840" cy="1005840"/>
          </a:xfrm>
          <a:prstGeom prst="rect">
            <a:avLst/>
          </a:prstGeom>
        </p:spPr>
      </p:pic>
      <p:sp>
        <p:nvSpPr>
          <p:cNvPr id="82" name="Text 78"/>
          <p:cNvSpPr/>
          <p:nvPr/>
        </p:nvSpPr>
        <p:spPr>
          <a:xfrm>
            <a:off x="6598768" y="1645920"/>
            <a:ext cx="476996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/3-bouwen</a:t>
            </a:r>
            <a:endParaRPr lang="en-US" sz="2200" dirty="0"/>
          </a:p>
        </p:txBody>
      </p:sp>
      <p:sp>
        <p:nvSpPr>
          <p:cNvPr id="83" name="Text 79"/>
          <p:cNvSpPr/>
          <p:nvPr/>
        </p:nvSpPr>
        <p:spPr>
          <a:xfrm>
            <a:off x="6598768" y="2258568"/>
            <a:ext cx="476996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Bouwt alle grafieken uit de schets.</a:t>
            </a:r>
            <a:endParaRPr lang="en-US" sz="1500" dirty="0"/>
          </a:p>
        </p:txBody>
      </p:sp>
      <p:sp>
        <p:nvSpPr>
          <p:cNvPr id="84" name="Text 80"/>
          <p:cNvSpPr/>
          <p:nvPr/>
        </p:nvSpPr>
        <p:spPr>
          <a:xfrm>
            <a:off x="6598768" y="2711958"/>
            <a:ext cx="476996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5" name="Text 81"/>
          <p:cNvSpPr/>
          <p:nvPr/>
        </p:nvSpPr>
        <p:spPr>
          <a:xfrm>
            <a:off x="6598768" y="3059430"/>
            <a:ext cx="476996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dashboard.html</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Kijk mee: van schets tot dashboard</a:t>
            </a:r>
            <a:endParaRPr lang="en-US" sz="3400" dirty="0"/>
          </a:p>
        </p:txBody>
      </p:sp>
      <p:pic>
        <p:nvPicPr>
          <p:cNvPr id="73" name="Video 3 · 2:13 · ronde 2, schetsen en bouwen">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2621128" y="1371600"/>
            <a:ext cx="6949440" cy="4343400"/>
          </a:xfrm>
          <a:prstGeom prst="rect">
            <a:avLst/>
          </a:prstGeom>
        </p:spPr>
      </p:pic>
      <p:sp>
        <p:nvSpPr>
          <p:cNvPr id="74" name="Text 71"/>
          <p:cNvSpPr/>
          <p:nvPr/>
        </p:nvSpPr>
        <p:spPr>
          <a:xfrm>
            <a:off x="548640" y="5852160"/>
            <a:ext cx="1109441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Video 3 · 2:13 · ronde 2, schetsen en bouwen</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NL"/>
          </a:p>
        </p:txBody>
      </p:sp>
      <p:sp>
        <p:nvSpPr>
          <p:cNvPr id="3" name="Shape 1"/>
          <p:cNvSpPr/>
          <p:nvPr/>
        </p:nvSpPr>
        <p:spPr>
          <a:xfrm>
            <a:off x="11212173" y="399224"/>
            <a:ext cx="34616" cy="34616"/>
          </a:xfrm>
          <a:prstGeom prst="ellipse">
            <a:avLst/>
          </a:prstGeom>
          <a:solidFill>
            <a:srgbClr val="000000"/>
          </a:solidFill>
          <a:ln/>
        </p:spPr>
        <p:txBody>
          <a:bodyPr/>
          <a:lstStyle/>
          <a:p>
            <a:endParaRPr lang="en-NL"/>
          </a:p>
        </p:txBody>
      </p:sp>
      <p:sp>
        <p:nvSpPr>
          <p:cNvPr id="4" name="Shape 2"/>
          <p:cNvSpPr/>
          <p:nvPr/>
        </p:nvSpPr>
        <p:spPr>
          <a:xfrm>
            <a:off x="11398641" y="399224"/>
            <a:ext cx="34616" cy="34616"/>
          </a:xfrm>
          <a:prstGeom prst="ellipse">
            <a:avLst/>
          </a:prstGeom>
          <a:solidFill>
            <a:srgbClr val="000000"/>
          </a:solidFill>
          <a:ln/>
        </p:spPr>
        <p:txBody>
          <a:bodyPr/>
          <a:lstStyle/>
          <a:p>
            <a:endParaRPr lang="en-NL"/>
          </a:p>
        </p:txBody>
      </p:sp>
      <p:sp>
        <p:nvSpPr>
          <p:cNvPr id="5" name="Shape 3"/>
          <p:cNvSpPr/>
          <p:nvPr/>
        </p:nvSpPr>
        <p:spPr>
          <a:xfrm>
            <a:off x="11258374" y="435357"/>
            <a:ext cx="51936" cy="51936"/>
          </a:xfrm>
          <a:prstGeom prst="ellipse">
            <a:avLst/>
          </a:prstGeom>
          <a:solidFill>
            <a:srgbClr val="000000"/>
          </a:solidFill>
          <a:ln/>
        </p:spPr>
        <p:txBody>
          <a:bodyPr/>
          <a:lstStyle/>
          <a:p>
            <a:endParaRPr lang="en-NL"/>
          </a:p>
        </p:txBody>
      </p:sp>
      <p:sp>
        <p:nvSpPr>
          <p:cNvPr id="6" name="Shape 4"/>
          <p:cNvSpPr/>
          <p:nvPr/>
        </p:nvSpPr>
        <p:spPr>
          <a:xfrm>
            <a:off x="11335407" y="435306"/>
            <a:ext cx="51718" cy="51718"/>
          </a:xfrm>
          <a:prstGeom prst="ellipse">
            <a:avLst/>
          </a:prstGeom>
          <a:solidFill>
            <a:srgbClr val="000000"/>
          </a:solidFill>
          <a:ln/>
        </p:spPr>
        <p:txBody>
          <a:bodyPr/>
          <a:lstStyle/>
          <a:p>
            <a:endParaRPr lang="en-NL"/>
          </a:p>
        </p:txBody>
      </p:sp>
      <p:sp>
        <p:nvSpPr>
          <p:cNvPr id="7" name="Shape 5"/>
          <p:cNvSpPr/>
          <p:nvPr/>
        </p:nvSpPr>
        <p:spPr>
          <a:xfrm>
            <a:off x="11127388" y="442398"/>
            <a:ext cx="35294" cy="35294"/>
          </a:xfrm>
          <a:prstGeom prst="ellipse">
            <a:avLst/>
          </a:prstGeom>
          <a:solidFill>
            <a:srgbClr val="000000"/>
          </a:solidFill>
          <a:ln/>
        </p:spPr>
        <p:txBody>
          <a:bodyPr/>
          <a:lstStyle/>
          <a:p>
            <a:endParaRPr lang="en-NL"/>
          </a:p>
        </p:txBody>
      </p:sp>
      <p:sp>
        <p:nvSpPr>
          <p:cNvPr id="8" name="Shape 6"/>
          <p:cNvSpPr/>
          <p:nvPr/>
        </p:nvSpPr>
        <p:spPr>
          <a:xfrm>
            <a:off x="11482145" y="441649"/>
            <a:ext cx="35960" cy="35960"/>
          </a:xfrm>
          <a:prstGeom prst="ellipse">
            <a:avLst/>
          </a:prstGeom>
          <a:solidFill>
            <a:srgbClr val="000000"/>
          </a:solidFill>
          <a:ln/>
        </p:spPr>
        <p:txBody>
          <a:bodyPr/>
          <a:lstStyle/>
          <a:p>
            <a:endParaRPr lang="en-NL"/>
          </a:p>
        </p:txBody>
      </p:sp>
      <p:sp>
        <p:nvSpPr>
          <p:cNvPr id="9" name="Shape 7"/>
          <p:cNvSpPr/>
          <p:nvPr/>
        </p:nvSpPr>
        <p:spPr>
          <a:xfrm>
            <a:off x="11185603" y="459328"/>
            <a:ext cx="52167" cy="52167"/>
          </a:xfrm>
          <a:prstGeom prst="ellipse">
            <a:avLst/>
          </a:prstGeom>
          <a:solidFill>
            <a:srgbClr val="000000"/>
          </a:solidFill>
          <a:ln/>
        </p:spPr>
        <p:txBody>
          <a:bodyPr/>
          <a:lstStyle/>
          <a:p>
            <a:endParaRPr lang="en-NL"/>
          </a:p>
        </p:txBody>
      </p:sp>
      <p:sp>
        <p:nvSpPr>
          <p:cNvPr id="10" name="Shape 8"/>
          <p:cNvSpPr/>
          <p:nvPr/>
        </p:nvSpPr>
        <p:spPr>
          <a:xfrm>
            <a:off x="11408043" y="458713"/>
            <a:ext cx="52384" cy="52384"/>
          </a:xfrm>
          <a:prstGeom prst="ellipse">
            <a:avLst/>
          </a:prstGeom>
          <a:solidFill>
            <a:srgbClr val="000000"/>
          </a:solidFill>
          <a:ln/>
        </p:spPr>
        <p:txBody>
          <a:bodyPr/>
          <a:lstStyle/>
          <a:p>
            <a:endParaRPr lang="en-NL"/>
          </a:p>
        </p:txBody>
      </p:sp>
      <p:sp>
        <p:nvSpPr>
          <p:cNvPr id="11" name="Shape 9"/>
          <p:cNvSpPr/>
          <p:nvPr/>
        </p:nvSpPr>
        <p:spPr>
          <a:xfrm>
            <a:off x="11241891" y="499749"/>
            <a:ext cx="36613" cy="36613"/>
          </a:xfrm>
          <a:prstGeom prst="ellipse">
            <a:avLst/>
          </a:prstGeom>
          <a:solidFill>
            <a:srgbClr val="000000"/>
          </a:solidFill>
          <a:ln/>
        </p:spPr>
        <p:txBody>
          <a:bodyPr/>
          <a:lstStyle/>
          <a:p>
            <a:endParaRPr lang="en-NL"/>
          </a:p>
        </p:txBody>
      </p:sp>
      <p:sp>
        <p:nvSpPr>
          <p:cNvPr id="12" name="Shape 10"/>
          <p:cNvSpPr/>
          <p:nvPr/>
        </p:nvSpPr>
        <p:spPr>
          <a:xfrm>
            <a:off x="11294557" y="500146"/>
            <a:ext cx="57223" cy="57223"/>
          </a:xfrm>
          <a:prstGeom prst="ellipse">
            <a:avLst/>
          </a:prstGeom>
          <a:solidFill>
            <a:srgbClr val="000000"/>
          </a:solidFill>
          <a:ln/>
        </p:spPr>
        <p:txBody>
          <a:bodyPr/>
          <a:lstStyle/>
          <a:p>
            <a:endParaRPr lang="en-NL"/>
          </a:p>
        </p:txBody>
      </p:sp>
      <p:sp>
        <p:nvSpPr>
          <p:cNvPr id="13" name="Shape 11"/>
          <p:cNvSpPr/>
          <p:nvPr/>
        </p:nvSpPr>
        <p:spPr>
          <a:xfrm>
            <a:off x="11364102" y="498770"/>
            <a:ext cx="35294" cy="35294"/>
          </a:xfrm>
          <a:prstGeom prst="ellipse">
            <a:avLst/>
          </a:prstGeom>
          <a:solidFill>
            <a:srgbClr val="000000"/>
          </a:solidFill>
          <a:ln/>
        </p:spPr>
        <p:txBody>
          <a:bodyPr/>
          <a:lstStyle/>
          <a:p>
            <a:endParaRPr lang="en-NL"/>
          </a:p>
        </p:txBody>
      </p:sp>
      <p:sp>
        <p:nvSpPr>
          <p:cNvPr id="14" name="Shape 12"/>
          <p:cNvSpPr/>
          <p:nvPr/>
        </p:nvSpPr>
        <p:spPr>
          <a:xfrm>
            <a:off x="11123515" y="504524"/>
            <a:ext cx="51936" cy="51936"/>
          </a:xfrm>
          <a:prstGeom prst="ellipse">
            <a:avLst/>
          </a:prstGeom>
          <a:solidFill>
            <a:srgbClr val="000000"/>
          </a:solidFill>
          <a:ln/>
        </p:spPr>
        <p:txBody>
          <a:bodyPr/>
          <a:lstStyle/>
          <a:p>
            <a:endParaRPr lang="en-NL"/>
          </a:p>
        </p:txBody>
      </p:sp>
      <p:sp>
        <p:nvSpPr>
          <p:cNvPr id="15" name="Shape 13"/>
          <p:cNvSpPr/>
          <p:nvPr/>
        </p:nvSpPr>
        <p:spPr>
          <a:xfrm>
            <a:off x="11470202" y="504300"/>
            <a:ext cx="52384" cy="52384"/>
          </a:xfrm>
          <a:prstGeom prst="ellipse">
            <a:avLst/>
          </a:prstGeom>
          <a:solidFill>
            <a:srgbClr val="000000"/>
          </a:solidFill>
          <a:ln/>
        </p:spPr>
        <p:txBody>
          <a:bodyPr/>
          <a:lstStyle/>
          <a:p>
            <a:endParaRPr lang="en-NL"/>
          </a:p>
        </p:txBody>
      </p:sp>
      <p:sp>
        <p:nvSpPr>
          <p:cNvPr id="16" name="Shape 14"/>
          <p:cNvSpPr/>
          <p:nvPr/>
        </p:nvSpPr>
        <p:spPr>
          <a:xfrm>
            <a:off x="11060774" y="508825"/>
            <a:ext cx="35627" cy="35627"/>
          </a:xfrm>
          <a:prstGeom prst="ellipse">
            <a:avLst/>
          </a:prstGeom>
          <a:solidFill>
            <a:srgbClr val="000000"/>
          </a:solidFill>
          <a:ln/>
        </p:spPr>
        <p:txBody>
          <a:bodyPr/>
          <a:lstStyle/>
          <a:p>
            <a:endParaRPr lang="en-NL"/>
          </a:p>
        </p:txBody>
      </p:sp>
      <p:sp>
        <p:nvSpPr>
          <p:cNvPr id="17" name="Shape 15"/>
          <p:cNvSpPr/>
          <p:nvPr/>
        </p:nvSpPr>
        <p:spPr>
          <a:xfrm>
            <a:off x="11548535" y="508038"/>
            <a:ext cx="36613" cy="36613"/>
          </a:xfrm>
          <a:prstGeom prst="ellipse">
            <a:avLst/>
          </a:prstGeom>
          <a:solidFill>
            <a:srgbClr val="000000"/>
          </a:solidFill>
          <a:ln/>
        </p:spPr>
        <p:txBody>
          <a:bodyPr/>
          <a:lstStyle/>
          <a:p>
            <a:endParaRPr lang="en-NL"/>
          </a:p>
        </p:txBody>
      </p:sp>
      <p:sp>
        <p:nvSpPr>
          <p:cNvPr id="18" name="Shape 16"/>
          <p:cNvSpPr/>
          <p:nvPr/>
        </p:nvSpPr>
        <p:spPr>
          <a:xfrm>
            <a:off x="11191466" y="533379"/>
            <a:ext cx="57825" cy="57825"/>
          </a:xfrm>
          <a:prstGeom prst="ellipse">
            <a:avLst/>
          </a:prstGeom>
          <a:solidFill>
            <a:srgbClr val="000000"/>
          </a:solidFill>
          <a:ln/>
        </p:spPr>
        <p:txBody>
          <a:bodyPr/>
          <a:lstStyle/>
          <a:p>
            <a:endParaRPr lang="en-NL"/>
          </a:p>
        </p:txBody>
      </p:sp>
      <p:sp>
        <p:nvSpPr>
          <p:cNvPr id="19" name="Shape 17"/>
          <p:cNvSpPr/>
          <p:nvPr/>
        </p:nvSpPr>
        <p:spPr>
          <a:xfrm>
            <a:off x="11396535" y="533494"/>
            <a:ext cx="57428" cy="57428"/>
          </a:xfrm>
          <a:prstGeom prst="ellipse">
            <a:avLst/>
          </a:prstGeom>
          <a:solidFill>
            <a:srgbClr val="000000"/>
          </a:solidFill>
          <a:ln/>
        </p:spPr>
        <p:txBody>
          <a:bodyPr/>
          <a:lstStyle/>
          <a:p>
            <a:endParaRPr lang="en-NL"/>
          </a:p>
        </p:txBody>
      </p:sp>
      <p:sp>
        <p:nvSpPr>
          <p:cNvPr id="20" name="Shape 18"/>
          <p:cNvSpPr/>
          <p:nvPr/>
        </p:nvSpPr>
        <p:spPr>
          <a:xfrm>
            <a:off x="11079087" y="567226"/>
            <a:ext cx="51270" cy="51270"/>
          </a:xfrm>
          <a:prstGeom prst="ellipse">
            <a:avLst/>
          </a:prstGeom>
          <a:solidFill>
            <a:srgbClr val="000000"/>
          </a:solidFill>
          <a:ln/>
        </p:spPr>
        <p:txBody>
          <a:bodyPr/>
          <a:lstStyle/>
          <a:p>
            <a:endParaRPr lang="en-NL"/>
          </a:p>
        </p:txBody>
      </p:sp>
      <p:sp>
        <p:nvSpPr>
          <p:cNvPr id="21" name="Shape 19"/>
          <p:cNvSpPr/>
          <p:nvPr/>
        </p:nvSpPr>
        <p:spPr>
          <a:xfrm>
            <a:off x="11339728" y="567053"/>
            <a:ext cx="34616" cy="34616"/>
          </a:xfrm>
          <a:prstGeom prst="ellipse">
            <a:avLst/>
          </a:prstGeom>
          <a:solidFill>
            <a:srgbClr val="000000"/>
          </a:solidFill>
          <a:ln/>
        </p:spPr>
        <p:txBody>
          <a:bodyPr/>
          <a:lstStyle/>
          <a:p>
            <a:endParaRPr lang="en-NL"/>
          </a:p>
        </p:txBody>
      </p:sp>
      <p:sp>
        <p:nvSpPr>
          <p:cNvPr id="22" name="Shape 20"/>
          <p:cNvSpPr/>
          <p:nvPr/>
        </p:nvSpPr>
        <p:spPr>
          <a:xfrm>
            <a:off x="11515167" y="566234"/>
            <a:ext cx="52819" cy="52819"/>
          </a:xfrm>
          <a:prstGeom prst="ellipse">
            <a:avLst/>
          </a:prstGeom>
          <a:solidFill>
            <a:srgbClr val="000000"/>
          </a:solidFill>
          <a:ln/>
        </p:spPr>
        <p:txBody>
          <a:bodyPr/>
          <a:lstStyle/>
          <a:p>
            <a:endParaRPr lang="en-NL"/>
          </a:p>
        </p:txBody>
      </p:sp>
      <p:sp>
        <p:nvSpPr>
          <p:cNvPr id="23" name="Shape 21"/>
          <p:cNvSpPr/>
          <p:nvPr/>
        </p:nvSpPr>
        <p:spPr>
          <a:xfrm>
            <a:off x="11262860" y="569742"/>
            <a:ext cx="34961" cy="34961"/>
          </a:xfrm>
          <a:prstGeom prst="ellipse">
            <a:avLst/>
          </a:prstGeom>
          <a:solidFill>
            <a:srgbClr val="000000"/>
          </a:solidFill>
          <a:ln/>
        </p:spPr>
        <p:txBody>
          <a:bodyPr/>
          <a:lstStyle/>
          <a:p>
            <a:endParaRPr lang="en-NL"/>
          </a:p>
        </p:txBody>
      </p:sp>
      <p:sp>
        <p:nvSpPr>
          <p:cNvPr id="24" name="Shape 22"/>
          <p:cNvSpPr/>
          <p:nvPr/>
        </p:nvSpPr>
        <p:spPr>
          <a:xfrm>
            <a:off x="11462521" y="569818"/>
            <a:ext cx="35294" cy="35294"/>
          </a:xfrm>
          <a:prstGeom prst="ellipse">
            <a:avLst/>
          </a:prstGeom>
          <a:solidFill>
            <a:srgbClr val="000000"/>
          </a:solidFill>
          <a:ln/>
        </p:spPr>
        <p:txBody>
          <a:bodyPr/>
          <a:lstStyle/>
          <a:p>
            <a:endParaRPr lang="en-NL"/>
          </a:p>
        </p:txBody>
      </p:sp>
      <p:sp>
        <p:nvSpPr>
          <p:cNvPr id="25" name="Shape 23"/>
          <p:cNvSpPr/>
          <p:nvPr/>
        </p:nvSpPr>
        <p:spPr>
          <a:xfrm>
            <a:off x="11145681" y="573441"/>
            <a:ext cx="34270" cy="34270"/>
          </a:xfrm>
          <a:prstGeom prst="ellipse">
            <a:avLst/>
          </a:prstGeom>
          <a:solidFill>
            <a:srgbClr val="000000"/>
          </a:solidFill>
          <a:ln/>
        </p:spPr>
        <p:txBody>
          <a:bodyPr/>
          <a:lstStyle/>
          <a:p>
            <a:endParaRPr lang="en-NL"/>
          </a:p>
        </p:txBody>
      </p:sp>
      <p:sp>
        <p:nvSpPr>
          <p:cNvPr id="26" name="Shape 24"/>
          <p:cNvSpPr/>
          <p:nvPr/>
        </p:nvSpPr>
        <p:spPr>
          <a:xfrm>
            <a:off x="11592015" y="593213"/>
            <a:ext cx="35294" cy="35294"/>
          </a:xfrm>
          <a:prstGeom prst="ellipse">
            <a:avLst/>
          </a:prstGeom>
          <a:solidFill>
            <a:srgbClr val="000000"/>
          </a:solidFill>
          <a:ln/>
        </p:spPr>
        <p:txBody>
          <a:bodyPr/>
          <a:lstStyle/>
          <a:p>
            <a:endParaRPr lang="en-NL"/>
          </a:p>
        </p:txBody>
      </p:sp>
      <p:sp>
        <p:nvSpPr>
          <p:cNvPr id="27" name="Shape 25"/>
          <p:cNvSpPr/>
          <p:nvPr/>
        </p:nvSpPr>
        <p:spPr>
          <a:xfrm>
            <a:off x="11019124" y="593444"/>
            <a:ext cx="34616" cy="34616"/>
          </a:xfrm>
          <a:prstGeom prst="ellipse">
            <a:avLst/>
          </a:prstGeom>
          <a:solidFill>
            <a:srgbClr val="000000"/>
          </a:solidFill>
          <a:ln/>
        </p:spPr>
        <p:txBody>
          <a:bodyPr/>
          <a:lstStyle/>
          <a:p>
            <a:endParaRPr lang="en-NL"/>
          </a:p>
        </p:txBody>
      </p:sp>
      <p:sp>
        <p:nvSpPr>
          <p:cNvPr id="28" name="Shape 26"/>
          <p:cNvSpPr/>
          <p:nvPr/>
        </p:nvSpPr>
        <p:spPr>
          <a:xfrm>
            <a:off x="11403576" y="610214"/>
            <a:ext cx="34961" cy="34961"/>
          </a:xfrm>
          <a:prstGeom prst="ellipse">
            <a:avLst/>
          </a:prstGeom>
          <a:solidFill>
            <a:srgbClr val="000000"/>
          </a:solidFill>
          <a:ln/>
        </p:spPr>
        <p:txBody>
          <a:bodyPr/>
          <a:lstStyle/>
          <a:p>
            <a:endParaRPr lang="en-NL"/>
          </a:p>
        </p:txBody>
      </p:sp>
      <p:sp>
        <p:nvSpPr>
          <p:cNvPr id="29" name="Shape 27"/>
          <p:cNvSpPr/>
          <p:nvPr/>
        </p:nvSpPr>
        <p:spPr>
          <a:xfrm>
            <a:off x="11201662" y="616570"/>
            <a:ext cx="35627" cy="35627"/>
          </a:xfrm>
          <a:prstGeom prst="ellipse">
            <a:avLst/>
          </a:prstGeom>
          <a:solidFill>
            <a:srgbClr val="000000"/>
          </a:solidFill>
          <a:ln/>
        </p:spPr>
        <p:txBody>
          <a:bodyPr/>
          <a:lstStyle/>
          <a:p>
            <a:endParaRPr lang="en-NL"/>
          </a:p>
        </p:txBody>
      </p:sp>
      <p:sp>
        <p:nvSpPr>
          <p:cNvPr id="30" name="Shape 28"/>
          <p:cNvSpPr/>
          <p:nvPr/>
        </p:nvSpPr>
        <p:spPr>
          <a:xfrm>
            <a:off x="11127484" y="620705"/>
            <a:ext cx="58030" cy="58030"/>
          </a:xfrm>
          <a:prstGeom prst="ellipse">
            <a:avLst/>
          </a:prstGeom>
          <a:solidFill>
            <a:srgbClr val="000000"/>
          </a:solidFill>
          <a:ln/>
        </p:spPr>
        <p:txBody>
          <a:bodyPr/>
          <a:lstStyle/>
          <a:p>
            <a:endParaRPr lang="en-NL"/>
          </a:p>
        </p:txBody>
      </p:sp>
      <p:sp>
        <p:nvSpPr>
          <p:cNvPr id="31" name="Shape 29"/>
          <p:cNvSpPr/>
          <p:nvPr/>
        </p:nvSpPr>
        <p:spPr>
          <a:xfrm>
            <a:off x="11460767" y="620852"/>
            <a:ext cx="57428" cy="57428"/>
          </a:xfrm>
          <a:prstGeom prst="ellipse">
            <a:avLst/>
          </a:prstGeom>
          <a:solidFill>
            <a:srgbClr val="000000"/>
          </a:solidFill>
          <a:ln/>
        </p:spPr>
        <p:txBody>
          <a:bodyPr/>
          <a:lstStyle/>
          <a:p>
            <a:endParaRPr lang="en-NL"/>
          </a:p>
        </p:txBody>
      </p:sp>
      <p:sp>
        <p:nvSpPr>
          <p:cNvPr id="32" name="Shape 30"/>
          <p:cNvSpPr/>
          <p:nvPr/>
        </p:nvSpPr>
        <p:spPr>
          <a:xfrm>
            <a:off x="11055219" y="640144"/>
            <a:ext cx="51718" cy="51718"/>
          </a:xfrm>
          <a:prstGeom prst="ellipse">
            <a:avLst/>
          </a:prstGeom>
          <a:solidFill>
            <a:srgbClr val="000000"/>
          </a:solidFill>
          <a:ln/>
        </p:spPr>
        <p:txBody>
          <a:bodyPr/>
          <a:lstStyle/>
          <a:p>
            <a:endParaRPr lang="en-NL"/>
          </a:p>
        </p:txBody>
      </p:sp>
      <p:sp>
        <p:nvSpPr>
          <p:cNvPr id="33" name="Shape 31"/>
          <p:cNvSpPr/>
          <p:nvPr/>
        </p:nvSpPr>
        <p:spPr>
          <a:xfrm>
            <a:off x="11539330" y="640266"/>
            <a:ext cx="51270" cy="51270"/>
          </a:xfrm>
          <a:prstGeom prst="ellipse">
            <a:avLst/>
          </a:prstGeom>
          <a:solidFill>
            <a:srgbClr val="000000"/>
          </a:solidFill>
          <a:ln/>
        </p:spPr>
        <p:txBody>
          <a:bodyPr/>
          <a:lstStyle/>
          <a:p>
            <a:endParaRPr lang="en-NL"/>
          </a:p>
        </p:txBody>
      </p:sp>
      <p:sp>
        <p:nvSpPr>
          <p:cNvPr id="34" name="Shape 32"/>
          <p:cNvSpPr/>
          <p:nvPr/>
        </p:nvSpPr>
        <p:spPr>
          <a:xfrm>
            <a:off x="11429576" y="682274"/>
            <a:ext cx="35627" cy="35627"/>
          </a:xfrm>
          <a:prstGeom prst="ellipse">
            <a:avLst/>
          </a:prstGeom>
          <a:solidFill>
            <a:srgbClr val="000000"/>
          </a:solidFill>
          <a:ln/>
        </p:spPr>
        <p:txBody>
          <a:bodyPr/>
          <a:lstStyle/>
          <a:p>
            <a:endParaRPr lang="en-NL"/>
          </a:p>
        </p:txBody>
      </p:sp>
      <p:sp>
        <p:nvSpPr>
          <p:cNvPr id="35" name="Shape 33"/>
          <p:cNvSpPr/>
          <p:nvPr/>
        </p:nvSpPr>
        <p:spPr>
          <a:xfrm>
            <a:off x="11004076" y="687222"/>
            <a:ext cx="34616" cy="34616"/>
          </a:xfrm>
          <a:prstGeom prst="ellipse">
            <a:avLst/>
          </a:prstGeom>
          <a:solidFill>
            <a:srgbClr val="000000"/>
          </a:solidFill>
          <a:ln/>
        </p:spPr>
        <p:txBody>
          <a:bodyPr/>
          <a:lstStyle/>
          <a:p>
            <a:endParaRPr lang="en-NL"/>
          </a:p>
        </p:txBody>
      </p:sp>
      <p:sp>
        <p:nvSpPr>
          <p:cNvPr id="36" name="Shape 34"/>
          <p:cNvSpPr/>
          <p:nvPr/>
        </p:nvSpPr>
        <p:spPr>
          <a:xfrm>
            <a:off x="11502052" y="685321"/>
            <a:ext cx="34270" cy="34270"/>
          </a:xfrm>
          <a:prstGeom prst="ellipse">
            <a:avLst/>
          </a:prstGeom>
          <a:solidFill>
            <a:srgbClr val="000000"/>
          </a:solidFill>
          <a:ln/>
        </p:spPr>
        <p:txBody>
          <a:bodyPr/>
          <a:lstStyle/>
          <a:p>
            <a:endParaRPr lang="en-NL"/>
          </a:p>
        </p:txBody>
      </p:sp>
      <p:sp>
        <p:nvSpPr>
          <p:cNvPr id="37" name="Shape 35"/>
          <p:cNvSpPr/>
          <p:nvPr/>
        </p:nvSpPr>
        <p:spPr>
          <a:xfrm>
            <a:off x="11606321" y="686422"/>
            <a:ext cx="35627" cy="35627"/>
          </a:xfrm>
          <a:prstGeom prst="ellipse">
            <a:avLst/>
          </a:prstGeom>
          <a:solidFill>
            <a:srgbClr val="000000"/>
          </a:solidFill>
          <a:ln/>
        </p:spPr>
        <p:txBody>
          <a:bodyPr/>
          <a:lstStyle/>
          <a:p>
            <a:endParaRPr lang="en-NL"/>
          </a:p>
        </p:txBody>
      </p:sp>
      <p:sp>
        <p:nvSpPr>
          <p:cNvPr id="38" name="Shape 36"/>
          <p:cNvSpPr/>
          <p:nvPr/>
        </p:nvSpPr>
        <p:spPr>
          <a:xfrm>
            <a:off x="11108908" y="688957"/>
            <a:ext cx="35294" cy="35294"/>
          </a:xfrm>
          <a:prstGeom prst="ellipse">
            <a:avLst/>
          </a:prstGeom>
          <a:solidFill>
            <a:srgbClr val="000000"/>
          </a:solidFill>
          <a:ln/>
        </p:spPr>
        <p:txBody>
          <a:bodyPr/>
          <a:lstStyle/>
          <a:p>
            <a:endParaRPr lang="en-NL"/>
          </a:p>
        </p:txBody>
      </p:sp>
      <p:sp>
        <p:nvSpPr>
          <p:cNvPr id="39" name="Shape 37"/>
          <p:cNvSpPr/>
          <p:nvPr/>
        </p:nvSpPr>
        <p:spPr>
          <a:xfrm>
            <a:off x="11179733" y="690371"/>
            <a:ext cx="36613" cy="36613"/>
          </a:xfrm>
          <a:prstGeom prst="ellipse">
            <a:avLst/>
          </a:prstGeom>
          <a:solidFill>
            <a:srgbClr val="000000"/>
          </a:solidFill>
          <a:ln/>
        </p:spPr>
        <p:txBody>
          <a:bodyPr/>
          <a:lstStyle/>
          <a:p>
            <a:endParaRPr lang="en-NL"/>
          </a:p>
        </p:txBody>
      </p:sp>
      <p:sp>
        <p:nvSpPr>
          <p:cNvPr id="40" name="Shape 38"/>
          <p:cNvSpPr/>
          <p:nvPr/>
        </p:nvSpPr>
        <p:spPr>
          <a:xfrm>
            <a:off x="11054764" y="716576"/>
            <a:ext cx="51936" cy="51936"/>
          </a:xfrm>
          <a:prstGeom prst="ellipse">
            <a:avLst/>
          </a:prstGeom>
          <a:solidFill>
            <a:srgbClr val="000000"/>
          </a:solidFill>
          <a:ln/>
        </p:spPr>
        <p:txBody>
          <a:bodyPr/>
          <a:lstStyle/>
          <a:p>
            <a:endParaRPr lang="en-NL"/>
          </a:p>
        </p:txBody>
      </p:sp>
      <p:sp>
        <p:nvSpPr>
          <p:cNvPr id="41" name="Shape 39"/>
          <p:cNvSpPr/>
          <p:nvPr/>
        </p:nvSpPr>
        <p:spPr>
          <a:xfrm>
            <a:off x="11539023" y="716851"/>
            <a:ext cx="51488" cy="51488"/>
          </a:xfrm>
          <a:prstGeom prst="ellipse">
            <a:avLst/>
          </a:prstGeom>
          <a:solidFill>
            <a:srgbClr val="000000"/>
          </a:solidFill>
          <a:ln/>
        </p:spPr>
        <p:txBody>
          <a:bodyPr/>
          <a:lstStyle/>
          <a:p>
            <a:endParaRPr lang="en-NL"/>
          </a:p>
        </p:txBody>
      </p:sp>
      <p:sp>
        <p:nvSpPr>
          <p:cNvPr id="42" name="Shape 40"/>
          <p:cNvSpPr/>
          <p:nvPr/>
        </p:nvSpPr>
        <p:spPr>
          <a:xfrm>
            <a:off x="11127490" y="729288"/>
            <a:ext cx="58222" cy="58222"/>
          </a:xfrm>
          <a:prstGeom prst="ellipse">
            <a:avLst/>
          </a:prstGeom>
          <a:solidFill>
            <a:srgbClr val="000000"/>
          </a:solidFill>
          <a:ln/>
        </p:spPr>
        <p:txBody>
          <a:bodyPr/>
          <a:lstStyle/>
          <a:p>
            <a:endParaRPr lang="en-NL"/>
          </a:p>
        </p:txBody>
      </p:sp>
      <p:sp>
        <p:nvSpPr>
          <p:cNvPr id="43" name="Shape 41"/>
          <p:cNvSpPr/>
          <p:nvPr/>
        </p:nvSpPr>
        <p:spPr>
          <a:xfrm>
            <a:off x="11460671" y="729781"/>
            <a:ext cx="57633" cy="57633"/>
          </a:xfrm>
          <a:prstGeom prst="ellipse">
            <a:avLst/>
          </a:prstGeom>
          <a:solidFill>
            <a:srgbClr val="000000"/>
          </a:solidFill>
          <a:ln/>
        </p:spPr>
        <p:txBody>
          <a:bodyPr/>
          <a:lstStyle/>
          <a:p>
            <a:endParaRPr lang="en-NL"/>
          </a:p>
        </p:txBody>
      </p:sp>
      <p:sp>
        <p:nvSpPr>
          <p:cNvPr id="44" name="Shape 42"/>
          <p:cNvSpPr/>
          <p:nvPr/>
        </p:nvSpPr>
        <p:spPr>
          <a:xfrm>
            <a:off x="11407973" y="756415"/>
            <a:ext cx="35960" cy="35960"/>
          </a:xfrm>
          <a:prstGeom prst="ellipse">
            <a:avLst/>
          </a:prstGeom>
          <a:solidFill>
            <a:srgbClr val="000000"/>
          </a:solidFill>
          <a:ln/>
        </p:spPr>
        <p:txBody>
          <a:bodyPr/>
          <a:lstStyle/>
          <a:p>
            <a:endParaRPr lang="en-NL"/>
          </a:p>
        </p:txBody>
      </p:sp>
      <p:sp>
        <p:nvSpPr>
          <p:cNvPr id="45" name="Shape 43"/>
          <p:cNvSpPr/>
          <p:nvPr/>
        </p:nvSpPr>
        <p:spPr>
          <a:xfrm>
            <a:off x="11207308" y="763884"/>
            <a:ext cx="34616" cy="34616"/>
          </a:xfrm>
          <a:prstGeom prst="ellipse">
            <a:avLst/>
          </a:prstGeom>
          <a:solidFill>
            <a:srgbClr val="000000"/>
          </a:solidFill>
          <a:ln/>
        </p:spPr>
        <p:txBody>
          <a:bodyPr/>
          <a:lstStyle/>
          <a:p>
            <a:endParaRPr lang="en-NL"/>
          </a:p>
        </p:txBody>
      </p:sp>
      <p:sp>
        <p:nvSpPr>
          <p:cNvPr id="46" name="Shape 44"/>
          <p:cNvSpPr/>
          <p:nvPr/>
        </p:nvSpPr>
        <p:spPr>
          <a:xfrm>
            <a:off x="11018670" y="780462"/>
            <a:ext cx="34616" cy="34616"/>
          </a:xfrm>
          <a:prstGeom prst="ellipse">
            <a:avLst/>
          </a:prstGeom>
          <a:solidFill>
            <a:srgbClr val="000000"/>
          </a:solidFill>
          <a:ln/>
        </p:spPr>
        <p:txBody>
          <a:bodyPr/>
          <a:lstStyle/>
          <a:p>
            <a:endParaRPr lang="en-NL"/>
          </a:p>
        </p:txBody>
      </p:sp>
      <p:sp>
        <p:nvSpPr>
          <p:cNvPr id="47" name="Shape 45"/>
          <p:cNvSpPr/>
          <p:nvPr/>
        </p:nvSpPr>
        <p:spPr>
          <a:xfrm>
            <a:off x="11591670" y="780123"/>
            <a:ext cx="35294" cy="35294"/>
          </a:xfrm>
          <a:prstGeom prst="ellipse">
            <a:avLst/>
          </a:prstGeom>
          <a:solidFill>
            <a:srgbClr val="000000"/>
          </a:solidFill>
          <a:ln/>
        </p:spPr>
        <p:txBody>
          <a:bodyPr/>
          <a:lstStyle/>
          <a:p>
            <a:endParaRPr lang="en-NL"/>
          </a:p>
        </p:txBody>
      </p:sp>
      <p:sp>
        <p:nvSpPr>
          <p:cNvPr id="48" name="Shape 46"/>
          <p:cNvSpPr/>
          <p:nvPr/>
        </p:nvSpPr>
        <p:spPr>
          <a:xfrm>
            <a:off x="11079010" y="790179"/>
            <a:ext cx="51270" cy="51270"/>
          </a:xfrm>
          <a:prstGeom prst="ellipse">
            <a:avLst/>
          </a:prstGeom>
          <a:solidFill>
            <a:srgbClr val="000000"/>
          </a:solidFill>
          <a:ln/>
        </p:spPr>
        <p:txBody>
          <a:bodyPr/>
          <a:lstStyle/>
          <a:p>
            <a:endParaRPr lang="en-NL"/>
          </a:p>
        </p:txBody>
      </p:sp>
      <p:sp>
        <p:nvSpPr>
          <p:cNvPr id="49" name="Shape 47"/>
          <p:cNvSpPr/>
          <p:nvPr/>
        </p:nvSpPr>
        <p:spPr>
          <a:xfrm>
            <a:off x="11515218" y="789692"/>
            <a:ext cx="52602" cy="52602"/>
          </a:xfrm>
          <a:prstGeom prst="ellipse">
            <a:avLst/>
          </a:prstGeom>
          <a:solidFill>
            <a:srgbClr val="000000"/>
          </a:solidFill>
          <a:ln/>
        </p:spPr>
        <p:txBody>
          <a:bodyPr/>
          <a:lstStyle/>
          <a:p>
            <a:endParaRPr lang="en-NL"/>
          </a:p>
        </p:txBody>
      </p:sp>
      <p:sp>
        <p:nvSpPr>
          <p:cNvPr id="50" name="Shape 48"/>
          <p:cNvSpPr/>
          <p:nvPr/>
        </p:nvSpPr>
        <p:spPr>
          <a:xfrm>
            <a:off x="11147371" y="803460"/>
            <a:ext cx="35627" cy="35627"/>
          </a:xfrm>
          <a:prstGeom prst="ellipse">
            <a:avLst/>
          </a:prstGeom>
          <a:solidFill>
            <a:srgbClr val="000000"/>
          </a:solidFill>
          <a:ln/>
        </p:spPr>
        <p:txBody>
          <a:bodyPr/>
          <a:lstStyle/>
          <a:p>
            <a:endParaRPr lang="en-NL"/>
          </a:p>
        </p:txBody>
      </p:sp>
      <p:sp>
        <p:nvSpPr>
          <p:cNvPr id="51" name="Shape 49"/>
          <p:cNvSpPr/>
          <p:nvPr/>
        </p:nvSpPr>
        <p:spPr>
          <a:xfrm>
            <a:off x="11347786" y="804293"/>
            <a:ext cx="35294" cy="35294"/>
          </a:xfrm>
          <a:prstGeom prst="ellipse">
            <a:avLst/>
          </a:prstGeom>
          <a:solidFill>
            <a:srgbClr val="000000"/>
          </a:solidFill>
          <a:ln/>
        </p:spPr>
        <p:txBody>
          <a:bodyPr/>
          <a:lstStyle/>
          <a:p>
            <a:endParaRPr lang="en-NL"/>
          </a:p>
        </p:txBody>
      </p:sp>
      <p:sp>
        <p:nvSpPr>
          <p:cNvPr id="52" name="Shape 50"/>
          <p:cNvSpPr/>
          <p:nvPr/>
        </p:nvSpPr>
        <p:spPr>
          <a:xfrm>
            <a:off x="11465119" y="800919"/>
            <a:ext cx="34961" cy="34961"/>
          </a:xfrm>
          <a:prstGeom prst="ellipse">
            <a:avLst/>
          </a:prstGeom>
          <a:solidFill>
            <a:srgbClr val="000000"/>
          </a:solidFill>
          <a:ln/>
        </p:spPr>
        <p:txBody>
          <a:bodyPr/>
          <a:lstStyle/>
          <a:p>
            <a:endParaRPr lang="en-NL"/>
          </a:p>
        </p:txBody>
      </p:sp>
      <p:sp>
        <p:nvSpPr>
          <p:cNvPr id="53" name="Shape 51"/>
          <p:cNvSpPr/>
          <p:nvPr/>
        </p:nvSpPr>
        <p:spPr>
          <a:xfrm>
            <a:off x="11270669" y="806590"/>
            <a:ext cx="35627" cy="35627"/>
          </a:xfrm>
          <a:prstGeom prst="ellipse">
            <a:avLst/>
          </a:prstGeom>
          <a:solidFill>
            <a:srgbClr val="000000"/>
          </a:solidFill>
          <a:ln/>
        </p:spPr>
        <p:txBody>
          <a:bodyPr/>
          <a:lstStyle/>
          <a:p>
            <a:endParaRPr lang="en-NL"/>
          </a:p>
        </p:txBody>
      </p:sp>
      <p:sp>
        <p:nvSpPr>
          <p:cNvPr id="54" name="Shape 52"/>
          <p:cNvSpPr/>
          <p:nvPr/>
        </p:nvSpPr>
        <p:spPr>
          <a:xfrm>
            <a:off x="11191498" y="817766"/>
            <a:ext cx="57633" cy="57633"/>
          </a:xfrm>
          <a:prstGeom prst="ellipse">
            <a:avLst/>
          </a:prstGeom>
          <a:solidFill>
            <a:srgbClr val="000000"/>
          </a:solidFill>
          <a:ln/>
        </p:spPr>
        <p:txBody>
          <a:bodyPr/>
          <a:lstStyle/>
          <a:p>
            <a:endParaRPr lang="en-NL"/>
          </a:p>
        </p:txBody>
      </p:sp>
      <p:sp>
        <p:nvSpPr>
          <p:cNvPr id="55" name="Shape 53"/>
          <p:cNvSpPr/>
          <p:nvPr/>
        </p:nvSpPr>
        <p:spPr>
          <a:xfrm>
            <a:off x="11396573" y="817888"/>
            <a:ext cx="57633" cy="57633"/>
          </a:xfrm>
          <a:prstGeom prst="ellipse">
            <a:avLst/>
          </a:prstGeom>
          <a:solidFill>
            <a:srgbClr val="000000"/>
          </a:solidFill>
          <a:ln/>
        </p:spPr>
        <p:txBody>
          <a:bodyPr/>
          <a:lstStyle/>
          <a:p>
            <a:endParaRPr lang="en-NL"/>
          </a:p>
        </p:txBody>
      </p:sp>
      <p:sp>
        <p:nvSpPr>
          <p:cNvPr id="56" name="Shape 54"/>
          <p:cNvSpPr/>
          <p:nvPr/>
        </p:nvSpPr>
        <p:spPr>
          <a:xfrm>
            <a:off x="11123445" y="851985"/>
            <a:ext cx="52167" cy="52167"/>
          </a:xfrm>
          <a:prstGeom prst="ellipse">
            <a:avLst/>
          </a:prstGeom>
          <a:solidFill>
            <a:srgbClr val="000000"/>
          </a:solidFill>
          <a:ln/>
        </p:spPr>
        <p:txBody>
          <a:bodyPr/>
          <a:lstStyle/>
          <a:p>
            <a:endParaRPr lang="en-NL"/>
          </a:p>
        </p:txBody>
      </p:sp>
      <p:sp>
        <p:nvSpPr>
          <p:cNvPr id="57" name="Shape 55"/>
          <p:cNvSpPr/>
          <p:nvPr/>
        </p:nvSpPr>
        <p:spPr>
          <a:xfrm>
            <a:off x="11294647" y="851390"/>
            <a:ext cx="57223" cy="57223"/>
          </a:xfrm>
          <a:prstGeom prst="ellipse">
            <a:avLst/>
          </a:prstGeom>
          <a:solidFill>
            <a:srgbClr val="000000"/>
          </a:solidFill>
          <a:ln/>
        </p:spPr>
        <p:txBody>
          <a:bodyPr/>
          <a:lstStyle/>
          <a:p>
            <a:endParaRPr lang="en-NL"/>
          </a:p>
        </p:txBody>
      </p:sp>
      <p:sp>
        <p:nvSpPr>
          <p:cNvPr id="58" name="Shape 56"/>
          <p:cNvSpPr/>
          <p:nvPr/>
        </p:nvSpPr>
        <p:spPr>
          <a:xfrm>
            <a:off x="11470202" y="852382"/>
            <a:ext cx="52384" cy="52384"/>
          </a:xfrm>
          <a:prstGeom prst="ellipse">
            <a:avLst/>
          </a:prstGeom>
          <a:solidFill>
            <a:srgbClr val="000000"/>
          </a:solidFill>
          <a:ln/>
        </p:spPr>
        <p:txBody>
          <a:bodyPr/>
          <a:lstStyle/>
          <a:p>
            <a:endParaRPr lang="en-NL"/>
          </a:p>
        </p:txBody>
      </p:sp>
      <p:sp>
        <p:nvSpPr>
          <p:cNvPr id="59" name="Shape 57"/>
          <p:cNvSpPr/>
          <p:nvPr/>
        </p:nvSpPr>
        <p:spPr>
          <a:xfrm>
            <a:off x="11060774" y="864607"/>
            <a:ext cx="35627" cy="35627"/>
          </a:xfrm>
          <a:prstGeom prst="ellipse">
            <a:avLst/>
          </a:prstGeom>
          <a:solidFill>
            <a:srgbClr val="000000"/>
          </a:solidFill>
          <a:ln/>
        </p:spPr>
        <p:txBody>
          <a:bodyPr/>
          <a:lstStyle/>
          <a:p>
            <a:endParaRPr lang="en-NL"/>
          </a:p>
        </p:txBody>
      </p:sp>
      <p:sp>
        <p:nvSpPr>
          <p:cNvPr id="60" name="Shape 58"/>
          <p:cNvSpPr/>
          <p:nvPr/>
        </p:nvSpPr>
        <p:spPr>
          <a:xfrm>
            <a:off x="11548733" y="864185"/>
            <a:ext cx="35627" cy="35627"/>
          </a:xfrm>
          <a:prstGeom prst="ellipse">
            <a:avLst/>
          </a:prstGeom>
          <a:solidFill>
            <a:srgbClr val="000000"/>
          </a:solidFill>
          <a:ln/>
        </p:spPr>
        <p:txBody>
          <a:bodyPr/>
          <a:lstStyle/>
          <a:p>
            <a:endParaRPr lang="en-NL"/>
          </a:p>
        </p:txBody>
      </p:sp>
      <p:sp>
        <p:nvSpPr>
          <p:cNvPr id="61" name="Shape 59"/>
          <p:cNvSpPr/>
          <p:nvPr/>
        </p:nvSpPr>
        <p:spPr>
          <a:xfrm>
            <a:off x="11246231" y="873908"/>
            <a:ext cx="35627" cy="35627"/>
          </a:xfrm>
          <a:prstGeom prst="ellipse">
            <a:avLst/>
          </a:prstGeom>
          <a:solidFill>
            <a:srgbClr val="000000"/>
          </a:solidFill>
          <a:ln/>
        </p:spPr>
        <p:txBody>
          <a:bodyPr/>
          <a:lstStyle/>
          <a:p>
            <a:endParaRPr lang="en-NL"/>
          </a:p>
        </p:txBody>
      </p:sp>
      <p:sp>
        <p:nvSpPr>
          <p:cNvPr id="62" name="Shape 60"/>
          <p:cNvSpPr/>
          <p:nvPr/>
        </p:nvSpPr>
        <p:spPr>
          <a:xfrm>
            <a:off x="11367418" y="872896"/>
            <a:ext cx="35627" cy="35627"/>
          </a:xfrm>
          <a:prstGeom prst="ellipse">
            <a:avLst/>
          </a:prstGeom>
          <a:solidFill>
            <a:srgbClr val="000000"/>
          </a:solidFill>
          <a:ln/>
        </p:spPr>
        <p:txBody>
          <a:bodyPr/>
          <a:lstStyle/>
          <a:p>
            <a:endParaRPr lang="en-NL"/>
          </a:p>
        </p:txBody>
      </p:sp>
      <p:sp>
        <p:nvSpPr>
          <p:cNvPr id="63" name="Shape 61"/>
          <p:cNvSpPr/>
          <p:nvPr/>
        </p:nvSpPr>
        <p:spPr>
          <a:xfrm>
            <a:off x="11185366" y="897322"/>
            <a:ext cx="51936" cy="51936"/>
          </a:xfrm>
          <a:prstGeom prst="ellipse">
            <a:avLst/>
          </a:prstGeom>
          <a:solidFill>
            <a:srgbClr val="000000"/>
          </a:solidFill>
          <a:ln/>
        </p:spPr>
        <p:txBody>
          <a:bodyPr/>
          <a:lstStyle/>
          <a:p>
            <a:endParaRPr lang="en-NL"/>
          </a:p>
        </p:txBody>
      </p:sp>
      <p:sp>
        <p:nvSpPr>
          <p:cNvPr id="64" name="Shape 62"/>
          <p:cNvSpPr/>
          <p:nvPr/>
        </p:nvSpPr>
        <p:spPr>
          <a:xfrm>
            <a:off x="11407845" y="897655"/>
            <a:ext cx="52602" cy="52602"/>
          </a:xfrm>
          <a:prstGeom prst="ellipse">
            <a:avLst/>
          </a:prstGeom>
          <a:solidFill>
            <a:srgbClr val="000000"/>
          </a:solidFill>
          <a:ln/>
        </p:spPr>
        <p:txBody>
          <a:bodyPr/>
          <a:lstStyle/>
          <a:p>
            <a:endParaRPr lang="en-NL"/>
          </a:p>
        </p:txBody>
      </p:sp>
      <p:sp>
        <p:nvSpPr>
          <p:cNvPr id="65" name="Shape 63"/>
          <p:cNvSpPr/>
          <p:nvPr/>
        </p:nvSpPr>
        <p:spPr>
          <a:xfrm>
            <a:off x="11258822" y="921466"/>
            <a:ext cx="51270" cy="51270"/>
          </a:xfrm>
          <a:prstGeom prst="ellipse">
            <a:avLst/>
          </a:prstGeom>
          <a:solidFill>
            <a:srgbClr val="000000"/>
          </a:solidFill>
          <a:ln/>
        </p:spPr>
        <p:txBody>
          <a:bodyPr/>
          <a:lstStyle/>
          <a:p>
            <a:endParaRPr lang="en-NL"/>
          </a:p>
        </p:txBody>
      </p:sp>
      <p:sp>
        <p:nvSpPr>
          <p:cNvPr id="66" name="Shape 64"/>
          <p:cNvSpPr/>
          <p:nvPr/>
        </p:nvSpPr>
        <p:spPr>
          <a:xfrm>
            <a:off x="11335350" y="921504"/>
            <a:ext cx="51270" cy="51270"/>
          </a:xfrm>
          <a:prstGeom prst="ellipse">
            <a:avLst/>
          </a:prstGeom>
          <a:solidFill>
            <a:srgbClr val="000000"/>
          </a:solidFill>
          <a:ln/>
        </p:spPr>
        <p:txBody>
          <a:bodyPr/>
          <a:lstStyle/>
          <a:p>
            <a:endParaRPr lang="en-NL"/>
          </a:p>
        </p:txBody>
      </p:sp>
      <p:sp>
        <p:nvSpPr>
          <p:cNvPr id="67" name="Shape 65"/>
          <p:cNvSpPr/>
          <p:nvPr/>
        </p:nvSpPr>
        <p:spPr>
          <a:xfrm>
            <a:off x="11127388" y="931368"/>
            <a:ext cx="35294" cy="35294"/>
          </a:xfrm>
          <a:prstGeom prst="ellipse">
            <a:avLst/>
          </a:prstGeom>
          <a:solidFill>
            <a:srgbClr val="000000"/>
          </a:solidFill>
          <a:ln/>
        </p:spPr>
        <p:txBody>
          <a:bodyPr/>
          <a:lstStyle/>
          <a:p>
            <a:endParaRPr lang="en-NL"/>
          </a:p>
        </p:txBody>
      </p:sp>
      <p:sp>
        <p:nvSpPr>
          <p:cNvPr id="68" name="Shape 66"/>
          <p:cNvSpPr/>
          <p:nvPr/>
        </p:nvSpPr>
        <p:spPr>
          <a:xfrm>
            <a:off x="11481979" y="931035"/>
            <a:ext cx="35960" cy="35960"/>
          </a:xfrm>
          <a:prstGeom prst="ellipse">
            <a:avLst/>
          </a:prstGeom>
          <a:solidFill>
            <a:srgbClr val="000000"/>
          </a:solidFill>
          <a:ln/>
        </p:spPr>
        <p:txBody>
          <a:bodyPr/>
          <a:lstStyle/>
          <a:p>
            <a:endParaRPr lang="en-NL"/>
          </a:p>
        </p:txBody>
      </p:sp>
      <p:sp>
        <p:nvSpPr>
          <p:cNvPr id="69" name="Shape 67"/>
          <p:cNvSpPr/>
          <p:nvPr/>
        </p:nvSpPr>
        <p:spPr>
          <a:xfrm>
            <a:off x="11211987" y="974695"/>
            <a:ext cx="34961" cy="34961"/>
          </a:xfrm>
          <a:prstGeom prst="ellipse">
            <a:avLst/>
          </a:prstGeom>
          <a:solidFill>
            <a:srgbClr val="000000"/>
          </a:solidFill>
          <a:ln/>
        </p:spPr>
        <p:txBody>
          <a:bodyPr/>
          <a:lstStyle/>
          <a:p>
            <a:endParaRPr lang="en-NL"/>
          </a:p>
        </p:txBody>
      </p:sp>
      <p:sp>
        <p:nvSpPr>
          <p:cNvPr id="70" name="Shape 68"/>
          <p:cNvSpPr/>
          <p:nvPr/>
        </p:nvSpPr>
        <p:spPr>
          <a:xfrm>
            <a:off x="11398461" y="974695"/>
            <a:ext cx="34961" cy="34961"/>
          </a:xfrm>
          <a:prstGeom prst="ellipse">
            <a:avLst/>
          </a:prstGeom>
          <a:solidFill>
            <a:srgbClr val="000000"/>
          </a:solidFill>
          <a:ln/>
        </p:spPr>
        <p:txBody>
          <a:bodyPr/>
          <a:lstStyle/>
          <a:p>
            <a:endParaRPr lang="en-NL"/>
          </a:p>
        </p:txBody>
      </p:sp>
      <p:sp>
        <p:nvSpPr>
          <p:cNvPr id="71" name="Shape 69"/>
          <p:cNvSpPr/>
          <p:nvPr/>
        </p:nvSpPr>
        <p:spPr>
          <a:xfrm>
            <a:off x="11304837" y="988501"/>
            <a:ext cx="35627" cy="35627"/>
          </a:xfrm>
          <a:prstGeom prst="ellipse">
            <a:avLst/>
          </a:prstGeom>
          <a:solidFill>
            <a:srgbClr val="000000"/>
          </a:solidFill>
          <a:ln/>
        </p:spPr>
        <p:txBody>
          <a:bodyPr/>
          <a:lstStyle/>
          <a:p>
            <a:endParaRPr lang="en-NL"/>
          </a:p>
        </p:txBody>
      </p:sp>
      <p:sp>
        <p:nvSpPr>
          <p:cNvPr id="72" name="Shape 70"/>
          <p:cNvSpPr/>
          <p:nvPr/>
        </p:nvSpPr>
        <p:spPr>
          <a:xfrm>
            <a:off x="548640" y="1280160"/>
            <a:ext cx="1005840" cy="1005840"/>
          </a:xfrm>
          <a:prstGeom prst="ellipse">
            <a:avLst/>
          </a:prstGeom>
          <a:solidFill>
            <a:srgbClr val="F4D9DC"/>
          </a:solidFill>
          <a:ln/>
        </p:spPr>
        <p:txBody>
          <a:bodyPr/>
          <a:lstStyle/>
          <a:p>
            <a:endParaRPr lang="en-NL"/>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600" dirty="0">
                <a:solidFill>
                  <a:srgbClr val="000000"/>
                </a:solidFill>
                <a:latin typeface="General Sans Semibold" pitchFamily="34" charset="0"/>
                <a:ea typeface="General Sans Semibold" pitchFamily="34" charset="-122"/>
                <a:cs typeface="General Sans Semibold" pitchFamily="34" charset="-120"/>
              </a:rPr>
              <a:t>Spiegelmoment 2: wat deden de skills voor je?</a:t>
            </a:r>
            <a:endParaRPr lang="en-US" sz="46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1700" dirty="0">
                <a:solidFill>
                  <a:srgbClr val="000000"/>
                </a:solidFill>
                <a:latin typeface="Cooper Lt BT" pitchFamily="34" charset="0"/>
                <a:ea typeface="Cooper Lt BT" pitchFamily="34" charset="-122"/>
                <a:cs typeface="Cooper Lt BT" pitchFamily="34" charset="-120"/>
              </a:rPr>
              <a:t>Wat vroeg de agent, en wat koos jij?</a:t>
            </a:r>
            <a:endParaRPr lang="en-US" sz="1700" dirty="0"/>
          </a:p>
          <a:p>
            <a:pPr marL="0" indent="0" algn="l">
              <a:lnSpc>
                <a:spcPct val="105000"/>
              </a:lnSpc>
              <a:buNone/>
            </a:pPr>
            <a:r>
              <a:rPr lang="en-US" sz="1700" dirty="0">
                <a:solidFill>
                  <a:srgbClr val="000000"/>
                </a:solidFill>
                <a:latin typeface="Cooper Lt BT" pitchFamily="34" charset="0"/>
                <a:ea typeface="Cooper Lt BT" pitchFamily="34" charset="-122"/>
                <a:cs typeface="Cooper Lt BT" pitchFamily="34" charset="-120"/>
              </a:rPr>
              <a:t>Wat ving de skill af dat je zelf vergeten was?</a:t>
            </a:r>
            <a:endParaRPr lang="en-US" sz="1700" dirty="0"/>
          </a:p>
          <a:p>
            <a:pPr marL="0" indent="0" algn="l">
              <a:lnSpc>
                <a:spcPct val="105000"/>
              </a:lnSpc>
              <a:buNone/>
            </a:pPr>
            <a:r>
              <a:rPr lang="en-US" sz="1700" dirty="0">
                <a:solidFill>
                  <a:srgbClr val="000000"/>
                </a:solidFill>
                <a:latin typeface="Cooper Lt BT" pitchFamily="34" charset="0"/>
                <a:ea typeface="Cooper Lt BT" pitchFamily="34" charset="-122"/>
                <a:cs typeface="Cooper Lt BT" pitchFamily="34" charset="-120"/>
              </a:rPr>
              <a:t>Waar wilde je bijsturen, en kon dat?</a:t>
            </a:r>
            <a:endParaRPr lang="en-US" sz="1700" dirty="0"/>
          </a:p>
          <a:p>
            <a:pPr marL="0" indent="0" algn="l">
              <a:lnSpc>
                <a:spcPct val="105000"/>
              </a:lnSpc>
              <a:buNone/>
            </a:pPr>
            <a:r>
              <a:rPr lang="en-US" sz="1700" dirty="0">
                <a:solidFill>
                  <a:srgbClr val="000000"/>
                </a:solidFill>
                <a:latin typeface="Cooper Lt BT" pitchFamily="34" charset="0"/>
                <a:ea typeface="Cooper Lt BT" pitchFamily="34" charset="-122"/>
                <a:cs typeface="Cooper Lt BT" pitchFamily="34" charset="-120"/>
              </a:rPr>
              <a:t>Let op: de skills zijn voor vandaag bewust afgekaderd, gericht en kort.</a:t>
            </a:r>
            <a:endParaRPr lang="en-US" sz="1700" dirty="0"/>
          </a:p>
        </p:txBody>
      </p:sp>
      <p:pic>
        <p:nvPicPr>
          <p:cNvPr id="76" name="Image 0" descr="exports\261027_workshop_rad_hulp\img\Puzzelstuk 3D.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000" dirty="0">
                <a:solidFill>
                  <a:srgbClr val="3D68EC"/>
                </a:solidFill>
                <a:latin typeface="General Sans Semibold" pitchFamily="34" charset="0"/>
                <a:ea typeface="General Sans Semibold" pitchFamily="34" charset="-122"/>
                <a:cs typeface="General Sans Semibold" pitchFamily="34" charset="-120"/>
              </a:rPr>
              <a:t>/2-schetsen: eerst de opzet, dan de cijfers</a:t>
            </a:r>
            <a:endParaRPr lang="en-US" sz="3000" dirty="0"/>
          </a:p>
        </p:txBody>
      </p:sp>
      <p:sp>
        <p:nvSpPr>
          <p:cNvPr id="73" name="Shape 71"/>
          <p:cNvSpPr/>
          <p:nvPr/>
        </p:nvSpPr>
        <p:spPr>
          <a:xfrm>
            <a:off x="548640" y="1572768"/>
            <a:ext cx="201168" cy="201168"/>
          </a:xfrm>
          <a:prstGeom prst="ellipse">
            <a:avLst/>
          </a:prstGeom>
          <a:solidFill>
            <a:srgbClr val="3D68EC"/>
          </a:solidFill>
          <a:ln/>
        </p:spPr>
        <p:txBody>
          <a:bodyPr/>
          <a:lstStyle/>
          <a:p>
            <a:endParaR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Twee vragen:</a:t>
            </a:r>
            <a:r>
              <a:rPr lang="en-US" sz="1900" dirty="0">
                <a:solidFill>
                  <a:srgbClr val="000000"/>
                </a:solidFill>
                <a:latin typeface="General Sans" pitchFamily="34" charset="0"/>
                <a:ea typeface="General Sans" pitchFamily="34" charset="-122"/>
                <a:cs typeface="General Sans" pitchFamily="34" charset="-120"/>
              </a:rPr>
              <a:t> waarop wil je filteren, en wat komt bovenaan?</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lstStyle/>
          <a:p>
            <a:endParaR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Schets:</a:t>
            </a:r>
            <a:r>
              <a:rPr lang="en-US" sz="1900" dirty="0">
                <a:solidFill>
                  <a:srgbClr val="000000"/>
                </a:solidFill>
                <a:latin typeface="General Sans" pitchFamily="34" charset="0"/>
                <a:ea typeface="General Sans" pitchFamily="34" charset="-122"/>
                <a:cs typeface="General Sans" pitchFamily="34" charset="-120"/>
              </a:rPr>
              <a:t> schets.html, je dashboard in grijs, nog zonder getallen</a:t>
            </a:r>
            <a:endParaRPr lang="en-US" sz="1900" dirty="0"/>
          </a:p>
        </p:txBody>
      </p:sp>
      <p:sp>
        <p:nvSpPr>
          <p:cNvPr id="77" name="Shape 75"/>
          <p:cNvSpPr/>
          <p:nvPr/>
        </p:nvSpPr>
        <p:spPr>
          <a:xfrm>
            <a:off x="548640" y="3401568"/>
            <a:ext cx="201168" cy="201168"/>
          </a:xfrm>
          <a:prstGeom prst="ellipse">
            <a:avLst/>
          </a:prstGeom>
          <a:solidFill>
            <a:srgbClr val="00AF81"/>
          </a:solidFill>
          <a:ln/>
        </p:spPr>
        <p:txBody>
          <a:bodyPr/>
          <a:lstStyle/>
          <a:p>
            <a:endParaR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Bijsturen:</a:t>
            </a:r>
            <a:r>
              <a:rPr lang="en-US" sz="1900" dirty="0">
                <a:solidFill>
                  <a:srgbClr val="000000"/>
                </a:solidFill>
                <a:latin typeface="General Sans" pitchFamily="34" charset="0"/>
                <a:ea typeface="General Sans" pitchFamily="34" charset="-122"/>
                <a:cs typeface="General Sans" pitchFamily="34" charset="-120"/>
              </a:rPr>
              <a:t> vergelijking, filter, volgorde of titel aanpassen</a:t>
            </a:r>
            <a:endParaRPr lang="en-US" sz="1900" dirty="0"/>
          </a:p>
        </p:txBody>
      </p:sp>
      <p:pic>
        <p:nvPicPr>
          <p:cNvPr id="79" name="Image 0" descr="exports\261027_workshop_rad_hulp2\img\Document.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ziet de schets eruit</a:t>
            </a:r>
            <a:endParaRPr lang="en-US" sz="3400" dirty="0"/>
          </a:p>
        </p:txBody>
      </p:sp>
      <p:pic>
        <p:nvPicPr>
          <p:cNvPr id="73" name="Image 0" descr="Schets van het dashboard in grijs, met vraagtekens in plaats van getallen"/>
          <p:cNvPicPr>
            <a:picLocks noChangeAspect="1"/>
          </p:cNvPicPr>
          <p:nvPr/>
        </p:nvPicPr>
        <p:blipFill>
          <a:blip r:embed="rId3"/>
          <a:stretch>
            <a:fillRect/>
          </a:stretch>
        </p:blipFill>
        <p:spPr>
          <a:xfrm>
            <a:off x="773853" y="1371600"/>
            <a:ext cx="662063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schets.html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r>
              <a:rPr lang="en-US" sz="1800" dirty="0">
                <a:solidFill>
                  <a:srgbClr val="00AF81"/>
                </a:solidFill>
                <a:latin typeface="General Sans Semibold" pitchFamily="34" charset="0"/>
                <a:ea typeface="General Sans Semibold" pitchFamily="34" charset="-122"/>
                <a:cs typeface="General Sans Semibold" pitchFamily="34" charset="-120"/>
              </a:rPr>
              <a:t>2-schetsen</a:t>
            </a:r>
            <a:r>
              <a:rPr lang="en-US" sz="1800" dirty="0">
                <a:solidFill>
                  <a:srgbClr val="000000"/>
                </a:solidFill>
                <a:latin typeface="General Sans" pitchFamily="34" charset="0"/>
                <a:ea typeface="General Sans" pitchFamily="34" charset="-122"/>
                <a:cs typeface="General Sans" pitchFamily="34" charset="-120"/>
              </a:rPr>
              <a:t>: je dashboard in grijs, met de echte groepen en jaren maar </a:t>
            </a:r>
            <a:r>
              <a:rPr lang="en-US" sz="1800" dirty="0">
                <a:solidFill>
                  <a:srgbClr val="00AF81"/>
                </a:solidFill>
                <a:latin typeface="General Sans Semibold" pitchFamily="34" charset="0"/>
                <a:ea typeface="General Sans Semibold" pitchFamily="34" charset="-122"/>
                <a:cs typeface="General Sans Semibold" pitchFamily="34" charset="-120"/>
              </a:rPr>
              <a:t>nog zonder getallen</a:t>
            </a:r>
            <a:r>
              <a:rPr lang="en-US" sz="1800" dirty="0">
                <a:solidFill>
                  <a:srgbClr val="000000"/>
                </a:solidFill>
                <a:latin typeface="General Sans" pitchFamily="34" charset="0"/>
                <a:ea typeface="General Sans" pitchFamily="34" charset="-122"/>
                <a:cs typeface="General Sans" pitchFamily="34" charset="-120"/>
              </a:rPr>
              <a:t>. Klopt de opzet, dan bouwt </a:t>
            </a:r>
            <a:r>
              <a:rPr lang="en-US" sz="1800" dirty="0">
                <a:solidFill>
                  <a:srgbClr val="00AF81"/>
                </a:solidFill>
                <a:latin typeface="General Sans Semibold" pitchFamily="34" charset="0"/>
                <a:ea typeface="General Sans Semibold" pitchFamily="34" charset="-122"/>
                <a:cs typeface="General Sans Semibold" pitchFamily="34" charset="-120"/>
              </a:rPr>
              <a:t>3-bouwen</a:t>
            </a:r>
            <a:r>
              <a:rPr lang="en-US" sz="1800" dirty="0">
                <a:solidFill>
                  <a:srgbClr val="000000"/>
                </a:solidFill>
                <a:latin typeface="General Sans" pitchFamily="34" charset="0"/>
                <a:ea typeface="General Sans" pitchFamily="34" charset="-122"/>
                <a:cs typeface="General Sans" pitchFamily="34" charset="-120"/>
              </a:rPr>
              <a:t> hem.</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/3-bouwen: bouwen, controleren, één vraag</a:t>
            </a:r>
            <a:endParaRPr lang="en-US" sz="3200" dirty="0"/>
          </a:p>
        </p:txBody>
      </p:sp>
      <p:sp>
        <p:nvSpPr>
          <p:cNvPr id="73" name="Shape 71"/>
          <p:cNvSpPr/>
          <p:nvPr/>
        </p:nvSpPr>
        <p:spPr>
          <a:xfrm>
            <a:off x="548640" y="1417320"/>
            <a:ext cx="11094415" cy="868680"/>
          </a:xfrm>
          <a:prstGeom prst="roundRect">
            <a:avLst>
              <a:gd name="adj" fmla="val 15512"/>
            </a:avLst>
          </a:prstGeom>
          <a:solidFill>
            <a:srgbClr val="FFFFFF"/>
          </a:solidFill>
          <a:ln/>
        </p:spPr>
        <p:txBody>
          <a:bodyPr/>
          <a:lstStyle/>
          <a:p>
            <a:endParaRPr/>
          </a:p>
        </p:txBody>
      </p:sp>
      <p:sp>
        <p:nvSpPr>
          <p:cNvPr id="74" name="Text 72"/>
          <p:cNvSpPr/>
          <p:nvPr/>
        </p:nvSpPr>
        <p:spPr>
          <a:xfrm>
            <a:off x="822960" y="147218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Bouwt</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Uit je schets en keuzes, zonder vragen vooraf</a:t>
            </a:r>
            <a:endParaRPr lang="en-US" sz="1400" dirty="0"/>
          </a:p>
        </p:txBody>
      </p:sp>
      <p:sp>
        <p:nvSpPr>
          <p:cNvPr id="76" name="Shape 74"/>
          <p:cNvSpPr/>
          <p:nvPr/>
        </p:nvSpPr>
        <p:spPr>
          <a:xfrm>
            <a:off x="9859975" y="1687068"/>
            <a:ext cx="1554480" cy="329184"/>
          </a:xfrm>
          <a:prstGeom prst="roundRect">
            <a:avLst>
              <a:gd name="adj" fmla="val 138889"/>
            </a:avLst>
          </a:prstGeom>
          <a:solidFill>
            <a:srgbClr val="3D68EC"/>
          </a:solidFill>
          <a:ln/>
        </p:spPr>
        <p:txBody>
          <a:bodyPr/>
          <a:lstStyle/>
          <a:p>
            <a:endParaRPr/>
          </a:p>
        </p:txBody>
      </p:sp>
      <p:sp>
        <p:nvSpPr>
          <p:cNvPr id="77" name="Text 75"/>
          <p:cNvSpPr/>
          <p:nvPr/>
        </p:nvSpPr>
        <p:spPr>
          <a:xfrm>
            <a:off x="9951415" y="168706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txBody>
          <a:bodyPr/>
          <a:lstStyle/>
          <a:p>
            <a:endParaRPr/>
          </a:p>
        </p:txBody>
      </p:sp>
      <p:sp>
        <p:nvSpPr>
          <p:cNvPr id="79" name="Text 77"/>
          <p:cNvSpPr/>
          <p:nvPr/>
        </p:nvSpPr>
        <p:spPr>
          <a:xfrm>
            <a:off x="822960" y="243230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Controleert</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Volgt het je schets precies? Privacydrempel erin</a:t>
            </a:r>
            <a:endParaRPr lang="en-US" sz="1400" dirty="0"/>
          </a:p>
        </p:txBody>
      </p:sp>
      <p:sp>
        <p:nvSpPr>
          <p:cNvPr id="81" name="Shape 79"/>
          <p:cNvSpPr/>
          <p:nvPr/>
        </p:nvSpPr>
        <p:spPr>
          <a:xfrm>
            <a:off x="9859975" y="2647188"/>
            <a:ext cx="1554480" cy="329184"/>
          </a:xfrm>
          <a:prstGeom prst="roundRect">
            <a:avLst>
              <a:gd name="adj" fmla="val 138889"/>
            </a:avLst>
          </a:prstGeom>
          <a:solidFill>
            <a:srgbClr val="DD784B"/>
          </a:solidFill>
          <a:ln/>
        </p:spPr>
        <p:txBody>
          <a:bodyPr/>
          <a:lstStyle/>
          <a:p>
            <a:endParaRPr/>
          </a:p>
        </p:txBody>
      </p:sp>
      <p:sp>
        <p:nvSpPr>
          <p:cNvPr id="82" name="Text 80"/>
          <p:cNvSpPr/>
          <p:nvPr/>
        </p:nvSpPr>
        <p:spPr>
          <a:xfrm>
            <a:off x="9951415" y="264718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txBody>
          <a:bodyPr/>
          <a:lstStyle/>
          <a:p>
            <a:endParaRPr/>
          </a:p>
        </p:txBody>
      </p:sp>
      <p:sp>
        <p:nvSpPr>
          <p:cNvPr id="84" name="Text 82"/>
          <p:cNvSpPr/>
          <p:nvPr/>
        </p:nvSpPr>
        <p:spPr>
          <a:xfrm>
            <a:off x="822960" y="339242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Eén vraag</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Klopt het? Iets anders gaat via de schets</a:t>
            </a:r>
            <a:endParaRPr lang="en-US" sz="1400" dirty="0"/>
          </a:p>
        </p:txBody>
      </p:sp>
      <p:sp>
        <p:nvSpPr>
          <p:cNvPr id="86" name="Shape 84"/>
          <p:cNvSpPr/>
          <p:nvPr/>
        </p:nvSpPr>
        <p:spPr>
          <a:xfrm>
            <a:off x="9859975" y="3607308"/>
            <a:ext cx="1554480" cy="329184"/>
          </a:xfrm>
          <a:prstGeom prst="roundRect">
            <a:avLst>
              <a:gd name="adj" fmla="val 138889"/>
            </a:avLst>
          </a:prstGeom>
          <a:solidFill>
            <a:srgbClr val="00AF81"/>
          </a:solidFill>
          <a:ln/>
        </p:spPr>
        <p:txBody>
          <a:bodyPr/>
          <a:lstStyle/>
          <a:p>
            <a:endParaRPr/>
          </a:p>
        </p:txBody>
      </p:sp>
      <p:sp>
        <p:nvSpPr>
          <p:cNvPr id="87" name="Text 85"/>
          <p:cNvSpPr/>
          <p:nvPr/>
        </p:nvSpPr>
        <p:spPr>
          <a:xfrm>
            <a:off x="9951415" y="360730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txBody>
          <a:bodyPr/>
          <a:lstStyle/>
          <a:p>
            <a:endParaRPr/>
          </a:p>
        </p:txBody>
      </p:sp>
      <p:sp>
        <p:nvSpPr>
          <p:cNvPr id="89" name="Text 87"/>
          <p:cNvSpPr/>
          <p:nvPr/>
        </p:nvSpPr>
        <p:spPr>
          <a:xfrm>
            <a:off x="822960" y="435254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Geen conclusies</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Interpreteren blijft mensenwerk</a:t>
            </a:r>
            <a:endParaRPr lang="en-US" sz="1400" dirty="0"/>
          </a:p>
        </p:txBody>
      </p:sp>
      <p:sp>
        <p:nvSpPr>
          <p:cNvPr id="91" name="Shape 89"/>
          <p:cNvSpPr/>
          <p:nvPr/>
        </p:nvSpPr>
        <p:spPr>
          <a:xfrm>
            <a:off x="9859975" y="4567428"/>
            <a:ext cx="1554480" cy="329184"/>
          </a:xfrm>
          <a:prstGeom prst="roundRect">
            <a:avLst>
              <a:gd name="adj" fmla="val 138889"/>
            </a:avLst>
          </a:prstGeom>
          <a:solidFill>
            <a:srgbClr val="F4D74B"/>
          </a:solidFill>
          <a:ln/>
        </p:spPr>
        <p:txBody>
          <a:bodyPr/>
          <a:lstStyle/>
          <a:p>
            <a:endParaRPr/>
          </a:p>
        </p:txBody>
      </p:sp>
      <p:sp>
        <p:nvSpPr>
          <p:cNvPr id="92" name="Text 90"/>
          <p:cNvSpPr/>
          <p:nvPr/>
        </p:nvSpPr>
        <p:spPr>
          <a:xfrm>
            <a:off x="9951415" y="456742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Altijd</a:t>
            </a:r>
            <a:endParaRPr lang="en-US" sz="1100" dirty="0"/>
          </a:p>
        </p:txBody>
      </p:sp>
      <p:sp>
        <p:nvSpPr>
          <p:cNvPr id="93" name="Text 91"/>
          <p:cNvSpPr/>
          <p:nvPr/>
        </p:nvSpPr>
        <p:spPr>
          <a:xfrm>
            <a:off x="548640" y="539496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pitchFamily="34" charset="0"/>
                <a:ea typeface="General Sans" pitchFamily="34" charset="-122"/>
                <a:cs typeface="General Sans" pitchFamily="34" charset="-120"/>
              </a:rPr>
              <a:t>Levert: </a:t>
            </a:r>
            <a:r>
              <a:rPr lang="en-US" sz="1800" dirty="0">
                <a:solidFill>
                  <a:srgbClr val="3D68EC"/>
                </a:solidFill>
                <a:latin typeface="General Sans Semibold" pitchFamily="34" charset="0"/>
                <a:ea typeface="General Sans Semibold" pitchFamily="34" charset="-122"/>
                <a:cs typeface="General Sans Semibold" pitchFamily="34" charset="-120"/>
              </a:rPr>
              <a:t>dashboard.html</a:t>
            </a:r>
            <a:r>
              <a:rPr lang="en-US" sz="1800" dirty="0">
                <a:solidFill>
                  <a:srgbClr val="000000"/>
                </a:solidFill>
                <a:latin typeface="General Sans" pitchFamily="34" charset="0"/>
                <a:ea typeface="General Sans" pitchFamily="34" charset="-122"/>
                <a:cs typeface="General Sans" pitchFamily="34" charset="-120"/>
              </a:rPr>
              <a:t>, om te downloaden. Er gaat niets naar GitHub.</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ziet het dashboard eruit</a:t>
            </a:r>
            <a:endParaRPr lang="en-US" sz="3400" dirty="0"/>
          </a:p>
        </p:txBody>
      </p:sp>
      <p:pic>
        <p:nvPicPr>
          <p:cNvPr id="73" name="Image 0" descr="Dashboard met kerncijfers en het aandeel eerstejaars dat stopt per sector"/>
          <p:cNvPicPr>
            <a:picLocks noChangeAspect="1"/>
          </p:cNvPicPr>
          <p:nvPr/>
        </p:nvPicPr>
        <p:blipFill>
          <a:blip r:embed="rId3"/>
          <a:stretch>
            <a:fillRect/>
          </a:stretch>
        </p:blipFill>
        <p:spPr>
          <a:xfrm>
            <a:off x="773853" y="1371600"/>
            <a:ext cx="662063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dashboard.html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Dezelfde opzet als de schets, nu met getallen: </a:t>
            </a:r>
            <a:r>
              <a:rPr lang="en-US" sz="1800" dirty="0">
                <a:solidFill>
                  <a:srgbClr val="00AF81"/>
                </a:solidFill>
                <a:latin typeface="General Sans Semibold" pitchFamily="34" charset="0"/>
                <a:ea typeface="General Sans Semibold" pitchFamily="34" charset="-122"/>
                <a:cs typeface="General Sans Semibold" pitchFamily="34" charset="-120"/>
              </a:rPr>
              <a:t>kerncijfers</a:t>
            </a:r>
            <a:r>
              <a:rPr lang="en-US" sz="1800" dirty="0">
                <a:solidFill>
                  <a:srgbClr val="000000"/>
                </a:solidFill>
                <a:latin typeface="General Sans" pitchFamily="34" charset="0"/>
                <a:ea typeface="General Sans" pitchFamily="34" charset="-122"/>
                <a:cs typeface="General Sans" pitchFamily="34" charset="-120"/>
              </a:rPr>
              <a:t> bovenaan, grafieken met </a:t>
            </a:r>
            <a:r>
              <a:rPr lang="en-US" sz="1800" dirty="0">
                <a:solidFill>
                  <a:srgbClr val="00AF81"/>
                </a:solidFill>
                <a:latin typeface="General Sans Semibold" pitchFamily="34" charset="0"/>
                <a:ea typeface="General Sans Semibold" pitchFamily="34" charset="-122"/>
                <a:cs typeface="General Sans Semibold" pitchFamily="34" charset="-120"/>
              </a:rPr>
              <a:t>n per groep</a:t>
            </a:r>
            <a:r>
              <a:rPr lang="en-US" sz="1800" dirty="0">
                <a:solidFill>
                  <a:srgbClr val="000000"/>
                </a:solidFill>
                <a:latin typeface="General Sans" pitchFamily="34" charset="0"/>
                <a:ea typeface="General Sans" pitchFamily="34" charset="-122"/>
                <a:cs typeface="General Sans" pitchFamily="34" charset="-120"/>
              </a:rPr>
              <a:t> en een label dat het </a:t>
            </a:r>
            <a:r>
              <a:rPr lang="en-US" sz="1800" dirty="0">
                <a:solidFill>
                  <a:srgbClr val="00AF81"/>
                </a:solidFill>
                <a:latin typeface="General Sans Semibold" pitchFamily="34" charset="0"/>
                <a:ea typeface="General Sans Semibold" pitchFamily="34" charset="-122"/>
                <a:cs typeface="General Sans Semibold" pitchFamily="34" charset="-120"/>
              </a:rPr>
              <a:t>demodata</a:t>
            </a:r>
            <a:r>
              <a:rPr lang="en-US" sz="1800" dirty="0">
                <a:solidFill>
                  <a:srgbClr val="000000"/>
                </a:solidFill>
                <a:latin typeface="General Sans" pitchFamily="34" charset="0"/>
                <a:ea typeface="General Sans" pitchFamily="34" charset="-122"/>
                <a:cs typeface="General Sans" pitchFamily="34" charset="-120"/>
              </a:rPr>
              <a:t> is.</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700" dirty="0">
                <a:solidFill>
                  <a:srgbClr val="3D68EC"/>
                </a:solidFill>
                <a:latin typeface="General Sans Semibold" pitchFamily="34" charset="0"/>
                <a:ea typeface="General Sans Semibold" pitchFamily="34" charset="-122"/>
                <a:cs typeface="General Sans Semibold" pitchFamily="34" charset="-120"/>
              </a:rPr>
              <a:t>Als AI het werk doet: hoe weet je dat het klopt?</a:t>
            </a:r>
            <a:endParaRPr lang="en-US" sz="2700" dirty="0"/>
          </a:p>
        </p:txBody>
      </p:sp>
      <p:sp>
        <p:nvSpPr>
          <p:cNvPr id="73" name="Shape 71"/>
          <p:cNvSpPr/>
          <p:nvPr/>
        </p:nvSpPr>
        <p:spPr>
          <a:xfrm>
            <a:off x="548640" y="1371600"/>
            <a:ext cx="2567864" cy="3396742"/>
          </a:xfrm>
          <a:prstGeom prst="roundRect">
            <a:avLst>
              <a:gd name="adj" fmla="val 3550"/>
            </a:avLst>
          </a:prstGeom>
          <a:solidFill>
            <a:srgbClr val="3D68EC"/>
          </a:solidFill>
          <a:ln/>
        </p:spPr>
        <p:txBody>
          <a:bodyPr/>
          <a:lstStyle/>
          <a:p>
            <a:endParaRPr/>
          </a:p>
        </p:txBody>
      </p:sp>
      <p:sp>
        <p:nvSpPr>
          <p:cNvPr id="74" name="Text 72"/>
          <p:cNvSpPr/>
          <p:nvPr/>
        </p:nvSpPr>
        <p:spPr>
          <a:xfrm>
            <a:off x="822960" y="164592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/1-verkennen</a:t>
            </a:r>
            <a:endParaRPr lang="en-US" sz="2000" dirty="0"/>
          </a:p>
        </p:txBody>
      </p:sp>
      <p:sp>
        <p:nvSpPr>
          <p:cNvPr id="75" name="Text 73"/>
          <p:cNvSpPr/>
          <p:nvPr/>
        </p:nvSpPr>
        <p:spPr>
          <a:xfrm>
            <a:off x="822960" y="2492248"/>
            <a:ext cx="201922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PRIVACY</a:t>
            </a:r>
            <a:endParaRPr lang="en-US" sz="1100" dirty="0"/>
          </a:p>
        </p:txBody>
      </p:sp>
      <p:sp>
        <p:nvSpPr>
          <p:cNvPr id="76" name="Text 74"/>
          <p:cNvSpPr/>
          <p:nvPr/>
        </p:nvSpPr>
        <p:spPr>
          <a:xfrm>
            <a:off x="822960" y="2839720"/>
            <a:ext cx="2019224" cy="76581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Drempel voor kleine groepen vastgelegd</a:t>
            </a:r>
            <a:endParaRPr lang="en-US" sz="1500" dirty="0"/>
          </a:p>
        </p:txBody>
      </p:sp>
      <p:sp>
        <p:nvSpPr>
          <p:cNvPr id="77" name="Text 75"/>
          <p:cNvSpPr/>
          <p:nvPr/>
        </p:nvSpPr>
        <p:spPr>
          <a:xfrm>
            <a:off x="822960" y="3742690"/>
            <a:ext cx="201922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BETROUWBAARHEID</a:t>
            </a:r>
            <a:endParaRPr lang="en-US" sz="1100" dirty="0"/>
          </a:p>
        </p:txBody>
      </p:sp>
      <p:sp>
        <p:nvSpPr>
          <p:cNvPr id="78" name="Text 76"/>
          <p:cNvSpPr/>
          <p:nvPr/>
        </p:nvSpPr>
        <p:spPr>
          <a:xfrm>
            <a:off x="822960" y="4090162"/>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Definities vastgelegd</a:t>
            </a:r>
            <a:endParaRPr lang="en-US" sz="1500" dirty="0"/>
          </a:p>
        </p:txBody>
      </p:sp>
      <p:sp>
        <p:nvSpPr>
          <p:cNvPr id="79" name="Shape 77"/>
          <p:cNvSpPr/>
          <p:nvPr/>
        </p:nvSpPr>
        <p:spPr>
          <a:xfrm>
            <a:off x="3390824" y="1371600"/>
            <a:ext cx="2567864" cy="3396742"/>
          </a:xfrm>
          <a:prstGeom prst="roundRect">
            <a:avLst>
              <a:gd name="adj" fmla="val 3550"/>
            </a:avLst>
          </a:prstGeom>
          <a:solidFill>
            <a:srgbClr val="DD784B"/>
          </a:solidFill>
          <a:ln/>
        </p:spPr>
        <p:txBody>
          <a:bodyPr/>
          <a:lstStyle/>
          <a:p>
            <a:endParaRPr/>
          </a:p>
        </p:txBody>
      </p:sp>
      <p:sp>
        <p:nvSpPr>
          <p:cNvPr id="80" name="Text 78"/>
          <p:cNvSpPr/>
          <p:nvPr/>
        </p:nvSpPr>
        <p:spPr>
          <a:xfrm>
            <a:off x="3665144" y="164592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/2-schetsen</a:t>
            </a:r>
            <a:endParaRPr lang="en-US" sz="2000" dirty="0"/>
          </a:p>
        </p:txBody>
      </p:sp>
      <p:sp>
        <p:nvSpPr>
          <p:cNvPr id="81" name="Text 79"/>
          <p:cNvSpPr/>
          <p:nvPr/>
        </p:nvSpPr>
        <p:spPr>
          <a:xfrm>
            <a:off x="3665144" y="2492248"/>
            <a:ext cx="201922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PRIVACY</a:t>
            </a:r>
            <a:endParaRPr lang="en-US" sz="1100" dirty="0"/>
          </a:p>
        </p:txBody>
      </p:sp>
      <p:sp>
        <p:nvSpPr>
          <p:cNvPr id="82" name="Text 80"/>
          <p:cNvSpPr/>
          <p:nvPr/>
        </p:nvSpPr>
        <p:spPr>
          <a:xfrm>
            <a:off x="3665144" y="2839720"/>
            <a:ext cx="2019224"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Drempel meegenomen in de opzet</a:t>
            </a:r>
            <a:endParaRPr lang="en-US" sz="1500" dirty="0"/>
          </a:p>
        </p:txBody>
      </p:sp>
      <p:sp>
        <p:nvSpPr>
          <p:cNvPr id="83" name="Text 81"/>
          <p:cNvSpPr/>
          <p:nvPr/>
        </p:nvSpPr>
        <p:spPr>
          <a:xfrm>
            <a:off x="3665144" y="3742690"/>
            <a:ext cx="201922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BETROUWBAARHEID</a:t>
            </a:r>
            <a:endParaRPr lang="en-US" sz="1100" dirty="0"/>
          </a:p>
        </p:txBody>
      </p:sp>
      <p:sp>
        <p:nvSpPr>
          <p:cNvPr id="84" name="Text 82"/>
          <p:cNvSpPr/>
          <p:nvPr/>
        </p:nvSpPr>
        <p:spPr>
          <a:xfrm>
            <a:off x="3665144" y="4090162"/>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Verband, geen oorzaak</a:t>
            </a:r>
            <a:endParaRPr lang="en-US" sz="1500" dirty="0"/>
          </a:p>
        </p:txBody>
      </p:sp>
      <p:sp>
        <p:nvSpPr>
          <p:cNvPr id="85" name="Shape 83"/>
          <p:cNvSpPr/>
          <p:nvPr/>
        </p:nvSpPr>
        <p:spPr>
          <a:xfrm>
            <a:off x="6233008" y="1371600"/>
            <a:ext cx="2567864" cy="3396742"/>
          </a:xfrm>
          <a:prstGeom prst="roundRect">
            <a:avLst>
              <a:gd name="adj" fmla="val 3550"/>
            </a:avLst>
          </a:prstGeom>
          <a:solidFill>
            <a:srgbClr val="00AF81"/>
          </a:solidFill>
          <a:ln/>
        </p:spPr>
        <p:txBody>
          <a:bodyPr/>
          <a:lstStyle/>
          <a:p>
            <a:endParaRPr/>
          </a:p>
        </p:txBody>
      </p:sp>
      <p:sp>
        <p:nvSpPr>
          <p:cNvPr id="86" name="Text 84"/>
          <p:cNvSpPr/>
          <p:nvPr/>
        </p:nvSpPr>
        <p:spPr>
          <a:xfrm>
            <a:off x="6507328" y="1645920"/>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/3-bouwen</a:t>
            </a:r>
            <a:endParaRPr lang="en-US" sz="2000" dirty="0"/>
          </a:p>
        </p:txBody>
      </p:sp>
      <p:sp>
        <p:nvSpPr>
          <p:cNvPr id="87" name="Text 85"/>
          <p:cNvSpPr/>
          <p:nvPr/>
        </p:nvSpPr>
        <p:spPr>
          <a:xfrm>
            <a:off x="6507328" y="2492248"/>
            <a:ext cx="201922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PRIVACY</a:t>
            </a:r>
            <a:endParaRPr lang="en-US" sz="1100" dirty="0"/>
          </a:p>
        </p:txBody>
      </p:sp>
      <p:sp>
        <p:nvSpPr>
          <p:cNvPr id="88" name="Text 86"/>
          <p:cNvSpPr/>
          <p:nvPr/>
        </p:nvSpPr>
        <p:spPr>
          <a:xfrm>
            <a:off x="6507328" y="2839720"/>
            <a:ext cx="2019224"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In de code: onder 30 niet getoond</a:t>
            </a:r>
            <a:endParaRPr lang="en-US" sz="1500" dirty="0"/>
          </a:p>
        </p:txBody>
      </p:sp>
      <p:sp>
        <p:nvSpPr>
          <p:cNvPr id="89" name="Text 87"/>
          <p:cNvSpPr/>
          <p:nvPr/>
        </p:nvSpPr>
        <p:spPr>
          <a:xfrm>
            <a:off x="6507328" y="3742690"/>
            <a:ext cx="201922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BETROUWBAARHEID</a:t>
            </a:r>
            <a:endParaRPr lang="en-US" sz="1100" dirty="0"/>
          </a:p>
        </p:txBody>
      </p:sp>
      <p:sp>
        <p:nvSpPr>
          <p:cNvPr id="90" name="Text 88"/>
          <p:cNvSpPr/>
          <p:nvPr/>
        </p:nvSpPr>
        <p:spPr>
          <a:xfrm>
            <a:off x="6507328" y="4090162"/>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Nagerekend, bron erbij</a:t>
            </a:r>
            <a:endParaRPr lang="en-US" sz="1500" dirty="0"/>
          </a:p>
        </p:txBody>
      </p:sp>
      <p:sp>
        <p:nvSpPr>
          <p:cNvPr id="91" name="Shape 89"/>
          <p:cNvSpPr/>
          <p:nvPr/>
        </p:nvSpPr>
        <p:spPr>
          <a:xfrm>
            <a:off x="9075191" y="1371600"/>
            <a:ext cx="2567864" cy="3396742"/>
          </a:xfrm>
          <a:prstGeom prst="roundRect">
            <a:avLst>
              <a:gd name="adj" fmla="val 3550"/>
            </a:avLst>
          </a:prstGeom>
          <a:solidFill>
            <a:srgbClr val="F4D74B"/>
          </a:solidFill>
          <a:ln/>
        </p:spPr>
        <p:txBody>
          <a:bodyPr/>
          <a:lstStyle/>
          <a:p>
            <a:endParaRPr/>
          </a:p>
        </p:txBody>
      </p:sp>
      <p:sp>
        <p:nvSpPr>
          <p:cNvPr id="92" name="Text 90"/>
          <p:cNvSpPr/>
          <p:nvPr/>
        </p:nvSpPr>
        <p:spPr>
          <a:xfrm>
            <a:off x="9349511" y="1645920"/>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Menselijke regie</a:t>
            </a:r>
            <a:endParaRPr lang="en-US" sz="1900" dirty="0"/>
          </a:p>
        </p:txBody>
      </p:sp>
      <p:sp>
        <p:nvSpPr>
          <p:cNvPr id="93" name="Text 91"/>
          <p:cNvSpPr/>
          <p:nvPr/>
        </p:nvSpPr>
        <p:spPr>
          <a:xfrm>
            <a:off x="9349511" y="2492248"/>
            <a:ext cx="201922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JIJ VALIDEERT</a:t>
            </a:r>
            <a:endParaRPr lang="en-US" sz="1100" dirty="0"/>
          </a:p>
        </p:txBody>
      </p:sp>
      <p:sp>
        <p:nvSpPr>
          <p:cNvPr id="94" name="Text 92"/>
          <p:cNvSpPr/>
          <p:nvPr/>
        </p:nvSpPr>
        <p:spPr>
          <a:xfrm>
            <a:off x="9349511" y="2839720"/>
            <a:ext cx="2019224"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Code, formules, definities en cijfers</a:t>
            </a:r>
            <a:endParaRPr lang="en-US" sz="1500" dirty="0"/>
          </a:p>
        </p:txBody>
      </p:sp>
      <p:sp>
        <p:nvSpPr>
          <p:cNvPr id="95" name="Text 93"/>
          <p:cNvSpPr/>
          <p:nvPr/>
        </p:nvSpPr>
        <p:spPr>
          <a:xfrm>
            <a:off x="9349511" y="3742690"/>
            <a:ext cx="2019224"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DE AI</a:t>
            </a:r>
            <a:endParaRPr lang="en-US" sz="1100" dirty="0"/>
          </a:p>
        </p:txBody>
      </p:sp>
      <p:sp>
        <p:nvSpPr>
          <p:cNvPr id="96" name="Text 94"/>
          <p:cNvSpPr/>
          <p:nvPr/>
        </p:nvSpPr>
        <p:spPr>
          <a:xfrm>
            <a:off x="9349511" y="4090162"/>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Trekt geen conclusies</a:t>
            </a:r>
            <a:endParaRPr lang="en-US" sz="1500" dirty="0"/>
          </a:p>
        </p:txBody>
      </p:sp>
      <p:sp>
        <p:nvSpPr>
          <p:cNvPr id="97" name="Text 95"/>
          <p:cNvSpPr/>
          <p:nvPr/>
        </p:nvSpPr>
        <p:spPr>
          <a:xfrm>
            <a:off x="548640" y="4951222"/>
            <a:ext cx="11094415" cy="457200"/>
          </a:xfrm>
          <a:prstGeom prst="rect">
            <a:avLst/>
          </a:prstGeom>
          <a:noFill/>
          <a:ln/>
        </p:spPr>
        <p:txBody>
          <a:bodyPr wrap="square" lIns="0" tIns="0" rIns="0" bIns="0" rtlCol="0" anchor="t"/>
          <a:lstStyle/>
          <a:p>
            <a:pPr marL="0" indent="0" algn="l">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En de data:</a:t>
            </a:r>
            <a:r>
              <a:rPr lang="en-US" sz="1600" dirty="0">
                <a:solidFill>
                  <a:srgbClr val="000000"/>
                </a:solidFill>
                <a:latin typeface="General Sans" pitchFamily="34" charset="0"/>
                <a:ea typeface="General Sans" pitchFamily="34" charset="-122"/>
                <a:cs typeface="General Sans" pitchFamily="34" charset="-120"/>
              </a:rPr>
              <a:t> synthetisch. Er ging geen echte studentdata naar derde partijen.</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548640"/>
            <a:ext cx="1371600" cy="1920240"/>
          </a:xfrm>
          <a:prstGeom prst="rect">
            <a:avLst/>
          </a:prstGeom>
          <a:noFill/>
          <a:ln/>
        </p:spPr>
        <p:txBody>
          <a:bodyPr wrap="square" lIns="0" tIns="0" rIns="0" bIns="0" rtlCol="0" anchor="t"/>
          <a:lstStyle/>
          <a:p>
            <a:pPr marL="0" indent="0" algn="l">
              <a:lnSpc>
                <a:spcPct val="105000"/>
              </a:lnSpc>
              <a:buNone/>
            </a:pPr>
            <a:r>
              <a:rPr lang="en-US" sz="10800" dirty="0">
                <a:solidFill>
                  <a:srgbClr val="F4D74B"/>
                </a:solidFill>
                <a:latin typeface="Cooper Lt BT" pitchFamily="34" charset="0"/>
                <a:ea typeface="Cooper Lt BT" pitchFamily="34" charset="-122"/>
                <a:cs typeface="Cooper Lt BT" pitchFamily="34" charset="-120"/>
              </a:rPr>
              <a:t>“</a:t>
            </a:r>
            <a:endParaRPr lang="en-US" sz="10800" dirty="0"/>
          </a:p>
        </p:txBody>
      </p:sp>
      <p:sp>
        <p:nvSpPr>
          <p:cNvPr id="73" name="Text 71"/>
          <p:cNvSpPr/>
          <p:nvPr/>
        </p:nvSpPr>
        <p:spPr>
          <a:xfrm>
            <a:off x="1280160" y="1737360"/>
            <a:ext cx="6766560" cy="3108960"/>
          </a:xfrm>
          <a:prstGeom prst="rect">
            <a:avLst/>
          </a:prstGeom>
          <a:noFill/>
          <a:ln/>
        </p:spPr>
        <p:txBody>
          <a:bodyPr wrap="square" lIns="0" tIns="0" rIns="0" bIns="0" rtlCol="0" anchor="t"/>
          <a:lstStyle/>
          <a:p>
            <a:pPr marL="0" indent="0" algn="l">
              <a:lnSpc>
                <a:spcPct val="105000"/>
              </a:lnSpc>
              <a:buNone/>
            </a:pPr>
            <a:r>
              <a:rPr lang="en-US" sz="3600" dirty="0">
                <a:solidFill>
                  <a:srgbClr val="F4D74B"/>
                </a:solidFill>
                <a:latin typeface="Cooper Lt BT" pitchFamily="34" charset="0"/>
                <a:ea typeface="Cooper Lt BT" pitchFamily="34" charset="-122"/>
                <a:cs typeface="Cooper Lt BT" pitchFamily="34" charset="-120"/>
              </a:rPr>
              <a:t>Oog 1 en 2 zijn van AI. Oog 3 en 4 blijven van ons.</a:t>
            </a:r>
            <a:endParaRPr lang="en-US" sz="3600" dirty="0"/>
          </a:p>
        </p:txBody>
      </p:sp>
      <p:sp>
        <p:nvSpPr>
          <p:cNvPr id="74" name="Text 72"/>
          <p:cNvSpPr/>
          <p:nvPr/>
        </p:nvSpPr>
        <p:spPr>
          <a:xfrm>
            <a:off x="1280160" y="5029200"/>
            <a:ext cx="6858000" cy="457200"/>
          </a:xfrm>
          <a:prstGeom prst="rect">
            <a:avLst/>
          </a:prstGeom>
          <a:noFill/>
          <a:ln/>
        </p:spPr>
        <p:txBody>
          <a:bodyPr wrap="square" lIns="0" tIns="0" rIns="0" bIns="0" rtlCol="0" anchor="t"/>
          <a:lstStyle/>
          <a:p>
            <a:pPr marL="0" indent="0" algn="l">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Het vierogenprincipe</a:t>
            </a:r>
            <a:endParaRPr lang="en-US" sz="1800" dirty="0"/>
          </a:p>
        </p:txBody>
      </p:sp>
      <p:pic>
        <p:nvPicPr>
          <p:cNvPr id="75" name="Image 0" descr="exports\261027_workshop_rad_hulp2\img\hersenen.png"/>
          <p:cNvPicPr>
            <a:picLocks noChangeAspect="1"/>
          </p:cNvPicPr>
          <p:nvPr/>
        </p:nvPicPr>
        <p:blipFill>
          <a:blip r:embed="rId3"/>
          <a:stretch>
            <a:fillRect/>
          </a:stretch>
        </p:blipFill>
        <p:spPr>
          <a:xfrm>
            <a:off x="8412480" y="1554480"/>
            <a:ext cx="3200400" cy="32004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8">
    <p:bg>
      <p:bgPr>
        <a:solidFill>
          <a:srgbClr val="F4D7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willen jullie nog zien?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Typ /4-review: er opent een vragenlijst. Vul in wat je nog wilt zien en leren. Anoniem, en je kunt een vraag overslaan.</a:t>
            </a:r>
            <a:endParaRPr lang="en-US" sz="2200" dirty="0"/>
          </a:p>
        </p:txBody>
      </p:sp>
      <p:pic>
        <p:nvPicPr>
          <p:cNvPr id="74" name="Image 0" descr="exports\261005_workshop_rad_uitvoering\img\Lamp.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Kijk mee: zo geef je je review</a:t>
            </a:r>
            <a:endParaRPr lang="en-US" sz="3400" dirty="0"/>
          </a:p>
        </p:txBody>
      </p:sp>
      <p:pic>
        <p:nvPicPr>
          <p:cNvPr id="73" name="Video 4 · 0:42 · de vragenlijst invullen">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2621128" y="1371600"/>
            <a:ext cx="6949440" cy="4343400"/>
          </a:xfrm>
          <a:prstGeom prst="rect">
            <a:avLst/>
          </a:prstGeom>
        </p:spPr>
      </p:pic>
      <p:sp>
        <p:nvSpPr>
          <p:cNvPr id="74" name="Text 71"/>
          <p:cNvSpPr/>
          <p:nvPr/>
        </p:nvSpPr>
        <p:spPr>
          <a:xfrm>
            <a:off x="548640" y="5852160"/>
            <a:ext cx="1109441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Video 4 · 0:42 · de vragenlijst invullen</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9">
    <p:bg>
      <p:bgPr>
        <a:solidFill>
          <a:srgbClr val="F4D9DC"/>
        </a:solidFill>
        <a:effectLst/>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marL="0" indent="0" algn="l">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deed de agent, wat deed jij?</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Wat we vandaag deden, is co-creatie. Zo bouwen we verder, samen.</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txBody>
          <a:bodyPr/>
          <a:lstStyle/>
          <a:p>
            <a:endParaRPr/>
          </a:p>
        </p:txBody>
      </p:sp>
      <p:sp>
        <p:nvSpPr>
          <p:cNvPr id="7" name="Shape 5"/>
          <p:cNvSpPr/>
          <p:nvPr/>
        </p:nvSpPr>
        <p:spPr>
          <a:xfrm>
            <a:off x="6675120" y="2441448"/>
            <a:ext cx="1371600" cy="347472"/>
          </a:xfrm>
          <a:prstGeom prst="roundRect">
            <a:avLst>
              <a:gd name="adj" fmla="val 131579"/>
            </a:avLst>
          </a:prstGeom>
          <a:solidFill>
            <a:srgbClr val="F4D9DC"/>
          </a:solidFill>
          <a:ln/>
        </p:spPr>
        <p:txBody>
          <a:bodyPr/>
          <a:lstStyle/>
          <a:p>
            <a:endParaRPr/>
          </a:p>
        </p:txBody>
      </p:sp>
      <p:sp>
        <p:nvSpPr>
          <p:cNvPr id="8" name="Text 6"/>
          <p:cNvSpPr/>
          <p:nvPr/>
        </p:nvSpPr>
        <p:spPr>
          <a:xfrm>
            <a:off x="6766560" y="244144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Eigen data gebruik je in je eigen instelling. Synthetische data van je eigen bestanden? CEDA helpt je graag. De skills staan in de repo.</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txBody>
          <a:bodyPr/>
          <a:lstStyle/>
          <a:p>
            <a:endParaRPr/>
          </a:p>
        </p:txBody>
      </p:sp>
      <p:sp>
        <p:nvSpPr>
          <p:cNvPr id="11" name="Shape 9"/>
          <p:cNvSpPr/>
          <p:nvPr/>
        </p:nvSpPr>
        <p:spPr>
          <a:xfrm>
            <a:off x="6675120" y="3950208"/>
            <a:ext cx="1371600" cy="347472"/>
          </a:xfrm>
          <a:prstGeom prst="roundRect">
            <a:avLst>
              <a:gd name="adj" fmla="val 131579"/>
            </a:avLst>
          </a:prstGeom>
          <a:solidFill>
            <a:srgbClr val="F4D9DC"/>
          </a:solidFill>
          <a:ln/>
        </p:spPr>
        <p:txBody>
          <a:bodyPr/>
          <a:lstStyle/>
          <a:p>
            <a:endParaRPr/>
          </a:p>
        </p:txBody>
      </p:sp>
      <p:sp>
        <p:nvSpPr>
          <p:cNvPr id="12" name="Text 10"/>
          <p:cNvSpPr/>
          <p:nvPr/>
        </p:nvSpPr>
        <p:spPr>
          <a:xfrm>
            <a:off x="6766560" y="395020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stuurt, de agent bouwt. Jij beslist wat je ermee doet.</a:t>
            </a:r>
            <a:endParaRPr lang="en-US" sz="1500" dirty="0"/>
          </a:p>
        </p:txBody>
      </p:sp>
      <p:pic>
        <p:nvPicPr>
          <p:cNvPr id="14" name="Image 0" descr="Npuls"/>
          <p:cNvPicPr>
            <a:picLocks noChangeAspect="1"/>
          </p:cNvPicPr>
          <p:nvPr/>
        </p:nvPicPr>
        <p:blipFill>
          <a:blip r:embed="rId3"/>
          <a:stretch>
            <a:fillRect/>
          </a:stretch>
        </p:blipFill>
        <p:spPr>
          <a:xfrm>
            <a:off x="10454335" y="5120640"/>
            <a:ext cx="1188720" cy="118872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marL="0" indent="0" algn="ctr">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marL="0" indent="0" algn="ctr">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marL="0" indent="0" algn="ctr">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txBody>
          <a:bodyPr/>
          <a:lstStyle/>
          <a:p>
            <a:endParaRPr/>
          </a:p>
        </p:txBody>
      </p:sp>
      <p:sp>
        <p:nvSpPr>
          <p:cNvPr id="6" name="Shape 4"/>
          <p:cNvSpPr/>
          <p:nvPr/>
        </p:nvSpPr>
        <p:spPr>
          <a:xfrm>
            <a:off x="1889608" y="3858768"/>
            <a:ext cx="1463040" cy="365760"/>
          </a:xfrm>
          <a:prstGeom prst="roundRect">
            <a:avLst>
              <a:gd name="adj" fmla="val 125000"/>
            </a:avLst>
          </a:prstGeom>
          <a:solidFill>
            <a:srgbClr val="3D68EC"/>
          </a:solidFill>
          <a:ln/>
        </p:spPr>
        <p:txBody>
          <a:bodyPr/>
          <a:lstStyle/>
          <a:p>
            <a:endParaRPr/>
          </a:p>
        </p:txBody>
      </p:sp>
      <p:sp>
        <p:nvSpPr>
          <p:cNvPr id="7" name="Text 5"/>
          <p:cNvSpPr/>
          <p:nvPr/>
        </p:nvSpPr>
        <p:spPr>
          <a:xfrm>
            <a:off x="198104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4"/>
          </p:cNvPr>
          <p:cNvSpPr/>
          <p:nvPr/>
        </p:nvSpPr>
        <p:spPr>
          <a:xfrm>
            <a:off x="115808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4">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txBody>
          <a:bodyPr/>
          <a:lstStyle/>
          <a:p>
            <a:endParaRPr/>
          </a:p>
        </p:txBody>
      </p:sp>
      <p:sp>
        <p:nvSpPr>
          <p:cNvPr id="10" name="Shape 8"/>
          <p:cNvSpPr/>
          <p:nvPr/>
        </p:nvSpPr>
        <p:spPr>
          <a:xfrm>
            <a:off x="5364328" y="3858768"/>
            <a:ext cx="1463040" cy="365760"/>
          </a:xfrm>
          <a:prstGeom prst="roundRect">
            <a:avLst>
              <a:gd name="adj" fmla="val 125000"/>
            </a:avLst>
          </a:prstGeom>
          <a:solidFill>
            <a:srgbClr val="00AF81"/>
          </a:solidFill>
          <a:ln/>
        </p:spPr>
        <p:txBody>
          <a:bodyPr/>
          <a:lstStyle/>
          <a:p>
            <a:endParaRPr/>
          </a:p>
        </p:txBody>
      </p:sp>
      <p:sp>
        <p:nvSpPr>
          <p:cNvPr id="11" name="Text 9"/>
          <p:cNvSpPr/>
          <p:nvPr/>
        </p:nvSpPr>
        <p:spPr>
          <a:xfrm>
            <a:off x="545576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5"/>
          </p:cNvPr>
          <p:cNvSpPr/>
          <p:nvPr/>
        </p:nvSpPr>
        <p:spPr>
          <a:xfrm>
            <a:off x="4632808" y="4370832"/>
            <a:ext cx="2926080" cy="365760"/>
          </a:xfrm>
          <a:prstGeom prst="rect">
            <a:avLst/>
          </a:prstGeom>
          <a:noFill/>
          <a:ln/>
        </p:spPr>
        <p:txBody>
          <a:bodyPr wrap="square" lIns="0" tIns="0" rIns="0" bIns="0" rtlCol="0" anchor="ctr"/>
          <a:lstStyle/>
          <a:p>
            <a:pPr algn="ctr"/>
            <a:r>
              <a:rPr lang="en-NL" sz="1400" dirty="0" err="1">
                <a:hlinkClick r:id="rId6"/>
              </a:rPr>
              <a:t>Npuls</a:t>
            </a:r>
            <a:r>
              <a:rPr lang="en-NL" sz="1400" dirty="0">
                <a:hlinkClick r:id="rId6"/>
              </a:rPr>
              <a:t> Community AI </a:t>
            </a:r>
            <a:r>
              <a:rPr lang="en-NL" sz="1400" dirty="0" err="1">
                <a:hlinkClick r:id="rId6"/>
              </a:rPr>
              <a:t>en</a:t>
            </a:r>
            <a:r>
              <a:rPr lang="en-NL" sz="1400" dirty="0">
                <a:hlinkClick r:id="rId6"/>
              </a:rPr>
              <a:t> Data</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txBody>
          <a:bodyPr/>
          <a:lstStyle/>
          <a:p>
            <a:endParaRPr/>
          </a:p>
        </p:txBody>
      </p:sp>
      <p:sp>
        <p:nvSpPr>
          <p:cNvPr id="14" name="Shape 12"/>
          <p:cNvSpPr/>
          <p:nvPr/>
        </p:nvSpPr>
        <p:spPr>
          <a:xfrm>
            <a:off x="8839048" y="3858768"/>
            <a:ext cx="1463040" cy="365760"/>
          </a:xfrm>
          <a:prstGeom prst="roundRect">
            <a:avLst>
              <a:gd name="adj" fmla="val 125000"/>
            </a:avLst>
          </a:prstGeom>
          <a:solidFill>
            <a:srgbClr val="DD784B"/>
          </a:solidFill>
          <a:ln/>
        </p:spPr>
        <p:txBody>
          <a:bodyPr/>
          <a:lstStyle/>
          <a:p>
            <a:endParaRPr/>
          </a:p>
        </p:txBody>
      </p:sp>
      <p:sp>
        <p:nvSpPr>
          <p:cNvPr id="15" name="Text 13"/>
          <p:cNvSpPr/>
          <p:nvPr/>
        </p:nvSpPr>
        <p:spPr>
          <a:xfrm>
            <a:off x="893048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7"/>
          </p:cNvPr>
          <p:cNvSpPr/>
          <p:nvPr/>
        </p:nvSpPr>
        <p:spPr>
          <a:xfrm>
            <a:off x="810752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7">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Ruim na afloop je Codespace op</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github.com/codespaces, de drie puntjes naast je Codespace, dan Delete. Stoppen alleen is niet genoeg.</a:t>
            </a:r>
            <a:endParaRPr lang="en-US" sz="2200" dirty="0"/>
          </a:p>
        </p:txBody>
      </p:sp>
      <p:pic>
        <p:nvPicPr>
          <p:cNvPr id="74" name="Image 0" descr="exports\261005_workshop_rad_uitvoering\img\kunstmatigeintelligentie.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TotalTime>
  <Words>3448</Words>
  <Application>Microsoft Office PowerPoint</Application>
  <PresentationFormat>Widescreen</PresentationFormat>
  <Paragraphs>353</Paragraphs>
  <Slides>39</Slides>
  <Notes>39</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39</vt:i4>
      </vt:variant>
    </vt:vector>
  </HeadingPairs>
  <TitlesOfParts>
    <vt:vector size="44" baseType="lpstr">
      <vt:lpstr>Arial</vt:lpstr>
      <vt:lpstr>Cooper Lt BT</vt:lpstr>
      <vt:lpstr>General Sans</vt:lpstr>
      <vt:lpstr>General Sans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Aslam Tanjung</cp:lastModifiedBy>
  <cp:revision>7</cp:revision>
  <dcterms:created xsi:type="dcterms:W3CDTF">2026-10-08T11:06:42Z</dcterms:created>
  <dcterms:modified xsi:type="dcterms:W3CDTF">2026-10-27T16:19:48Z</dcterms:modified>
</cp:coreProperties>
</file>