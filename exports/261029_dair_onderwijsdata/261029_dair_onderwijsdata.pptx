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Welkom. Dit is een inspiratiesessie: we laten zien waar we naartoe willen, met een werkende demo. Niet alles werkt vandaag al perfect, en dat is precies waarom we jullie nodig hebben. Deze sessie is voor wie vragen stelt en inzichten levert, niet voor wie programmeert. In 90 minuten stel je zelf een vraag aan open onderwijsdata, maak je er een rapport van en beoordeel je of het klopt.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Vaste CEDA-introslide: wie CEDA is. Kort toelichten, daarna door naar de inhoud.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het CEDA-team. Twee grote projecten om te noemen: de instroomprognose en de Staat van de Onderwijsinstelling op basis van 1CijferHO. Praat met je data is een van de nieuwere lijnen.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 het schema in dertig seconden door. Twee rondes zelf werken in tweetallen, na elke ronde een spiegelmoment aan tafel. In ronde 1 stel je een vraag, in ronde 2 maak je er een rapport van. Benoem de framing: dit is een demo, geen product. Loopt iets vast, dan horen we dat graag.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kernboodschap. Je hoeft geen Python, R of SQL te kennen om een goede datavraag te stellen. Vandaag zijn jullie de experts die testen en beoordelen; straks moet dit werken voor eindgebruikers zonder data-achtergrond. Daarom is jullie oordeel zo waardevol.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Vijf stappen, van boven naar beneden. Verhelderen is vraagarticulatie: de tool helpt de vraag scherper te maken, net zoals jullie dat doen als een collega met een vage vraag komt. Bij het zoeken splitst het pad: vindt de tool een passende dataset, dan gaat hij rekenen; vindt hij die niet, dan zegt hij dat hij geen antwoord kan geven. Dat is minstens zo belangrijk als een goed antwoord. Het taalmodel rekent nooit zelf: elk getal komt uit code op de brondata.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 is veel open onderwijsdata, maar die staat verspreid over de sites van DUO, CBS en RIO, met bestandsbeschrijvingen die voor de gemiddelde collega lastig te volgen zijn. Daarom hebben we er een laag tussen gezet: een datacatalogus met een API. Per dataset staat erin wat erin zit en voor welke sector hij bruikbaar is. Het zoeken uit de vorige slide gebeurt in die catalogus. De catalogi staan open op GitHub: cedanl.github.io/cbs-onderwijsdata en cedanl.github.io/rio-onderwijsdata.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tool heeft toegang tot drie open bronnen. Benadruk: er zit geen data van jullie eigen instelling in, alleen geaggregeerde data die deze drie zelf openbaar publiceren. Daarom is het veilig om mee te oefenen. Aantallen uit de README van onderwijsdata-chat (21 oktober).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met de demovraag van Steven of Amir. Back-up: de opgenomen demo. Laat drie dingen zien: de verhelderende vragen, de stappen die de tool zet, en het antwoord dat eruit rolt.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ronde 1. Tweetallen, zodat iedereen meedoet en niemand alleen zit te kijken.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Eerst iedereen in de tool. De link verwijst naar onderwijsdata-chat.playground.sdp.surf.nl. Doe het samen met je buur. Ga door naar de volgende slide zodra de meesten zijn ingelogd.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deze slide staan tijdens ronde 1. Wie nog met de QR-code bezig is, heeft die hier nog in beeld; wie al binnen is, ziet de voorbeeldvragen. Voorbeeldvragen invullen zodra Steven en Amir ze aanleveren. Eigen vraag mag altijd, zolang het over open data gaat: geen eigen studenten. Tip voor wie vastloopt: laat de tool doorvragen.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Twee tweetallen aan één tafel praten met elkaar, vier tot vijf minuten. Wij lopen intussen rond, luisteren mee en vragen één of twee tafels of ze straks iets willen vertellen. Daarna plenair: een handopsteek-peiling ("wie kreeg een antwoord?", "wie zou het zo delen?"), wij vertellen wat we hoorden, en één tafel die al ja zei licht kort toe. Niemand onverwacht aan het woord.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deze slide staan tijdens het tafelgesprek. Plenair: eerst handen omhoog, dan wat wij hoorden, dan één tafel.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Tweede demo. Laat zien hoe je de tool om een rapport vraagt, wat erin staat (bron, grafiek, toelichting) en waar het feedbackformulier zit.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ronde 2. Weer samen met je buur.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Optie B is het vangnet voor wie in ronde 1 niet tot een antwoord kwam. Laat de klaargezette rapporten zien of noem waar ze staan.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deze slide staan tijdens ronde 2. Drie vragen uit het feedbackformulier dat bij elk rapport in de tool staat. Iedereen vult het in, hier in de zaal; achteraf doet bijna niemand het meer. De antwoorden zijn meteen de opstap naar spiegelmoment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Zelfde vorm als spiegelmoment 1: tafelgesprek, wij lopen rond, dan handen omhoog ("wie zou het rapport doorsturen?", "wie mist er iets?") en één tafel die al ja zei. Vraag vooral naar wat mensen misten. Dat is voor ons het waardevolst.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zaadje. Vandaag draaide alles op open onderwijsdata. Het principe en de techniek werken op dezelfde manier op de data van je eigen instelling. Met gestandaardiseerde bestanden zoals 1CijferHO en Studielink is dat goed te bouwen, omdat elke instelling dezelfde structuur heeft. Met de AI Hub van SURF kan het taalmodel binnen de sector blijven.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Een dashboard kan nooit alle vragen beantwoorden; dan ga je het eindeloos uitbreiden. Specifieke vragen kunnen mensen zelf beantwoorden, met een rapportje dat ze kunnen delen. Houd het onderscheid helder: het ene is afgestemd en gefaciliteerd, het andere is een ad-hoc antwoord op een eigen vraag.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vraag voor de borrel: laat hem even hangen. Call to action: meedenken of meedoen met de PoC. Aanmelden via de feedback in de tool of via ceda@surf.nl op de volgende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Vaste afsluitslide: laat deze staan tijdens de vragen, zodat iedereen de links ziet.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hyperlink" Target="https://github.com/cedanl" TargetMode="External"/><Relationship Id="rId3" Type="http://schemas.openxmlformats.org/officeDocument/2006/relationships/hyperlink" Target="https://community.npuls.nl/groups/data-ai" TargetMode="External"/><Relationship Id="rId4" Type="http://schemas.openxmlformats.org/officeDocument/2006/relationships/hyperlink" Target="mailto:ceda@surf.nl" TargetMode="External"/><Relationship Id="rId1" Type="http://schemas.openxmlformats.org/officeDocument/2006/relationships/image" Target="../media/Slide-23-image-1.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1691640"/>
            <a:ext cx="10088575" cy="1828800"/>
          </a:xfrm>
          <a:prstGeom prst="rect">
            <a:avLst/>
          </a:prstGeom>
          <a:noFill/>
          <a:ln/>
        </p:spPr>
        <p:txBody>
          <a:bodyPr wrap="square" lIns="0" tIns="0" rIns="0" bIns="0" rtlCol="0" anchor="b"/>
          <a:lstStyle/>
          <a:p>
            <a:pPr algn="l" indent="0" marL="0">
              <a:lnSpc>
                <a:spcPct val="105000"/>
              </a:lnSpc>
              <a:buNone/>
            </a:pPr>
            <a:r>
              <a:rPr lang="en-US" sz="4600" dirty="0">
                <a:solidFill>
                  <a:srgbClr val="3D68EC"/>
                </a:solidFill>
                <a:latin typeface="General Sans Semibold" pitchFamily="34" charset="0"/>
                <a:ea typeface="General Sans Semibold" pitchFamily="34" charset="-122"/>
                <a:cs typeface="General Sans Semibold" pitchFamily="34" charset="-120"/>
              </a:rPr>
              <a:t>Praat met je data</a:t>
            </a:r>
            <a:endParaRPr lang="en-US" sz="4600" dirty="0"/>
          </a:p>
        </p:txBody>
      </p:sp>
      <p:sp>
        <p:nvSpPr>
          <p:cNvPr id="3" name="Text 1"/>
          <p:cNvSpPr/>
          <p:nvPr/>
        </p:nvSpPr>
        <p:spPr>
          <a:xfrm>
            <a:off x="914400" y="3657600"/>
            <a:ext cx="10088575" cy="548640"/>
          </a:xfrm>
          <a:prstGeom prst="rect">
            <a:avLst/>
          </a:prstGeom>
          <a:noFill/>
          <a:ln/>
        </p:spPr>
        <p:txBody>
          <a:bodyPr wrap="square" lIns="0" tIns="0" rIns="0" bIns="0" rtlCol="0" anchor="t"/>
          <a:lstStyle/>
          <a:p>
            <a:pPr algn="l" indent="0" marL="0">
              <a:lnSpc>
                <a:spcPct val="105000"/>
              </a:lnSpc>
              <a:buNone/>
            </a:pPr>
            <a:r>
              <a:rPr lang="en-US" sz="2200" dirty="0">
                <a:solidFill>
                  <a:srgbClr val="000000"/>
                </a:solidFill>
                <a:latin typeface="Cooper Lt BT" pitchFamily="34" charset="0"/>
                <a:ea typeface="Cooper Lt BT" pitchFamily="34" charset="-122"/>
                <a:cs typeface="Cooper Lt BT" pitchFamily="34" charset="-120"/>
              </a:rPr>
              <a:t>Van vraag naar rapport, zonder één regel code of Excel</a:t>
            </a:r>
            <a:endParaRPr lang="en-US" sz="2200" dirty="0"/>
          </a:p>
        </p:txBody>
      </p:sp>
      <p:sp>
        <p:nvSpPr>
          <p:cNvPr id="4" name="Text 2"/>
          <p:cNvSpPr/>
          <p:nvPr/>
        </p:nvSpPr>
        <p:spPr>
          <a:xfrm>
            <a:off x="914400" y="4297680"/>
            <a:ext cx="10088575" cy="411480"/>
          </a:xfrm>
          <a:prstGeom prst="rect">
            <a:avLst/>
          </a:prstGeom>
          <a:noFill/>
          <a:ln/>
        </p:spPr>
        <p:txBody>
          <a:bodyPr wrap="square" lIns="0" tIns="0" rIns="0" bIns="0" rtlCol="0" anchor="t"/>
          <a:lstStyle/>
          <a:p>
            <a:pPr algn="l" indent="0" marL="0">
              <a:lnSpc>
                <a:spcPct val="105000"/>
              </a:lnSpc>
              <a:buNone/>
            </a:pPr>
            <a:r>
              <a:rPr lang="en-US" sz="1600" dirty="0">
                <a:solidFill>
                  <a:srgbClr val="000000"/>
                </a:solidFill>
                <a:latin typeface="General Sans" pitchFamily="34" charset="0"/>
                <a:ea typeface="General Sans" pitchFamily="34" charset="-122"/>
                <a:cs typeface="General Sans" pitchFamily="34" charset="-120"/>
              </a:rPr>
              <a:t>CEDA · DAIR-seminar · inspiratiesessie · 29 oktober 2026 · 90 minuten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600200"/>
            <a:ext cx="5090008" cy="320040"/>
          </a:xfrm>
          <a:prstGeom prst="rect">
            <a:avLst/>
          </a:prstGeom>
          <a:noFill/>
          <a:ln/>
        </p:spPr>
        <p:txBody>
          <a:bodyPr wrap="square" lIns="0" tIns="0" rIns="0" bIns="0" rtlCol="0" anchor="t"/>
          <a:lstStyle/>
          <a:p>
            <a:pPr algn="l" indent="0" marL="0">
              <a:lnSpc>
                <a:spcPct val="105000"/>
              </a:lnSpc>
              <a:buNone/>
            </a:pPr>
            <a:r>
              <a:rPr lang="en-US" sz="1300" spc="300" kern="0" dirty="0">
                <a:solidFill>
                  <a:srgbClr val="DD784B"/>
                </a:solidFill>
                <a:latin typeface="General Sans Semibold" pitchFamily="34" charset="0"/>
                <a:ea typeface="General Sans Semibold" pitchFamily="34" charset="-122"/>
                <a:cs typeface="General Sans Semibold" pitchFamily="34" charset="-120"/>
              </a:rPr>
              <a:t>WIE IS CEDA</a:t>
            </a:r>
            <a:endParaRPr lang="en-US" sz="1300" dirty="0"/>
          </a:p>
        </p:txBody>
      </p:sp>
      <p:sp>
        <p:nvSpPr>
          <p:cNvPr id="3" name="Text 1"/>
          <p:cNvSpPr/>
          <p:nvPr/>
        </p:nvSpPr>
        <p:spPr>
          <a:xfrm>
            <a:off x="731520" y="1965960"/>
            <a:ext cx="5090008" cy="1188720"/>
          </a:xfrm>
          <a:prstGeom prst="rect">
            <a:avLst/>
          </a:prstGeom>
          <a:noFill/>
          <a:ln/>
        </p:spPr>
        <p:txBody>
          <a:bodyPr wrap="square" lIns="0" tIns="0" rIns="0" bIns="0" rtlCol="0" anchor="t"/>
          <a:lstStyle/>
          <a:p>
            <a:pPr algn="l" indent="0" marL="0">
              <a:lnSpc>
                <a:spcPct val="105000"/>
              </a:lnSpc>
              <a:buNone/>
            </a:pPr>
            <a:r>
              <a:rPr lang="en-US" sz="3200" dirty="0">
                <a:solidFill>
                  <a:srgbClr val="3D68EC"/>
                </a:solidFill>
                <a:latin typeface="General Sans Semibold" pitchFamily="34" charset="0"/>
                <a:ea typeface="General Sans Semibold" pitchFamily="34" charset="-122"/>
                <a:cs typeface="General Sans Semibold" pitchFamily="34" charset="-120"/>
              </a:rPr>
              <a:t>Centre of Educational Data Analytics</a:t>
            </a:r>
            <a:endParaRPr lang="en-US" sz="3200" dirty="0"/>
          </a:p>
        </p:txBody>
      </p:sp>
      <p:sp>
        <p:nvSpPr>
          <p:cNvPr id="4" name="Text 2"/>
          <p:cNvSpPr/>
          <p:nvPr/>
        </p:nvSpPr>
        <p:spPr>
          <a:xfrm>
            <a:off x="731520" y="3200400"/>
            <a:ext cx="5090008" cy="822960"/>
          </a:xfrm>
          <a:prstGeom prst="rect">
            <a:avLst/>
          </a:prstGeom>
          <a:noFill/>
          <a:ln/>
        </p:spPr>
        <p:txBody>
          <a:bodyPr wrap="square" lIns="0" tIns="0" rIns="0" bIns="0" rtlCol="0" anchor="t"/>
          <a:lstStyle/>
          <a:p>
            <a:pPr algn="l" indent="0" marL="0">
              <a:lnSpc>
                <a:spcPct val="105000"/>
              </a:lnSpc>
              <a:buNone/>
            </a:pPr>
            <a:r>
              <a:rPr lang="en-US" sz="1800" dirty="0">
                <a:solidFill>
                  <a:srgbClr val="000000"/>
                </a:solidFill>
                <a:latin typeface="Cooper Lt BT" pitchFamily="34" charset="0"/>
                <a:ea typeface="Cooper Lt BT" pitchFamily="34" charset="-122"/>
                <a:cs typeface="Cooper Lt BT" pitchFamily="34" charset="-120"/>
              </a:rPr>
              <a:t>Eén team binnen Npuls. Van ruwe data tot AI-toepassing, open source.</a:t>
            </a:r>
            <a:endParaRPr lang="en-US" sz="1800" dirty="0"/>
          </a:p>
        </p:txBody>
      </p:sp>
      <p:sp>
        <p:nvSpPr>
          <p:cNvPr id="5" name="Shape 3"/>
          <p:cNvSpPr/>
          <p:nvPr/>
        </p:nvSpPr>
        <p:spPr>
          <a:xfrm>
            <a:off x="731520" y="4315968"/>
            <a:ext cx="155448" cy="155448"/>
          </a:xfrm>
          <a:prstGeom prst="ellipse">
            <a:avLst/>
          </a:prstGeom>
          <a:solidFill>
            <a:srgbClr val="3D68EC"/>
          </a:solidFill>
          <a:ln/>
        </p:spPr>
      </p:sp>
      <p:sp>
        <p:nvSpPr>
          <p:cNvPr id="6" name="Text 4"/>
          <p:cNvSpPr/>
          <p:nvPr/>
        </p:nvSpPr>
        <p:spPr>
          <a:xfrm>
            <a:off x="1051560" y="4206240"/>
            <a:ext cx="4769968" cy="502920"/>
          </a:xfrm>
          <a:prstGeom prst="rect">
            <a:avLst/>
          </a:prstGeom>
          <a:noFill/>
          <a:ln/>
        </p:spPr>
        <p:txBody>
          <a:bodyPr wrap="square" lIns="0" tIns="0" rIns="0" bIns="0" rtlCol="0" anchor="t"/>
          <a:lstStyle/>
          <a:p>
            <a:pPr algn="l" indent="0" marL="0">
              <a:lnSpc>
                <a:spcPct val="105000"/>
              </a:lnSpc>
              <a:buNone/>
            </a:pPr>
            <a:r>
              <a:rPr lang="en-US" sz="1600" dirty="0">
                <a:solidFill>
                  <a:srgbClr val="000000"/>
                </a:solidFill>
                <a:latin typeface="General Sans" pitchFamily="34" charset="0"/>
                <a:ea typeface="General Sans" pitchFamily="34" charset="-122"/>
                <a:cs typeface="General Sans" pitchFamily="34" charset="-120"/>
              </a:rPr>
              <a:t>Data, analytics en generatieve AI in één keten</a:t>
            </a:r>
            <a:endParaRPr lang="en-US" sz="1600" dirty="0"/>
          </a:p>
        </p:txBody>
      </p:sp>
      <p:sp>
        <p:nvSpPr>
          <p:cNvPr id="7" name="Shape 5"/>
          <p:cNvSpPr/>
          <p:nvPr/>
        </p:nvSpPr>
        <p:spPr>
          <a:xfrm>
            <a:off x="731520" y="4818888"/>
            <a:ext cx="155448" cy="155448"/>
          </a:xfrm>
          <a:prstGeom prst="ellipse">
            <a:avLst/>
          </a:prstGeom>
          <a:solidFill>
            <a:srgbClr val="DD784B"/>
          </a:solidFill>
          <a:ln/>
        </p:spPr>
      </p:sp>
      <p:sp>
        <p:nvSpPr>
          <p:cNvPr id="8" name="Text 6"/>
          <p:cNvSpPr/>
          <p:nvPr/>
        </p:nvSpPr>
        <p:spPr>
          <a:xfrm>
            <a:off x="1051560" y="4709160"/>
            <a:ext cx="4769968" cy="502920"/>
          </a:xfrm>
          <a:prstGeom prst="rect">
            <a:avLst/>
          </a:prstGeom>
          <a:noFill/>
          <a:ln/>
        </p:spPr>
        <p:txBody>
          <a:bodyPr wrap="square" lIns="0" tIns="0" rIns="0" bIns="0" rtlCol="0" anchor="t"/>
          <a:lstStyle/>
          <a:p>
            <a:pPr algn="l" indent="0" marL="0">
              <a:lnSpc>
                <a:spcPct val="105000"/>
              </a:lnSpc>
              <a:buNone/>
            </a:pPr>
            <a:r>
              <a:rPr lang="en-US" sz="1600" dirty="0">
                <a:solidFill>
                  <a:srgbClr val="000000"/>
                </a:solidFill>
                <a:latin typeface="General Sans" pitchFamily="34" charset="0"/>
                <a:ea typeface="General Sans" pitchFamily="34" charset="-122"/>
                <a:cs typeface="General Sans" pitchFamily="34" charset="-120"/>
              </a:rPr>
              <a:t>Altijd in co-creatie met mbo, hbo en wo</a:t>
            </a:r>
            <a:endParaRPr lang="en-US" sz="1600" dirty="0"/>
          </a:p>
        </p:txBody>
      </p:sp>
      <p:sp>
        <p:nvSpPr>
          <p:cNvPr id="9" name="Shape 7"/>
          <p:cNvSpPr/>
          <p:nvPr/>
        </p:nvSpPr>
        <p:spPr>
          <a:xfrm>
            <a:off x="731520" y="5321808"/>
            <a:ext cx="155448" cy="155448"/>
          </a:xfrm>
          <a:prstGeom prst="ellipse">
            <a:avLst/>
          </a:prstGeom>
          <a:solidFill>
            <a:srgbClr val="00AF81"/>
          </a:solidFill>
          <a:ln/>
        </p:spPr>
      </p:sp>
      <p:sp>
        <p:nvSpPr>
          <p:cNvPr id="10" name="Text 8"/>
          <p:cNvSpPr/>
          <p:nvPr/>
        </p:nvSpPr>
        <p:spPr>
          <a:xfrm>
            <a:off x="1051560" y="5212080"/>
            <a:ext cx="4769968" cy="502920"/>
          </a:xfrm>
          <a:prstGeom prst="rect">
            <a:avLst/>
          </a:prstGeom>
          <a:noFill/>
          <a:ln/>
        </p:spPr>
        <p:txBody>
          <a:bodyPr wrap="square" lIns="0" tIns="0" rIns="0" bIns="0" rtlCol="0" anchor="t"/>
          <a:lstStyle/>
          <a:p>
            <a:pPr algn="l" indent="0" marL="0">
              <a:lnSpc>
                <a:spcPct val="105000"/>
              </a:lnSpc>
              <a:buNone/>
            </a:pPr>
            <a:r>
              <a:rPr lang="en-US" sz="1600" dirty="0">
                <a:solidFill>
                  <a:srgbClr val="000000"/>
                </a:solidFill>
                <a:latin typeface="General Sans" pitchFamily="34" charset="0"/>
                <a:ea typeface="General Sans" pitchFamily="34" charset="-122"/>
                <a:cs typeface="General Sans" pitchFamily="34" charset="-120"/>
              </a:rPr>
              <a:t>Open source, voor elke instelling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D6E2FD"/>
        </a:solidFill>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sp>
      <p:sp>
        <p:nvSpPr>
          <p:cNvPr id="3" name="Shape 1"/>
          <p:cNvSpPr/>
          <p:nvPr/>
        </p:nvSpPr>
        <p:spPr>
          <a:xfrm>
            <a:off x="11212173" y="399224"/>
            <a:ext cx="34616" cy="34616"/>
          </a:xfrm>
          <a:prstGeom prst="ellipse">
            <a:avLst/>
          </a:prstGeom>
          <a:solidFill>
            <a:srgbClr val="000000"/>
          </a:solidFill>
          <a:ln/>
        </p:spPr>
      </p:sp>
      <p:sp>
        <p:nvSpPr>
          <p:cNvPr id="4" name="Shape 2"/>
          <p:cNvSpPr/>
          <p:nvPr/>
        </p:nvSpPr>
        <p:spPr>
          <a:xfrm>
            <a:off x="11398641" y="399224"/>
            <a:ext cx="34616" cy="34616"/>
          </a:xfrm>
          <a:prstGeom prst="ellipse">
            <a:avLst/>
          </a:prstGeom>
          <a:solidFill>
            <a:srgbClr val="000000"/>
          </a:solidFill>
          <a:ln/>
        </p:spPr>
      </p:sp>
      <p:sp>
        <p:nvSpPr>
          <p:cNvPr id="5" name="Shape 3"/>
          <p:cNvSpPr/>
          <p:nvPr/>
        </p:nvSpPr>
        <p:spPr>
          <a:xfrm>
            <a:off x="11258374" y="435357"/>
            <a:ext cx="51936" cy="51936"/>
          </a:xfrm>
          <a:prstGeom prst="ellipse">
            <a:avLst/>
          </a:prstGeom>
          <a:solidFill>
            <a:srgbClr val="000000"/>
          </a:solidFill>
          <a:ln/>
        </p:spPr>
      </p:sp>
      <p:sp>
        <p:nvSpPr>
          <p:cNvPr id="6" name="Shape 4"/>
          <p:cNvSpPr/>
          <p:nvPr/>
        </p:nvSpPr>
        <p:spPr>
          <a:xfrm>
            <a:off x="11335407" y="435306"/>
            <a:ext cx="51718" cy="51718"/>
          </a:xfrm>
          <a:prstGeom prst="ellipse">
            <a:avLst/>
          </a:prstGeom>
          <a:solidFill>
            <a:srgbClr val="000000"/>
          </a:solidFill>
          <a:ln/>
        </p:spPr>
      </p:sp>
      <p:sp>
        <p:nvSpPr>
          <p:cNvPr id="7" name="Shape 5"/>
          <p:cNvSpPr/>
          <p:nvPr/>
        </p:nvSpPr>
        <p:spPr>
          <a:xfrm>
            <a:off x="11127388" y="442398"/>
            <a:ext cx="35294" cy="35294"/>
          </a:xfrm>
          <a:prstGeom prst="ellipse">
            <a:avLst/>
          </a:prstGeom>
          <a:solidFill>
            <a:srgbClr val="000000"/>
          </a:solidFill>
          <a:ln/>
        </p:spPr>
      </p:sp>
      <p:sp>
        <p:nvSpPr>
          <p:cNvPr id="8" name="Shape 6"/>
          <p:cNvSpPr/>
          <p:nvPr/>
        </p:nvSpPr>
        <p:spPr>
          <a:xfrm>
            <a:off x="11482145" y="441649"/>
            <a:ext cx="35960" cy="35960"/>
          </a:xfrm>
          <a:prstGeom prst="ellipse">
            <a:avLst/>
          </a:prstGeom>
          <a:solidFill>
            <a:srgbClr val="000000"/>
          </a:solidFill>
          <a:ln/>
        </p:spPr>
      </p:sp>
      <p:sp>
        <p:nvSpPr>
          <p:cNvPr id="9" name="Shape 7"/>
          <p:cNvSpPr/>
          <p:nvPr/>
        </p:nvSpPr>
        <p:spPr>
          <a:xfrm>
            <a:off x="11185603" y="459328"/>
            <a:ext cx="52167" cy="52167"/>
          </a:xfrm>
          <a:prstGeom prst="ellipse">
            <a:avLst/>
          </a:prstGeom>
          <a:solidFill>
            <a:srgbClr val="000000"/>
          </a:solidFill>
          <a:ln/>
        </p:spPr>
      </p:sp>
      <p:sp>
        <p:nvSpPr>
          <p:cNvPr id="10" name="Shape 8"/>
          <p:cNvSpPr/>
          <p:nvPr/>
        </p:nvSpPr>
        <p:spPr>
          <a:xfrm>
            <a:off x="11408043" y="458713"/>
            <a:ext cx="52384" cy="52384"/>
          </a:xfrm>
          <a:prstGeom prst="ellipse">
            <a:avLst/>
          </a:prstGeom>
          <a:solidFill>
            <a:srgbClr val="000000"/>
          </a:solidFill>
          <a:ln/>
        </p:spPr>
      </p:sp>
      <p:sp>
        <p:nvSpPr>
          <p:cNvPr id="11" name="Shape 9"/>
          <p:cNvSpPr/>
          <p:nvPr/>
        </p:nvSpPr>
        <p:spPr>
          <a:xfrm>
            <a:off x="11241891" y="499749"/>
            <a:ext cx="36613" cy="36613"/>
          </a:xfrm>
          <a:prstGeom prst="ellipse">
            <a:avLst/>
          </a:prstGeom>
          <a:solidFill>
            <a:srgbClr val="000000"/>
          </a:solidFill>
          <a:ln/>
        </p:spPr>
      </p:sp>
      <p:sp>
        <p:nvSpPr>
          <p:cNvPr id="12" name="Shape 10"/>
          <p:cNvSpPr/>
          <p:nvPr/>
        </p:nvSpPr>
        <p:spPr>
          <a:xfrm>
            <a:off x="11294557" y="500146"/>
            <a:ext cx="57223" cy="57223"/>
          </a:xfrm>
          <a:prstGeom prst="ellipse">
            <a:avLst/>
          </a:prstGeom>
          <a:solidFill>
            <a:srgbClr val="000000"/>
          </a:solidFill>
          <a:ln/>
        </p:spPr>
      </p:sp>
      <p:sp>
        <p:nvSpPr>
          <p:cNvPr id="13" name="Shape 11"/>
          <p:cNvSpPr/>
          <p:nvPr/>
        </p:nvSpPr>
        <p:spPr>
          <a:xfrm>
            <a:off x="11364102" y="498770"/>
            <a:ext cx="35294" cy="35294"/>
          </a:xfrm>
          <a:prstGeom prst="ellipse">
            <a:avLst/>
          </a:prstGeom>
          <a:solidFill>
            <a:srgbClr val="000000"/>
          </a:solidFill>
          <a:ln/>
        </p:spPr>
      </p:sp>
      <p:sp>
        <p:nvSpPr>
          <p:cNvPr id="14" name="Shape 12"/>
          <p:cNvSpPr/>
          <p:nvPr/>
        </p:nvSpPr>
        <p:spPr>
          <a:xfrm>
            <a:off x="11123515" y="504524"/>
            <a:ext cx="51936" cy="51936"/>
          </a:xfrm>
          <a:prstGeom prst="ellipse">
            <a:avLst/>
          </a:prstGeom>
          <a:solidFill>
            <a:srgbClr val="000000"/>
          </a:solidFill>
          <a:ln/>
        </p:spPr>
      </p:sp>
      <p:sp>
        <p:nvSpPr>
          <p:cNvPr id="15" name="Shape 13"/>
          <p:cNvSpPr/>
          <p:nvPr/>
        </p:nvSpPr>
        <p:spPr>
          <a:xfrm>
            <a:off x="11470202" y="504300"/>
            <a:ext cx="52384" cy="52384"/>
          </a:xfrm>
          <a:prstGeom prst="ellipse">
            <a:avLst/>
          </a:prstGeom>
          <a:solidFill>
            <a:srgbClr val="000000"/>
          </a:solidFill>
          <a:ln/>
        </p:spPr>
      </p:sp>
      <p:sp>
        <p:nvSpPr>
          <p:cNvPr id="16" name="Shape 14"/>
          <p:cNvSpPr/>
          <p:nvPr/>
        </p:nvSpPr>
        <p:spPr>
          <a:xfrm>
            <a:off x="11060774" y="508825"/>
            <a:ext cx="35627" cy="35627"/>
          </a:xfrm>
          <a:prstGeom prst="ellipse">
            <a:avLst/>
          </a:prstGeom>
          <a:solidFill>
            <a:srgbClr val="000000"/>
          </a:solidFill>
          <a:ln/>
        </p:spPr>
      </p:sp>
      <p:sp>
        <p:nvSpPr>
          <p:cNvPr id="17" name="Shape 15"/>
          <p:cNvSpPr/>
          <p:nvPr/>
        </p:nvSpPr>
        <p:spPr>
          <a:xfrm>
            <a:off x="11548535" y="508038"/>
            <a:ext cx="36613" cy="36613"/>
          </a:xfrm>
          <a:prstGeom prst="ellipse">
            <a:avLst/>
          </a:prstGeom>
          <a:solidFill>
            <a:srgbClr val="000000"/>
          </a:solidFill>
          <a:ln/>
        </p:spPr>
      </p:sp>
      <p:sp>
        <p:nvSpPr>
          <p:cNvPr id="18" name="Shape 16"/>
          <p:cNvSpPr/>
          <p:nvPr/>
        </p:nvSpPr>
        <p:spPr>
          <a:xfrm>
            <a:off x="11191466" y="533379"/>
            <a:ext cx="57825" cy="57825"/>
          </a:xfrm>
          <a:prstGeom prst="ellipse">
            <a:avLst/>
          </a:prstGeom>
          <a:solidFill>
            <a:srgbClr val="000000"/>
          </a:solidFill>
          <a:ln/>
        </p:spPr>
      </p:sp>
      <p:sp>
        <p:nvSpPr>
          <p:cNvPr id="19" name="Shape 17"/>
          <p:cNvSpPr/>
          <p:nvPr/>
        </p:nvSpPr>
        <p:spPr>
          <a:xfrm>
            <a:off x="11396535" y="533494"/>
            <a:ext cx="57428" cy="57428"/>
          </a:xfrm>
          <a:prstGeom prst="ellipse">
            <a:avLst/>
          </a:prstGeom>
          <a:solidFill>
            <a:srgbClr val="000000"/>
          </a:solidFill>
          <a:ln/>
        </p:spPr>
      </p:sp>
      <p:sp>
        <p:nvSpPr>
          <p:cNvPr id="20" name="Shape 18"/>
          <p:cNvSpPr/>
          <p:nvPr/>
        </p:nvSpPr>
        <p:spPr>
          <a:xfrm>
            <a:off x="11079087" y="567226"/>
            <a:ext cx="51270" cy="51270"/>
          </a:xfrm>
          <a:prstGeom prst="ellipse">
            <a:avLst/>
          </a:prstGeom>
          <a:solidFill>
            <a:srgbClr val="000000"/>
          </a:solidFill>
          <a:ln/>
        </p:spPr>
      </p:sp>
      <p:sp>
        <p:nvSpPr>
          <p:cNvPr id="21" name="Shape 19"/>
          <p:cNvSpPr/>
          <p:nvPr/>
        </p:nvSpPr>
        <p:spPr>
          <a:xfrm>
            <a:off x="11339728" y="567053"/>
            <a:ext cx="34616" cy="34616"/>
          </a:xfrm>
          <a:prstGeom prst="ellipse">
            <a:avLst/>
          </a:prstGeom>
          <a:solidFill>
            <a:srgbClr val="000000"/>
          </a:solidFill>
          <a:ln/>
        </p:spPr>
      </p:sp>
      <p:sp>
        <p:nvSpPr>
          <p:cNvPr id="22" name="Shape 20"/>
          <p:cNvSpPr/>
          <p:nvPr/>
        </p:nvSpPr>
        <p:spPr>
          <a:xfrm>
            <a:off x="11515167" y="566234"/>
            <a:ext cx="52819" cy="52819"/>
          </a:xfrm>
          <a:prstGeom prst="ellipse">
            <a:avLst/>
          </a:prstGeom>
          <a:solidFill>
            <a:srgbClr val="000000"/>
          </a:solidFill>
          <a:ln/>
        </p:spPr>
      </p:sp>
      <p:sp>
        <p:nvSpPr>
          <p:cNvPr id="23" name="Shape 21"/>
          <p:cNvSpPr/>
          <p:nvPr/>
        </p:nvSpPr>
        <p:spPr>
          <a:xfrm>
            <a:off x="11262860" y="569742"/>
            <a:ext cx="34961" cy="34961"/>
          </a:xfrm>
          <a:prstGeom prst="ellipse">
            <a:avLst/>
          </a:prstGeom>
          <a:solidFill>
            <a:srgbClr val="000000"/>
          </a:solidFill>
          <a:ln/>
        </p:spPr>
      </p:sp>
      <p:sp>
        <p:nvSpPr>
          <p:cNvPr id="24" name="Shape 22"/>
          <p:cNvSpPr/>
          <p:nvPr/>
        </p:nvSpPr>
        <p:spPr>
          <a:xfrm>
            <a:off x="11462521" y="569818"/>
            <a:ext cx="35294" cy="35294"/>
          </a:xfrm>
          <a:prstGeom prst="ellipse">
            <a:avLst/>
          </a:prstGeom>
          <a:solidFill>
            <a:srgbClr val="000000"/>
          </a:solidFill>
          <a:ln/>
        </p:spPr>
      </p:sp>
      <p:sp>
        <p:nvSpPr>
          <p:cNvPr id="25" name="Shape 23"/>
          <p:cNvSpPr/>
          <p:nvPr/>
        </p:nvSpPr>
        <p:spPr>
          <a:xfrm>
            <a:off x="11145681" y="573441"/>
            <a:ext cx="34270" cy="34270"/>
          </a:xfrm>
          <a:prstGeom prst="ellipse">
            <a:avLst/>
          </a:prstGeom>
          <a:solidFill>
            <a:srgbClr val="000000"/>
          </a:solidFill>
          <a:ln/>
        </p:spPr>
      </p:sp>
      <p:sp>
        <p:nvSpPr>
          <p:cNvPr id="26" name="Shape 24"/>
          <p:cNvSpPr/>
          <p:nvPr/>
        </p:nvSpPr>
        <p:spPr>
          <a:xfrm>
            <a:off x="11592015" y="593213"/>
            <a:ext cx="35294" cy="35294"/>
          </a:xfrm>
          <a:prstGeom prst="ellipse">
            <a:avLst/>
          </a:prstGeom>
          <a:solidFill>
            <a:srgbClr val="000000"/>
          </a:solidFill>
          <a:ln/>
        </p:spPr>
      </p:sp>
      <p:sp>
        <p:nvSpPr>
          <p:cNvPr id="27" name="Shape 25"/>
          <p:cNvSpPr/>
          <p:nvPr/>
        </p:nvSpPr>
        <p:spPr>
          <a:xfrm>
            <a:off x="11019124" y="593444"/>
            <a:ext cx="34616" cy="34616"/>
          </a:xfrm>
          <a:prstGeom prst="ellipse">
            <a:avLst/>
          </a:prstGeom>
          <a:solidFill>
            <a:srgbClr val="000000"/>
          </a:solidFill>
          <a:ln/>
        </p:spPr>
      </p:sp>
      <p:sp>
        <p:nvSpPr>
          <p:cNvPr id="28" name="Shape 26"/>
          <p:cNvSpPr/>
          <p:nvPr/>
        </p:nvSpPr>
        <p:spPr>
          <a:xfrm>
            <a:off x="11403576" y="610214"/>
            <a:ext cx="34961" cy="34961"/>
          </a:xfrm>
          <a:prstGeom prst="ellipse">
            <a:avLst/>
          </a:prstGeom>
          <a:solidFill>
            <a:srgbClr val="000000"/>
          </a:solidFill>
          <a:ln/>
        </p:spPr>
      </p:sp>
      <p:sp>
        <p:nvSpPr>
          <p:cNvPr id="29" name="Shape 27"/>
          <p:cNvSpPr/>
          <p:nvPr/>
        </p:nvSpPr>
        <p:spPr>
          <a:xfrm>
            <a:off x="11201662" y="616570"/>
            <a:ext cx="35627" cy="35627"/>
          </a:xfrm>
          <a:prstGeom prst="ellipse">
            <a:avLst/>
          </a:prstGeom>
          <a:solidFill>
            <a:srgbClr val="000000"/>
          </a:solidFill>
          <a:ln/>
        </p:spPr>
      </p:sp>
      <p:sp>
        <p:nvSpPr>
          <p:cNvPr id="30" name="Shape 28"/>
          <p:cNvSpPr/>
          <p:nvPr/>
        </p:nvSpPr>
        <p:spPr>
          <a:xfrm>
            <a:off x="11127484" y="620705"/>
            <a:ext cx="58030" cy="58030"/>
          </a:xfrm>
          <a:prstGeom prst="ellipse">
            <a:avLst/>
          </a:prstGeom>
          <a:solidFill>
            <a:srgbClr val="000000"/>
          </a:solidFill>
          <a:ln/>
        </p:spPr>
      </p:sp>
      <p:sp>
        <p:nvSpPr>
          <p:cNvPr id="31" name="Shape 29"/>
          <p:cNvSpPr/>
          <p:nvPr/>
        </p:nvSpPr>
        <p:spPr>
          <a:xfrm>
            <a:off x="11460767" y="620852"/>
            <a:ext cx="57428" cy="57428"/>
          </a:xfrm>
          <a:prstGeom prst="ellipse">
            <a:avLst/>
          </a:prstGeom>
          <a:solidFill>
            <a:srgbClr val="000000"/>
          </a:solidFill>
          <a:ln/>
        </p:spPr>
      </p:sp>
      <p:sp>
        <p:nvSpPr>
          <p:cNvPr id="32" name="Shape 30"/>
          <p:cNvSpPr/>
          <p:nvPr/>
        </p:nvSpPr>
        <p:spPr>
          <a:xfrm>
            <a:off x="11055219" y="640144"/>
            <a:ext cx="51718" cy="51718"/>
          </a:xfrm>
          <a:prstGeom prst="ellipse">
            <a:avLst/>
          </a:prstGeom>
          <a:solidFill>
            <a:srgbClr val="000000"/>
          </a:solidFill>
          <a:ln/>
        </p:spPr>
      </p:sp>
      <p:sp>
        <p:nvSpPr>
          <p:cNvPr id="33" name="Shape 31"/>
          <p:cNvSpPr/>
          <p:nvPr/>
        </p:nvSpPr>
        <p:spPr>
          <a:xfrm>
            <a:off x="11539330" y="640266"/>
            <a:ext cx="51270" cy="51270"/>
          </a:xfrm>
          <a:prstGeom prst="ellipse">
            <a:avLst/>
          </a:prstGeom>
          <a:solidFill>
            <a:srgbClr val="000000"/>
          </a:solidFill>
          <a:ln/>
        </p:spPr>
      </p:sp>
      <p:sp>
        <p:nvSpPr>
          <p:cNvPr id="34" name="Shape 32"/>
          <p:cNvSpPr/>
          <p:nvPr/>
        </p:nvSpPr>
        <p:spPr>
          <a:xfrm>
            <a:off x="11429576" y="682274"/>
            <a:ext cx="35627" cy="35627"/>
          </a:xfrm>
          <a:prstGeom prst="ellipse">
            <a:avLst/>
          </a:prstGeom>
          <a:solidFill>
            <a:srgbClr val="000000"/>
          </a:solidFill>
          <a:ln/>
        </p:spPr>
      </p:sp>
      <p:sp>
        <p:nvSpPr>
          <p:cNvPr id="35" name="Shape 33"/>
          <p:cNvSpPr/>
          <p:nvPr/>
        </p:nvSpPr>
        <p:spPr>
          <a:xfrm>
            <a:off x="11004076" y="687222"/>
            <a:ext cx="34616" cy="34616"/>
          </a:xfrm>
          <a:prstGeom prst="ellipse">
            <a:avLst/>
          </a:prstGeom>
          <a:solidFill>
            <a:srgbClr val="000000"/>
          </a:solidFill>
          <a:ln/>
        </p:spPr>
      </p:sp>
      <p:sp>
        <p:nvSpPr>
          <p:cNvPr id="36" name="Shape 34"/>
          <p:cNvSpPr/>
          <p:nvPr/>
        </p:nvSpPr>
        <p:spPr>
          <a:xfrm>
            <a:off x="11502052" y="685321"/>
            <a:ext cx="34270" cy="34270"/>
          </a:xfrm>
          <a:prstGeom prst="ellipse">
            <a:avLst/>
          </a:prstGeom>
          <a:solidFill>
            <a:srgbClr val="000000"/>
          </a:solidFill>
          <a:ln/>
        </p:spPr>
      </p:sp>
      <p:sp>
        <p:nvSpPr>
          <p:cNvPr id="37" name="Shape 35"/>
          <p:cNvSpPr/>
          <p:nvPr/>
        </p:nvSpPr>
        <p:spPr>
          <a:xfrm>
            <a:off x="11606321" y="686422"/>
            <a:ext cx="35627" cy="35627"/>
          </a:xfrm>
          <a:prstGeom prst="ellipse">
            <a:avLst/>
          </a:prstGeom>
          <a:solidFill>
            <a:srgbClr val="000000"/>
          </a:solidFill>
          <a:ln/>
        </p:spPr>
      </p:sp>
      <p:sp>
        <p:nvSpPr>
          <p:cNvPr id="38" name="Shape 36"/>
          <p:cNvSpPr/>
          <p:nvPr/>
        </p:nvSpPr>
        <p:spPr>
          <a:xfrm>
            <a:off x="11108908" y="688957"/>
            <a:ext cx="35294" cy="35294"/>
          </a:xfrm>
          <a:prstGeom prst="ellipse">
            <a:avLst/>
          </a:prstGeom>
          <a:solidFill>
            <a:srgbClr val="000000"/>
          </a:solidFill>
          <a:ln/>
        </p:spPr>
      </p:sp>
      <p:sp>
        <p:nvSpPr>
          <p:cNvPr id="39" name="Shape 37"/>
          <p:cNvSpPr/>
          <p:nvPr/>
        </p:nvSpPr>
        <p:spPr>
          <a:xfrm>
            <a:off x="11179733" y="690371"/>
            <a:ext cx="36613" cy="36613"/>
          </a:xfrm>
          <a:prstGeom prst="ellipse">
            <a:avLst/>
          </a:prstGeom>
          <a:solidFill>
            <a:srgbClr val="000000"/>
          </a:solidFill>
          <a:ln/>
        </p:spPr>
      </p:sp>
      <p:sp>
        <p:nvSpPr>
          <p:cNvPr id="40" name="Shape 38"/>
          <p:cNvSpPr/>
          <p:nvPr/>
        </p:nvSpPr>
        <p:spPr>
          <a:xfrm>
            <a:off x="11054764" y="716576"/>
            <a:ext cx="51936" cy="51936"/>
          </a:xfrm>
          <a:prstGeom prst="ellipse">
            <a:avLst/>
          </a:prstGeom>
          <a:solidFill>
            <a:srgbClr val="000000"/>
          </a:solidFill>
          <a:ln/>
        </p:spPr>
      </p:sp>
      <p:sp>
        <p:nvSpPr>
          <p:cNvPr id="41" name="Shape 39"/>
          <p:cNvSpPr/>
          <p:nvPr/>
        </p:nvSpPr>
        <p:spPr>
          <a:xfrm>
            <a:off x="11539023" y="716851"/>
            <a:ext cx="51488" cy="51488"/>
          </a:xfrm>
          <a:prstGeom prst="ellipse">
            <a:avLst/>
          </a:prstGeom>
          <a:solidFill>
            <a:srgbClr val="000000"/>
          </a:solidFill>
          <a:ln/>
        </p:spPr>
      </p:sp>
      <p:sp>
        <p:nvSpPr>
          <p:cNvPr id="42" name="Shape 40"/>
          <p:cNvSpPr/>
          <p:nvPr/>
        </p:nvSpPr>
        <p:spPr>
          <a:xfrm>
            <a:off x="11127490" y="729288"/>
            <a:ext cx="58222" cy="58222"/>
          </a:xfrm>
          <a:prstGeom prst="ellipse">
            <a:avLst/>
          </a:prstGeom>
          <a:solidFill>
            <a:srgbClr val="000000"/>
          </a:solidFill>
          <a:ln/>
        </p:spPr>
      </p:sp>
      <p:sp>
        <p:nvSpPr>
          <p:cNvPr id="43" name="Shape 41"/>
          <p:cNvSpPr/>
          <p:nvPr/>
        </p:nvSpPr>
        <p:spPr>
          <a:xfrm>
            <a:off x="11460671" y="729781"/>
            <a:ext cx="57633" cy="57633"/>
          </a:xfrm>
          <a:prstGeom prst="ellipse">
            <a:avLst/>
          </a:prstGeom>
          <a:solidFill>
            <a:srgbClr val="000000"/>
          </a:solidFill>
          <a:ln/>
        </p:spPr>
      </p:sp>
      <p:sp>
        <p:nvSpPr>
          <p:cNvPr id="44" name="Shape 42"/>
          <p:cNvSpPr/>
          <p:nvPr/>
        </p:nvSpPr>
        <p:spPr>
          <a:xfrm>
            <a:off x="11407973" y="756415"/>
            <a:ext cx="35960" cy="35960"/>
          </a:xfrm>
          <a:prstGeom prst="ellipse">
            <a:avLst/>
          </a:prstGeom>
          <a:solidFill>
            <a:srgbClr val="000000"/>
          </a:solidFill>
          <a:ln/>
        </p:spPr>
      </p:sp>
      <p:sp>
        <p:nvSpPr>
          <p:cNvPr id="45" name="Shape 43"/>
          <p:cNvSpPr/>
          <p:nvPr/>
        </p:nvSpPr>
        <p:spPr>
          <a:xfrm>
            <a:off x="11207308" y="763884"/>
            <a:ext cx="34616" cy="34616"/>
          </a:xfrm>
          <a:prstGeom prst="ellipse">
            <a:avLst/>
          </a:prstGeom>
          <a:solidFill>
            <a:srgbClr val="000000"/>
          </a:solidFill>
          <a:ln/>
        </p:spPr>
      </p:sp>
      <p:sp>
        <p:nvSpPr>
          <p:cNvPr id="46" name="Shape 44"/>
          <p:cNvSpPr/>
          <p:nvPr/>
        </p:nvSpPr>
        <p:spPr>
          <a:xfrm>
            <a:off x="11018670" y="780462"/>
            <a:ext cx="34616" cy="34616"/>
          </a:xfrm>
          <a:prstGeom prst="ellipse">
            <a:avLst/>
          </a:prstGeom>
          <a:solidFill>
            <a:srgbClr val="000000"/>
          </a:solidFill>
          <a:ln/>
        </p:spPr>
      </p:sp>
      <p:sp>
        <p:nvSpPr>
          <p:cNvPr id="47" name="Shape 45"/>
          <p:cNvSpPr/>
          <p:nvPr/>
        </p:nvSpPr>
        <p:spPr>
          <a:xfrm>
            <a:off x="11591670" y="780123"/>
            <a:ext cx="35294" cy="35294"/>
          </a:xfrm>
          <a:prstGeom prst="ellipse">
            <a:avLst/>
          </a:prstGeom>
          <a:solidFill>
            <a:srgbClr val="000000"/>
          </a:solidFill>
          <a:ln/>
        </p:spPr>
      </p:sp>
      <p:sp>
        <p:nvSpPr>
          <p:cNvPr id="48" name="Shape 46"/>
          <p:cNvSpPr/>
          <p:nvPr/>
        </p:nvSpPr>
        <p:spPr>
          <a:xfrm>
            <a:off x="11079010" y="790179"/>
            <a:ext cx="51270" cy="51270"/>
          </a:xfrm>
          <a:prstGeom prst="ellipse">
            <a:avLst/>
          </a:prstGeom>
          <a:solidFill>
            <a:srgbClr val="000000"/>
          </a:solidFill>
          <a:ln/>
        </p:spPr>
      </p:sp>
      <p:sp>
        <p:nvSpPr>
          <p:cNvPr id="49" name="Shape 47"/>
          <p:cNvSpPr/>
          <p:nvPr/>
        </p:nvSpPr>
        <p:spPr>
          <a:xfrm>
            <a:off x="11515218" y="789692"/>
            <a:ext cx="52602" cy="52602"/>
          </a:xfrm>
          <a:prstGeom prst="ellipse">
            <a:avLst/>
          </a:prstGeom>
          <a:solidFill>
            <a:srgbClr val="000000"/>
          </a:solidFill>
          <a:ln/>
        </p:spPr>
      </p:sp>
      <p:sp>
        <p:nvSpPr>
          <p:cNvPr id="50" name="Shape 48"/>
          <p:cNvSpPr/>
          <p:nvPr/>
        </p:nvSpPr>
        <p:spPr>
          <a:xfrm>
            <a:off x="11147371" y="803460"/>
            <a:ext cx="35627" cy="35627"/>
          </a:xfrm>
          <a:prstGeom prst="ellipse">
            <a:avLst/>
          </a:prstGeom>
          <a:solidFill>
            <a:srgbClr val="000000"/>
          </a:solidFill>
          <a:ln/>
        </p:spPr>
      </p:sp>
      <p:sp>
        <p:nvSpPr>
          <p:cNvPr id="51" name="Shape 49"/>
          <p:cNvSpPr/>
          <p:nvPr/>
        </p:nvSpPr>
        <p:spPr>
          <a:xfrm>
            <a:off x="11347786" y="804293"/>
            <a:ext cx="35294" cy="35294"/>
          </a:xfrm>
          <a:prstGeom prst="ellipse">
            <a:avLst/>
          </a:prstGeom>
          <a:solidFill>
            <a:srgbClr val="000000"/>
          </a:solidFill>
          <a:ln/>
        </p:spPr>
      </p:sp>
      <p:sp>
        <p:nvSpPr>
          <p:cNvPr id="52" name="Shape 50"/>
          <p:cNvSpPr/>
          <p:nvPr/>
        </p:nvSpPr>
        <p:spPr>
          <a:xfrm>
            <a:off x="11465119" y="800919"/>
            <a:ext cx="34961" cy="34961"/>
          </a:xfrm>
          <a:prstGeom prst="ellipse">
            <a:avLst/>
          </a:prstGeom>
          <a:solidFill>
            <a:srgbClr val="000000"/>
          </a:solidFill>
          <a:ln/>
        </p:spPr>
      </p:sp>
      <p:sp>
        <p:nvSpPr>
          <p:cNvPr id="53" name="Shape 51"/>
          <p:cNvSpPr/>
          <p:nvPr/>
        </p:nvSpPr>
        <p:spPr>
          <a:xfrm>
            <a:off x="11270669" y="806590"/>
            <a:ext cx="35627" cy="35627"/>
          </a:xfrm>
          <a:prstGeom prst="ellipse">
            <a:avLst/>
          </a:prstGeom>
          <a:solidFill>
            <a:srgbClr val="000000"/>
          </a:solidFill>
          <a:ln/>
        </p:spPr>
      </p:sp>
      <p:sp>
        <p:nvSpPr>
          <p:cNvPr id="54" name="Shape 52"/>
          <p:cNvSpPr/>
          <p:nvPr/>
        </p:nvSpPr>
        <p:spPr>
          <a:xfrm>
            <a:off x="11191498" y="817766"/>
            <a:ext cx="57633" cy="57633"/>
          </a:xfrm>
          <a:prstGeom prst="ellipse">
            <a:avLst/>
          </a:prstGeom>
          <a:solidFill>
            <a:srgbClr val="000000"/>
          </a:solidFill>
          <a:ln/>
        </p:spPr>
      </p:sp>
      <p:sp>
        <p:nvSpPr>
          <p:cNvPr id="55" name="Shape 53"/>
          <p:cNvSpPr/>
          <p:nvPr/>
        </p:nvSpPr>
        <p:spPr>
          <a:xfrm>
            <a:off x="11396573" y="817888"/>
            <a:ext cx="57633" cy="57633"/>
          </a:xfrm>
          <a:prstGeom prst="ellipse">
            <a:avLst/>
          </a:prstGeom>
          <a:solidFill>
            <a:srgbClr val="000000"/>
          </a:solidFill>
          <a:ln/>
        </p:spPr>
      </p:sp>
      <p:sp>
        <p:nvSpPr>
          <p:cNvPr id="56" name="Shape 54"/>
          <p:cNvSpPr/>
          <p:nvPr/>
        </p:nvSpPr>
        <p:spPr>
          <a:xfrm>
            <a:off x="11123445" y="851985"/>
            <a:ext cx="52167" cy="52167"/>
          </a:xfrm>
          <a:prstGeom prst="ellipse">
            <a:avLst/>
          </a:prstGeom>
          <a:solidFill>
            <a:srgbClr val="000000"/>
          </a:solidFill>
          <a:ln/>
        </p:spPr>
      </p:sp>
      <p:sp>
        <p:nvSpPr>
          <p:cNvPr id="57" name="Shape 55"/>
          <p:cNvSpPr/>
          <p:nvPr/>
        </p:nvSpPr>
        <p:spPr>
          <a:xfrm>
            <a:off x="11294647" y="851390"/>
            <a:ext cx="57223" cy="57223"/>
          </a:xfrm>
          <a:prstGeom prst="ellipse">
            <a:avLst/>
          </a:prstGeom>
          <a:solidFill>
            <a:srgbClr val="000000"/>
          </a:solidFill>
          <a:ln/>
        </p:spPr>
      </p:sp>
      <p:sp>
        <p:nvSpPr>
          <p:cNvPr id="58" name="Shape 56"/>
          <p:cNvSpPr/>
          <p:nvPr/>
        </p:nvSpPr>
        <p:spPr>
          <a:xfrm>
            <a:off x="11470202" y="852382"/>
            <a:ext cx="52384" cy="52384"/>
          </a:xfrm>
          <a:prstGeom prst="ellipse">
            <a:avLst/>
          </a:prstGeom>
          <a:solidFill>
            <a:srgbClr val="000000"/>
          </a:solidFill>
          <a:ln/>
        </p:spPr>
      </p:sp>
      <p:sp>
        <p:nvSpPr>
          <p:cNvPr id="59" name="Shape 57"/>
          <p:cNvSpPr/>
          <p:nvPr/>
        </p:nvSpPr>
        <p:spPr>
          <a:xfrm>
            <a:off x="11060774" y="864607"/>
            <a:ext cx="35627" cy="35627"/>
          </a:xfrm>
          <a:prstGeom prst="ellipse">
            <a:avLst/>
          </a:prstGeom>
          <a:solidFill>
            <a:srgbClr val="000000"/>
          </a:solidFill>
          <a:ln/>
        </p:spPr>
      </p:sp>
      <p:sp>
        <p:nvSpPr>
          <p:cNvPr id="60" name="Shape 58"/>
          <p:cNvSpPr/>
          <p:nvPr/>
        </p:nvSpPr>
        <p:spPr>
          <a:xfrm>
            <a:off x="11548733" y="864185"/>
            <a:ext cx="35627" cy="35627"/>
          </a:xfrm>
          <a:prstGeom prst="ellipse">
            <a:avLst/>
          </a:prstGeom>
          <a:solidFill>
            <a:srgbClr val="000000"/>
          </a:solidFill>
          <a:ln/>
        </p:spPr>
      </p:sp>
      <p:sp>
        <p:nvSpPr>
          <p:cNvPr id="61" name="Shape 59"/>
          <p:cNvSpPr/>
          <p:nvPr/>
        </p:nvSpPr>
        <p:spPr>
          <a:xfrm>
            <a:off x="11246231" y="873908"/>
            <a:ext cx="35627" cy="35627"/>
          </a:xfrm>
          <a:prstGeom prst="ellipse">
            <a:avLst/>
          </a:prstGeom>
          <a:solidFill>
            <a:srgbClr val="000000"/>
          </a:solidFill>
          <a:ln/>
        </p:spPr>
      </p:sp>
      <p:sp>
        <p:nvSpPr>
          <p:cNvPr id="62" name="Shape 60"/>
          <p:cNvSpPr/>
          <p:nvPr/>
        </p:nvSpPr>
        <p:spPr>
          <a:xfrm>
            <a:off x="11367418" y="872896"/>
            <a:ext cx="35627" cy="35627"/>
          </a:xfrm>
          <a:prstGeom prst="ellipse">
            <a:avLst/>
          </a:prstGeom>
          <a:solidFill>
            <a:srgbClr val="000000"/>
          </a:solidFill>
          <a:ln/>
        </p:spPr>
      </p:sp>
      <p:sp>
        <p:nvSpPr>
          <p:cNvPr id="63" name="Shape 61"/>
          <p:cNvSpPr/>
          <p:nvPr/>
        </p:nvSpPr>
        <p:spPr>
          <a:xfrm>
            <a:off x="11185366" y="897322"/>
            <a:ext cx="51936" cy="51936"/>
          </a:xfrm>
          <a:prstGeom prst="ellipse">
            <a:avLst/>
          </a:prstGeom>
          <a:solidFill>
            <a:srgbClr val="000000"/>
          </a:solidFill>
          <a:ln/>
        </p:spPr>
      </p:sp>
      <p:sp>
        <p:nvSpPr>
          <p:cNvPr id="64" name="Shape 62"/>
          <p:cNvSpPr/>
          <p:nvPr/>
        </p:nvSpPr>
        <p:spPr>
          <a:xfrm>
            <a:off x="11407845" y="897655"/>
            <a:ext cx="52602" cy="52602"/>
          </a:xfrm>
          <a:prstGeom prst="ellipse">
            <a:avLst/>
          </a:prstGeom>
          <a:solidFill>
            <a:srgbClr val="000000"/>
          </a:solidFill>
          <a:ln/>
        </p:spPr>
      </p:sp>
      <p:sp>
        <p:nvSpPr>
          <p:cNvPr id="65" name="Shape 63"/>
          <p:cNvSpPr/>
          <p:nvPr/>
        </p:nvSpPr>
        <p:spPr>
          <a:xfrm>
            <a:off x="11258822" y="921466"/>
            <a:ext cx="51270" cy="51270"/>
          </a:xfrm>
          <a:prstGeom prst="ellipse">
            <a:avLst/>
          </a:prstGeom>
          <a:solidFill>
            <a:srgbClr val="000000"/>
          </a:solidFill>
          <a:ln/>
        </p:spPr>
      </p:sp>
      <p:sp>
        <p:nvSpPr>
          <p:cNvPr id="66" name="Shape 64"/>
          <p:cNvSpPr/>
          <p:nvPr/>
        </p:nvSpPr>
        <p:spPr>
          <a:xfrm>
            <a:off x="11335350" y="921504"/>
            <a:ext cx="51270" cy="51270"/>
          </a:xfrm>
          <a:prstGeom prst="ellipse">
            <a:avLst/>
          </a:prstGeom>
          <a:solidFill>
            <a:srgbClr val="000000"/>
          </a:solidFill>
          <a:ln/>
        </p:spPr>
      </p:sp>
      <p:sp>
        <p:nvSpPr>
          <p:cNvPr id="67" name="Shape 65"/>
          <p:cNvSpPr/>
          <p:nvPr/>
        </p:nvSpPr>
        <p:spPr>
          <a:xfrm>
            <a:off x="11127388" y="931368"/>
            <a:ext cx="35294" cy="35294"/>
          </a:xfrm>
          <a:prstGeom prst="ellipse">
            <a:avLst/>
          </a:prstGeom>
          <a:solidFill>
            <a:srgbClr val="000000"/>
          </a:solidFill>
          <a:ln/>
        </p:spPr>
      </p:sp>
      <p:sp>
        <p:nvSpPr>
          <p:cNvPr id="68" name="Shape 66"/>
          <p:cNvSpPr/>
          <p:nvPr/>
        </p:nvSpPr>
        <p:spPr>
          <a:xfrm>
            <a:off x="11481979" y="931035"/>
            <a:ext cx="35960" cy="35960"/>
          </a:xfrm>
          <a:prstGeom prst="ellipse">
            <a:avLst/>
          </a:prstGeom>
          <a:solidFill>
            <a:srgbClr val="000000"/>
          </a:solidFill>
          <a:ln/>
        </p:spPr>
      </p:sp>
      <p:sp>
        <p:nvSpPr>
          <p:cNvPr id="69" name="Shape 67"/>
          <p:cNvSpPr/>
          <p:nvPr/>
        </p:nvSpPr>
        <p:spPr>
          <a:xfrm>
            <a:off x="11211987" y="974695"/>
            <a:ext cx="34961" cy="34961"/>
          </a:xfrm>
          <a:prstGeom prst="ellipse">
            <a:avLst/>
          </a:prstGeom>
          <a:solidFill>
            <a:srgbClr val="000000"/>
          </a:solidFill>
          <a:ln/>
        </p:spPr>
      </p:sp>
      <p:sp>
        <p:nvSpPr>
          <p:cNvPr id="70" name="Shape 68"/>
          <p:cNvSpPr/>
          <p:nvPr/>
        </p:nvSpPr>
        <p:spPr>
          <a:xfrm>
            <a:off x="11398461" y="974695"/>
            <a:ext cx="34961" cy="34961"/>
          </a:xfrm>
          <a:prstGeom prst="ellipse">
            <a:avLst/>
          </a:prstGeom>
          <a:solidFill>
            <a:srgbClr val="000000"/>
          </a:solidFill>
          <a:ln/>
        </p:spPr>
      </p:sp>
      <p:sp>
        <p:nvSpPr>
          <p:cNvPr id="71" name="Shape 69"/>
          <p:cNvSpPr/>
          <p:nvPr/>
        </p:nvSpPr>
        <p:spPr>
          <a:xfrm>
            <a:off x="11304837" y="988501"/>
            <a:ext cx="35627" cy="35627"/>
          </a:xfrm>
          <a:prstGeom prst="ellipse">
            <a:avLst/>
          </a:prstGeom>
          <a:solidFill>
            <a:srgbClr val="000000"/>
          </a:solidFill>
          <a:ln/>
        </p:spPr>
      </p:sp>
      <p:sp>
        <p:nvSpPr>
          <p:cNvPr id="72" name="Text 70"/>
          <p:cNvSpPr/>
          <p:nvPr/>
        </p:nvSpPr>
        <p:spPr>
          <a:xfrm>
            <a:off x="548640" y="411480"/>
            <a:ext cx="10088575" cy="777240"/>
          </a:xfrm>
          <a:prstGeom prst="rect">
            <a:avLst/>
          </a:prstGeom>
          <a:noFill/>
          <a:ln/>
        </p:spPr>
        <p:txBody>
          <a:bodyPr wrap="square" lIns="0" tIns="0" rIns="0" bIns="0" rtlCol="0" anchor="ctr"/>
          <a:lstStyle/>
          <a:p>
            <a:pPr algn="l" indent="0" marL="0">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Wie zijn wij</a:t>
            </a:r>
            <a:endParaRPr lang="en-US" sz="3400" dirty="0"/>
          </a:p>
        </p:txBody>
      </p:sp>
      <p:pic>
        <p:nvPicPr>
          <p:cNvPr id="73" name="Image 0" descr="Groepsfoto van het CEDA-team">    </p:cNvPr>
          <p:cNvPicPr>
            <a:picLocks noChangeAspect="1"/>
          </p:cNvPicPr>
          <p:nvPr/>
        </p:nvPicPr>
        <p:blipFill>
          <a:blip r:embed="rId1"/>
          <a:stretch>
            <a:fillRect/>
          </a:stretch>
        </p:blipFill>
        <p:spPr>
          <a:xfrm>
            <a:off x="887164" y="1371600"/>
            <a:ext cx="6394007" cy="4754880"/>
          </a:xfrm>
          <a:prstGeom prst="rect">
            <a:avLst/>
          </a:prstGeom>
        </p:spPr>
      </p:pic>
      <p:sp>
        <p:nvSpPr>
          <p:cNvPr id="74" name="Text 71"/>
          <p:cNvSpPr/>
          <p:nvPr/>
        </p:nvSpPr>
        <p:spPr>
          <a:xfrm>
            <a:off x="7894015" y="1463040"/>
            <a:ext cx="3749040" cy="4480560"/>
          </a:xfrm>
          <a:prstGeom prst="rect">
            <a:avLst/>
          </a:prstGeom>
          <a:noFill/>
          <a:ln/>
        </p:spPr>
        <p:txBody>
          <a:bodyPr wrap="square" lIns="0" tIns="0" rIns="0" bIns="0" rtlCol="0" anchor="t"/>
          <a:lstStyle/>
          <a:p>
            <a:pPr algn="l" indent="0" marL="0">
              <a:lnSpc>
                <a:spcPct val="105000"/>
              </a:lnSpc>
              <a:spcAft>
                <a:spcPts val="800"/>
              </a:spcAft>
              <a:buNone/>
            </a:pPr>
            <a:r>
              <a:rPr lang="en-US" sz="1800" dirty="0">
                <a:solidFill>
                  <a:srgbClr val="000000"/>
                </a:solidFill>
                <a:latin typeface="General Sans" pitchFamily="34" charset="0"/>
                <a:ea typeface="General Sans" pitchFamily="34" charset="-122"/>
                <a:cs typeface="General Sans" pitchFamily="34" charset="-120"/>
              </a:rPr>
              <a:t>Diverse projecten, waaronder</a:t>
            </a:r>
            <a:endParaRPr lang="en-US" sz="1800" dirty="0"/>
          </a:p>
          <a:p>
            <a:pPr algn="l" indent="0" marL="0">
              <a:lnSpc>
                <a:spcPct val="105000"/>
              </a:lnSpc>
              <a:spcAft>
                <a:spcPts val="800"/>
              </a:spcAft>
              <a:buNone/>
            </a:pPr>
            <a:r>
              <a:rPr lang="en-US" sz="1800" dirty="0">
                <a:solidFill>
                  <a:srgbClr val="3D68EC"/>
                </a:solidFill>
                <a:latin typeface="General Sans Semibold" pitchFamily="34" charset="0"/>
                <a:ea typeface="General Sans Semibold" pitchFamily="34" charset="-122"/>
                <a:cs typeface="General Sans Semibold" pitchFamily="34" charset="-120"/>
              </a:rPr>
              <a:t>Instroomprognose</a:t>
            </a:r>
            <a:endParaRPr lang="en-US" sz="1800" dirty="0"/>
          </a:p>
          <a:p>
            <a:pPr algn="l" indent="0" marL="0">
              <a:lnSpc>
                <a:spcPct val="105000"/>
              </a:lnSpc>
              <a:spcAft>
                <a:spcPts val="800"/>
              </a:spcAft>
              <a:buNone/>
            </a:pPr>
            <a:r>
              <a:rPr lang="en-US" sz="1800" dirty="0">
                <a:solidFill>
                  <a:srgbClr val="3D68EC"/>
                </a:solidFill>
                <a:latin typeface="General Sans Semibold" pitchFamily="34" charset="0"/>
                <a:ea typeface="General Sans Semibold" pitchFamily="34" charset="-122"/>
                <a:cs typeface="General Sans Semibold" pitchFamily="34" charset="-120"/>
              </a:rPr>
              <a:t>Staat van de Onderwijsinstelling</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D6E2FD"/>
        </a:solidFill>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sp>
      <p:sp>
        <p:nvSpPr>
          <p:cNvPr id="3" name="Shape 1"/>
          <p:cNvSpPr/>
          <p:nvPr/>
        </p:nvSpPr>
        <p:spPr>
          <a:xfrm>
            <a:off x="11212173" y="399224"/>
            <a:ext cx="34616" cy="34616"/>
          </a:xfrm>
          <a:prstGeom prst="ellipse">
            <a:avLst/>
          </a:prstGeom>
          <a:solidFill>
            <a:srgbClr val="000000"/>
          </a:solidFill>
          <a:ln/>
        </p:spPr>
      </p:sp>
      <p:sp>
        <p:nvSpPr>
          <p:cNvPr id="4" name="Shape 2"/>
          <p:cNvSpPr/>
          <p:nvPr/>
        </p:nvSpPr>
        <p:spPr>
          <a:xfrm>
            <a:off x="11398641" y="399224"/>
            <a:ext cx="34616" cy="34616"/>
          </a:xfrm>
          <a:prstGeom prst="ellipse">
            <a:avLst/>
          </a:prstGeom>
          <a:solidFill>
            <a:srgbClr val="000000"/>
          </a:solidFill>
          <a:ln/>
        </p:spPr>
      </p:sp>
      <p:sp>
        <p:nvSpPr>
          <p:cNvPr id="5" name="Shape 3"/>
          <p:cNvSpPr/>
          <p:nvPr/>
        </p:nvSpPr>
        <p:spPr>
          <a:xfrm>
            <a:off x="11258374" y="435357"/>
            <a:ext cx="51936" cy="51936"/>
          </a:xfrm>
          <a:prstGeom prst="ellipse">
            <a:avLst/>
          </a:prstGeom>
          <a:solidFill>
            <a:srgbClr val="000000"/>
          </a:solidFill>
          <a:ln/>
        </p:spPr>
      </p:sp>
      <p:sp>
        <p:nvSpPr>
          <p:cNvPr id="6" name="Shape 4"/>
          <p:cNvSpPr/>
          <p:nvPr/>
        </p:nvSpPr>
        <p:spPr>
          <a:xfrm>
            <a:off x="11335407" y="435306"/>
            <a:ext cx="51718" cy="51718"/>
          </a:xfrm>
          <a:prstGeom prst="ellipse">
            <a:avLst/>
          </a:prstGeom>
          <a:solidFill>
            <a:srgbClr val="000000"/>
          </a:solidFill>
          <a:ln/>
        </p:spPr>
      </p:sp>
      <p:sp>
        <p:nvSpPr>
          <p:cNvPr id="7" name="Shape 5"/>
          <p:cNvSpPr/>
          <p:nvPr/>
        </p:nvSpPr>
        <p:spPr>
          <a:xfrm>
            <a:off x="11127388" y="442398"/>
            <a:ext cx="35294" cy="35294"/>
          </a:xfrm>
          <a:prstGeom prst="ellipse">
            <a:avLst/>
          </a:prstGeom>
          <a:solidFill>
            <a:srgbClr val="000000"/>
          </a:solidFill>
          <a:ln/>
        </p:spPr>
      </p:sp>
      <p:sp>
        <p:nvSpPr>
          <p:cNvPr id="8" name="Shape 6"/>
          <p:cNvSpPr/>
          <p:nvPr/>
        </p:nvSpPr>
        <p:spPr>
          <a:xfrm>
            <a:off x="11482145" y="441649"/>
            <a:ext cx="35960" cy="35960"/>
          </a:xfrm>
          <a:prstGeom prst="ellipse">
            <a:avLst/>
          </a:prstGeom>
          <a:solidFill>
            <a:srgbClr val="000000"/>
          </a:solidFill>
          <a:ln/>
        </p:spPr>
      </p:sp>
      <p:sp>
        <p:nvSpPr>
          <p:cNvPr id="9" name="Shape 7"/>
          <p:cNvSpPr/>
          <p:nvPr/>
        </p:nvSpPr>
        <p:spPr>
          <a:xfrm>
            <a:off x="11185603" y="459328"/>
            <a:ext cx="52167" cy="52167"/>
          </a:xfrm>
          <a:prstGeom prst="ellipse">
            <a:avLst/>
          </a:prstGeom>
          <a:solidFill>
            <a:srgbClr val="000000"/>
          </a:solidFill>
          <a:ln/>
        </p:spPr>
      </p:sp>
      <p:sp>
        <p:nvSpPr>
          <p:cNvPr id="10" name="Shape 8"/>
          <p:cNvSpPr/>
          <p:nvPr/>
        </p:nvSpPr>
        <p:spPr>
          <a:xfrm>
            <a:off x="11408043" y="458713"/>
            <a:ext cx="52384" cy="52384"/>
          </a:xfrm>
          <a:prstGeom prst="ellipse">
            <a:avLst/>
          </a:prstGeom>
          <a:solidFill>
            <a:srgbClr val="000000"/>
          </a:solidFill>
          <a:ln/>
        </p:spPr>
      </p:sp>
      <p:sp>
        <p:nvSpPr>
          <p:cNvPr id="11" name="Shape 9"/>
          <p:cNvSpPr/>
          <p:nvPr/>
        </p:nvSpPr>
        <p:spPr>
          <a:xfrm>
            <a:off x="11241891" y="499749"/>
            <a:ext cx="36613" cy="36613"/>
          </a:xfrm>
          <a:prstGeom prst="ellipse">
            <a:avLst/>
          </a:prstGeom>
          <a:solidFill>
            <a:srgbClr val="000000"/>
          </a:solidFill>
          <a:ln/>
        </p:spPr>
      </p:sp>
      <p:sp>
        <p:nvSpPr>
          <p:cNvPr id="12" name="Shape 10"/>
          <p:cNvSpPr/>
          <p:nvPr/>
        </p:nvSpPr>
        <p:spPr>
          <a:xfrm>
            <a:off x="11294557" y="500146"/>
            <a:ext cx="57223" cy="57223"/>
          </a:xfrm>
          <a:prstGeom prst="ellipse">
            <a:avLst/>
          </a:prstGeom>
          <a:solidFill>
            <a:srgbClr val="000000"/>
          </a:solidFill>
          <a:ln/>
        </p:spPr>
      </p:sp>
      <p:sp>
        <p:nvSpPr>
          <p:cNvPr id="13" name="Shape 11"/>
          <p:cNvSpPr/>
          <p:nvPr/>
        </p:nvSpPr>
        <p:spPr>
          <a:xfrm>
            <a:off x="11364102" y="498770"/>
            <a:ext cx="35294" cy="35294"/>
          </a:xfrm>
          <a:prstGeom prst="ellipse">
            <a:avLst/>
          </a:prstGeom>
          <a:solidFill>
            <a:srgbClr val="000000"/>
          </a:solidFill>
          <a:ln/>
        </p:spPr>
      </p:sp>
      <p:sp>
        <p:nvSpPr>
          <p:cNvPr id="14" name="Shape 12"/>
          <p:cNvSpPr/>
          <p:nvPr/>
        </p:nvSpPr>
        <p:spPr>
          <a:xfrm>
            <a:off x="11123515" y="504524"/>
            <a:ext cx="51936" cy="51936"/>
          </a:xfrm>
          <a:prstGeom prst="ellipse">
            <a:avLst/>
          </a:prstGeom>
          <a:solidFill>
            <a:srgbClr val="000000"/>
          </a:solidFill>
          <a:ln/>
        </p:spPr>
      </p:sp>
      <p:sp>
        <p:nvSpPr>
          <p:cNvPr id="15" name="Shape 13"/>
          <p:cNvSpPr/>
          <p:nvPr/>
        </p:nvSpPr>
        <p:spPr>
          <a:xfrm>
            <a:off x="11470202" y="504300"/>
            <a:ext cx="52384" cy="52384"/>
          </a:xfrm>
          <a:prstGeom prst="ellipse">
            <a:avLst/>
          </a:prstGeom>
          <a:solidFill>
            <a:srgbClr val="000000"/>
          </a:solidFill>
          <a:ln/>
        </p:spPr>
      </p:sp>
      <p:sp>
        <p:nvSpPr>
          <p:cNvPr id="16" name="Shape 14"/>
          <p:cNvSpPr/>
          <p:nvPr/>
        </p:nvSpPr>
        <p:spPr>
          <a:xfrm>
            <a:off x="11060774" y="508825"/>
            <a:ext cx="35627" cy="35627"/>
          </a:xfrm>
          <a:prstGeom prst="ellipse">
            <a:avLst/>
          </a:prstGeom>
          <a:solidFill>
            <a:srgbClr val="000000"/>
          </a:solidFill>
          <a:ln/>
        </p:spPr>
      </p:sp>
      <p:sp>
        <p:nvSpPr>
          <p:cNvPr id="17" name="Shape 15"/>
          <p:cNvSpPr/>
          <p:nvPr/>
        </p:nvSpPr>
        <p:spPr>
          <a:xfrm>
            <a:off x="11548535" y="508038"/>
            <a:ext cx="36613" cy="36613"/>
          </a:xfrm>
          <a:prstGeom prst="ellipse">
            <a:avLst/>
          </a:prstGeom>
          <a:solidFill>
            <a:srgbClr val="000000"/>
          </a:solidFill>
          <a:ln/>
        </p:spPr>
      </p:sp>
      <p:sp>
        <p:nvSpPr>
          <p:cNvPr id="18" name="Shape 16"/>
          <p:cNvSpPr/>
          <p:nvPr/>
        </p:nvSpPr>
        <p:spPr>
          <a:xfrm>
            <a:off x="11191466" y="533379"/>
            <a:ext cx="57825" cy="57825"/>
          </a:xfrm>
          <a:prstGeom prst="ellipse">
            <a:avLst/>
          </a:prstGeom>
          <a:solidFill>
            <a:srgbClr val="000000"/>
          </a:solidFill>
          <a:ln/>
        </p:spPr>
      </p:sp>
      <p:sp>
        <p:nvSpPr>
          <p:cNvPr id="19" name="Shape 17"/>
          <p:cNvSpPr/>
          <p:nvPr/>
        </p:nvSpPr>
        <p:spPr>
          <a:xfrm>
            <a:off x="11396535" y="533494"/>
            <a:ext cx="57428" cy="57428"/>
          </a:xfrm>
          <a:prstGeom prst="ellipse">
            <a:avLst/>
          </a:prstGeom>
          <a:solidFill>
            <a:srgbClr val="000000"/>
          </a:solidFill>
          <a:ln/>
        </p:spPr>
      </p:sp>
      <p:sp>
        <p:nvSpPr>
          <p:cNvPr id="20" name="Shape 18"/>
          <p:cNvSpPr/>
          <p:nvPr/>
        </p:nvSpPr>
        <p:spPr>
          <a:xfrm>
            <a:off x="11079087" y="567226"/>
            <a:ext cx="51270" cy="51270"/>
          </a:xfrm>
          <a:prstGeom prst="ellipse">
            <a:avLst/>
          </a:prstGeom>
          <a:solidFill>
            <a:srgbClr val="000000"/>
          </a:solidFill>
          <a:ln/>
        </p:spPr>
      </p:sp>
      <p:sp>
        <p:nvSpPr>
          <p:cNvPr id="21" name="Shape 19"/>
          <p:cNvSpPr/>
          <p:nvPr/>
        </p:nvSpPr>
        <p:spPr>
          <a:xfrm>
            <a:off x="11339728" y="567053"/>
            <a:ext cx="34616" cy="34616"/>
          </a:xfrm>
          <a:prstGeom prst="ellipse">
            <a:avLst/>
          </a:prstGeom>
          <a:solidFill>
            <a:srgbClr val="000000"/>
          </a:solidFill>
          <a:ln/>
        </p:spPr>
      </p:sp>
      <p:sp>
        <p:nvSpPr>
          <p:cNvPr id="22" name="Shape 20"/>
          <p:cNvSpPr/>
          <p:nvPr/>
        </p:nvSpPr>
        <p:spPr>
          <a:xfrm>
            <a:off x="11515167" y="566234"/>
            <a:ext cx="52819" cy="52819"/>
          </a:xfrm>
          <a:prstGeom prst="ellipse">
            <a:avLst/>
          </a:prstGeom>
          <a:solidFill>
            <a:srgbClr val="000000"/>
          </a:solidFill>
          <a:ln/>
        </p:spPr>
      </p:sp>
      <p:sp>
        <p:nvSpPr>
          <p:cNvPr id="23" name="Shape 21"/>
          <p:cNvSpPr/>
          <p:nvPr/>
        </p:nvSpPr>
        <p:spPr>
          <a:xfrm>
            <a:off x="11262860" y="569742"/>
            <a:ext cx="34961" cy="34961"/>
          </a:xfrm>
          <a:prstGeom prst="ellipse">
            <a:avLst/>
          </a:prstGeom>
          <a:solidFill>
            <a:srgbClr val="000000"/>
          </a:solidFill>
          <a:ln/>
        </p:spPr>
      </p:sp>
      <p:sp>
        <p:nvSpPr>
          <p:cNvPr id="24" name="Shape 22"/>
          <p:cNvSpPr/>
          <p:nvPr/>
        </p:nvSpPr>
        <p:spPr>
          <a:xfrm>
            <a:off x="11462521" y="569818"/>
            <a:ext cx="35294" cy="35294"/>
          </a:xfrm>
          <a:prstGeom prst="ellipse">
            <a:avLst/>
          </a:prstGeom>
          <a:solidFill>
            <a:srgbClr val="000000"/>
          </a:solidFill>
          <a:ln/>
        </p:spPr>
      </p:sp>
      <p:sp>
        <p:nvSpPr>
          <p:cNvPr id="25" name="Shape 23"/>
          <p:cNvSpPr/>
          <p:nvPr/>
        </p:nvSpPr>
        <p:spPr>
          <a:xfrm>
            <a:off x="11145681" y="573441"/>
            <a:ext cx="34270" cy="34270"/>
          </a:xfrm>
          <a:prstGeom prst="ellipse">
            <a:avLst/>
          </a:prstGeom>
          <a:solidFill>
            <a:srgbClr val="000000"/>
          </a:solidFill>
          <a:ln/>
        </p:spPr>
      </p:sp>
      <p:sp>
        <p:nvSpPr>
          <p:cNvPr id="26" name="Shape 24"/>
          <p:cNvSpPr/>
          <p:nvPr/>
        </p:nvSpPr>
        <p:spPr>
          <a:xfrm>
            <a:off x="11592015" y="593213"/>
            <a:ext cx="35294" cy="35294"/>
          </a:xfrm>
          <a:prstGeom prst="ellipse">
            <a:avLst/>
          </a:prstGeom>
          <a:solidFill>
            <a:srgbClr val="000000"/>
          </a:solidFill>
          <a:ln/>
        </p:spPr>
      </p:sp>
      <p:sp>
        <p:nvSpPr>
          <p:cNvPr id="27" name="Shape 25"/>
          <p:cNvSpPr/>
          <p:nvPr/>
        </p:nvSpPr>
        <p:spPr>
          <a:xfrm>
            <a:off x="11019124" y="593444"/>
            <a:ext cx="34616" cy="34616"/>
          </a:xfrm>
          <a:prstGeom prst="ellipse">
            <a:avLst/>
          </a:prstGeom>
          <a:solidFill>
            <a:srgbClr val="000000"/>
          </a:solidFill>
          <a:ln/>
        </p:spPr>
      </p:sp>
      <p:sp>
        <p:nvSpPr>
          <p:cNvPr id="28" name="Shape 26"/>
          <p:cNvSpPr/>
          <p:nvPr/>
        </p:nvSpPr>
        <p:spPr>
          <a:xfrm>
            <a:off x="11403576" y="610214"/>
            <a:ext cx="34961" cy="34961"/>
          </a:xfrm>
          <a:prstGeom prst="ellipse">
            <a:avLst/>
          </a:prstGeom>
          <a:solidFill>
            <a:srgbClr val="000000"/>
          </a:solidFill>
          <a:ln/>
        </p:spPr>
      </p:sp>
      <p:sp>
        <p:nvSpPr>
          <p:cNvPr id="29" name="Shape 27"/>
          <p:cNvSpPr/>
          <p:nvPr/>
        </p:nvSpPr>
        <p:spPr>
          <a:xfrm>
            <a:off x="11201662" y="616570"/>
            <a:ext cx="35627" cy="35627"/>
          </a:xfrm>
          <a:prstGeom prst="ellipse">
            <a:avLst/>
          </a:prstGeom>
          <a:solidFill>
            <a:srgbClr val="000000"/>
          </a:solidFill>
          <a:ln/>
        </p:spPr>
      </p:sp>
      <p:sp>
        <p:nvSpPr>
          <p:cNvPr id="30" name="Shape 28"/>
          <p:cNvSpPr/>
          <p:nvPr/>
        </p:nvSpPr>
        <p:spPr>
          <a:xfrm>
            <a:off x="11127484" y="620705"/>
            <a:ext cx="58030" cy="58030"/>
          </a:xfrm>
          <a:prstGeom prst="ellipse">
            <a:avLst/>
          </a:prstGeom>
          <a:solidFill>
            <a:srgbClr val="000000"/>
          </a:solidFill>
          <a:ln/>
        </p:spPr>
      </p:sp>
      <p:sp>
        <p:nvSpPr>
          <p:cNvPr id="31" name="Shape 29"/>
          <p:cNvSpPr/>
          <p:nvPr/>
        </p:nvSpPr>
        <p:spPr>
          <a:xfrm>
            <a:off x="11460767" y="620852"/>
            <a:ext cx="57428" cy="57428"/>
          </a:xfrm>
          <a:prstGeom prst="ellipse">
            <a:avLst/>
          </a:prstGeom>
          <a:solidFill>
            <a:srgbClr val="000000"/>
          </a:solidFill>
          <a:ln/>
        </p:spPr>
      </p:sp>
      <p:sp>
        <p:nvSpPr>
          <p:cNvPr id="32" name="Shape 30"/>
          <p:cNvSpPr/>
          <p:nvPr/>
        </p:nvSpPr>
        <p:spPr>
          <a:xfrm>
            <a:off x="11055219" y="640144"/>
            <a:ext cx="51718" cy="51718"/>
          </a:xfrm>
          <a:prstGeom prst="ellipse">
            <a:avLst/>
          </a:prstGeom>
          <a:solidFill>
            <a:srgbClr val="000000"/>
          </a:solidFill>
          <a:ln/>
        </p:spPr>
      </p:sp>
      <p:sp>
        <p:nvSpPr>
          <p:cNvPr id="33" name="Shape 31"/>
          <p:cNvSpPr/>
          <p:nvPr/>
        </p:nvSpPr>
        <p:spPr>
          <a:xfrm>
            <a:off x="11539330" y="640266"/>
            <a:ext cx="51270" cy="51270"/>
          </a:xfrm>
          <a:prstGeom prst="ellipse">
            <a:avLst/>
          </a:prstGeom>
          <a:solidFill>
            <a:srgbClr val="000000"/>
          </a:solidFill>
          <a:ln/>
        </p:spPr>
      </p:sp>
      <p:sp>
        <p:nvSpPr>
          <p:cNvPr id="34" name="Shape 32"/>
          <p:cNvSpPr/>
          <p:nvPr/>
        </p:nvSpPr>
        <p:spPr>
          <a:xfrm>
            <a:off x="11429576" y="682274"/>
            <a:ext cx="35627" cy="35627"/>
          </a:xfrm>
          <a:prstGeom prst="ellipse">
            <a:avLst/>
          </a:prstGeom>
          <a:solidFill>
            <a:srgbClr val="000000"/>
          </a:solidFill>
          <a:ln/>
        </p:spPr>
      </p:sp>
      <p:sp>
        <p:nvSpPr>
          <p:cNvPr id="35" name="Shape 33"/>
          <p:cNvSpPr/>
          <p:nvPr/>
        </p:nvSpPr>
        <p:spPr>
          <a:xfrm>
            <a:off x="11004076" y="687222"/>
            <a:ext cx="34616" cy="34616"/>
          </a:xfrm>
          <a:prstGeom prst="ellipse">
            <a:avLst/>
          </a:prstGeom>
          <a:solidFill>
            <a:srgbClr val="000000"/>
          </a:solidFill>
          <a:ln/>
        </p:spPr>
      </p:sp>
      <p:sp>
        <p:nvSpPr>
          <p:cNvPr id="36" name="Shape 34"/>
          <p:cNvSpPr/>
          <p:nvPr/>
        </p:nvSpPr>
        <p:spPr>
          <a:xfrm>
            <a:off x="11502052" y="685321"/>
            <a:ext cx="34270" cy="34270"/>
          </a:xfrm>
          <a:prstGeom prst="ellipse">
            <a:avLst/>
          </a:prstGeom>
          <a:solidFill>
            <a:srgbClr val="000000"/>
          </a:solidFill>
          <a:ln/>
        </p:spPr>
      </p:sp>
      <p:sp>
        <p:nvSpPr>
          <p:cNvPr id="37" name="Shape 35"/>
          <p:cNvSpPr/>
          <p:nvPr/>
        </p:nvSpPr>
        <p:spPr>
          <a:xfrm>
            <a:off x="11606321" y="686422"/>
            <a:ext cx="35627" cy="35627"/>
          </a:xfrm>
          <a:prstGeom prst="ellipse">
            <a:avLst/>
          </a:prstGeom>
          <a:solidFill>
            <a:srgbClr val="000000"/>
          </a:solidFill>
          <a:ln/>
        </p:spPr>
      </p:sp>
      <p:sp>
        <p:nvSpPr>
          <p:cNvPr id="38" name="Shape 36"/>
          <p:cNvSpPr/>
          <p:nvPr/>
        </p:nvSpPr>
        <p:spPr>
          <a:xfrm>
            <a:off x="11108908" y="688957"/>
            <a:ext cx="35294" cy="35294"/>
          </a:xfrm>
          <a:prstGeom prst="ellipse">
            <a:avLst/>
          </a:prstGeom>
          <a:solidFill>
            <a:srgbClr val="000000"/>
          </a:solidFill>
          <a:ln/>
        </p:spPr>
      </p:sp>
      <p:sp>
        <p:nvSpPr>
          <p:cNvPr id="39" name="Shape 37"/>
          <p:cNvSpPr/>
          <p:nvPr/>
        </p:nvSpPr>
        <p:spPr>
          <a:xfrm>
            <a:off x="11179733" y="690371"/>
            <a:ext cx="36613" cy="36613"/>
          </a:xfrm>
          <a:prstGeom prst="ellipse">
            <a:avLst/>
          </a:prstGeom>
          <a:solidFill>
            <a:srgbClr val="000000"/>
          </a:solidFill>
          <a:ln/>
        </p:spPr>
      </p:sp>
      <p:sp>
        <p:nvSpPr>
          <p:cNvPr id="40" name="Shape 38"/>
          <p:cNvSpPr/>
          <p:nvPr/>
        </p:nvSpPr>
        <p:spPr>
          <a:xfrm>
            <a:off x="11054764" y="716576"/>
            <a:ext cx="51936" cy="51936"/>
          </a:xfrm>
          <a:prstGeom prst="ellipse">
            <a:avLst/>
          </a:prstGeom>
          <a:solidFill>
            <a:srgbClr val="000000"/>
          </a:solidFill>
          <a:ln/>
        </p:spPr>
      </p:sp>
      <p:sp>
        <p:nvSpPr>
          <p:cNvPr id="41" name="Shape 39"/>
          <p:cNvSpPr/>
          <p:nvPr/>
        </p:nvSpPr>
        <p:spPr>
          <a:xfrm>
            <a:off x="11539023" y="716851"/>
            <a:ext cx="51488" cy="51488"/>
          </a:xfrm>
          <a:prstGeom prst="ellipse">
            <a:avLst/>
          </a:prstGeom>
          <a:solidFill>
            <a:srgbClr val="000000"/>
          </a:solidFill>
          <a:ln/>
        </p:spPr>
      </p:sp>
      <p:sp>
        <p:nvSpPr>
          <p:cNvPr id="42" name="Shape 40"/>
          <p:cNvSpPr/>
          <p:nvPr/>
        </p:nvSpPr>
        <p:spPr>
          <a:xfrm>
            <a:off x="11127490" y="729288"/>
            <a:ext cx="58222" cy="58222"/>
          </a:xfrm>
          <a:prstGeom prst="ellipse">
            <a:avLst/>
          </a:prstGeom>
          <a:solidFill>
            <a:srgbClr val="000000"/>
          </a:solidFill>
          <a:ln/>
        </p:spPr>
      </p:sp>
      <p:sp>
        <p:nvSpPr>
          <p:cNvPr id="43" name="Shape 41"/>
          <p:cNvSpPr/>
          <p:nvPr/>
        </p:nvSpPr>
        <p:spPr>
          <a:xfrm>
            <a:off x="11460671" y="729781"/>
            <a:ext cx="57633" cy="57633"/>
          </a:xfrm>
          <a:prstGeom prst="ellipse">
            <a:avLst/>
          </a:prstGeom>
          <a:solidFill>
            <a:srgbClr val="000000"/>
          </a:solidFill>
          <a:ln/>
        </p:spPr>
      </p:sp>
      <p:sp>
        <p:nvSpPr>
          <p:cNvPr id="44" name="Shape 42"/>
          <p:cNvSpPr/>
          <p:nvPr/>
        </p:nvSpPr>
        <p:spPr>
          <a:xfrm>
            <a:off x="11407973" y="756415"/>
            <a:ext cx="35960" cy="35960"/>
          </a:xfrm>
          <a:prstGeom prst="ellipse">
            <a:avLst/>
          </a:prstGeom>
          <a:solidFill>
            <a:srgbClr val="000000"/>
          </a:solidFill>
          <a:ln/>
        </p:spPr>
      </p:sp>
      <p:sp>
        <p:nvSpPr>
          <p:cNvPr id="45" name="Shape 43"/>
          <p:cNvSpPr/>
          <p:nvPr/>
        </p:nvSpPr>
        <p:spPr>
          <a:xfrm>
            <a:off x="11207308" y="763884"/>
            <a:ext cx="34616" cy="34616"/>
          </a:xfrm>
          <a:prstGeom prst="ellipse">
            <a:avLst/>
          </a:prstGeom>
          <a:solidFill>
            <a:srgbClr val="000000"/>
          </a:solidFill>
          <a:ln/>
        </p:spPr>
      </p:sp>
      <p:sp>
        <p:nvSpPr>
          <p:cNvPr id="46" name="Shape 44"/>
          <p:cNvSpPr/>
          <p:nvPr/>
        </p:nvSpPr>
        <p:spPr>
          <a:xfrm>
            <a:off x="11018670" y="780462"/>
            <a:ext cx="34616" cy="34616"/>
          </a:xfrm>
          <a:prstGeom prst="ellipse">
            <a:avLst/>
          </a:prstGeom>
          <a:solidFill>
            <a:srgbClr val="000000"/>
          </a:solidFill>
          <a:ln/>
        </p:spPr>
      </p:sp>
      <p:sp>
        <p:nvSpPr>
          <p:cNvPr id="47" name="Shape 45"/>
          <p:cNvSpPr/>
          <p:nvPr/>
        </p:nvSpPr>
        <p:spPr>
          <a:xfrm>
            <a:off x="11591670" y="780123"/>
            <a:ext cx="35294" cy="35294"/>
          </a:xfrm>
          <a:prstGeom prst="ellipse">
            <a:avLst/>
          </a:prstGeom>
          <a:solidFill>
            <a:srgbClr val="000000"/>
          </a:solidFill>
          <a:ln/>
        </p:spPr>
      </p:sp>
      <p:sp>
        <p:nvSpPr>
          <p:cNvPr id="48" name="Shape 46"/>
          <p:cNvSpPr/>
          <p:nvPr/>
        </p:nvSpPr>
        <p:spPr>
          <a:xfrm>
            <a:off x="11079010" y="790179"/>
            <a:ext cx="51270" cy="51270"/>
          </a:xfrm>
          <a:prstGeom prst="ellipse">
            <a:avLst/>
          </a:prstGeom>
          <a:solidFill>
            <a:srgbClr val="000000"/>
          </a:solidFill>
          <a:ln/>
        </p:spPr>
      </p:sp>
      <p:sp>
        <p:nvSpPr>
          <p:cNvPr id="49" name="Shape 47"/>
          <p:cNvSpPr/>
          <p:nvPr/>
        </p:nvSpPr>
        <p:spPr>
          <a:xfrm>
            <a:off x="11515218" y="789692"/>
            <a:ext cx="52602" cy="52602"/>
          </a:xfrm>
          <a:prstGeom prst="ellipse">
            <a:avLst/>
          </a:prstGeom>
          <a:solidFill>
            <a:srgbClr val="000000"/>
          </a:solidFill>
          <a:ln/>
        </p:spPr>
      </p:sp>
      <p:sp>
        <p:nvSpPr>
          <p:cNvPr id="50" name="Shape 48"/>
          <p:cNvSpPr/>
          <p:nvPr/>
        </p:nvSpPr>
        <p:spPr>
          <a:xfrm>
            <a:off x="11147371" y="803460"/>
            <a:ext cx="35627" cy="35627"/>
          </a:xfrm>
          <a:prstGeom prst="ellipse">
            <a:avLst/>
          </a:prstGeom>
          <a:solidFill>
            <a:srgbClr val="000000"/>
          </a:solidFill>
          <a:ln/>
        </p:spPr>
      </p:sp>
      <p:sp>
        <p:nvSpPr>
          <p:cNvPr id="51" name="Shape 49"/>
          <p:cNvSpPr/>
          <p:nvPr/>
        </p:nvSpPr>
        <p:spPr>
          <a:xfrm>
            <a:off x="11347786" y="804293"/>
            <a:ext cx="35294" cy="35294"/>
          </a:xfrm>
          <a:prstGeom prst="ellipse">
            <a:avLst/>
          </a:prstGeom>
          <a:solidFill>
            <a:srgbClr val="000000"/>
          </a:solidFill>
          <a:ln/>
        </p:spPr>
      </p:sp>
      <p:sp>
        <p:nvSpPr>
          <p:cNvPr id="52" name="Shape 50"/>
          <p:cNvSpPr/>
          <p:nvPr/>
        </p:nvSpPr>
        <p:spPr>
          <a:xfrm>
            <a:off x="11465119" y="800919"/>
            <a:ext cx="34961" cy="34961"/>
          </a:xfrm>
          <a:prstGeom prst="ellipse">
            <a:avLst/>
          </a:prstGeom>
          <a:solidFill>
            <a:srgbClr val="000000"/>
          </a:solidFill>
          <a:ln/>
        </p:spPr>
      </p:sp>
      <p:sp>
        <p:nvSpPr>
          <p:cNvPr id="53" name="Shape 51"/>
          <p:cNvSpPr/>
          <p:nvPr/>
        </p:nvSpPr>
        <p:spPr>
          <a:xfrm>
            <a:off x="11270669" y="806590"/>
            <a:ext cx="35627" cy="35627"/>
          </a:xfrm>
          <a:prstGeom prst="ellipse">
            <a:avLst/>
          </a:prstGeom>
          <a:solidFill>
            <a:srgbClr val="000000"/>
          </a:solidFill>
          <a:ln/>
        </p:spPr>
      </p:sp>
      <p:sp>
        <p:nvSpPr>
          <p:cNvPr id="54" name="Shape 52"/>
          <p:cNvSpPr/>
          <p:nvPr/>
        </p:nvSpPr>
        <p:spPr>
          <a:xfrm>
            <a:off x="11191498" y="817766"/>
            <a:ext cx="57633" cy="57633"/>
          </a:xfrm>
          <a:prstGeom prst="ellipse">
            <a:avLst/>
          </a:prstGeom>
          <a:solidFill>
            <a:srgbClr val="000000"/>
          </a:solidFill>
          <a:ln/>
        </p:spPr>
      </p:sp>
      <p:sp>
        <p:nvSpPr>
          <p:cNvPr id="55" name="Shape 53"/>
          <p:cNvSpPr/>
          <p:nvPr/>
        </p:nvSpPr>
        <p:spPr>
          <a:xfrm>
            <a:off x="11396573" y="817888"/>
            <a:ext cx="57633" cy="57633"/>
          </a:xfrm>
          <a:prstGeom prst="ellipse">
            <a:avLst/>
          </a:prstGeom>
          <a:solidFill>
            <a:srgbClr val="000000"/>
          </a:solidFill>
          <a:ln/>
        </p:spPr>
      </p:sp>
      <p:sp>
        <p:nvSpPr>
          <p:cNvPr id="56" name="Shape 54"/>
          <p:cNvSpPr/>
          <p:nvPr/>
        </p:nvSpPr>
        <p:spPr>
          <a:xfrm>
            <a:off x="11123445" y="851985"/>
            <a:ext cx="52167" cy="52167"/>
          </a:xfrm>
          <a:prstGeom prst="ellipse">
            <a:avLst/>
          </a:prstGeom>
          <a:solidFill>
            <a:srgbClr val="000000"/>
          </a:solidFill>
          <a:ln/>
        </p:spPr>
      </p:sp>
      <p:sp>
        <p:nvSpPr>
          <p:cNvPr id="57" name="Shape 55"/>
          <p:cNvSpPr/>
          <p:nvPr/>
        </p:nvSpPr>
        <p:spPr>
          <a:xfrm>
            <a:off x="11294647" y="851390"/>
            <a:ext cx="57223" cy="57223"/>
          </a:xfrm>
          <a:prstGeom prst="ellipse">
            <a:avLst/>
          </a:prstGeom>
          <a:solidFill>
            <a:srgbClr val="000000"/>
          </a:solidFill>
          <a:ln/>
        </p:spPr>
      </p:sp>
      <p:sp>
        <p:nvSpPr>
          <p:cNvPr id="58" name="Shape 56"/>
          <p:cNvSpPr/>
          <p:nvPr/>
        </p:nvSpPr>
        <p:spPr>
          <a:xfrm>
            <a:off x="11470202" y="852382"/>
            <a:ext cx="52384" cy="52384"/>
          </a:xfrm>
          <a:prstGeom prst="ellipse">
            <a:avLst/>
          </a:prstGeom>
          <a:solidFill>
            <a:srgbClr val="000000"/>
          </a:solidFill>
          <a:ln/>
        </p:spPr>
      </p:sp>
      <p:sp>
        <p:nvSpPr>
          <p:cNvPr id="59" name="Shape 57"/>
          <p:cNvSpPr/>
          <p:nvPr/>
        </p:nvSpPr>
        <p:spPr>
          <a:xfrm>
            <a:off x="11060774" y="864607"/>
            <a:ext cx="35627" cy="35627"/>
          </a:xfrm>
          <a:prstGeom prst="ellipse">
            <a:avLst/>
          </a:prstGeom>
          <a:solidFill>
            <a:srgbClr val="000000"/>
          </a:solidFill>
          <a:ln/>
        </p:spPr>
      </p:sp>
      <p:sp>
        <p:nvSpPr>
          <p:cNvPr id="60" name="Shape 58"/>
          <p:cNvSpPr/>
          <p:nvPr/>
        </p:nvSpPr>
        <p:spPr>
          <a:xfrm>
            <a:off x="11548733" y="864185"/>
            <a:ext cx="35627" cy="35627"/>
          </a:xfrm>
          <a:prstGeom prst="ellipse">
            <a:avLst/>
          </a:prstGeom>
          <a:solidFill>
            <a:srgbClr val="000000"/>
          </a:solidFill>
          <a:ln/>
        </p:spPr>
      </p:sp>
      <p:sp>
        <p:nvSpPr>
          <p:cNvPr id="61" name="Shape 59"/>
          <p:cNvSpPr/>
          <p:nvPr/>
        </p:nvSpPr>
        <p:spPr>
          <a:xfrm>
            <a:off x="11246231" y="873908"/>
            <a:ext cx="35627" cy="35627"/>
          </a:xfrm>
          <a:prstGeom prst="ellipse">
            <a:avLst/>
          </a:prstGeom>
          <a:solidFill>
            <a:srgbClr val="000000"/>
          </a:solidFill>
          <a:ln/>
        </p:spPr>
      </p:sp>
      <p:sp>
        <p:nvSpPr>
          <p:cNvPr id="62" name="Shape 60"/>
          <p:cNvSpPr/>
          <p:nvPr/>
        </p:nvSpPr>
        <p:spPr>
          <a:xfrm>
            <a:off x="11367418" y="872896"/>
            <a:ext cx="35627" cy="35627"/>
          </a:xfrm>
          <a:prstGeom prst="ellipse">
            <a:avLst/>
          </a:prstGeom>
          <a:solidFill>
            <a:srgbClr val="000000"/>
          </a:solidFill>
          <a:ln/>
        </p:spPr>
      </p:sp>
      <p:sp>
        <p:nvSpPr>
          <p:cNvPr id="63" name="Shape 61"/>
          <p:cNvSpPr/>
          <p:nvPr/>
        </p:nvSpPr>
        <p:spPr>
          <a:xfrm>
            <a:off x="11185366" y="897322"/>
            <a:ext cx="51936" cy="51936"/>
          </a:xfrm>
          <a:prstGeom prst="ellipse">
            <a:avLst/>
          </a:prstGeom>
          <a:solidFill>
            <a:srgbClr val="000000"/>
          </a:solidFill>
          <a:ln/>
        </p:spPr>
      </p:sp>
      <p:sp>
        <p:nvSpPr>
          <p:cNvPr id="64" name="Shape 62"/>
          <p:cNvSpPr/>
          <p:nvPr/>
        </p:nvSpPr>
        <p:spPr>
          <a:xfrm>
            <a:off x="11407845" y="897655"/>
            <a:ext cx="52602" cy="52602"/>
          </a:xfrm>
          <a:prstGeom prst="ellipse">
            <a:avLst/>
          </a:prstGeom>
          <a:solidFill>
            <a:srgbClr val="000000"/>
          </a:solidFill>
          <a:ln/>
        </p:spPr>
      </p:sp>
      <p:sp>
        <p:nvSpPr>
          <p:cNvPr id="65" name="Shape 63"/>
          <p:cNvSpPr/>
          <p:nvPr/>
        </p:nvSpPr>
        <p:spPr>
          <a:xfrm>
            <a:off x="11258822" y="921466"/>
            <a:ext cx="51270" cy="51270"/>
          </a:xfrm>
          <a:prstGeom prst="ellipse">
            <a:avLst/>
          </a:prstGeom>
          <a:solidFill>
            <a:srgbClr val="000000"/>
          </a:solidFill>
          <a:ln/>
        </p:spPr>
      </p:sp>
      <p:sp>
        <p:nvSpPr>
          <p:cNvPr id="66" name="Shape 64"/>
          <p:cNvSpPr/>
          <p:nvPr/>
        </p:nvSpPr>
        <p:spPr>
          <a:xfrm>
            <a:off x="11335350" y="921504"/>
            <a:ext cx="51270" cy="51270"/>
          </a:xfrm>
          <a:prstGeom prst="ellipse">
            <a:avLst/>
          </a:prstGeom>
          <a:solidFill>
            <a:srgbClr val="000000"/>
          </a:solidFill>
          <a:ln/>
        </p:spPr>
      </p:sp>
      <p:sp>
        <p:nvSpPr>
          <p:cNvPr id="67" name="Shape 65"/>
          <p:cNvSpPr/>
          <p:nvPr/>
        </p:nvSpPr>
        <p:spPr>
          <a:xfrm>
            <a:off x="11127388" y="931368"/>
            <a:ext cx="35294" cy="35294"/>
          </a:xfrm>
          <a:prstGeom prst="ellipse">
            <a:avLst/>
          </a:prstGeom>
          <a:solidFill>
            <a:srgbClr val="000000"/>
          </a:solidFill>
          <a:ln/>
        </p:spPr>
      </p:sp>
      <p:sp>
        <p:nvSpPr>
          <p:cNvPr id="68" name="Shape 66"/>
          <p:cNvSpPr/>
          <p:nvPr/>
        </p:nvSpPr>
        <p:spPr>
          <a:xfrm>
            <a:off x="11481979" y="931035"/>
            <a:ext cx="35960" cy="35960"/>
          </a:xfrm>
          <a:prstGeom prst="ellipse">
            <a:avLst/>
          </a:prstGeom>
          <a:solidFill>
            <a:srgbClr val="000000"/>
          </a:solidFill>
          <a:ln/>
        </p:spPr>
      </p:sp>
      <p:sp>
        <p:nvSpPr>
          <p:cNvPr id="69" name="Shape 67"/>
          <p:cNvSpPr/>
          <p:nvPr/>
        </p:nvSpPr>
        <p:spPr>
          <a:xfrm>
            <a:off x="11211987" y="974695"/>
            <a:ext cx="34961" cy="34961"/>
          </a:xfrm>
          <a:prstGeom prst="ellipse">
            <a:avLst/>
          </a:prstGeom>
          <a:solidFill>
            <a:srgbClr val="000000"/>
          </a:solidFill>
          <a:ln/>
        </p:spPr>
      </p:sp>
      <p:sp>
        <p:nvSpPr>
          <p:cNvPr id="70" name="Shape 68"/>
          <p:cNvSpPr/>
          <p:nvPr/>
        </p:nvSpPr>
        <p:spPr>
          <a:xfrm>
            <a:off x="11398461" y="974695"/>
            <a:ext cx="34961" cy="34961"/>
          </a:xfrm>
          <a:prstGeom prst="ellipse">
            <a:avLst/>
          </a:prstGeom>
          <a:solidFill>
            <a:srgbClr val="000000"/>
          </a:solidFill>
          <a:ln/>
        </p:spPr>
      </p:sp>
      <p:sp>
        <p:nvSpPr>
          <p:cNvPr id="71" name="Shape 69"/>
          <p:cNvSpPr/>
          <p:nvPr/>
        </p:nvSpPr>
        <p:spPr>
          <a:xfrm>
            <a:off x="11304837" y="988501"/>
            <a:ext cx="35627" cy="35627"/>
          </a:xfrm>
          <a:prstGeom prst="ellipse">
            <a:avLst/>
          </a:prstGeom>
          <a:solidFill>
            <a:srgbClr val="000000"/>
          </a:solidFill>
          <a:ln/>
        </p:spPr>
      </p:sp>
      <p:sp>
        <p:nvSpPr>
          <p:cNvPr id="72" name="Text 70"/>
          <p:cNvSpPr/>
          <p:nvPr/>
        </p:nvSpPr>
        <p:spPr>
          <a:xfrm>
            <a:off x="548640" y="411480"/>
            <a:ext cx="10088575" cy="777240"/>
          </a:xfrm>
          <a:prstGeom prst="rect">
            <a:avLst/>
          </a:prstGeom>
          <a:noFill/>
          <a:ln/>
        </p:spPr>
        <p:txBody>
          <a:bodyPr wrap="square" lIns="0" tIns="0" rIns="0" bIns="0" rtlCol="0" anchor="ctr"/>
          <a:lstStyle/>
          <a:p>
            <a:pPr algn="l" indent="0" marL="0">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Zo loopt de middag</a:t>
            </a:r>
            <a:endParaRPr lang="en-US" sz="3400" dirty="0"/>
          </a:p>
        </p:txBody>
      </p:sp>
      <p:sp>
        <p:nvSpPr>
          <p:cNvPr id="73" name="Text 71"/>
          <p:cNvSpPr/>
          <p:nvPr/>
        </p:nvSpPr>
        <p:spPr>
          <a:xfrm>
            <a:off x="548640" y="1719072"/>
            <a:ext cx="2414626" cy="274320"/>
          </a:xfrm>
          <a:prstGeom prst="rect">
            <a:avLst/>
          </a:prstGeom>
          <a:noFill/>
          <a:ln/>
        </p:spPr>
        <p:txBody>
          <a:bodyPr wrap="square" lIns="0" tIns="0" rIns="0" bIns="0" rtlCol="0" anchor="t"/>
          <a:lstStyle/>
          <a:p>
            <a:pPr algn="l" indent="0" marL="0">
              <a:lnSpc>
                <a:spcPct val="105000"/>
              </a:lnSpc>
              <a:buNone/>
            </a:pPr>
            <a:r>
              <a:rPr lang="en-US" sz="1400" dirty="0">
                <a:solidFill>
                  <a:srgbClr val="3D68EC"/>
                </a:solidFill>
                <a:latin typeface="General Sans Semibold" pitchFamily="34" charset="0"/>
                <a:ea typeface="General Sans Semibold" pitchFamily="34" charset="-122"/>
                <a:cs typeface="General Sans Semibold" pitchFamily="34" charset="-120"/>
              </a:rPr>
              <a:t>0:00</a:t>
            </a:r>
            <a:endParaRPr lang="en-US" sz="1400" dirty="0"/>
          </a:p>
        </p:txBody>
      </p:sp>
      <p:sp>
        <p:nvSpPr>
          <p:cNvPr id="74" name="Shape 72"/>
          <p:cNvSpPr/>
          <p:nvPr/>
        </p:nvSpPr>
        <p:spPr>
          <a:xfrm>
            <a:off x="548640" y="2103120"/>
            <a:ext cx="2414626" cy="914400"/>
          </a:xfrm>
          <a:prstGeom prst="rect">
            <a:avLst/>
          </a:prstGeom>
          <a:solidFill>
            <a:srgbClr val="F4D74B"/>
          </a:solidFill>
          <a:ln/>
        </p:spPr>
      </p:sp>
      <p:sp>
        <p:nvSpPr>
          <p:cNvPr id="75" name="Text 73"/>
          <p:cNvSpPr/>
          <p:nvPr/>
        </p:nvSpPr>
        <p:spPr>
          <a:xfrm>
            <a:off x="548640" y="2103120"/>
            <a:ext cx="2414626" cy="914400"/>
          </a:xfrm>
          <a:prstGeom prst="rect">
            <a:avLst/>
          </a:prstGeom>
          <a:noFill/>
          <a:ln/>
        </p:spPr>
        <p:txBody>
          <a:bodyPr wrap="square" lIns="0" tIns="0" rIns="0" bIns="0" rtlCol="0" anchor="ctr"/>
          <a:lstStyle/>
          <a:p>
            <a:pPr algn="ctr" indent="0" marL="0">
              <a:lnSpc>
                <a:spcPct val="105000"/>
              </a:lnSpc>
              <a:buNone/>
            </a:pPr>
            <a:r>
              <a:rPr lang="en-US" sz="1800" dirty="0">
                <a:solidFill>
                  <a:srgbClr val="3D68EC"/>
                </a:solidFill>
                <a:latin typeface="General Sans Semibold" pitchFamily="34" charset="0"/>
                <a:ea typeface="General Sans Semibold" pitchFamily="34" charset="-122"/>
                <a:cs typeface="General Sans Semibold" pitchFamily="34" charset="-120"/>
              </a:rPr>
              <a:t>20 min</a:t>
            </a:r>
            <a:endParaRPr lang="en-US" sz="1800" dirty="0"/>
          </a:p>
        </p:txBody>
      </p:sp>
      <p:sp>
        <p:nvSpPr>
          <p:cNvPr id="76" name="Shape 74"/>
          <p:cNvSpPr/>
          <p:nvPr/>
        </p:nvSpPr>
        <p:spPr>
          <a:xfrm>
            <a:off x="548640" y="3017520"/>
            <a:ext cx="2414626" cy="45720"/>
          </a:xfrm>
          <a:prstGeom prst="rect">
            <a:avLst/>
          </a:prstGeom>
          <a:solidFill>
            <a:srgbClr val="F4D74B"/>
          </a:solidFill>
          <a:ln/>
        </p:spPr>
      </p:sp>
      <p:sp>
        <p:nvSpPr>
          <p:cNvPr id="77" name="Text 75"/>
          <p:cNvSpPr/>
          <p:nvPr/>
        </p:nvSpPr>
        <p:spPr>
          <a:xfrm>
            <a:off x="566928" y="3291840"/>
            <a:ext cx="2323186" cy="731520"/>
          </a:xfrm>
          <a:prstGeom prst="rect">
            <a:avLst/>
          </a:prstGeom>
          <a:noFill/>
          <a:ln/>
        </p:spPr>
        <p:txBody>
          <a:bodyPr wrap="square" lIns="0" tIns="0" rIns="0" bIns="0" rtlCol="0" anchor="t"/>
          <a:lstStyle/>
          <a:p>
            <a:pPr algn="l" indent="0" marL="0">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Intro en demo</a:t>
            </a:r>
            <a:endParaRPr lang="en-US" sz="1100" dirty="0"/>
          </a:p>
        </p:txBody>
      </p:sp>
      <p:sp>
        <p:nvSpPr>
          <p:cNvPr id="78" name="Text 76"/>
          <p:cNvSpPr/>
          <p:nvPr/>
        </p:nvSpPr>
        <p:spPr>
          <a:xfrm>
            <a:off x="566928" y="4160520"/>
            <a:ext cx="2323186" cy="822960"/>
          </a:xfrm>
          <a:prstGeom prst="rect">
            <a:avLst/>
          </a:prstGeom>
          <a:noFill/>
          <a:ln/>
        </p:spPr>
        <p:txBody>
          <a:bodyPr wrap="square" lIns="0" tIns="0" rIns="0" bIns="0" rtlCol="0" anchor="t"/>
          <a:lstStyle/>
          <a:p>
            <a:pPr algn="l" indent="0" marL="0">
              <a:lnSpc>
                <a:spcPct val="105000"/>
              </a:lnSpc>
              <a:buNone/>
            </a:pPr>
            <a:r>
              <a:rPr lang="en-US" sz="1200" dirty="0">
                <a:solidFill>
                  <a:srgbClr val="000000"/>
                </a:solidFill>
                <a:latin typeface="General Sans" pitchFamily="34" charset="0"/>
                <a:ea typeface="General Sans" pitchFamily="34" charset="-122"/>
                <a:cs typeface="General Sans" pitchFamily="34" charset="-120"/>
              </a:rPr>
              <a:t>Waarom, en hoe het werkt</a:t>
            </a:r>
            <a:endParaRPr lang="en-US" sz="1200" dirty="0"/>
          </a:p>
        </p:txBody>
      </p:sp>
      <p:sp>
        <p:nvSpPr>
          <p:cNvPr id="79" name="Text 77"/>
          <p:cNvSpPr/>
          <p:nvPr/>
        </p:nvSpPr>
        <p:spPr>
          <a:xfrm>
            <a:off x="3008986" y="1719072"/>
            <a:ext cx="2414626" cy="274320"/>
          </a:xfrm>
          <a:prstGeom prst="rect">
            <a:avLst/>
          </a:prstGeom>
          <a:noFill/>
          <a:ln/>
        </p:spPr>
        <p:txBody>
          <a:bodyPr wrap="square" lIns="0" tIns="0" rIns="0" bIns="0" rtlCol="0" anchor="t"/>
          <a:lstStyle/>
          <a:p>
            <a:pPr algn="l" indent="0" marL="0">
              <a:lnSpc>
                <a:spcPct val="105000"/>
              </a:lnSpc>
              <a:buNone/>
            </a:pPr>
            <a:r>
              <a:rPr lang="en-US" sz="1400" dirty="0">
                <a:solidFill>
                  <a:srgbClr val="3D68EC"/>
                </a:solidFill>
                <a:latin typeface="General Sans Semibold" pitchFamily="34" charset="0"/>
                <a:ea typeface="General Sans Semibold" pitchFamily="34" charset="-122"/>
                <a:cs typeface="General Sans Semibold" pitchFamily="34" charset="-120"/>
              </a:rPr>
              <a:t>0:20</a:t>
            </a:r>
            <a:endParaRPr lang="en-US" sz="1400" dirty="0"/>
          </a:p>
        </p:txBody>
      </p:sp>
      <p:sp>
        <p:nvSpPr>
          <p:cNvPr id="80" name="Shape 78"/>
          <p:cNvSpPr/>
          <p:nvPr/>
        </p:nvSpPr>
        <p:spPr>
          <a:xfrm>
            <a:off x="3008986" y="2103120"/>
            <a:ext cx="2414626" cy="914400"/>
          </a:xfrm>
          <a:prstGeom prst="rect">
            <a:avLst/>
          </a:prstGeom>
          <a:solidFill>
            <a:srgbClr val="3D68EC"/>
          </a:solidFill>
          <a:ln/>
        </p:spPr>
      </p:sp>
      <p:sp>
        <p:nvSpPr>
          <p:cNvPr id="81" name="Text 79"/>
          <p:cNvSpPr/>
          <p:nvPr/>
        </p:nvSpPr>
        <p:spPr>
          <a:xfrm>
            <a:off x="3008986" y="2103120"/>
            <a:ext cx="2414626" cy="914400"/>
          </a:xfrm>
          <a:prstGeom prst="rect">
            <a:avLst/>
          </a:prstGeom>
          <a:noFill/>
          <a:ln/>
        </p:spPr>
        <p:txBody>
          <a:bodyPr wrap="square" lIns="0" tIns="0" rIns="0" bIns="0" rtlCol="0" anchor="ctr"/>
          <a:lstStyle/>
          <a:p>
            <a:pPr algn="ctr" indent="0" marL="0">
              <a:lnSpc>
                <a:spcPct val="105000"/>
              </a:lnSpc>
              <a:buNone/>
            </a:pPr>
            <a:r>
              <a:rPr lang="en-US" sz="1800" dirty="0">
                <a:solidFill>
                  <a:srgbClr val="F4D9DC"/>
                </a:solidFill>
                <a:latin typeface="General Sans Semibold" pitchFamily="34" charset="0"/>
                <a:ea typeface="General Sans Semibold" pitchFamily="34" charset="-122"/>
                <a:cs typeface="General Sans Semibold" pitchFamily="34" charset="-120"/>
              </a:rPr>
              <a:t>20 min</a:t>
            </a:r>
            <a:endParaRPr lang="en-US" sz="1800" dirty="0"/>
          </a:p>
        </p:txBody>
      </p:sp>
      <p:sp>
        <p:nvSpPr>
          <p:cNvPr id="82" name="Shape 80"/>
          <p:cNvSpPr/>
          <p:nvPr/>
        </p:nvSpPr>
        <p:spPr>
          <a:xfrm>
            <a:off x="3008986" y="3017520"/>
            <a:ext cx="2414626" cy="45720"/>
          </a:xfrm>
          <a:prstGeom prst="rect">
            <a:avLst/>
          </a:prstGeom>
          <a:solidFill>
            <a:srgbClr val="3D68EC"/>
          </a:solidFill>
          <a:ln/>
        </p:spPr>
      </p:sp>
      <p:sp>
        <p:nvSpPr>
          <p:cNvPr id="83" name="Text 81"/>
          <p:cNvSpPr/>
          <p:nvPr/>
        </p:nvSpPr>
        <p:spPr>
          <a:xfrm>
            <a:off x="3027274" y="3291840"/>
            <a:ext cx="2323186" cy="731520"/>
          </a:xfrm>
          <a:prstGeom prst="rect">
            <a:avLst/>
          </a:prstGeom>
          <a:noFill/>
          <a:ln/>
        </p:spPr>
        <p:txBody>
          <a:bodyPr wrap="square" lIns="0" tIns="0" rIns="0" bIns="0" rtlCol="0" anchor="t"/>
          <a:lstStyle/>
          <a:p>
            <a:pPr algn="l" indent="0" marL="0">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Ronde 1: stel je vraag</a:t>
            </a:r>
            <a:endParaRPr lang="en-US" sz="1100" dirty="0"/>
          </a:p>
        </p:txBody>
      </p:sp>
      <p:sp>
        <p:nvSpPr>
          <p:cNvPr id="84" name="Text 82"/>
          <p:cNvSpPr/>
          <p:nvPr/>
        </p:nvSpPr>
        <p:spPr>
          <a:xfrm>
            <a:off x="3027274" y="4160520"/>
            <a:ext cx="2323186" cy="822960"/>
          </a:xfrm>
          <a:prstGeom prst="rect">
            <a:avLst/>
          </a:prstGeom>
          <a:noFill/>
          <a:ln/>
        </p:spPr>
        <p:txBody>
          <a:bodyPr wrap="square" lIns="0" tIns="0" rIns="0" bIns="0" rtlCol="0" anchor="t"/>
          <a:lstStyle/>
          <a:p>
            <a:pPr algn="l" indent="0" marL="0">
              <a:lnSpc>
                <a:spcPct val="105000"/>
              </a:lnSpc>
              <a:buNone/>
            </a:pPr>
            <a:r>
              <a:rPr lang="en-US" sz="1200" dirty="0">
                <a:solidFill>
                  <a:srgbClr val="000000"/>
                </a:solidFill>
                <a:latin typeface="General Sans" pitchFamily="34" charset="0"/>
                <a:ea typeface="General Sans" pitchFamily="34" charset="-122"/>
                <a:cs typeface="General Sans" pitchFamily="34" charset="-120"/>
              </a:rPr>
              <a:t>Van vraag naar antwoord</a:t>
            </a:r>
            <a:endParaRPr lang="en-US" sz="1200" dirty="0"/>
          </a:p>
        </p:txBody>
      </p:sp>
      <p:sp>
        <p:nvSpPr>
          <p:cNvPr id="85" name="Shape 83"/>
          <p:cNvSpPr/>
          <p:nvPr/>
        </p:nvSpPr>
        <p:spPr>
          <a:xfrm>
            <a:off x="3027274" y="5029200"/>
            <a:ext cx="2378050" cy="310896"/>
          </a:xfrm>
          <a:prstGeom prst="roundRect">
            <a:avLst>
              <a:gd name="adj" fmla="val 147059"/>
            </a:avLst>
          </a:prstGeom>
          <a:solidFill>
            <a:srgbClr val="FFFFFF"/>
          </a:solidFill>
          <a:ln/>
        </p:spPr>
      </p:sp>
      <p:sp>
        <p:nvSpPr>
          <p:cNvPr id="86" name="Text 84"/>
          <p:cNvSpPr/>
          <p:nvPr/>
        </p:nvSpPr>
        <p:spPr>
          <a:xfrm>
            <a:off x="3027274" y="5029200"/>
            <a:ext cx="2378050" cy="310896"/>
          </a:xfrm>
          <a:prstGeom prst="rect">
            <a:avLst/>
          </a:prstGeom>
          <a:noFill/>
          <a:ln/>
        </p:spPr>
        <p:txBody>
          <a:bodyPr wrap="square" lIns="0" tIns="0" rIns="0" bIns="0" rtlCol="0" anchor="ctr"/>
          <a:lstStyle/>
          <a:p>
            <a:pPr algn="ctr" indent="0" marL="0">
              <a:lnSpc>
                <a:spcPct val="105000"/>
              </a:lnSpc>
              <a:buNone/>
            </a:pPr>
            <a:r>
              <a:rPr lang="en-US" sz="900" dirty="0">
                <a:solidFill>
                  <a:srgbClr val="3D68EC"/>
                </a:solidFill>
                <a:latin typeface="General Sans Semibold" pitchFamily="34" charset="0"/>
                <a:ea typeface="General Sans Semibold" pitchFamily="34" charset="-122"/>
                <a:cs typeface="General Sans Semibold" pitchFamily="34" charset="-120"/>
              </a:rPr>
              <a:t>edu.nl/n4kfh</a:t>
            </a:r>
            <a:endParaRPr lang="en-US" sz="900" dirty="0"/>
          </a:p>
        </p:txBody>
      </p:sp>
      <p:sp>
        <p:nvSpPr>
          <p:cNvPr id="87" name="Text 85"/>
          <p:cNvSpPr/>
          <p:nvPr/>
        </p:nvSpPr>
        <p:spPr>
          <a:xfrm>
            <a:off x="5469331" y="1719072"/>
            <a:ext cx="1207313" cy="274320"/>
          </a:xfrm>
          <a:prstGeom prst="rect">
            <a:avLst/>
          </a:prstGeom>
          <a:noFill/>
          <a:ln/>
        </p:spPr>
        <p:txBody>
          <a:bodyPr wrap="square" lIns="0" tIns="0" rIns="0" bIns="0" rtlCol="0" anchor="t"/>
          <a:lstStyle/>
          <a:p>
            <a:pPr algn="l" indent="0" marL="0">
              <a:lnSpc>
                <a:spcPct val="105000"/>
              </a:lnSpc>
              <a:buNone/>
            </a:pPr>
            <a:r>
              <a:rPr lang="en-US" sz="1400" dirty="0">
                <a:solidFill>
                  <a:srgbClr val="3D68EC"/>
                </a:solidFill>
                <a:latin typeface="General Sans Semibold" pitchFamily="34" charset="0"/>
                <a:ea typeface="General Sans Semibold" pitchFamily="34" charset="-122"/>
                <a:cs typeface="General Sans Semibold" pitchFamily="34" charset="-120"/>
              </a:rPr>
              <a:t>0:40</a:t>
            </a:r>
            <a:endParaRPr lang="en-US" sz="1400" dirty="0"/>
          </a:p>
        </p:txBody>
      </p:sp>
      <p:sp>
        <p:nvSpPr>
          <p:cNvPr id="88" name="Shape 86"/>
          <p:cNvSpPr/>
          <p:nvPr/>
        </p:nvSpPr>
        <p:spPr>
          <a:xfrm>
            <a:off x="5469331" y="2103120"/>
            <a:ext cx="1207313" cy="914400"/>
          </a:xfrm>
          <a:prstGeom prst="rect">
            <a:avLst/>
          </a:prstGeom>
          <a:solidFill>
            <a:srgbClr val="DD784B"/>
          </a:solidFill>
          <a:ln/>
        </p:spPr>
      </p:sp>
      <p:sp>
        <p:nvSpPr>
          <p:cNvPr id="89" name="Text 87"/>
          <p:cNvSpPr/>
          <p:nvPr/>
        </p:nvSpPr>
        <p:spPr>
          <a:xfrm>
            <a:off x="5469331" y="2103120"/>
            <a:ext cx="1207313" cy="914400"/>
          </a:xfrm>
          <a:prstGeom prst="rect">
            <a:avLst/>
          </a:prstGeom>
          <a:noFill/>
          <a:ln/>
        </p:spPr>
        <p:txBody>
          <a:bodyPr wrap="square" lIns="0" tIns="0" rIns="0" bIns="0" rtlCol="0" anchor="ctr"/>
          <a:lstStyle/>
          <a:p>
            <a:pPr algn="ctr" indent="0" marL="0">
              <a:lnSpc>
                <a:spcPct val="105000"/>
              </a:lnSpc>
              <a:buNone/>
            </a:pPr>
            <a:r>
              <a:rPr lang="en-US" sz="1800" dirty="0">
                <a:solidFill>
                  <a:srgbClr val="000000"/>
                </a:solidFill>
                <a:latin typeface="General Sans Semibold" pitchFamily="34" charset="0"/>
                <a:ea typeface="General Sans Semibold" pitchFamily="34" charset="-122"/>
                <a:cs typeface="General Sans Semibold" pitchFamily="34" charset="-120"/>
              </a:rPr>
              <a:t>10 min</a:t>
            </a:r>
            <a:endParaRPr lang="en-US" sz="1800" dirty="0"/>
          </a:p>
        </p:txBody>
      </p:sp>
      <p:sp>
        <p:nvSpPr>
          <p:cNvPr id="90" name="Shape 88"/>
          <p:cNvSpPr/>
          <p:nvPr/>
        </p:nvSpPr>
        <p:spPr>
          <a:xfrm>
            <a:off x="5469331" y="3017520"/>
            <a:ext cx="1207313" cy="45720"/>
          </a:xfrm>
          <a:prstGeom prst="rect">
            <a:avLst/>
          </a:prstGeom>
          <a:solidFill>
            <a:srgbClr val="DD784B"/>
          </a:solidFill>
          <a:ln/>
        </p:spPr>
      </p:sp>
      <p:sp>
        <p:nvSpPr>
          <p:cNvPr id="91" name="Text 89"/>
          <p:cNvSpPr/>
          <p:nvPr/>
        </p:nvSpPr>
        <p:spPr>
          <a:xfrm>
            <a:off x="5487619" y="3291840"/>
            <a:ext cx="1115873" cy="731520"/>
          </a:xfrm>
          <a:prstGeom prst="rect">
            <a:avLst/>
          </a:prstGeom>
          <a:noFill/>
          <a:ln/>
        </p:spPr>
        <p:txBody>
          <a:bodyPr wrap="square" lIns="0" tIns="0" rIns="0" bIns="0" rtlCol="0" anchor="t"/>
          <a:lstStyle/>
          <a:p>
            <a:pPr algn="l" indent="0" marL="0">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Spiegel-</a:t>
            </a:r>
            <a:endParaRPr lang="en-US" sz="1100" dirty="0"/>
          </a:p>
          <a:p>
            <a:pPr algn="l" indent="0" marL="0">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moment 1</a:t>
            </a:r>
            <a:endParaRPr lang="en-US" sz="1100" dirty="0"/>
          </a:p>
        </p:txBody>
      </p:sp>
      <p:sp>
        <p:nvSpPr>
          <p:cNvPr id="92" name="Text 90"/>
          <p:cNvSpPr/>
          <p:nvPr/>
        </p:nvSpPr>
        <p:spPr>
          <a:xfrm>
            <a:off x="5487619" y="4160520"/>
            <a:ext cx="1115873" cy="822960"/>
          </a:xfrm>
          <a:prstGeom prst="rect">
            <a:avLst/>
          </a:prstGeom>
          <a:noFill/>
          <a:ln/>
        </p:spPr>
        <p:txBody>
          <a:bodyPr wrap="square" lIns="0" tIns="0" rIns="0" bIns="0" rtlCol="0" anchor="t"/>
          <a:lstStyle/>
          <a:p>
            <a:pPr algn="l" indent="0" marL="0">
              <a:lnSpc>
                <a:spcPct val="105000"/>
              </a:lnSpc>
              <a:buNone/>
            </a:pPr>
            <a:r>
              <a:rPr lang="en-US" sz="1200" dirty="0">
                <a:solidFill>
                  <a:srgbClr val="000000"/>
                </a:solidFill>
                <a:latin typeface="General Sans" pitchFamily="34" charset="0"/>
                <a:ea typeface="General Sans" pitchFamily="34" charset="-122"/>
                <a:cs typeface="General Sans" pitchFamily="34" charset="-120"/>
              </a:rPr>
              <a:t>Hoe beviel het?</a:t>
            </a:r>
            <a:endParaRPr lang="en-US" sz="1200" dirty="0"/>
          </a:p>
        </p:txBody>
      </p:sp>
      <p:sp>
        <p:nvSpPr>
          <p:cNvPr id="93" name="Text 91"/>
          <p:cNvSpPr/>
          <p:nvPr/>
        </p:nvSpPr>
        <p:spPr>
          <a:xfrm>
            <a:off x="6722364" y="1719072"/>
            <a:ext cx="3018282" cy="274320"/>
          </a:xfrm>
          <a:prstGeom prst="rect">
            <a:avLst/>
          </a:prstGeom>
          <a:noFill/>
          <a:ln/>
        </p:spPr>
        <p:txBody>
          <a:bodyPr wrap="square" lIns="0" tIns="0" rIns="0" bIns="0" rtlCol="0" anchor="t"/>
          <a:lstStyle/>
          <a:p>
            <a:pPr algn="l" indent="0" marL="0">
              <a:lnSpc>
                <a:spcPct val="105000"/>
              </a:lnSpc>
              <a:buNone/>
            </a:pPr>
            <a:r>
              <a:rPr lang="en-US" sz="1400" dirty="0">
                <a:solidFill>
                  <a:srgbClr val="3D68EC"/>
                </a:solidFill>
                <a:latin typeface="General Sans Semibold" pitchFamily="34" charset="0"/>
                <a:ea typeface="General Sans Semibold" pitchFamily="34" charset="-122"/>
                <a:cs typeface="General Sans Semibold" pitchFamily="34" charset="-120"/>
              </a:rPr>
              <a:t>0:50</a:t>
            </a:r>
            <a:endParaRPr lang="en-US" sz="1400" dirty="0"/>
          </a:p>
        </p:txBody>
      </p:sp>
      <p:sp>
        <p:nvSpPr>
          <p:cNvPr id="94" name="Shape 92"/>
          <p:cNvSpPr/>
          <p:nvPr/>
        </p:nvSpPr>
        <p:spPr>
          <a:xfrm>
            <a:off x="6722364" y="2103120"/>
            <a:ext cx="3018282" cy="914400"/>
          </a:xfrm>
          <a:prstGeom prst="rect">
            <a:avLst/>
          </a:prstGeom>
          <a:solidFill>
            <a:srgbClr val="3D68EC"/>
          </a:solidFill>
          <a:ln/>
        </p:spPr>
      </p:sp>
      <p:sp>
        <p:nvSpPr>
          <p:cNvPr id="95" name="Text 93"/>
          <p:cNvSpPr/>
          <p:nvPr/>
        </p:nvSpPr>
        <p:spPr>
          <a:xfrm>
            <a:off x="6722364" y="2103120"/>
            <a:ext cx="3018282" cy="914400"/>
          </a:xfrm>
          <a:prstGeom prst="rect">
            <a:avLst/>
          </a:prstGeom>
          <a:noFill/>
          <a:ln/>
        </p:spPr>
        <p:txBody>
          <a:bodyPr wrap="square" lIns="0" tIns="0" rIns="0" bIns="0" rtlCol="0" anchor="ctr"/>
          <a:lstStyle/>
          <a:p>
            <a:pPr algn="ctr" indent="0" marL="0">
              <a:lnSpc>
                <a:spcPct val="105000"/>
              </a:lnSpc>
              <a:buNone/>
            </a:pPr>
            <a:r>
              <a:rPr lang="en-US" sz="1800" dirty="0">
                <a:solidFill>
                  <a:srgbClr val="F4D9DC"/>
                </a:solidFill>
                <a:latin typeface="General Sans Semibold" pitchFamily="34" charset="0"/>
                <a:ea typeface="General Sans Semibold" pitchFamily="34" charset="-122"/>
                <a:cs typeface="General Sans Semibold" pitchFamily="34" charset="-120"/>
              </a:rPr>
              <a:t>25 min</a:t>
            </a:r>
            <a:endParaRPr lang="en-US" sz="1800" dirty="0"/>
          </a:p>
        </p:txBody>
      </p:sp>
      <p:sp>
        <p:nvSpPr>
          <p:cNvPr id="96" name="Shape 94"/>
          <p:cNvSpPr/>
          <p:nvPr/>
        </p:nvSpPr>
        <p:spPr>
          <a:xfrm>
            <a:off x="6722364" y="3017520"/>
            <a:ext cx="3018282" cy="45720"/>
          </a:xfrm>
          <a:prstGeom prst="rect">
            <a:avLst/>
          </a:prstGeom>
          <a:solidFill>
            <a:srgbClr val="3D68EC"/>
          </a:solidFill>
          <a:ln/>
        </p:spPr>
      </p:sp>
      <p:sp>
        <p:nvSpPr>
          <p:cNvPr id="97" name="Text 95"/>
          <p:cNvSpPr/>
          <p:nvPr/>
        </p:nvSpPr>
        <p:spPr>
          <a:xfrm>
            <a:off x="6740652" y="3291840"/>
            <a:ext cx="2926842" cy="731520"/>
          </a:xfrm>
          <a:prstGeom prst="rect">
            <a:avLst/>
          </a:prstGeom>
          <a:noFill/>
          <a:ln/>
        </p:spPr>
        <p:txBody>
          <a:bodyPr wrap="square" lIns="0" tIns="0" rIns="0" bIns="0" rtlCol="0" anchor="t"/>
          <a:lstStyle/>
          <a:p>
            <a:pPr algn="l" indent="0" marL="0">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Ronde 2: maak een rapport</a:t>
            </a:r>
            <a:endParaRPr lang="en-US" sz="1100" dirty="0"/>
          </a:p>
        </p:txBody>
      </p:sp>
      <p:sp>
        <p:nvSpPr>
          <p:cNvPr id="98" name="Text 96"/>
          <p:cNvSpPr/>
          <p:nvPr/>
        </p:nvSpPr>
        <p:spPr>
          <a:xfrm>
            <a:off x="6740652" y="4160520"/>
            <a:ext cx="2926842" cy="822960"/>
          </a:xfrm>
          <a:prstGeom prst="rect">
            <a:avLst/>
          </a:prstGeom>
          <a:noFill/>
          <a:ln/>
        </p:spPr>
        <p:txBody>
          <a:bodyPr wrap="square" lIns="0" tIns="0" rIns="0" bIns="0" rtlCol="0" anchor="t"/>
          <a:lstStyle/>
          <a:p>
            <a:pPr algn="l" indent="0" marL="0">
              <a:lnSpc>
                <a:spcPct val="105000"/>
              </a:lnSpc>
              <a:buNone/>
            </a:pPr>
            <a:r>
              <a:rPr lang="en-US" sz="1200" dirty="0">
                <a:solidFill>
                  <a:srgbClr val="000000"/>
                </a:solidFill>
                <a:latin typeface="General Sans" pitchFamily="34" charset="0"/>
                <a:ea typeface="General Sans" pitchFamily="34" charset="-122"/>
                <a:cs typeface="General Sans" pitchFamily="34" charset="-120"/>
              </a:rPr>
              <a:t>Demo, dan zelf een rapport</a:t>
            </a:r>
            <a:endParaRPr lang="en-US" sz="1200" dirty="0"/>
          </a:p>
        </p:txBody>
      </p:sp>
      <p:sp>
        <p:nvSpPr>
          <p:cNvPr id="99" name="Text 97"/>
          <p:cNvSpPr/>
          <p:nvPr/>
        </p:nvSpPr>
        <p:spPr>
          <a:xfrm>
            <a:off x="9786366" y="1719072"/>
            <a:ext cx="845119" cy="274320"/>
          </a:xfrm>
          <a:prstGeom prst="rect">
            <a:avLst/>
          </a:prstGeom>
          <a:noFill/>
          <a:ln/>
        </p:spPr>
        <p:txBody>
          <a:bodyPr wrap="square" lIns="0" tIns="0" rIns="0" bIns="0" rtlCol="0" anchor="t"/>
          <a:lstStyle/>
          <a:p>
            <a:pPr algn="l" indent="0" marL="0">
              <a:lnSpc>
                <a:spcPct val="105000"/>
              </a:lnSpc>
              <a:buNone/>
            </a:pPr>
            <a:r>
              <a:rPr lang="en-US" sz="1400" dirty="0">
                <a:solidFill>
                  <a:srgbClr val="3D68EC"/>
                </a:solidFill>
                <a:latin typeface="General Sans Semibold" pitchFamily="34" charset="0"/>
                <a:ea typeface="General Sans Semibold" pitchFamily="34" charset="-122"/>
                <a:cs typeface="General Sans Semibold" pitchFamily="34" charset="-120"/>
              </a:rPr>
              <a:t>1:15</a:t>
            </a:r>
            <a:endParaRPr lang="en-US" sz="1400" dirty="0"/>
          </a:p>
        </p:txBody>
      </p:sp>
      <p:sp>
        <p:nvSpPr>
          <p:cNvPr id="100" name="Shape 98"/>
          <p:cNvSpPr/>
          <p:nvPr/>
        </p:nvSpPr>
        <p:spPr>
          <a:xfrm>
            <a:off x="9786366" y="2103120"/>
            <a:ext cx="845119" cy="914400"/>
          </a:xfrm>
          <a:prstGeom prst="rect">
            <a:avLst/>
          </a:prstGeom>
          <a:solidFill>
            <a:srgbClr val="DD784B"/>
          </a:solidFill>
          <a:ln/>
        </p:spPr>
      </p:sp>
      <p:sp>
        <p:nvSpPr>
          <p:cNvPr id="101" name="Text 99"/>
          <p:cNvSpPr/>
          <p:nvPr/>
        </p:nvSpPr>
        <p:spPr>
          <a:xfrm>
            <a:off x="9786366" y="2103120"/>
            <a:ext cx="845119" cy="914400"/>
          </a:xfrm>
          <a:prstGeom prst="rect">
            <a:avLst/>
          </a:prstGeom>
          <a:noFill/>
          <a:ln/>
        </p:spPr>
        <p:txBody>
          <a:bodyPr wrap="square" lIns="0" tIns="0" rIns="0" bIns="0" rtlCol="0" anchor="ctr"/>
          <a:lstStyle/>
          <a:p>
            <a:pPr algn="ctr" indent="0" marL="0">
              <a:lnSpc>
                <a:spcPct val="105000"/>
              </a:lnSpc>
              <a:buNone/>
            </a:pPr>
            <a:r>
              <a:rPr lang="en-US" sz="1800" dirty="0">
                <a:solidFill>
                  <a:srgbClr val="000000"/>
                </a:solidFill>
                <a:latin typeface="General Sans Semibold" pitchFamily="34" charset="0"/>
                <a:ea typeface="General Sans Semibold" pitchFamily="34" charset="-122"/>
                <a:cs typeface="General Sans Semibold" pitchFamily="34" charset="-120"/>
              </a:rPr>
              <a:t>7 min</a:t>
            </a:r>
            <a:endParaRPr lang="en-US" sz="1800" dirty="0"/>
          </a:p>
        </p:txBody>
      </p:sp>
      <p:sp>
        <p:nvSpPr>
          <p:cNvPr id="102" name="Shape 100"/>
          <p:cNvSpPr/>
          <p:nvPr/>
        </p:nvSpPr>
        <p:spPr>
          <a:xfrm>
            <a:off x="9786366" y="3017520"/>
            <a:ext cx="845119" cy="45720"/>
          </a:xfrm>
          <a:prstGeom prst="rect">
            <a:avLst/>
          </a:prstGeom>
          <a:solidFill>
            <a:srgbClr val="DD784B"/>
          </a:solidFill>
          <a:ln/>
        </p:spPr>
      </p:sp>
      <p:sp>
        <p:nvSpPr>
          <p:cNvPr id="103" name="Text 101"/>
          <p:cNvSpPr/>
          <p:nvPr/>
        </p:nvSpPr>
        <p:spPr>
          <a:xfrm>
            <a:off x="9804654" y="3291840"/>
            <a:ext cx="753679" cy="731520"/>
          </a:xfrm>
          <a:prstGeom prst="rect">
            <a:avLst/>
          </a:prstGeom>
          <a:noFill/>
          <a:ln/>
        </p:spPr>
        <p:txBody>
          <a:bodyPr wrap="square" lIns="0" tIns="0" rIns="0" bIns="0" rtlCol="0" anchor="t"/>
          <a:lstStyle/>
          <a:p>
            <a:pPr algn="l" indent="0" marL="0">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Spiegel-</a:t>
            </a:r>
            <a:endParaRPr lang="en-US" sz="1100" dirty="0"/>
          </a:p>
          <a:p>
            <a:pPr algn="l" indent="0" marL="0">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moment 2</a:t>
            </a:r>
            <a:endParaRPr lang="en-US" sz="1100" dirty="0"/>
          </a:p>
        </p:txBody>
      </p:sp>
      <p:sp>
        <p:nvSpPr>
          <p:cNvPr id="104" name="Text 102"/>
          <p:cNvSpPr/>
          <p:nvPr/>
        </p:nvSpPr>
        <p:spPr>
          <a:xfrm>
            <a:off x="9804654" y="4160520"/>
            <a:ext cx="753679" cy="822960"/>
          </a:xfrm>
          <a:prstGeom prst="rect">
            <a:avLst/>
          </a:prstGeom>
          <a:noFill/>
          <a:ln/>
        </p:spPr>
        <p:txBody>
          <a:bodyPr wrap="square" lIns="0" tIns="0" rIns="0" bIns="0" rtlCol="0" anchor="t"/>
          <a:lstStyle/>
          <a:p>
            <a:pPr algn="l" indent="0" marL="0">
              <a:lnSpc>
                <a:spcPct val="105000"/>
              </a:lnSpc>
              <a:buNone/>
            </a:pPr>
            <a:r>
              <a:rPr lang="en-US" sz="1200" dirty="0">
                <a:solidFill>
                  <a:srgbClr val="000000"/>
                </a:solidFill>
                <a:latin typeface="General Sans" pitchFamily="34" charset="0"/>
                <a:ea typeface="General Sans" pitchFamily="34" charset="-122"/>
                <a:cs typeface="General Sans" pitchFamily="34" charset="-120"/>
              </a:rPr>
              <a:t>Klopt het?</a:t>
            </a:r>
            <a:endParaRPr lang="en-US" sz="1200" dirty="0"/>
          </a:p>
        </p:txBody>
      </p:sp>
      <p:sp>
        <p:nvSpPr>
          <p:cNvPr id="105" name="Text 103"/>
          <p:cNvSpPr/>
          <p:nvPr/>
        </p:nvSpPr>
        <p:spPr>
          <a:xfrm>
            <a:off x="10677205" y="1719072"/>
            <a:ext cx="965850" cy="274320"/>
          </a:xfrm>
          <a:prstGeom prst="rect">
            <a:avLst/>
          </a:prstGeom>
          <a:noFill/>
          <a:ln/>
        </p:spPr>
        <p:txBody>
          <a:bodyPr wrap="square" lIns="0" tIns="0" rIns="0" bIns="0" rtlCol="0" anchor="t"/>
          <a:lstStyle/>
          <a:p>
            <a:pPr algn="l" indent="0" marL="0">
              <a:lnSpc>
                <a:spcPct val="105000"/>
              </a:lnSpc>
              <a:buNone/>
            </a:pPr>
            <a:r>
              <a:rPr lang="en-US" sz="1400" dirty="0">
                <a:solidFill>
                  <a:srgbClr val="3D68EC"/>
                </a:solidFill>
                <a:latin typeface="General Sans Semibold" pitchFamily="34" charset="0"/>
                <a:ea typeface="General Sans Semibold" pitchFamily="34" charset="-122"/>
                <a:cs typeface="General Sans Semibold" pitchFamily="34" charset="-120"/>
              </a:rPr>
              <a:t>1:22</a:t>
            </a:r>
            <a:endParaRPr lang="en-US" sz="1400" dirty="0"/>
          </a:p>
        </p:txBody>
      </p:sp>
      <p:sp>
        <p:nvSpPr>
          <p:cNvPr id="106" name="Shape 104"/>
          <p:cNvSpPr/>
          <p:nvPr/>
        </p:nvSpPr>
        <p:spPr>
          <a:xfrm>
            <a:off x="10677205" y="2103120"/>
            <a:ext cx="965850" cy="914400"/>
          </a:xfrm>
          <a:prstGeom prst="rect">
            <a:avLst/>
          </a:prstGeom>
          <a:solidFill>
            <a:srgbClr val="00AF81"/>
          </a:solidFill>
          <a:ln/>
        </p:spPr>
      </p:sp>
      <p:sp>
        <p:nvSpPr>
          <p:cNvPr id="107" name="Text 105"/>
          <p:cNvSpPr/>
          <p:nvPr/>
        </p:nvSpPr>
        <p:spPr>
          <a:xfrm>
            <a:off x="10677205" y="2103120"/>
            <a:ext cx="965850" cy="914400"/>
          </a:xfrm>
          <a:prstGeom prst="rect">
            <a:avLst/>
          </a:prstGeom>
          <a:noFill/>
          <a:ln/>
        </p:spPr>
        <p:txBody>
          <a:bodyPr wrap="square" lIns="0" tIns="0" rIns="0" bIns="0" rtlCol="0" anchor="ctr"/>
          <a:lstStyle/>
          <a:p>
            <a:pPr algn="ctr" indent="0" marL="0">
              <a:lnSpc>
                <a:spcPct val="105000"/>
              </a:lnSpc>
              <a:buNone/>
            </a:pPr>
            <a:r>
              <a:rPr lang="en-US" sz="1800" dirty="0">
                <a:solidFill>
                  <a:srgbClr val="000000"/>
                </a:solidFill>
                <a:latin typeface="General Sans Semibold" pitchFamily="34" charset="0"/>
                <a:ea typeface="General Sans Semibold" pitchFamily="34" charset="-122"/>
                <a:cs typeface="General Sans Semibold" pitchFamily="34" charset="-120"/>
              </a:rPr>
              <a:t>8 min</a:t>
            </a:r>
            <a:endParaRPr lang="en-US" sz="1800" dirty="0"/>
          </a:p>
        </p:txBody>
      </p:sp>
      <p:sp>
        <p:nvSpPr>
          <p:cNvPr id="108" name="Shape 106"/>
          <p:cNvSpPr/>
          <p:nvPr/>
        </p:nvSpPr>
        <p:spPr>
          <a:xfrm>
            <a:off x="10677205" y="3017520"/>
            <a:ext cx="965850" cy="45720"/>
          </a:xfrm>
          <a:prstGeom prst="rect">
            <a:avLst/>
          </a:prstGeom>
          <a:solidFill>
            <a:srgbClr val="00AF81"/>
          </a:solidFill>
          <a:ln/>
        </p:spPr>
      </p:sp>
      <p:sp>
        <p:nvSpPr>
          <p:cNvPr id="109" name="Text 107"/>
          <p:cNvSpPr/>
          <p:nvPr/>
        </p:nvSpPr>
        <p:spPr>
          <a:xfrm>
            <a:off x="10695493" y="3291840"/>
            <a:ext cx="874410" cy="731520"/>
          </a:xfrm>
          <a:prstGeom prst="rect">
            <a:avLst/>
          </a:prstGeom>
          <a:noFill/>
          <a:ln/>
        </p:spPr>
        <p:txBody>
          <a:bodyPr wrap="square" lIns="0" tIns="0" rIns="0" bIns="0" rtlCol="0" anchor="t"/>
          <a:lstStyle/>
          <a:p>
            <a:pPr algn="l" indent="0" marL="0">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Afronding</a:t>
            </a:r>
            <a:endParaRPr lang="en-US" sz="1100" dirty="0"/>
          </a:p>
        </p:txBody>
      </p:sp>
      <p:sp>
        <p:nvSpPr>
          <p:cNvPr id="110" name="Text 108"/>
          <p:cNvSpPr/>
          <p:nvPr/>
        </p:nvSpPr>
        <p:spPr>
          <a:xfrm>
            <a:off x="10695493" y="4160520"/>
            <a:ext cx="874410" cy="822960"/>
          </a:xfrm>
          <a:prstGeom prst="rect">
            <a:avLst/>
          </a:prstGeom>
          <a:noFill/>
          <a:ln/>
        </p:spPr>
        <p:txBody>
          <a:bodyPr wrap="square" lIns="0" tIns="0" rIns="0" bIns="0" rtlCol="0" anchor="t"/>
          <a:lstStyle/>
          <a:p>
            <a:pPr algn="l" indent="0" marL="0">
              <a:lnSpc>
                <a:spcPct val="105000"/>
              </a:lnSpc>
              <a:buNone/>
            </a:pPr>
            <a:r>
              <a:rPr lang="en-US" sz="1200" dirty="0">
                <a:solidFill>
                  <a:srgbClr val="000000"/>
                </a:solidFill>
                <a:latin typeface="General Sans" pitchFamily="34" charset="0"/>
                <a:ea typeface="General Sans" pitchFamily="34" charset="-122"/>
                <a:cs typeface="General Sans" pitchFamily="34" charset="-120"/>
              </a:rPr>
              <a:t>Wat nu?</a:t>
            </a:r>
            <a:endParaRPr lang="en-US" sz="1200" dirty="0"/>
          </a:p>
        </p:txBody>
      </p:sp>
      <p:sp>
        <p:nvSpPr>
          <p:cNvPr id="111" name="Text 109"/>
          <p:cNvSpPr/>
          <p:nvPr/>
        </p:nvSpPr>
        <p:spPr>
          <a:xfrm>
            <a:off x="10728655" y="1719072"/>
            <a:ext cx="914400" cy="274320"/>
          </a:xfrm>
          <a:prstGeom prst="rect">
            <a:avLst/>
          </a:prstGeom>
          <a:noFill/>
          <a:ln/>
        </p:spPr>
        <p:txBody>
          <a:bodyPr wrap="square" lIns="0" tIns="0" rIns="0" bIns="0" rtlCol="0" anchor="t"/>
          <a:lstStyle/>
          <a:p>
            <a:pPr algn="r" indent="0" marL="0">
              <a:lnSpc>
                <a:spcPct val="105000"/>
              </a:lnSpc>
              <a:buNone/>
            </a:pPr>
            <a:r>
              <a:rPr lang="en-US" sz="1400" dirty="0">
                <a:solidFill>
                  <a:srgbClr val="3D68EC"/>
                </a:solidFill>
                <a:latin typeface="General Sans Semibold" pitchFamily="34" charset="0"/>
                <a:ea typeface="General Sans Semibold" pitchFamily="34" charset="-122"/>
                <a:cs typeface="General Sans Semibold" pitchFamily="34" charset="-120"/>
              </a:rPr>
              <a:t>1:30</a:t>
            </a:r>
            <a:endParaRPr lang="en-US" sz="1400" dirty="0"/>
          </a:p>
        </p:txBody>
      </p:sp>
      <p:sp>
        <p:nvSpPr>
          <p:cNvPr id="112" name="Shape 110"/>
          <p:cNvSpPr/>
          <p:nvPr/>
        </p:nvSpPr>
        <p:spPr>
          <a:xfrm>
            <a:off x="548640" y="6025896"/>
            <a:ext cx="201168" cy="201168"/>
          </a:xfrm>
          <a:prstGeom prst="rect">
            <a:avLst/>
          </a:prstGeom>
          <a:solidFill>
            <a:srgbClr val="F4D74B"/>
          </a:solidFill>
          <a:ln/>
        </p:spPr>
      </p:sp>
      <p:sp>
        <p:nvSpPr>
          <p:cNvPr id="113" name="Text 111"/>
          <p:cNvSpPr/>
          <p:nvPr/>
        </p:nvSpPr>
        <p:spPr>
          <a:xfrm>
            <a:off x="841248" y="5989320"/>
            <a:ext cx="2377440" cy="274320"/>
          </a:xfrm>
          <a:prstGeom prst="rect">
            <a:avLst/>
          </a:prstGeom>
          <a:noFill/>
          <a:ln/>
        </p:spPr>
        <p:txBody>
          <a:bodyPr wrap="square" lIns="0" tIns="0" rIns="0" bIns="0" rtlCol="0" anchor="ctr"/>
          <a:lstStyle/>
          <a:p>
            <a:pPr algn="l" indent="0" marL="0">
              <a:lnSpc>
                <a:spcPct val="105000"/>
              </a:lnSpc>
              <a:buNone/>
            </a:pPr>
            <a:r>
              <a:rPr lang="en-US" sz="1200" dirty="0">
                <a:solidFill>
                  <a:srgbClr val="000000"/>
                </a:solidFill>
                <a:latin typeface="General Sans" pitchFamily="34" charset="0"/>
                <a:ea typeface="General Sans" pitchFamily="34" charset="-122"/>
                <a:cs typeface="General Sans" pitchFamily="34" charset="-120"/>
              </a:rPr>
              <a:t>Uitleg</a:t>
            </a:r>
            <a:endParaRPr lang="en-US" sz="1200" dirty="0"/>
          </a:p>
        </p:txBody>
      </p:sp>
      <p:sp>
        <p:nvSpPr>
          <p:cNvPr id="114" name="Shape 112"/>
          <p:cNvSpPr/>
          <p:nvPr/>
        </p:nvSpPr>
        <p:spPr>
          <a:xfrm>
            <a:off x="1901952" y="6025896"/>
            <a:ext cx="201168" cy="201168"/>
          </a:xfrm>
          <a:prstGeom prst="rect">
            <a:avLst/>
          </a:prstGeom>
          <a:solidFill>
            <a:srgbClr val="3D68EC"/>
          </a:solidFill>
          <a:ln/>
        </p:spPr>
      </p:sp>
      <p:sp>
        <p:nvSpPr>
          <p:cNvPr id="115" name="Text 113"/>
          <p:cNvSpPr/>
          <p:nvPr/>
        </p:nvSpPr>
        <p:spPr>
          <a:xfrm>
            <a:off x="2194560" y="5989320"/>
            <a:ext cx="2377440" cy="274320"/>
          </a:xfrm>
          <a:prstGeom prst="rect">
            <a:avLst/>
          </a:prstGeom>
          <a:noFill/>
          <a:ln/>
        </p:spPr>
        <p:txBody>
          <a:bodyPr wrap="square" lIns="0" tIns="0" rIns="0" bIns="0" rtlCol="0" anchor="ctr"/>
          <a:lstStyle/>
          <a:p>
            <a:pPr algn="l" indent="0" marL="0">
              <a:lnSpc>
                <a:spcPct val="105000"/>
              </a:lnSpc>
              <a:buNone/>
            </a:pPr>
            <a:r>
              <a:rPr lang="en-US" sz="1200" dirty="0">
                <a:solidFill>
                  <a:srgbClr val="000000"/>
                </a:solidFill>
                <a:latin typeface="General Sans" pitchFamily="34" charset="0"/>
                <a:ea typeface="General Sans" pitchFamily="34" charset="-122"/>
                <a:cs typeface="General Sans" pitchFamily="34" charset="-120"/>
              </a:rPr>
              <a:t>Zelf aan de slag</a:t>
            </a:r>
            <a:endParaRPr lang="en-US" sz="1200" dirty="0"/>
          </a:p>
        </p:txBody>
      </p:sp>
      <p:sp>
        <p:nvSpPr>
          <p:cNvPr id="116" name="Shape 114"/>
          <p:cNvSpPr/>
          <p:nvPr/>
        </p:nvSpPr>
        <p:spPr>
          <a:xfrm>
            <a:off x="4261104" y="6025896"/>
            <a:ext cx="201168" cy="201168"/>
          </a:xfrm>
          <a:prstGeom prst="rect">
            <a:avLst/>
          </a:prstGeom>
          <a:solidFill>
            <a:srgbClr val="DD784B"/>
          </a:solidFill>
          <a:ln/>
        </p:spPr>
      </p:sp>
      <p:sp>
        <p:nvSpPr>
          <p:cNvPr id="117" name="Text 115"/>
          <p:cNvSpPr/>
          <p:nvPr/>
        </p:nvSpPr>
        <p:spPr>
          <a:xfrm>
            <a:off x="4553712" y="5989320"/>
            <a:ext cx="2377440" cy="274320"/>
          </a:xfrm>
          <a:prstGeom prst="rect">
            <a:avLst/>
          </a:prstGeom>
          <a:noFill/>
          <a:ln/>
        </p:spPr>
        <p:txBody>
          <a:bodyPr wrap="square" lIns="0" tIns="0" rIns="0" bIns="0" rtlCol="0" anchor="ctr"/>
          <a:lstStyle/>
          <a:p>
            <a:pPr algn="l" indent="0" marL="0">
              <a:lnSpc>
                <a:spcPct val="105000"/>
              </a:lnSpc>
              <a:buNone/>
            </a:pPr>
            <a:r>
              <a:rPr lang="en-US" sz="1200" dirty="0">
                <a:solidFill>
                  <a:srgbClr val="000000"/>
                </a:solidFill>
                <a:latin typeface="General Sans" pitchFamily="34" charset="0"/>
                <a:ea typeface="General Sans" pitchFamily="34" charset="-122"/>
                <a:cs typeface="General Sans" pitchFamily="34" charset="-120"/>
              </a:rPr>
              <a:t>Spiegelmoment</a:t>
            </a:r>
            <a:endParaRPr lang="en-US" sz="1200" dirty="0"/>
          </a:p>
        </p:txBody>
      </p:sp>
      <p:sp>
        <p:nvSpPr>
          <p:cNvPr id="118" name="Shape 116"/>
          <p:cNvSpPr/>
          <p:nvPr/>
        </p:nvSpPr>
        <p:spPr>
          <a:xfrm>
            <a:off x="6318504" y="6025896"/>
            <a:ext cx="201168" cy="201168"/>
          </a:xfrm>
          <a:prstGeom prst="rect">
            <a:avLst/>
          </a:prstGeom>
          <a:solidFill>
            <a:srgbClr val="00AF81"/>
          </a:solidFill>
          <a:ln/>
        </p:spPr>
      </p:sp>
      <p:sp>
        <p:nvSpPr>
          <p:cNvPr id="119" name="Text 117"/>
          <p:cNvSpPr/>
          <p:nvPr/>
        </p:nvSpPr>
        <p:spPr>
          <a:xfrm>
            <a:off x="6611112" y="5989320"/>
            <a:ext cx="2377440" cy="274320"/>
          </a:xfrm>
          <a:prstGeom prst="rect">
            <a:avLst/>
          </a:prstGeom>
          <a:noFill/>
          <a:ln/>
        </p:spPr>
        <p:txBody>
          <a:bodyPr wrap="square" lIns="0" tIns="0" rIns="0" bIns="0" rtlCol="0" anchor="ctr"/>
          <a:lstStyle/>
          <a:p>
            <a:pPr algn="l" indent="0" marL="0">
              <a:lnSpc>
                <a:spcPct val="105000"/>
              </a:lnSpc>
              <a:buNone/>
            </a:pPr>
            <a:r>
              <a:rPr lang="en-US" sz="1200" dirty="0">
                <a:solidFill>
                  <a:srgbClr val="000000"/>
                </a:solidFill>
                <a:latin typeface="General Sans" pitchFamily="34" charset="0"/>
                <a:ea typeface="General Sans" pitchFamily="34" charset="-122"/>
                <a:cs typeface="General Sans" pitchFamily="34" charset="-120"/>
              </a:rPr>
              <a:t>Afronding</a:t>
            </a:r>
            <a:endParaRPr lang="en-US" sz="1200" dirty="0"/>
          </a:p>
        </p:txBody>
      </p:sp>
      <p:sp>
        <p:nvSpPr>
          <p:cNvPr id="120" name="Text 118"/>
          <p:cNvSpPr/>
          <p:nvPr/>
        </p:nvSpPr>
        <p:spPr>
          <a:xfrm>
            <a:off x="548640" y="6291072"/>
            <a:ext cx="11094415" cy="274320"/>
          </a:xfrm>
          <a:prstGeom prst="rect">
            <a:avLst/>
          </a:prstGeom>
          <a:noFill/>
          <a:ln/>
        </p:spPr>
        <p:txBody>
          <a:bodyPr wrap="square" lIns="0" tIns="0" rIns="0" bIns="0" rtlCol="0" anchor="t"/>
          <a:lstStyle/>
          <a:p>
            <a:pPr algn="l" indent="0" marL="0">
              <a:lnSpc>
                <a:spcPct val="105000"/>
              </a:lnSpc>
              <a:buNone/>
            </a:pPr>
            <a:r>
              <a:rPr lang="en-US" sz="1100" dirty="0">
                <a:solidFill>
                  <a:srgbClr val="3D68EC"/>
                </a:solidFill>
                <a:latin typeface="General Sans" pitchFamily="34" charset="0"/>
                <a:ea typeface="General Sans" pitchFamily="34" charset="-122"/>
                <a:cs typeface="General Sans" pitchFamily="34" charset="-120"/>
              </a:rPr>
              <a:t>Een inspiratiesessie met een werkende demo: nog niet alles werkt vandaag perfect.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3D68EC"/>
        </a:solidFill>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F4D9DC"/>
          </a:solidFill>
          <a:ln/>
        </p:spPr>
      </p:sp>
      <p:sp>
        <p:nvSpPr>
          <p:cNvPr id="3" name="Shape 1"/>
          <p:cNvSpPr/>
          <p:nvPr/>
        </p:nvSpPr>
        <p:spPr>
          <a:xfrm>
            <a:off x="11212173" y="399224"/>
            <a:ext cx="34616" cy="34616"/>
          </a:xfrm>
          <a:prstGeom prst="ellipse">
            <a:avLst/>
          </a:prstGeom>
          <a:solidFill>
            <a:srgbClr val="F4D9DC"/>
          </a:solidFill>
          <a:ln/>
        </p:spPr>
      </p:sp>
      <p:sp>
        <p:nvSpPr>
          <p:cNvPr id="4" name="Shape 2"/>
          <p:cNvSpPr/>
          <p:nvPr/>
        </p:nvSpPr>
        <p:spPr>
          <a:xfrm>
            <a:off x="11398641" y="399224"/>
            <a:ext cx="34616" cy="34616"/>
          </a:xfrm>
          <a:prstGeom prst="ellipse">
            <a:avLst/>
          </a:prstGeom>
          <a:solidFill>
            <a:srgbClr val="F4D9DC"/>
          </a:solidFill>
          <a:ln/>
        </p:spPr>
      </p:sp>
      <p:sp>
        <p:nvSpPr>
          <p:cNvPr id="5" name="Shape 3"/>
          <p:cNvSpPr/>
          <p:nvPr/>
        </p:nvSpPr>
        <p:spPr>
          <a:xfrm>
            <a:off x="11258374" y="435357"/>
            <a:ext cx="51936" cy="51936"/>
          </a:xfrm>
          <a:prstGeom prst="ellipse">
            <a:avLst/>
          </a:prstGeom>
          <a:solidFill>
            <a:srgbClr val="F4D9DC"/>
          </a:solidFill>
          <a:ln/>
        </p:spPr>
      </p:sp>
      <p:sp>
        <p:nvSpPr>
          <p:cNvPr id="6" name="Shape 4"/>
          <p:cNvSpPr/>
          <p:nvPr/>
        </p:nvSpPr>
        <p:spPr>
          <a:xfrm>
            <a:off x="11335407" y="435306"/>
            <a:ext cx="51718" cy="51718"/>
          </a:xfrm>
          <a:prstGeom prst="ellipse">
            <a:avLst/>
          </a:prstGeom>
          <a:solidFill>
            <a:srgbClr val="F4D9DC"/>
          </a:solidFill>
          <a:ln/>
        </p:spPr>
      </p:sp>
      <p:sp>
        <p:nvSpPr>
          <p:cNvPr id="7" name="Shape 5"/>
          <p:cNvSpPr/>
          <p:nvPr/>
        </p:nvSpPr>
        <p:spPr>
          <a:xfrm>
            <a:off x="11127388" y="442398"/>
            <a:ext cx="35294" cy="35294"/>
          </a:xfrm>
          <a:prstGeom prst="ellipse">
            <a:avLst/>
          </a:prstGeom>
          <a:solidFill>
            <a:srgbClr val="F4D9DC"/>
          </a:solidFill>
          <a:ln/>
        </p:spPr>
      </p:sp>
      <p:sp>
        <p:nvSpPr>
          <p:cNvPr id="8" name="Shape 6"/>
          <p:cNvSpPr/>
          <p:nvPr/>
        </p:nvSpPr>
        <p:spPr>
          <a:xfrm>
            <a:off x="11482145" y="441649"/>
            <a:ext cx="35960" cy="35960"/>
          </a:xfrm>
          <a:prstGeom prst="ellipse">
            <a:avLst/>
          </a:prstGeom>
          <a:solidFill>
            <a:srgbClr val="F4D9DC"/>
          </a:solidFill>
          <a:ln/>
        </p:spPr>
      </p:sp>
      <p:sp>
        <p:nvSpPr>
          <p:cNvPr id="9" name="Shape 7"/>
          <p:cNvSpPr/>
          <p:nvPr/>
        </p:nvSpPr>
        <p:spPr>
          <a:xfrm>
            <a:off x="11185603" y="459328"/>
            <a:ext cx="52167" cy="52167"/>
          </a:xfrm>
          <a:prstGeom prst="ellipse">
            <a:avLst/>
          </a:prstGeom>
          <a:solidFill>
            <a:srgbClr val="F4D9DC"/>
          </a:solidFill>
          <a:ln/>
        </p:spPr>
      </p:sp>
      <p:sp>
        <p:nvSpPr>
          <p:cNvPr id="10" name="Shape 8"/>
          <p:cNvSpPr/>
          <p:nvPr/>
        </p:nvSpPr>
        <p:spPr>
          <a:xfrm>
            <a:off x="11408043" y="458713"/>
            <a:ext cx="52384" cy="52384"/>
          </a:xfrm>
          <a:prstGeom prst="ellipse">
            <a:avLst/>
          </a:prstGeom>
          <a:solidFill>
            <a:srgbClr val="F4D9DC"/>
          </a:solidFill>
          <a:ln/>
        </p:spPr>
      </p:sp>
      <p:sp>
        <p:nvSpPr>
          <p:cNvPr id="11" name="Shape 9"/>
          <p:cNvSpPr/>
          <p:nvPr/>
        </p:nvSpPr>
        <p:spPr>
          <a:xfrm>
            <a:off x="11241891" y="499749"/>
            <a:ext cx="36613" cy="36613"/>
          </a:xfrm>
          <a:prstGeom prst="ellipse">
            <a:avLst/>
          </a:prstGeom>
          <a:solidFill>
            <a:srgbClr val="F4D9DC"/>
          </a:solidFill>
          <a:ln/>
        </p:spPr>
      </p:sp>
      <p:sp>
        <p:nvSpPr>
          <p:cNvPr id="12" name="Shape 10"/>
          <p:cNvSpPr/>
          <p:nvPr/>
        </p:nvSpPr>
        <p:spPr>
          <a:xfrm>
            <a:off x="11294557" y="500146"/>
            <a:ext cx="57223" cy="57223"/>
          </a:xfrm>
          <a:prstGeom prst="ellipse">
            <a:avLst/>
          </a:prstGeom>
          <a:solidFill>
            <a:srgbClr val="F4D9DC"/>
          </a:solidFill>
          <a:ln/>
        </p:spPr>
      </p:sp>
      <p:sp>
        <p:nvSpPr>
          <p:cNvPr id="13" name="Shape 11"/>
          <p:cNvSpPr/>
          <p:nvPr/>
        </p:nvSpPr>
        <p:spPr>
          <a:xfrm>
            <a:off x="11364102" y="498770"/>
            <a:ext cx="35294" cy="35294"/>
          </a:xfrm>
          <a:prstGeom prst="ellipse">
            <a:avLst/>
          </a:prstGeom>
          <a:solidFill>
            <a:srgbClr val="F4D9DC"/>
          </a:solidFill>
          <a:ln/>
        </p:spPr>
      </p:sp>
      <p:sp>
        <p:nvSpPr>
          <p:cNvPr id="14" name="Shape 12"/>
          <p:cNvSpPr/>
          <p:nvPr/>
        </p:nvSpPr>
        <p:spPr>
          <a:xfrm>
            <a:off x="11123515" y="504524"/>
            <a:ext cx="51936" cy="51936"/>
          </a:xfrm>
          <a:prstGeom prst="ellipse">
            <a:avLst/>
          </a:prstGeom>
          <a:solidFill>
            <a:srgbClr val="F4D9DC"/>
          </a:solidFill>
          <a:ln/>
        </p:spPr>
      </p:sp>
      <p:sp>
        <p:nvSpPr>
          <p:cNvPr id="15" name="Shape 13"/>
          <p:cNvSpPr/>
          <p:nvPr/>
        </p:nvSpPr>
        <p:spPr>
          <a:xfrm>
            <a:off x="11470202" y="504300"/>
            <a:ext cx="52384" cy="52384"/>
          </a:xfrm>
          <a:prstGeom prst="ellipse">
            <a:avLst/>
          </a:prstGeom>
          <a:solidFill>
            <a:srgbClr val="F4D9DC"/>
          </a:solidFill>
          <a:ln/>
        </p:spPr>
      </p:sp>
      <p:sp>
        <p:nvSpPr>
          <p:cNvPr id="16" name="Shape 14"/>
          <p:cNvSpPr/>
          <p:nvPr/>
        </p:nvSpPr>
        <p:spPr>
          <a:xfrm>
            <a:off x="11060774" y="508825"/>
            <a:ext cx="35627" cy="35627"/>
          </a:xfrm>
          <a:prstGeom prst="ellipse">
            <a:avLst/>
          </a:prstGeom>
          <a:solidFill>
            <a:srgbClr val="F4D9DC"/>
          </a:solidFill>
          <a:ln/>
        </p:spPr>
      </p:sp>
      <p:sp>
        <p:nvSpPr>
          <p:cNvPr id="17" name="Shape 15"/>
          <p:cNvSpPr/>
          <p:nvPr/>
        </p:nvSpPr>
        <p:spPr>
          <a:xfrm>
            <a:off x="11548535" y="508038"/>
            <a:ext cx="36613" cy="36613"/>
          </a:xfrm>
          <a:prstGeom prst="ellipse">
            <a:avLst/>
          </a:prstGeom>
          <a:solidFill>
            <a:srgbClr val="F4D9DC"/>
          </a:solidFill>
          <a:ln/>
        </p:spPr>
      </p:sp>
      <p:sp>
        <p:nvSpPr>
          <p:cNvPr id="18" name="Shape 16"/>
          <p:cNvSpPr/>
          <p:nvPr/>
        </p:nvSpPr>
        <p:spPr>
          <a:xfrm>
            <a:off x="11191466" y="533379"/>
            <a:ext cx="57825" cy="57825"/>
          </a:xfrm>
          <a:prstGeom prst="ellipse">
            <a:avLst/>
          </a:prstGeom>
          <a:solidFill>
            <a:srgbClr val="F4D9DC"/>
          </a:solidFill>
          <a:ln/>
        </p:spPr>
      </p:sp>
      <p:sp>
        <p:nvSpPr>
          <p:cNvPr id="19" name="Shape 17"/>
          <p:cNvSpPr/>
          <p:nvPr/>
        </p:nvSpPr>
        <p:spPr>
          <a:xfrm>
            <a:off x="11396535" y="533494"/>
            <a:ext cx="57428" cy="57428"/>
          </a:xfrm>
          <a:prstGeom prst="ellipse">
            <a:avLst/>
          </a:prstGeom>
          <a:solidFill>
            <a:srgbClr val="F4D9DC"/>
          </a:solidFill>
          <a:ln/>
        </p:spPr>
      </p:sp>
      <p:sp>
        <p:nvSpPr>
          <p:cNvPr id="20" name="Shape 18"/>
          <p:cNvSpPr/>
          <p:nvPr/>
        </p:nvSpPr>
        <p:spPr>
          <a:xfrm>
            <a:off x="11079087" y="567226"/>
            <a:ext cx="51270" cy="51270"/>
          </a:xfrm>
          <a:prstGeom prst="ellipse">
            <a:avLst/>
          </a:prstGeom>
          <a:solidFill>
            <a:srgbClr val="F4D9DC"/>
          </a:solidFill>
          <a:ln/>
        </p:spPr>
      </p:sp>
      <p:sp>
        <p:nvSpPr>
          <p:cNvPr id="21" name="Shape 19"/>
          <p:cNvSpPr/>
          <p:nvPr/>
        </p:nvSpPr>
        <p:spPr>
          <a:xfrm>
            <a:off x="11339728" y="567053"/>
            <a:ext cx="34616" cy="34616"/>
          </a:xfrm>
          <a:prstGeom prst="ellipse">
            <a:avLst/>
          </a:prstGeom>
          <a:solidFill>
            <a:srgbClr val="F4D9DC"/>
          </a:solidFill>
          <a:ln/>
        </p:spPr>
      </p:sp>
      <p:sp>
        <p:nvSpPr>
          <p:cNvPr id="22" name="Shape 20"/>
          <p:cNvSpPr/>
          <p:nvPr/>
        </p:nvSpPr>
        <p:spPr>
          <a:xfrm>
            <a:off x="11515167" y="566234"/>
            <a:ext cx="52819" cy="52819"/>
          </a:xfrm>
          <a:prstGeom prst="ellipse">
            <a:avLst/>
          </a:prstGeom>
          <a:solidFill>
            <a:srgbClr val="F4D9DC"/>
          </a:solidFill>
          <a:ln/>
        </p:spPr>
      </p:sp>
      <p:sp>
        <p:nvSpPr>
          <p:cNvPr id="23" name="Shape 21"/>
          <p:cNvSpPr/>
          <p:nvPr/>
        </p:nvSpPr>
        <p:spPr>
          <a:xfrm>
            <a:off x="11262860" y="569742"/>
            <a:ext cx="34961" cy="34961"/>
          </a:xfrm>
          <a:prstGeom prst="ellipse">
            <a:avLst/>
          </a:prstGeom>
          <a:solidFill>
            <a:srgbClr val="F4D9DC"/>
          </a:solidFill>
          <a:ln/>
        </p:spPr>
      </p:sp>
      <p:sp>
        <p:nvSpPr>
          <p:cNvPr id="24" name="Shape 22"/>
          <p:cNvSpPr/>
          <p:nvPr/>
        </p:nvSpPr>
        <p:spPr>
          <a:xfrm>
            <a:off x="11462521" y="569818"/>
            <a:ext cx="35294" cy="35294"/>
          </a:xfrm>
          <a:prstGeom prst="ellipse">
            <a:avLst/>
          </a:prstGeom>
          <a:solidFill>
            <a:srgbClr val="F4D9DC"/>
          </a:solidFill>
          <a:ln/>
        </p:spPr>
      </p:sp>
      <p:sp>
        <p:nvSpPr>
          <p:cNvPr id="25" name="Shape 23"/>
          <p:cNvSpPr/>
          <p:nvPr/>
        </p:nvSpPr>
        <p:spPr>
          <a:xfrm>
            <a:off x="11145681" y="573441"/>
            <a:ext cx="34270" cy="34270"/>
          </a:xfrm>
          <a:prstGeom prst="ellipse">
            <a:avLst/>
          </a:prstGeom>
          <a:solidFill>
            <a:srgbClr val="F4D9DC"/>
          </a:solidFill>
          <a:ln/>
        </p:spPr>
      </p:sp>
      <p:sp>
        <p:nvSpPr>
          <p:cNvPr id="26" name="Shape 24"/>
          <p:cNvSpPr/>
          <p:nvPr/>
        </p:nvSpPr>
        <p:spPr>
          <a:xfrm>
            <a:off x="11592015" y="593213"/>
            <a:ext cx="35294" cy="35294"/>
          </a:xfrm>
          <a:prstGeom prst="ellipse">
            <a:avLst/>
          </a:prstGeom>
          <a:solidFill>
            <a:srgbClr val="F4D9DC"/>
          </a:solidFill>
          <a:ln/>
        </p:spPr>
      </p:sp>
      <p:sp>
        <p:nvSpPr>
          <p:cNvPr id="27" name="Shape 25"/>
          <p:cNvSpPr/>
          <p:nvPr/>
        </p:nvSpPr>
        <p:spPr>
          <a:xfrm>
            <a:off x="11019124" y="593444"/>
            <a:ext cx="34616" cy="34616"/>
          </a:xfrm>
          <a:prstGeom prst="ellipse">
            <a:avLst/>
          </a:prstGeom>
          <a:solidFill>
            <a:srgbClr val="F4D9DC"/>
          </a:solidFill>
          <a:ln/>
        </p:spPr>
      </p:sp>
      <p:sp>
        <p:nvSpPr>
          <p:cNvPr id="28" name="Shape 26"/>
          <p:cNvSpPr/>
          <p:nvPr/>
        </p:nvSpPr>
        <p:spPr>
          <a:xfrm>
            <a:off x="11403576" y="610214"/>
            <a:ext cx="34961" cy="34961"/>
          </a:xfrm>
          <a:prstGeom prst="ellipse">
            <a:avLst/>
          </a:prstGeom>
          <a:solidFill>
            <a:srgbClr val="F4D9DC"/>
          </a:solidFill>
          <a:ln/>
        </p:spPr>
      </p:sp>
      <p:sp>
        <p:nvSpPr>
          <p:cNvPr id="29" name="Shape 27"/>
          <p:cNvSpPr/>
          <p:nvPr/>
        </p:nvSpPr>
        <p:spPr>
          <a:xfrm>
            <a:off x="11201662" y="616570"/>
            <a:ext cx="35627" cy="35627"/>
          </a:xfrm>
          <a:prstGeom prst="ellipse">
            <a:avLst/>
          </a:prstGeom>
          <a:solidFill>
            <a:srgbClr val="F4D9DC"/>
          </a:solidFill>
          <a:ln/>
        </p:spPr>
      </p:sp>
      <p:sp>
        <p:nvSpPr>
          <p:cNvPr id="30" name="Shape 28"/>
          <p:cNvSpPr/>
          <p:nvPr/>
        </p:nvSpPr>
        <p:spPr>
          <a:xfrm>
            <a:off x="11127484" y="620705"/>
            <a:ext cx="58030" cy="58030"/>
          </a:xfrm>
          <a:prstGeom prst="ellipse">
            <a:avLst/>
          </a:prstGeom>
          <a:solidFill>
            <a:srgbClr val="F4D9DC"/>
          </a:solidFill>
          <a:ln/>
        </p:spPr>
      </p:sp>
      <p:sp>
        <p:nvSpPr>
          <p:cNvPr id="31" name="Shape 29"/>
          <p:cNvSpPr/>
          <p:nvPr/>
        </p:nvSpPr>
        <p:spPr>
          <a:xfrm>
            <a:off x="11460767" y="620852"/>
            <a:ext cx="57428" cy="57428"/>
          </a:xfrm>
          <a:prstGeom prst="ellipse">
            <a:avLst/>
          </a:prstGeom>
          <a:solidFill>
            <a:srgbClr val="F4D9DC"/>
          </a:solidFill>
          <a:ln/>
        </p:spPr>
      </p:sp>
      <p:sp>
        <p:nvSpPr>
          <p:cNvPr id="32" name="Shape 30"/>
          <p:cNvSpPr/>
          <p:nvPr/>
        </p:nvSpPr>
        <p:spPr>
          <a:xfrm>
            <a:off x="11055219" y="640144"/>
            <a:ext cx="51718" cy="51718"/>
          </a:xfrm>
          <a:prstGeom prst="ellipse">
            <a:avLst/>
          </a:prstGeom>
          <a:solidFill>
            <a:srgbClr val="F4D9DC"/>
          </a:solidFill>
          <a:ln/>
        </p:spPr>
      </p:sp>
      <p:sp>
        <p:nvSpPr>
          <p:cNvPr id="33" name="Shape 31"/>
          <p:cNvSpPr/>
          <p:nvPr/>
        </p:nvSpPr>
        <p:spPr>
          <a:xfrm>
            <a:off x="11539330" y="640266"/>
            <a:ext cx="51270" cy="51270"/>
          </a:xfrm>
          <a:prstGeom prst="ellipse">
            <a:avLst/>
          </a:prstGeom>
          <a:solidFill>
            <a:srgbClr val="F4D9DC"/>
          </a:solidFill>
          <a:ln/>
        </p:spPr>
      </p:sp>
      <p:sp>
        <p:nvSpPr>
          <p:cNvPr id="34" name="Shape 32"/>
          <p:cNvSpPr/>
          <p:nvPr/>
        </p:nvSpPr>
        <p:spPr>
          <a:xfrm>
            <a:off x="11429576" y="682274"/>
            <a:ext cx="35627" cy="35627"/>
          </a:xfrm>
          <a:prstGeom prst="ellipse">
            <a:avLst/>
          </a:prstGeom>
          <a:solidFill>
            <a:srgbClr val="F4D9DC"/>
          </a:solidFill>
          <a:ln/>
        </p:spPr>
      </p:sp>
      <p:sp>
        <p:nvSpPr>
          <p:cNvPr id="35" name="Shape 33"/>
          <p:cNvSpPr/>
          <p:nvPr/>
        </p:nvSpPr>
        <p:spPr>
          <a:xfrm>
            <a:off x="11004076" y="687222"/>
            <a:ext cx="34616" cy="34616"/>
          </a:xfrm>
          <a:prstGeom prst="ellipse">
            <a:avLst/>
          </a:prstGeom>
          <a:solidFill>
            <a:srgbClr val="F4D9DC"/>
          </a:solidFill>
          <a:ln/>
        </p:spPr>
      </p:sp>
      <p:sp>
        <p:nvSpPr>
          <p:cNvPr id="36" name="Shape 34"/>
          <p:cNvSpPr/>
          <p:nvPr/>
        </p:nvSpPr>
        <p:spPr>
          <a:xfrm>
            <a:off x="11502052" y="685321"/>
            <a:ext cx="34270" cy="34270"/>
          </a:xfrm>
          <a:prstGeom prst="ellipse">
            <a:avLst/>
          </a:prstGeom>
          <a:solidFill>
            <a:srgbClr val="F4D9DC"/>
          </a:solidFill>
          <a:ln/>
        </p:spPr>
      </p:sp>
      <p:sp>
        <p:nvSpPr>
          <p:cNvPr id="37" name="Shape 35"/>
          <p:cNvSpPr/>
          <p:nvPr/>
        </p:nvSpPr>
        <p:spPr>
          <a:xfrm>
            <a:off x="11606321" y="686422"/>
            <a:ext cx="35627" cy="35627"/>
          </a:xfrm>
          <a:prstGeom prst="ellipse">
            <a:avLst/>
          </a:prstGeom>
          <a:solidFill>
            <a:srgbClr val="F4D9DC"/>
          </a:solidFill>
          <a:ln/>
        </p:spPr>
      </p:sp>
      <p:sp>
        <p:nvSpPr>
          <p:cNvPr id="38" name="Shape 36"/>
          <p:cNvSpPr/>
          <p:nvPr/>
        </p:nvSpPr>
        <p:spPr>
          <a:xfrm>
            <a:off x="11108908" y="688957"/>
            <a:ext cx="35294" cy="35294"/>
          </a:xfrm>
          <a:prstGeom prst="ellipse">
            <a:avLst/>
          </a:prstGeom>
          <a:solidFill>
            <a:srgbClr val="F4D9DC"/>
          </a:solidFill>
          <a:ln/>
        </p:spPr>
      </p:sp>
      <p:sp>
        <p:nvSpPr>
          <p:cNvPr id="39" name="Shape 37"/>
          <p:cNvSpPr/>
          <p:nvPr/>
        </p:nvSpPr>
        <p:spPr>
          <a:xfrm>
            <a:off x="11179733" y="690371"/>
            <a:ext cx="36613" cy="36613"/>
          </a:xfrm>
          <a:prstGeom prst="ellipse">
            <a:avLst/>
          </a:prstGeom>
          <a:solidFill>
            <a:srgbClr val="F4D9DC"/>
          </a:solidFill>
          <a:ln/>
        </p:spPr>
      </p:sp>
      <p:sp>
        <p:nvSpPr>
          <p:cNvPr id="40" name="Shape 38"/>
          <p:cNvSpPr/>
          <p:nvPr/>
        </p:nvSpPr>
        <p:spPr>
          <a:xfrm>
            <a:off x="11054764" y="716576"/>
            <a:ext cx="51936" cy="51936"/>
          </a:xfrm>
          <a:prstGeom prst="ellipse">
            <a:avLst/>
          </a:prstGeom>
          <a:solidFill>
            <a:srgbClr val="F4D9DC"/>
          </a:solidFill>
          <a:ln/>
        </p:spPr>
      </p:sp>
      <p:sp>
        <p:nvSpPr>
          <p:cNvPr id="41" name="Shape 39"/>
          <p:cNvSpPr/>
          <p:nvPr/>
        </p:nvSpPr>
        <p:spPr>
          <a:xfrm>
            <a:off x="11539023" y="716851"/>
            <a:ext cx="51488" cy="51488"/>
          </a:xfrm>
          <a:prstGeom prst="ellipse">
            <a:avLst/>
          </a:prstGeom>
          <a:solidFill>
            <a:srgbClr val="F4D9DC"/>
          </a:solidFill>
          <a:ln/>
        </p:spPr>
      </p:sp>
      <p:sp>
        <p:nvSpPr>
          <p:cNvPr id="42" name="Shape 40"/>
          <p:cNvSpPr/>
          <p:nvPr/>
        </p:nvSpPr>
        <p:spPr>
          <a:xfrm>
            <a:off x="11127490" y="729288"/>
            <a:ext cx="58222" cy="58222"/>
          </a:xfrm>
          <a:prstGeom prst="ellipse">
            <a:avLst/>
          </a:prstGeom>
          <a:solidFill>
            <a:srgbClr val="F4D9DC"/>
          </a:solidFill>
          <a:ln/>
        </p:spPr>
      </p:sp>
      <p:sp>
        <p:nvSpPr>
          <p:cNvPr id="43" name="Shape 41"/>
          <p:cNvSpPr/>
          <p:nvPr/>
        </p:nvSpPr>
        <p:spPr>
          <a:xfrm>
            <a:off x="11460671" y="729781"/>
            <a:ext cx="57633" cy="57633"/>
          </a:xfrm>
          <a:prstGeom prst="ellipse">
            <a:avLst/>
          </a:prstGeom>
          <a:solidFill>
            <a:srgbClr val="F4D9DC"/>
          </a:solidFill>
          <a:ln/>
        </p:spPr>
      </p:sp>
      <p:sp>
        <p:nvSpPr>
          <p:cNvPr id="44" name="Shape 42"/>
          <p:cNvSpPr/>
          <p:nvPr/>
        </p:nvSpPr>
        <p:spPr>
          <a:xfrm>
            <a:off x="11407973" y="756415"/>
            <a:ext cx="35960" cy="35960"/>
          </a:xfrm>
          <a:prstGeom prst="ellipse">
            <a:avLst/>
          </a:prstGeom>
          <a:solidFill>
            <a:srgbClr val="F4D9DC"/>
          </a:solidFill>
          <a:ln/>
        </p:spPr>
      </p:sp>
      <p:sp>
        <p:nvSpPr>
          <p:cNvPr id="45" name="Shape 43"/>
          <p:cNvSpPr/>
          <p:nvPr/>
        </p:nvSpPr>
        <p:spPr>
          <a:xfrm>
            <a:off x="11207308" y="763884"/>
            <a:ext cx="34616" cy="34616"/>
          </a:xfrm>
          <a:prstGeom prst="ellipse">
            <a:avLst/>
          </a:prstGeom>
          <a:solidFill>
            <a:srgbClr val="F4D9DC"/>
          </a:solidFill>
          <a:ln/>
        </p:spPr>
      </p:sp>
      <p:sp>
        <p:nvSpPr>
          <p:cNvPr id="46" name="Shape 44"/>
          <p:cNvSpPr/>
          <p:nvPr/>
        </p:nvSpPr>
        <p:spPr>
          <a:xfrm>
            <a:off x="11018670" y="780462"/>
            <a:ext cx="34616" cy="34616"/>
          </a:xfrm>
          <a:prstGeom prst="ellipse">
            <a:avLst/>
          </a:prstGeom>
          <a:solidFill>
            <a:srgbClr val="F4D9DC"/>
          </a:solidFill>
          <a:ln/>
        </p:spPr>
      </p:sp>
      <p:sp>
        <p:nvSpPr>
          <p:cNvPr id="47" name="Shape 45"/>
          <p:cNvSpPr/>
          <p:nvPr/>
        </p:nvSpPr>
        <p:spPr>
          <a:xfrm>
            <a:off x="11591670" y="780123"/>
            <a:ext cx="35294" cy="35294"/>
          </a:xfrm>
          <a:prstGeom prst="ellipse">
            <a:avLst/>
          </a:prstGeom>
          <a:solidFill>
            <a:srgbClr val="F4D9DC"/>
          </a:solidFill>
          <a:ln/>
        </p:spPr>
      </p:sp>
      <p:sp>
        <p:nvSpPr>
          <p:cNvPr id="48" name="Shape 46"/>
          <p:cNvSpPr/>
          <p:nvPr/>
        </p:nvSpPr>
        <p:spPr>
          <a:xfrm>
            <a:off x="11079010" y="790179"/>
            <a:ext cx="51270" cy="51270"/>
          </a:xfrm>
          <a:prstGeom prst="ellipse">
            <a:avLst/>
          </a:prstGeom>
          <a:solidFill>
            <a:srgbClr val="F4D9DC"/>
          </a:solidFill>
          <a:ln/>
        </p:spPr>
      </p:sp>
      <p:sp>
        <p:nvSpPr>
          <p:cNvPr id="49" name="Shape 47"/>
          <p:cNvSpPr/>
          <p:nvPr/>
        </p:nvSpPr>
        <p:spPr>
          <a:xfrm>
            <a:off x="11515218" y="789692"/>
            <a:ext cx="52602" cy="52602"/>
          </a:xfrm>
          <a:prstGeom prst="ellipse">
            <a:avLst/>
          </a:prstGeom>
          <a:solidFill>
            <a:srgbClr val="F4D9DC"/>
          </a:solidFill>
          <a:ln/>
        </p:spPr>
      </p:sp>
      <p:sp>
        <p:nvSpPr>
          <p:cNvPr id="50" name="Shape 48"/>
          <p:cNvSpPr/>
          <p:nvPr/>
        </p:nvSpPr>
        <p:spPr>
          <a:xfrm>
            <a:off x="11147371" y="803460"/>
            <a:ext cx="35627" cy="35627"/>
          </a:xfrm>
          <a:prstGeom prst="ellipse">
            <a:avLst/>
          </a:prstGeom>
          <a:solidFill>
            <a:srgbClr val="F4D9DC"/>
          </a:solidFill>
          <a:ln/>
        </p:spPr>
      </p:sp>
      <p:sp>
        <p:nvSpPr>
          <p:cNvPr id="51" name="Shape 49"/>
          <p:cNvSpPr/>
          <p:nvPr/>
        </p:nvSpPr>
        <p:spPr>
          <a:xfrm>
            <a:off x="11347786" y="804293"/>
            <a:ext cx="35294" cy="35294"/>
          </a:xfrm>
          <a:prstGeom prst="ellipse">
            <a:avLst/>
          </a:prstGeom>
          <a:solidFill>
            <a:srgbClr val="F4D9DC"/>
          </a:solidFill>
          <a:ln/>
        </p:spPr>
      </p:sp>
      <p:sp>
        <p:nvSpPr>
          <p:cNvPr id="52" name="Shape 50"/>
          <p:cNvSpPr/>
          <p:nvPr/>
        </p:nvSpPr>
        <p:spPr>
          <a:xfrm>
            <a:off x="11465119" y="800919"/>
            <a:ext cx="34961" cy="34961"/>
          </a:xfrm>
          <a:prstGeom prst="ellipse">
            <a:avLst/>
          </a:prstGeom>
          <a:solidFill>
            <a:srgbClr val="F4D9DC"/>
          </a:solidFill>
          <a:ln/>
        </p:spPr>
      </p:sp>
      <p:sp>
        <p:nvSpPr>
          <p:cNvPr id="53" name="Shape 51"/>
          <p:cNvSpPr/>
          <p:nvPr/>
        </p:nvSpPr>
        <p:spPr>
          <a:xfrm>
            <a:off x="11270669" y="806590"/>
            <a:ext cx="35627" cy="35627"/>
          </a:xfrm>
          <a:prstGeom prst="ellipse">
            <a:avLst/>
          </a:prstGeom>
          <a:solidFill>
            <a:srgbClr val="F4D9DC"/>
          </a:solidFill>
          <a:ln/>
        </p:spPr>
      </p:sp>
      <p:sp>
        <p:nvSpPr>
          <p:cNvPr id="54" name="Shape 52"/>
          <p:cNvSpPr/>
          <p:nvPr/>
        </p:nvSpPr>
        <p:spPr>
          <a:xfrm>
            <a:off x="11191498" y="817766"/>
            <a:ext cx="57633" cy="57633"/>
          </a:xfrm>
          <a:prstGeom prst="ellipse">
            <a:avLst/>
          </a:prstGeom>
          <a:solidFill>
            <a:srgbClr val="F4D9DC"/>
          </a:solidFill>
          <a:ln/>
        </p:spPr>
      </p:sp>
      <p:sp>
        <p:nvSpPr>
          <p:cNvPr id="55" name="Shape 53"/>
          <p:cNvSpPr/>
          <p:nvPr/>
        </p:nvSpPr>
        <p:spPr>
          <a:xfrm>
            <a:off x="11396573" y="817888"/>
            <a:ext cx="57633" cy="57633"/>
          </a:xfrm>
          <a:prstGeom prst="ellipse">
            <a:avLst/>
          </a:prstGeom>
          <a:solidFill>
            <a:srgbClr val="F4D9DC"/>
          </a:solidFill>
          <a:ln/>
        </p:spPr>
      </p:sp>
      <p:sp>
        <p:nvSpPr>
          <p:cNvPr id="56" name="Shape 54"/>
          <p:cNvSpPr/>
          <p:nvPr/>
        </p:nvSpPr>
        <p:spPr>
          <a:xfrm>
            <a:off x="11123445" y="851985"/>
            <a:ext cx="52167" cy="52167"/>
          </a:xfrm>
          <a:prstGeom prst="ellipse">
            <a:avLst/>
          </a:prstGeom>
          <a:solidFill>
            <a:srgbClr val="F4D9DC"/>
          </a:solidFill>
          <a:ln/>
        </p:spPr>
      </p:sp>
      <p:sp>
        <p:nvSpPr>
          <p:cNvPr id="57" name="Shape 55"/>
          <p:cNvSpPr/>
          <p:nvPr/>
        </p:nvSpPr>
        <p:spPr>
          <a:xfrm>
            <a:off x="11294647" y="851390"/>
            <a:ext cx="57223" cy="57223"/>
          </a:xfrm>
          <a:prstGeom prst="ellipse">
            <a:avLst/>
          </a:prstGeom>
          <a:solidFill>
            <a:srgbClr val="F4D9DC"/>
          </a:solidFill>
          <a:ln/>
        </p:spPr>
      </p:sp>
      <p:sp>
        <p:nvSpPr>
          <p:cNvPr id="58" name="Shape 56"/>
          <p:cNvSpPr/>
          <p:nvPr/>
        </p:nvSpPr>
        <p:spPr>
          <a:xfrm>
            <a:off x="11470202" y="852382"/>
            <a:ext cx="52384" cy="52384"/>
          </a:xfrm>
          <a:prstGeom prst="ellipse">
            <a:avLst/>
          </a:prstGeom>
          <a:solidFill>
            <a:srgbClr val="F4D9DC"/>
          </a:solidFill>
          <a:ln/>
        </p:spPr>
      </p:sp>
      <p:sp>
        <p:nvSpPr>
          <p:cNvPr id="59" name="Shape 57"/>
          <p:cNvSpPr/>
          <p:nvPr/>
        </p:nvSpPr>
        <p:spPr>
          <a:xfrm>
            <a:off x="11060774" y="864607"/>
            <a:ext cx="35627" cy="35627"/>
          </a:xfrm>
          <a:prstGeom prst="ellipse">
            <a:avLst/>
          </a:prstGeom>
          <a:solidFill>
            <a:srgbClr val="F4D9DC"/>
          </a:solidFill>
          <a:ln/>
        </p:spPr>
      </p:sp>
      <p:sp>
        <p:nvSpPr>
          <p:cNvPr id="60" name="Shape 58"/>
          <p:cNvSpPr/>
          <p:nvPr/>
        </p:nvSpPr>
        <p:spPr>
          <a:xfrm>
            <a:off x="11548733" y="864185"/>
            <a:ext cx="35627" cy="35627"/>
          </a:xfrm>
          <a:prstGeom prst="ellipse">
            <a:avLst/>
          </a:prstGeom>
          <a:solidFill>
            <a:srgbClr val="F4D9DC"/>
          </a:solidFill>
          <a:ln/>
        </p:spPr>
      </p:sp>
      <p:sp>
        <p:nvSpPr>
          <p:cNvPr id="61" name="Shape 59"/>
          <p:cNvSpPr/>
          <p:nvPr/>
        </p:nvSpPr>
        <p:spPr>
          <a:xfrm>
            <a:off x="11246231" y="873908"/>
            <a:ext cx="35627" cy="35627"/>
          </a:xfrm>
          <a:prstGeom prst="ellipse">
            <a:avLst/>
          </a:prstGeom>
          <a:solidFill>
            <a:srgbClr val="F4D9DC"/>
          </a:solidFill>
          <a:ln/>
        </p:spPr>
      </p:sp>
      <p:sp>
        <p:nvSpPr>
          <p:cNvPr id="62" name="Shape 60"/>
          <p:cNvSpPr/>
          <p:nvPr/>
        </p:nvSpPr>
        <p:spPr>
          <a:xfrm>
            <a:off x="11367418" y="872896"/>
            <a:ext cx="35627" cy="35627"/>
          </a:xfrm>
          <a:prstGeom prst="ellipse">
            <a:avLst/>
          </a:prstGeom>
          <a:solidFill>
            <a:srgbClr val="F4D9DC"/>
          </a:solidFill>
          <a:ln/>
        </p:spPr>
      </p:sp>
      <p:sp>
        <p:nvSpPr>
          <p:cNvPr id="63" name="Shape 61"/>
          <p:cNvSpPr/>
          <p:nvPr/>
        </p:nvSpPr>
        <p:spPr>
          <a:xfrm>
            <a:off x="11185366" y="897322"/>
            <a:ext cx="51936" cy="51936"/>
          </a:xfrm>
          <a:prstGeom prst="ellipse">
            <a:avLst/>
          </a:prstGeom>
          <a:solidFill>
            <a:srgbClr val="F4D9DC"/>
          </a:solidFill>
          <a:ln/>
        </p:spPr>
      </p:sp>
      <p:sp>
        <p:nvSpPr>
          <p:cNvPr id="64" name="Shape 62"/>
          <p:cNvSpPr/>
          <p:nvPr/>
        </p:nvSpPr>
        <p:spPr>
          <a:xfrm>
            <a:off x="11407845" y="897655"/>
            <a:ext cx="52602" cy="52602"/>
          </a:xfrm>
          <a:prstGeom prst="ellipse">
            <a:avLst/>
          </a:prstGeom>
          <a:solidFill>
            <a:srgbClr val="F4D9DC"/>
          </a:solidFill>
          <a:ln/>
        </p:spPr>
      </p:sp>
      <p:sp>
        <p:nvSpPr>
          <p:cNvPr id="65" name="Shape 63"/>
          <p:cNvSpPr/>
          <p:nvPr/>
        </p:nvSpPr>
        <p:spPr>
          <a:xfrm>
            <a:off x="11258822" y="921466"/>
            <a:ext cx="51270" cy="51270"/>
          </a:xfrm>
          <a:prstGeom prst="ellipse">
            <a:avLst/>
          </a:prstGeom>
          <a:solidFill>
            <a:srgbClr val="F4D9DC"/>
          </a:solidFill>
          <a:ln/>
        </p:spPr>
      </p:sp>
      <p:sp>
        <p:nvSpPr>
          <p:cNvPr id="66" name="Shape 64"/>
          <p:cNvSpPr/>
          <p:nvPr/>
        </p:nvSpPr>
        <p:spPr>
          <a:xfrm>
            <a:off x="11335350" y="921504"/>
            <a:ext cx="51270" cy="51270"/>
          </a:xfrm>
          <a:prstGeom prst="ellipse">
            <a:avLst/>
          </a:prstGeom>
          <a:solidFill>
            <a:srgbClr val="F4D9DC"/>
          </a:solidFill>
          <a:ln/>
        </p:spPr>
      </p:sp>
      <p:sp>
        <p:nvSpPr>
          <p:cNvPr id="67" name="Shape 65"/>
          <p:cNvSpPr/>
          <p:nvPr/>
        </p:nvSpPr>
        <p:spPr>
          <a:xfrm>
            <a:off x="11127388" y="931368"/>
            <a:ext cx="35294" cy="35294"/>
          </a:xfrm>
          <a:prstGeom prst="ellipse">
            <a:avLst/>
          </a:prstGeom>
          <a:solidFill>
            <a:srgbClr val="F4D9DC"/>
          </a:solidFill>
          <a:ln/>
        </p:spPr>
      </p:sp>
      <p:sp>
        <p:nvSpPr>
          <p:cNvPr id="68" name="Shape 66"/>
          <p:cNvSpPr/>
          <p:nvPr/>
        </p:nvSpPr>
        <p:spPr>
          <a:xfrm>
            <a:off x="11481979" y="931035"/>
            <a:ext cx="35960" cy="35960"/>
          </a:xfrm>
          <a:prstGeom prst="ellipse">
            <a:avLst/>
          </a:prstGeom>
          <a:solidFill>
            <a:srgbClr val="F4D9DC"/>
          </a:solidFill>
          <a:ln/>
        </p:spPr>
      </p:sp>
      <p:sp>
        <p:nvSpPr>
          <p:cNvPr id="69" name="Shape 67"/>
          <p:cNvSpPr/>
          <p:nvPr/>
        </p:nvSpPr>
        <p:spPr>
          <a:xfrm>
            <a:off x="11211987" y="974695"/>
            <a:ext cx="34961" cy="34961"/>
          </a:xfrm>
          <a:prstGeom prst="ellipse">
            <a:avLst/>
          </a:prstGeom>
          <a:solidFill>
            <a:srgbClr val="F4D9DC"/>
          </a:solidFill>
          <a:ln/>
        </p:spPr>
      </p:sp>
      <p:sp>
        <p:nvSpPr>
          <p:cNvPr id="70" name="Shape 68"/>
          <p:cNvSpPr/>
          <p:nvPr/>
        </p:nvSpPr>
        <p:spPr>
          <a:xfrm>
            <a:off x="11398461" y="974695"/>
            <a:ext cx="34961" cy="34961"/>
          </a:xfrm>
          <a:prstGeom prst="ellipse">
            <a:avLst/>
          </a:prstGeom>
          <a:solidFill>
            <a:srgbClr val="F4D9DC"/>
          </a:solidFill>
          <a:ln/>
        </p:spPr>
      </p:sp>
      <p:sp>
        <p:nvSpPr>
          <p:cNvPr id="71" name="Shape 69"/>
          <p:cNvSpPr/>
          <p:nvPr/>
        </p:nvSpPr>
        <p:spPr>
          <a:xfrm>
            <a:off x="11304837" y="988501"/>
            <a:ext cx="35627" cy="35627"/>
          </a:xfrm>
          <a:prstGeom prst="ellipse">
            <a:avLst/>
          </a:prstGeom>
          <a:solidFill>
            <a:srgbClr val="F4D9DC"/>
          </a:solidFill>
          <a:ln/>
        </p:spPr>
      </p:sp>
      <p:sp>
        <p:nvSpPr>
          <p:cNvPr id="72" name="Text 70"/>
          <p:cNvSpPr/>
          <p:nvPr/>
        </p:nvSpPr>
        <p:spPr>
          <a:xfrm>
            <a:off x="548640" y="2468880"/>
            <a:ext cx="7863840" cy="1828800"/>
          </a:xfrm>
          <a:prstGeom prst="rect">
            <a:avLst/>
          </a:prstGeom>
          <a:noFill/>
          <a:ln/>
        </p:spPr>
        <p:txBody>
          <a:bodyPr wrap="square" lIns="0" tIns="0" rIns="0" bIns="0" rtlCol="0" anchor="b"/>
          <a:lstStyle/>
          <a:p>
            <a:pPr algn="l" indent="0" marL="0">
              <a:lnSpc>
                <a:spcPct val="105000"/>
              </a:lnSpc>
              <a:buNone/>
            </a:pPr>
            <a:r>
              <a:rPr lang="en-US" sz="4800" dirty="0">
                <a:solidFill>
                  <a:srgbClr val="F4D9DC"/>
                </a:solidFill>
                <a:latin typeface="General Sans Semibold" pitchFamily="34" charset="0"/>
                <a:ea typeface="General Sans Semibold" pitchFamily="34" charset="-122"/>
                <a:cs typeface="General Sans Semibold" pitchFamily="34" charset="-120"/>
              </a:rPr>
              <a:t>Direct antwoord op data vragen</a:t>
            </a:r>
            <a:endParaRPr lang="en-US" sz="4800" dirty="0"/>
          </a:p>
        </p:txBody>
      </p:sp>
      <p:sp>
        <p:nvSpPr>
          <p:cNvPr id="73" name="Text 71"/>
          <p:cNvSpPr/>
          <p:nvPr/>
        </p:nvSpPr>
        <p:spPr>
          <a:xfrm>
            <a:off x="548640" y="4526280"/>
            <a:ext cx="7498080" cy="1280160"/>
          </a:xfrm>
          <a:prstGeom prst="rect">
            <a:avLst/>
          </a:prstGeom>
          <a:noFill/>
          <a:ln/>
        </p:spPr>
        <p:txBody>
          <a:bodyPr wrap="square" lIns="0" tIns="0" rIns="0" bIns="0" rtlCol="0" anchor="t"/>
          <a:lstStyle/>
          <a:p>
            <a:pPr algn="l" indent="0" marL="0">
              <a:lnSpc>
                <a:spcPct val="105000"/>
              </a:lnSpc>
              <a:buNone/>
            </a:pPr>
            <a:r>
              <a:rPr lang="en-US" sz="2200" dirty="0">
                <a:solidFill>
                  <a:srgbClr val="F4D74B"/>
                </a:solidFill>
                <a:latin typeface="Cooper Lt BT" pitchFamily="34" charset="0"/>
                <a:ea typeface="Cooper Lt BT" pitchFamily="34" charset="-122"/>
                <a:cs typeface="Cooper Lt BT" pitchFamily="34" charset="-120"/>
              </a:rPr>
              <a:t>Jij stelt de vraag. De tool verheldert, zoekt, rekent en geeft je antwoord.</a:t>
            </a:r>
            <a:endParaRPr lang="en-US" sz="2200" dirty="0"/>
          </a:p>
        </p:txBody>
      </p:sp>
      <p:pic>
        <p:nvPicPr>
          <p:cNvPr id="74" name="Image 0" descr="exports/261029_dair_onderwijsdata/img/gesprek.png">    </p:cNvPr>
          <p:cNvPicPr>
            <a:picLocks noChangeAspect="1"/>
          </p:cNvPicPr>
          <p:nvPr/>
        </p:nvPicPr>
        <p:blipFill>
          <a:blip r:embed="rId1"/>
          <a:stretch>
            <a:fillRect/>
          </a:stretch>
        </p:blipFill>
        <p:spPr>
          <a:xfrm>
            <a:off x="8503920" y="1828800"/>
            <a:ext cx="3291840" cy="32918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CCEEE6"/>
        </a:solidFill>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sp>
      <p:sp>
        <p:nvSpPr>
          <p:cNvPr id="3" name="Shape 1"/>
          <p:cNvSpPr/>
          <p:nvPr/>
        </p:nvSpPr>
        <p:spPr>
          <a:xfrm>
            <a:off x="11212173" y="399224"/>
            <a:ext cx="34616" cy="34616"/>
          </a:xfrm>
          <a:prstGeom prst="ellipse">
            <a:avLst/>
          </a:prstGeom>
          <a:solidFill>
            <a:srgbClr val="000000"/>
          </a:solidFill>
          <a:ln/>
        </p:spPr>
      </p:sp>
      <p:sp>
        <p:nvSpPr>
          <p:cNvPr id="4" name="Shape 2"/>
          <p:cNvSpPr/>
          <p:nvPr/>
        </p:nvSpPr>
        <p:spPr>
          <a:xfrm>
            <a:off x="11398641" y="399224"/>
            <a:ext cx="34616" cy="34616"/>
          </a:xfrm>
          <a:prstGeom prst="ellipse">
            <a:avLst/>
          </a:prstGeom>
          <a:solidFill>
            <a:srgbClr val="000000"/>
          </a:solidFill>
          <a:ln/>
        </p:spPr>
      </p:sp>
      <p:sp>
        <p:nvSpPr>
          <p:cNvPr id="5" name="Shape 3"/>
          <p:cNvSpPr/>
          <p:nvPr/>
        </p:nvSpPr>
        <p:spPr>
          <a:xfrm>
            <a:off x="11258374" y="435357"/>
            <a:ext cx="51936" cy="51936"/>
          </a:xfrm>
          <a:prstGeom prst="ellipse">
            <a:avLst/>
          </a:prstGeom>
          <a:solidFill>
            <a:srgbClr val="000000"/>
          </a:solidFill>
          <a:ln/>
        </p:spPr>
      </p:sp>
      <p:sp>
        <p:nvSpPr>
          <p:cNvPr id="6" name="Shape 4"/>
          <p:cNvSpPr/>
          <p:nvPr/>
        </p:nvSpPr>
        <p:spPr>
          <a:xfrm>
            <a:off x="11335407" y="435306"/>
            <a:ext cx="51718" cy="51718"/>
          </a:xfrm>
          <a:prstGeom prst="ellipse">
            <a:avLst/>
          </a:prstGeom>
          <a:solidFill>
            <a:srgbClr val="000000"/>
          </a:solidFill>
          <a:ln/>
        </p:spPr>
      </p:sp>
      <p:sp>
        <p:nvSpPr>
          <p:cNvPr id="7" name="Shape 5"/>
          <p:cNvSpPr/>
          <p:nvPr/>
        </p:nvSpPr>
        <p:spPr>
          <a:xfrm>
            <a:off x="11127388" y="442398"/>
            <a:ext cx="35294" cy="35294"/>
          </a:xfrm>
          <a:prstGeom prst="ellipse">
            <a:avLst/>
          </a:prstGeom>
          <a:solidFill>
            <a:srgbClr val="000000"/>
          </a:solidFill>
          <a:ln/>
        </p:spPr>
      </p:sp>
      <p:sp>
        <p:nvSpPr>
          <p:cNvPr id="8" name="Shape 6"/>
          <p:cNvSpPr/>
          <p:nvPr/>
        </p:nvSpPr>
        <p:spPr>
          <a:xfrm>
            <a:off x="11482145" y="441649"/>
            <a:ext cx="35960" cy="35960"/>
          </a:xfrm>
          <a:prstGeom prst="ellipse">
            <a:avLst/>
          </a:prstGeom>
          <a:solidFill>
            <a:srgbClr val="000000"/>
          </a:solidFill>
          <a:ln/>
        </p:spPr>
      </p:sp>
      <p:sp>
        <p:nvSpPr>
          <p:cNvPr id="9" name="Shape 7"/>
          <p:cNvSpPr/>
          <p:nvPr/>
        </p:nvSpPr>
        <p:spPr>
          <a:xfrm>
            <a:off x="11185603" y="459328"/>
            <a:ext cx="52167" cy="52167"/>
          </a:xfrm>
          <a:prstGeom prst="ellipse">
            <a:avLst/>
          </a:prstGeom>
          <a:solidFill>
            <a:srgbClr val="000000"/>
          </a:solidFill>
          <a:ln/>
        </p:spPr>
      </p:sp>
      <p:sp>
        <p:nvSpPr>
          <p:cNvPr id="10" name="Shape 8"/>
          <p:cNvSpPr/>
          <p:nvPr/>
        </p:nvSpPr>
        <p:spPr>
          <a:xfrm>
            <a:off x="11408043" y="458713"/>
            <a:ext cx="52384" cy="52384"/>
          </a:xfrm>
          <a:prstGeom prst="ellipse">
            <a:avLst/>
          </a:prstGeom>
          <a:solidFill>
            <a:srgbClr val="000000"/>
          </a:solidFill>
          <a:ln/>
        </p:spPr>
      </p:sp>
      <p:sp>
        <p:nvSpPr>
          <p:cNvPr id="11" name="Shape 9"/>
          <p:cNvSpPr/>
          <p:nvPr/>
        </p:nvSpPr>
        <p:spPr>
          <a:xfrm>
            <a:off x="11241891" y="499749"/>
            <a:ext cx="36613" cy="36613"/>
          </a:xfrm>
          <a:prstGeom prst="ellipse">
            <a:avLst/>
          </a:prstGeom>
          <a:solidFill>
            <a:srgbClr val="000000"/>
          </a:solidFill>
          <a:ln/>
        </p:spPr>
      </p:sp>
      <p:sp>
        <p:nvSpPr>
          <p:cNvPr id="12" name="Shape 10"/>
          <p:cNvSpPr/>
          <p:nvPr/>
        </p:nvSpPr>
        <p:spPr>
          <a:xfrm>
            <a:off x="11294557" y="500146"/>
            <a:ext cx="57223" cy="57223"/>
          </a:xfrm>
          <a:prstGeom prst="ellipse">
            <a:avLst/>
          </a:prstGeom>
          <a:solidFill>
            <a:srgbClr val="000000"/>
          </a:solidFill>
          <a:ln/>
        </p:spPr>
      </p:sp>
      <p:sp>
        <p:nvSpPr>
          <p:cNvPr id="13" name="Shape 11"/>
          <p:cNvSpPr/>
          <p:nvPr/>
        </p:nvSpPr>
        <p:spPr>
          <a:xfrm>
            <a:off x="11364102" y="498770"/>
            <a:ext cx="35294" cy="35294"/>
          </a:xfrm>
          <a:prstGeom prst="ellipse">
            <a:avLst/>
          </a:prstGeom>
          <a:solidFill>
            <a:srgbClr val="000000"/>
          </a:solidFill>
          <a:ln/>
        </p:spPr>
      </p:sp>
      <p:sp>
        <p:nvSpPr>
          <p:cNvPr id="14" name="Shape 12"/>
          <p:cNvSpPr/>
          <p:nvPr/>
        </p:nvSpPr>
        <p:spPr>
          <a:xfrm>
            <a:off x="11123515" y="504524"/>
            <a:ext cx="51936" cy="51936"/>
          </a:xfrm>
          <a:prstGeom prst="ellipse">
            <a:avLst/>
          </a:prstGeom>
          <a:solidFill>
            <a:srgbClr val="000000"/>
          </a:solidFill>
          <a:ln/>
        </p:spPr>
      </p:sp>
      <p:sp>
        <p:nvSpPr>
          <p:cNvPr id="15" name="Shape 13"/>
          <p:cNvSpPr/>
          <p:nvPr/>
        </p:nvSpPr>
        <p:spPr>
          <a:xfrm>
            <a:off x="11470202" y="504300"/>
            <a:ext cx="52384" cy="52384"/>
          </a:xfrm>
          <a:prstGeom prst="ellipse">
            <a:avLst/>
          </a:prstGeom>
          <a:solidFill>
            <a:srgbClr val="000000"/>
          </a:solidFill>
          <a:ln/>
        </p:spPr>
      </p:sp>
      <p:sp>
        <p:nvSpPr>
          <p:cNvPr id="16" name="Shape 14"/>
          <p:cNvSpPr/>
          <p:nvPr/>
        </p:nvSpPr>
        <p:spPr>
          <a:xfrm>
            <a:off x="11060774" y="508825"/>
            <a:ext cx="35627" cy="35627"/>
          </a:xfrm>
          <a:prstGeom prst="ellipse">
            <a:avLst/>
          </a:prstGeom>
          <a:solidFill>
            <a:srgbClr val="000000"/>
          </a:solidFill>
          <a:ln/>
        </p:spPr>
      </p:sp>
      <p:sp>
        <p:nvSpPr>
          <p:cNvPr id="17" name="Shape 15"/>
          <p:cNvSpPr/>
          <p:nvPr/>
        </p:nvSpPr>
        <p:spPr>
          <a:xfrm>
            <a:off x="11548535" y="508038"/>
            <a:ext cx="36613" cy="36613"/>
          </a:xfrm>
          <a:prstGeom prst="ellipse">
            <a:avLst/>
          </a:prstGeom>
          <a:solidFill>
            <a:srgbClr val="000000"/>
          </a:solidFill>
          <a:ln/>
        </p:spPr>
      </p:sp>
      <p:sp>
        <p:nvSpPr>
          <p:cNvPr id="18" name="Shape 16"/>
          <p:cNvSpPr/>
          <p:nvPr/>
        </p:nvSpPr>
        <p:spPr>
          <a:xfrm>
            <a:off x="11191466" y="533379"/>
            <a:ext cx="57825" cy="57825"/>
          </a:xfrm>
          <a:prstGeom prst="ellipse">
            <a:avLst/>
          </a:prstGeom>
          <a:solidFill>
            <a:srgbClr val="000000"/>
          </a:solidFill>
          <a:ln/>
        </p:spPr>
      </p:sp>
      <p:sp>
        <p:nvSpPr>
          <p:cNvPr id="19" name="Shape 17"/>
          <p:cNvSpPr/>
          <p:nvPr/>
        </p:nvSpPr>
        <p:spPr>
          <a:xfrm>
            <a:off x="11396535" y="533494"/>
            <a:ext cx="57428" cy="57428"/>
          </a:xfrm>
          <a:prstGeom prst="ellipse">
            <a:avLst/>
          </a:prstGeom>
          <a:solidFill>
            <a:srgbClr val="000000"/>
          </a:solidFill>
          <a:ln/>
        </p:spPr>
      </p:sp>
      <p:sp>
        <p:nvSpPr>
          <p:cNvPr id="20" name="Shape 18"/>
          <p:cNvSpPr/>
          <p:nvPr/>
        </p:nvSpPr>
        <p:spPr>
          <a:xfrm>
            <a:off x="11079087" y="567226"/>
            <a:ext cx="51270" cy="51270"/>
          </a:xfrm>
          <a:prstGeom prst="ellipse">
            <a:avLst/>
          </a:prstGeom>
          <a:solidFill>
            <a:srgbClr val="000000"/>
          </a:solidFill>
          <a:ln/>
        </p:spPr>
      </p:sp>
      <p:sp>
        <p:nvSpPr>
          <p:cNvPr id="21" name="Shape 19"/>
          <p:cNvSpPr/>
          <p:nvPr/>
        </p:nvSpPr>
        <p:spPr>
          <a:xfrm>
            <a:off x="11339728" y="567053"/>
            <a:ext cx="34616" cy="34616"/>
          </a:xfrm>
          <a:prstGeom prst="ellipse">
            <a:avLst/>
          </a:prstGeom>
          <a:solidFill>
            <a:srgbClr val="000000"/>
          </a:solidFill>
          <a:ln/>
        </p:spPr>
      </p:sp>
      <p:sp>
        <p:nvSpPr>
          <p:cNvPr id="22" name="Shape 20"/>
          <p:cNvSpPr/>
          <p:nvPr/>
        </p:nvSpPr>
        <p:spPr>
          <a:xfrm>
            <a:off x="11515167" y="566234"/>
            <a:ext cx="52819" cy="52819"/>
          </a:xfrm>
          <a:prstGeom prst="ellipse">
            <a:avLst/>
          </a:prstGeom>
          <a:solidFill>
            <a:srgbClr val="000000"/>
          </a:solidFill>
          <a:ln/>
        </p:spPr>
      </p:sp>
      <p:sp>
        <p:nvSpPr>
          <p:cNvPr id="23" name="Shape 21"/>
          <p:cNvSpPr/>
          <p:nvPr/>
        </p:nvSpPr>
        <p:spPr>
          <a:xfrm>
            <a:off x="11262860" y="569742"/>
            <a:ext cx="34961" cy="34961"/>
          </a:xfrm>
          <a:prstGeom prst="ellipse">
            <a:avLst/>
          </a:prstGeom>
          <a:solidFill>
            <a:srgbClr val="000000"/>
          </a:solidFill>
          <a:ln/>
        </p:spPr>
      </p:sp>
      <p:sp>
        <p:nvSpPr>
          <p:cNvPr id="24" name="Shape 22"/>
          <p:cNvSpPr/>
          <p:nvPr/>
        </p:nvSpPr>
        <p:spPr>
          <a:xfrm>
            <a:off x="11462521" y="569818"/>
            <a:ext cx="35294" cy="35294"/>
          </a:xfrm>
          <a:prstGeom prst="ellipse">
            <a:avLst/>
          </a:prstGeom>
          <a:solidFill>
            <a:srgbClr val="000000"/>
          </a:solidFill>
          <a:ln/>
        </p:spPr>
      </p:sp>
      <p:sp>
        <p:nvSpPr>
          <p:cNvPr id="25" name="Shape 23"/>
          <p:cNvSpPr/>
          <p:nvPr/>
        </p:nvSpPr>
        <p:spPr>
          <a:xfrm>
            <a:off x="11145681" y="573441"/>
            <a:ext cx="34270" cy="34270"/>
          </a:xfrm>
          <a:prstGeom prst="ellipse">
            <a:avLst/>
          </a:prstGeom>
          <a:solidFill>
            <a:srgbClr val="000000"/>
          </a:solidFill>
          <a:ln/>
        </p:spPr>
      </p:sp>
      <p:sp>
        <p:nvSpPr>
          <p:cNvPr id="26" name="Shape 24"/>
          <p:cNvSpPr/>
          <p:nvPr/>
        </p:nvSpPr>
        <p:spPr>
          <a:xfrm>
            <a:off x="11592015" y="593213"/>
            <a:ext cx="35294" cy="35294"/>
          </a:xfrm>
          <a:prstGeom prst="ellipse">
            <a:avLst/>
          </a:prstGeom>
          <a:solidFill>
            <a:srgbClr val="000000"/>
          </a:solidFill>
          <a:ln/>
        </p:spPr>
      </p:sp>
      <p:sp>
        <p:nvSpPr>
          <p:cNvPr id="27" name="Shape 25"/>
          <p:cNvSpPr/>
          <p:nvPr/>
        </p:nvSpPr>
        <p:spPr>
          <a:xfrm>
            <a:off x="11019124" y="593444"/>
            <a:ext cx="34616" cy="34616"/>
          </a:xfrm>
          <a:prstGeom prst="ellipse">
            <a:avLst/>
          </a:prstGeom>
          <a:solidFill>
            <a:srgbClr val="000000"/>
          </a:solidFill>
          <a:ln/>
        </p:spPr>
      </p:sp>
      <p:sp>
        <p:nvSpPr>
          <p:cNvPr id="28" name="Shape 26"/>
          <p:cNvSpPr/>
          <p:nvPr/>
        </p:nvSpPr>
        <p:spPr>
          <a:xfrm>
            <a:off x="11403576" y="610214"/>
            <a:ext cx="34961" cy="34961"/>
          </a:xfrm>
          <a:prstGeom prst="ellipse">
            <a:avLst/>
          </a:prstGeom>
          <a:solidFill>
            <a:srgbClr val="000000"/>
          </a:solidFill>
          <a:ln/>
        </p:spPr>
      </p:sp>
      <p:sp>
        <p:nvSpPr>
          <p:cNvPr id="29" name="Shape 27"/>
          <p:cNvSpPr/>
          <p:nvPr/>
        </p:nvSpPr>
        <p:spPr>
          <a:xfrm>
            <a:off x="11201662" y="616570"/>
            <a:ext cx="35627" cy="35627"/>
          </a:xfrm>
          <a:prstGeom prst="ellipse">
            <a:avLst/>
          </a:prstGeom>
          <a:solidFill>
            <a:srgbClr val="000000"/>
          </a:solidFill>
          <a:ln/>
        </p:spPr>
      </p:sp>
      <p:sp>
        <p:nvSpPr>
          <p:cNvPr id="30" name="Shape 28"/>
          <p:cNvSpPr/>
          <p:nvPr/>
        </p:nvSpPr>
        <p:spPr>
          <a:xfrm>
            <a:off x="11127484" y="620705"/>
            <a:ext cx="58030" cy="58030"/>
          </a:xfrm>
          <a:prstGeom prst="ellipse">
            <a:avLst/>
          </a:prstGeom>
          <a:solidFill>
            <a:srgbClr val="000000"/>
          </a:solidFill>
          <a:ln/>
        </p:spPr>
      </p:sp>
      <p:sp>
        <p:nvSpPr>
          <p:cNvPr id="31" name="Shape 29"/>
          <p:cNvSpPr/>
          <p:nvPr/>
        </p:nvSpPr>
        <p:spPr>
          <a:xfrm>
            <a:off x="11460767" y="620852"/>
            <a:ext cx="57428" cy="57428"/>
          </a:xfrm>
          <a:prstGeom prst="ellipse">
            <a:avLst/>
          </a:prstGeom>
          <a:solidFill>
            <a:srgbClr val="000000"/>
          </a:solidFill>
          <a:ln/>
        </p:spPr>
      </p:sp>
      <p:sp>
        <p:nvSpPr>
          <p:cNvPr id="32" name="Shape 30"/>
          <p:cNvSpPr/>
          <p:nvPr/>
        </p:nvSpPr>
        <p:spPr>
          <a:xfrm>
            <a:off x="11055219" y="640144"/>
            <a:ext cx="51718" cy="51718"/>
          </a:xfrm>
          <a:prstGeom prst="ellipse">
            <a:avLst/>
          </a:prstGeom>
          <a:solidFill>
            <a:srgbClr val="000000"/>
          </a:solidFill>
          <a:ln/>
        </p:spPr>
      </p:sp>
      <p:sp>
        <p:nvSpPr>
          <p:cNvPr id="33" name="Shape 31"/>
          <p:cNvSpPr/>
          <p:nvPr/>
        </p:nvSpPr>
        <p:spPr>
          <a:xfrm>
            <a:off x="11539330" y="640266"/>
            <a:ext cx="51270" cy="51270"/>
          </a:xfrm>
          <a:prstGeom prst="ellipse">
            <a:avLst/>
          </a:prstGeom>
          <a:solidFill>
            <a:srgbClr val="000000"/>
          </a:solidFill>
          <a:ln/>
        </p:spPr>
      </p:sp>
      <p:sp>
        <p:nvSpPr>
          <p:cNvPr id="34" name="Shape 32"/>
          <p:cNvSpPr/>
          <p:nvPr/>
        </p:nvSpPr>
        <p:spPr>
          <a:xfrm>
            <a:off x="11429576" y="682274"/>
            <a:ext cx="35627" cy="35627"/>
          </a:xfrm>
          <a:prstGeom prst="ellipse">
            <a:avLst/>
          </a:prstGeom>
          <a:solidFill>
            <a:srgbClr val="000000"/>
          </a:solidFill>
          <a:ln/>
        </p:spPr>
      </p:sp>
      <p:sp>
        <p:nvSpPr>
          <p:cNvPr id="35" name="Shape 33"/>
          <p:cNvSpPr/>
          <p:nvPr/>
        </p:nvSpPr>
        <p:spPr>
          <a:xfrm>
            <a:off x="11004076" y="687222"/>
            <a:ext cx="34616" cy="34616"/>
          </a:xfrm>
          <a:prstGeom prst="ellipse">
            <a:avLst/>
          </a:prstGeom>
          <a:solidFill>
            <a:srgbClr val="000000"/>
          </a:solidFill>
          <a:ln/>
        </p:spPr>
      </p:sp>
      <p:sp>
        <p:nvSpPr>
          <p:cNvPr id="36" name="Shape 34"/>
          <p:cNvSpPr/>
          <p:nvPr/>
        </p:nvSpPr>
        <p:spPr>
          <a:xfrm>
            <a:off x="11502052" y="685321"/>
            <a:ext cx="34270" cy="34270"/>
          </a:xfrm>
          <a:prstGeom prst="ellipse">
            <a:avLst/>
          </a:prstGeom>
          <a:solidFill>
            <a:srgbClr val="000000"/>
          </a:solidFill>
          <a:ln/>
        </p:spPr>
      </p:sp>
      <p:sp>
        <p:nvSpPr>
          <p:cNvPr id="37" name="Shape 35"/>
          <p:cNvSpPr/>
          <p:nvPr/>
        </p:nvSpPr>
        <p:spPr>
          <a:xfrm>
            <a:off x="11606321" y="686422"/>
            <a:ext cx="35627" cy="35627"/>
          </a:xfrm>
          <a:prstGeom prst="ellipse">
            <a:avLst/>
          </a:prstGeom>
          <a:solidFill>
            <a:srgbClr val="000000"/>
          </a:solidFill>
          <a:ln/>
        </p:spPr>
      </p:sp>
      <p:sp>
        <p:nvSpPr>
          <p:cNvPr id="38" name="Shape 36"/>
          <p:cNvSpPr/>
          <p:nvPr/>
        </p:nvSpPr>
        <p:spPr>
          <a:xfrm>
            <a:off x="11108908" y="688957"/>
            <a:ext cx="35294" cy="35294"/>
          </a:xfrm>
          <a:prstGeom prst="ellipse">
            <a:avLst/>
          </a:prstGeom>
          <a:solidFill>
            <a:srgbClr val="000000"/>
          </a:solidFill>
          <a:ln/>
        </p:spPr>
      </p:sp>
      <p:sp>
        <p:nvSpPr>
          <p:cNvPr id="39" name="Shape 37"/>
          <p:cNvSpPr/>
          <p:nvPr/>
        </p:nvSpPr>
        <p:spPr>
          <a:xfrm>
            <a:off x="11179733" y="690371"/>
            <a:ext cx="36613" cy="36613"/>
          </a:xfrm>
          <a:prstGeom prst="ellipse">
            <a:avLst/>
          </a:prstGeom>
          <a:solidFill>
            <a:srgbClr val="000000"/>
          </a:solidFill>
          <a:ln/>
        </p:spPr>
      </p:sp>
      <p:sp>
        <p:nvSpPr>
          <p:cNvPr id="40" name="Shape 38"/>
          <p:cNvSpPr/>
          <p:nvPr/>
        </p:nvSpPr>
        <p:spPr>
          <a:xfrm>
            <a:off x="11054764" y="716576"/>
            <a:ext cx="51936" cy="51936"/>
          </a:xfrm>
          <a:prstGeom prst="ellipse">
            <a:avLst/>
          </a:prstGeom>
          <a:solidFill>
            <a:srgbClr val="000000"/>
          </a:solidFill>
          <a:ln/>
        </p:spPr>
      </p:sp>
      <p:sp>
        <p:nvSpPr>
          <p:cNvPr id="41" name="Shape 39"/>
          <p:cNvSpPr/>
          <p:nvPr/>
        </p:nvSpPr>
        <p:spPr>
          <a:xfrm>
            <a:off x="11539023" y="716851"/>
            <a:ext cx="51488" cy="51488"/>
          </a:xfrm>
          <a:prstGeom prst="ellipse">
            <a:avLst/>
          </a:prstGeom>
          <a:solidFill>
            <a:srgbClr val="000000"/>
          </a:solidFill>
          <a:ln/>
        </p:spPr>
      </p:sp>
      <p:sp>
        <p:nvSpPr>
          <p:cNvPr id="42" name="Shape 40"/>
          <p:cNvSpPr/>
          <p:nvPr/>
        </p:nvSpPr>
        <p:spPr>
          <a:xfrm>
            <a:off x="11127490" y="729288"/>
            <a:ext cx="58222" cy="58222"/>
          </a:xfrm>
          <a:prstGeom prst="ellipse">
            <a:avLst/>
          </a:prstGeom>
          <a:solidFill>
            <a:srgbClr val="000000"/>
          </a:solidFill>
          <a:ln/>
        </p:spPr>
      </p:sp>
      <p:sp>
        <p:nvSpPr>
          <p:cNvPr id="43" name="Shape 41"/>
          <p:cNvSpPr/>
          <p:nvPr/>
        </p:nvSpPr>
        <p:spPr>
          <a:xfrm>
            <a:off x="11460671" y="729781"/>
            <a:ext cx="57633" cy="57633"/>
          </a:xfrm>
          <a:prstGeom prst="ellipse">
            <a:avLst/>
          </a:prstGeom>
          <a:solidFill>
            <a:srgbClr val="000000"/>
          </a:solidFill>
          <a:ln/>
        </p:spPr>
      </p:sp>
      <p:sp>
        <p:nvSpPr>
          <p:cNvPr id="44" name="Shape 42"/>
          <p:cNvSpPr/>
          <p:nvPr/>
        </p:nvSpPr>
        <p:spPr>
          <a:xfrm>
            <a:off x="11407973" y="756415"/>
            <a:ext cx="35960" cy="35960"/>
          </a:xfrm>
          <a:prstGeom prst="ellipse">
            <a:avLst/>
          </a:prstGeom>
          <a:solidFill>
            <a:srgbClr val="000000"/>
          </a:solidFill>
          <a:ln/>
        </p:spPr>
      </p:sp>
      <p:sp>
        <p:nvSpPr>
          <p:cNvPr id="45" name="Shape 43"/>
          <p:cNvSpPr/>
          <p:nvPr/>
        </p:nvSpPr>
        <p:spPr>
          <a:xfrm>
            <a:off x="11207308" y="763884"/>
            <a:ext cx="34616" cy="34616"/>
          </a:xfrm>
          <a:prstGeom prst="ellipse">
            <a:avLst/>
          </a:prstGeom>
          <a:solidFill>
            <a:srgbClr val="000000"/>
          </a:solidFill>
          <a:ln/>
        </p:spPr>
      </p:sp>
      <p:sp>
        <p:nvSpPr>
          <p:cNvPr id="46" name="Shape 44"/>
          <p:cNvSpPr/>
          <p:nvPr/>
        </p:nvSpPr>
        <p:spPr>
          <a:xfrm>
            <a:off x="11018670" y="780462"/>
            <a:ext cx="34616" cy="34616"/>
          </a:xfrm>
          <a:prstGeom prst="ellipse">
            <a:avLst/>
          </a:prstGeom>
          <a:solidFill>
            <a:srgbClr val="000000"/>
          </a:solidFill>
          <a:ln/>
        </p:spPr>
      </p:sp>
      <p:sp>
        <p:nvSpPr>
          <p:cNvPr id="47" name="Shape 45"/>
          <p:cNvSpPr/>
          <p:nvPr/>
        </p:nvSpPr>
        <p:spPr>
          <a:xfrm>
            <a:off x="11591670" y="780123"/>
            <a:ext cx="35294" cy="35294"/>
          </a:xfrm>
          <a:prstGeom prst="ellipse">
            <a:avLst/>
          </a:prstGeom>
          <a:solidFill>
            <a:srgbClr val="000000"/>
          </a:solidFill>
          <a:ln/>
        </p:spPr>
      </p:sp>
      <p:sp>
        <p:nvSpPr>
          <p:cNvPr id="48" name="Shape 46"/>
          <p:cNvSpPr/>
          <p:nvPr/>
        </p:nvSpPr>
        <p:spPr>
          <a:xfrm>
            <a:off x="11079010" y="790179"/>
            <a:ext cx="51270" cy="51270"/>
          </a:xfrm>
          <a:prstGeom prst="ellipse">
            <a:avLst/>
          </a:prstGeom>
          <a:solidFill>
            <a:srgbClr val="000000"/>
          </a:solidFill>
          <a:ln/>
        </p:spPr>
      </p:sp>
      <p:sp>
        <p:nvSpPr>
          <p:cNvPr id="49" name="Shape 47"/>
          <p:cNvSpPr/>
          <p:nvPr/>
        </p:nvSpPr>
        <p:spPr>
          <a:xfrm>
            <a:off x="11515218" y="789692"/>
            <a:ext cx="52602" cy="52602"/>
          </a:xfrm>
          <a:prstGeom prst="ellipse">
            <a:avLst/>
          </a:prstGeom>
          <a:solidFill>
            <a:srgbClr val="000000"/>
          </a:solidFill>
          <a:ln/>
        </p:spPr>
      </p:sp>
      <p:sp>
        <p:nvSpPr>
          <p:cNvPr id="50" name="Shape 48"/>
          <p:cNvSpPr/>
          <p:nvPr/>
        </p:nvSpPr>
        <p:spPr>
          <a:xfrm>
            <a:off x="11147371" y="803460"/>
            <a:ext cx="35627" cy="35627"/>
          </a:xfrm>
          <a:prstGeom prst="ellipse">
            <a:avLst/>
          </a:prstGeom>
          <a:solidFill>
            <a:srgbClr val="000000"/>
          </a:solidFill>
          <a:ln/>
        </p:spPr>
      </p:sp>
      <p:sp>
        <p:nvSpPr>
          <p:cNvPr id="51" name="Shape 49"/>
          <p:cNvSpPr/>
          <p:nvPr/>
        </p:nvSpPr>
        <p:spPr>
          <a:xfrm>
            <a:off x="11347786" y="804293"/>
            <a:ext cx="35294" cy="35294"/>
          </a:xfrm>
          <a:prstGeom prst="ellipse">
            <a:avLst/>
          </a:prstGeom>
          <a:solidFill>
            <a:srgbClr val="000000"/>
          </a:solidFill>
          <a:ln/>
        </p:spPr>
      </p:sp>
      <p:sp>
        <p:nvSpPr>
          <p:cNvPr id="52" name="Shape 50"/>
          <p:cNvSpPr/>
          <p:nvPr/>
        </p:nvSpPr>
        <p:spPr>
          <a:xfrm>
            <a:off x="11465119" y="800919"/>
            <a:ext cx="34961" cy="34961"/>
          </a:xfrm>
          <a:prstGeom prst="ellipse">
            <a:avLst/>
          </a:prstGeom>
          <a:solidFill>
            <a:srgbClr val="000000"/>
          </a:solidFill>
          <a:ln/>
        </p:spPr>
      </p:sp>
      <p:sp>
        <p:nvSpPr>
          <p:cNvPr id="53" name="Shape 51"/>
          <p:cNvSpPr/>
          <p:nvPr/>
        </p:nvSpPr>
        <p:spPr>
          <a:xfrm>
            <a:off x="11270669" y="806590"/>
            <a:ext cx="35627" cy="35627"/>
          </a:xfrm>
          <a:prstGeom prst="ellipse">
            <a:avLst/>
          </a:prstGeom>
          <a:solidFill>
            <a:srgbClr val="000000"/>
          </a:solidFill>
          <a:ln/>
        </p:spPr>
      </p:sp>
      <p:sp>
        <p:nvSpPr>
          <p:cNvPr id="54" name="Shape 52"/>
          <p:cNvSpPr/>
          <p:nvPr/>
        </p:nvSpPr>
        <p:spPr>
          <a:xfrm>
            <a:off x="11191498" y="817766"/>
            <a:ext cx="57633" cy="57633"/>
          </a:xfrm>
          <a:prstGeom prst="ellipse">
            <a:avLst/>
          </a:prstGeom>
          <a:solidFill>
            <a:srgbClr val="000000"/>
          </a:solidFill>
          <a:ln/>
        </p:spPr>
      </p:sp>
      <p:sp>
        <p:nvSpPr>
          <p:cNvPr id="55" name="Shape 53"/>
          <p:cNvSpPr/>
          <p:nvPr/>
        </p:nvSpPr>
        <p:spPr>
          <a:xfrm>
            <a:off x="11396573" y="817888"/>
            <a:ext cx="57633" cy="57633"/>
          </a:xfrm>
          <a:prstGeom prst="ellipse">
            <a:avLst/>
          </a:prstGeom>
          <a:solidFill>
            <a:srgbClr val="000000"/>
          </a:solidFill>
          <a:ln/>
        </p:spPr>
      </p:sp>
      <p:sp>
        <p:nvSpPr>
          <p:cNvPr id="56" name="Shape 54"/>
          <p:cNvSpPr/>
          <p:nvPr/>
        </p:nvSpPr>
        <p:spPr>
          <a:xfrm>
            <a:off x="11123445" y="851985"/>
            <a:ext cx="52167" cy="52167"/>
          </a:xfrm>
          <a:prstGeom prst="ellipse">
            <a:avLst/>
          </a:prstGeom>
          <a:solidFill>
            <a:srgbClr val="000000"/>
          </a:solidFill>
          <a:ln/>
        </p:spPr>
      </p:sp>
      <p:sp>
        <p:nvSpPr>
          <p:cNvPr id="57" name="Shape 55"/>
          <p:cNvSpPr/>
          <p:nvPr/>
        </p:nvSpPr>
        <p:spPr>
          <a:xfrm>
            <a:off x="11294647" y="851390"/>
            <a:ext cx="57223" cy="57223"/>
          </a:xfrm>
          <a:prstGeom prst="ellipse">
            <a:avLst/>
          </a:prstGeom>
          <a:solidFill>
            <a:srgbClr val="000000"/>
          </a:solidFill>
          <a:ln/>
        </p:spPr>
      </p:sp>
      <p:sp>
        <p:nvSpPr>
          <p:cNvPr id="58" name="Shape 56"/>
          <p:cNvSpPr/>
          <p:nvPr/>
        </p:nvSpPr>
        <p:spPr>
          <a:xfrm>
            <a:off x="11470202" y="852382"/>
            <a:ext cx="52384" cy="52384"/>
          </a:xfrm>
          <a:prstGeom prst="ellipse">
            <a:avLst/>
          </a:prstGeom>
          <a:solidFill>
            <a:srgbClr val="000000"/>
          </a:solidFill>
          <a:ln/>
        </p:spPr>
      </p:sp>
      <p:sp>
        <p:nvSpPr>
          <p:cNvPr id="59" name="Shape 57"/>
          <p:cNvSpPr/>
          <p:nvPr/>
        </p:nvSpPr>
        <p:spPr>
          <a:xfrm>
            <a:off x="11060774" y="864607"/>
            <a:ext cx="35627" cy="35627"/>
          </a:xfrm>
          <a:prstGeom prst="ellipse">
            <a:avLst/>
          </a:prstGeom>
          <a:solidFill>
            <a:srgbClr val="000000"/>
          </a:solidFill>
          <a:ln/>
        </p:spPr>
      </p:sp>
      <p:sp>
        <p:nvSpPr>
          <p:cNvPr id="60" name="Shape 58"/>
          <p:cNvSpPr/>
          <p:nvPr/>
        </p:nvSpPr>
        <p:spPr>
          <a:xfrm>
            <a:off x="11548733" y="864185"/>
            <a:ext cx="35627" cy="35627"/>
          </a:xfrm>
          <a:prstGeom prst="ellipse">
            <a:avLst/>
          </a:prstGeom>
          <a:solidFill>
            <a:srgbClr val="000000"/>
          </a:solidFill>
          <a:ln/>
        </p:spPr>
      </p:sp>
      <p:sp>
        <p:nvSpPr>
          <p:cNvPr id="61" name="Shape 59"/>
          <p:cNvSpPr/>
          <p:nvPr/>
        </p:nvSpPr>
        <p:spPr>
          <a:xfrm>
            <a:off x="11246231" y="873908"/>
            <a:ext cx="35627" cy="35627"/>
          </a:xfrm>
          <a:prstGeom prst="ellipse">
            <a:avLst/>
          </a:prstGeom>
          <a:solidFill>
            <a:srgbClr val="000000"/>
          </a:solidFill>
          <a:ln/>
        </p:spPr>
      </p:sp>
      <p:sp>
        <p:nvSpPr>
          <p:cNvPr id="62" name="Shape 60"/>
          <p:cNvSpPr/>
          <p:nvPr/>
        </p:nvSpPr>
        <p:spPr>
          <a:xfrm>
            <a:off x="11367418" y="872896"/>
            <a:ext cx="35627" cy="35627"/>
          </a:xfrm>
          <a:prstGeom prst="ellipse">
            <a:avLst/>
          </a:prstGeom>
          <a:solidFill>
            <a:srgbClr val="000000"/>
          </a:solidFill>
          <a:ln/>
        </p:spPr>
      </p:sp>
      <p:sp>
        <p:nvSpPr>
          <p:cNvPr id="63" name="Shape 61"/>
          <p:cNvSpPr/>
          <p:nvPr/>
        </p:nvSpPr>
        <p:spPr>
          <a:xfrm>
            <a:off x="11185366" y="897322"/>
            <a:ext cx="51936" cy="51936"/>
          </a:xfrm>
          <a:prstGeom prst="ellipse">
            <a:avLst/>
          </a:prstGeom>
          <a:solidFill>
            <a:srgbClr val="000000"/>
          </a:solidFill>
          <a:ln/>
        </p:spPr>
      </p:sp>
      <p:sp>
        <p:nvSpPr>
          <p:cNvPr id="64" name="Shape 62"/>
          <p:cNvSpPr/>
          <p:nvPr/>
        </p:nvSpPr>
        <p:spPr>
          <a:xfrm>
            <a:off x="11407845" y="897655"/>
            <a:ext cx="52602" cy="52602"/>
          </a:xfrm>
          <a:prstGeom prst="ellipse">
            <a:avLst/>
          </a:prstGeom>
          <a:solidFill>
            <a:srgbClr val="000000"/>
          </a:solidFill>
          <a:ln/>
        </p:spPr>
      </p:sp>
      <p:sp>
        <p:nvSpPr>
          <p:cNvPr id="65" name="Shape 63"/>
          <p:cNvSpPr/>
          <p:nvPr/>
        </p:nvSpPr>
        <p:spPr>
          <a:xfrm>
            <a:off x="11258822" y="921466"/>
            <a:ext cx="51270" cy="51270"/>
          </a:xfrm>
          <a:prstGeom prst="ellipse">
            <a:avLst/>
          </a:prstGeom>
          <a:solidFill>
            <a:srgbClr val="000000"/>
          </a:solidFill>
          <a:ln/>
        </p:spPr>
      </p:sp>
      <p:sp>
        <p:nvSpPr>
          <p:cNvPr id="66" name="Shape 64"/>
          <p:cNvSpPr/>
          <p:nvPr/>
        </p:nvSpPr>
        <p:spPr>
          <a:xfrm>
            <a:off x="11335350" y="921504"/>
            <a:ext cx="51270" cy="51270"/>
          </a:xfrm>
          <a:prstGeom prst="ellipse">
            <a:avLst/>
          </a:prstGeom>
          <a:solidFill>
            <a:srgbClr val="000000"/>
          </a:solidFill>
          <a:ln/>
        </p:spPr>
      </p:sp>
      <p:sp>
        <p:nvSpPr>
          <p:cNvPr id="67" name="Shape 65"/>
          <p:cNvSpPr/>
          <p:nvPr/>
        </p:nvSpPr>
        <p:spPr>
          <a:xfrm>
            <a:off x="11127388" y="931368"/>
            <a:ext cx="35294" cy="35294"/>
          </a:xfrm>
          <a:prstGeom prst="ellipse">
            <a:avLst/>
          </a:prstGeom>
          <a:solidFill>
            <a:srgbClr val="000000"/>
          </a:solidFill>
          <a:ln/>
        </p:spPr>
      </p:sp>
      <p:sp>
        <p:nvSpPr>
          <p:cNvPr id="68" name="Shape 66"/>
          <p:cNvSpPr/>
          <p:nvPr/>
        </p:nvSpPr>
        <p:spPr>
          <a:xfrm>
            <a:off x="11481979" y="931035"/>
            <a:ext cx="35960" cy="35960"/>
          </a:xfrm>
          <a:prstGeom prst="ellipse">
            <a:avLst/>
          </a:prstGeom>
          <a:solidFill>
            <a:srgbClr val="000000"/>
          </a:solidFill>
          <a:ln/>
        </p:spPr>
      </p:sp>
      <p:sp>
        <p:nvSpPr>
          <p:cNvPr id="69" name="Shape 67"/>
          <p:cNvSpPr/>
          <p:nvPr/>
        </p:nvSpPr>
        <p:spPr>
          <a:xfrm>
            <a:off x="11211987" y="974695"/>
            <a:ext cx="34961" cy="34961"/>
          </a:xfrm>
          <a:prstGeom prst="ellipse">
            <a:avLst/>
          </a:prstGeom>
          <a:solidFill>
            <a:srgbClr val="000000"/>
          </a:solidFill>
          <a:ln/>
        </p:spPr>
      </p:sp>
      <p:sp>
        <p:nvSpPr>
          <p:cNvPr id="70" name="Shape 68"/>
          <p:cNvSpPr/>
          <p:nvPr/>
        </p:nvSpPr>
        <p:spPr>
          <a:xfrm>
            <a:off x="11398461" y="974695"/>
            <a:ext cx="34961" cy="34961"/>
          </a:xfrm>
          <a:prstGeom prst="ellipse">
            <a:avLst/>
          </a:prstGeom>
          <a:solidFill>
            <a:srgbClr val="000000"/>
          </a:solidFill>
          <a:ln/>
        </p:spPr>
      </p:sp>
      <p:sp>
        <p:nvSpPr>
          <p:cNvPr id="71" name="Shape 69"/>
          <p:cNvSpPr/>
          <p:nvPr/>
        </p:nvSpPr>
        <p:spPr>
          <a:xfrm>
            <a:off x="11304837" y="988501"/>
            <a:ext cx="35627" cy="35627"/>
          </a:xfrm>
          <a:prstGeom prst="ellipse">
            <a:avLst/>
          </a:prstGeom>
          <a:solidFill>
            <a:srgbClr val="000000"/>
          </a:solidFill>
          <a:ln/>
        </p:spPr>
      </p:sp>
      <p:sp>
        <p:nvSpPr>
          <p:cNvPr id="72" name="Text 70"/>
          <p:cNvSpPr/>
          <p:nvPr/>
        </p:nvSpPr>
        <p:spPr>
          <a:xfrm>
            <a:off x="548640" y="411480"/>
            <a:ext cx="10088575" cy="777240"/>
          </a:xfrm>
          <a:prstGeom prst="rect">
            <a:avLst/>
          </a:prstGeom>
          <a:noFill/>
          <a:ln/>
        </p:spPr>
        <p:txBody>
          <a:bodyPr wrap="square" lIns="0" tIns="0" rIns="0" bIns="0" rtlCol="0" anchor="ctr"/>
          <a:lstStyle/>
          <a:p>
            <a:pPr algn="l" indent="0" marL="0">
              <a:lnSpc>
                <a:spcPct val="105000"/>
              </a:lnSpc>
              <a:buNone/>
            </a:pPr>
            <a:r>
              <a:rPr lang="en-US" sz="3300" dirty="0">
                <a:solidFill>
                  <a:srgbClr val="3D68EC"/>
                </a:solidFill>
                <a:latin typeface="General Sans Semibold" pitchFamily="34" charset="0"/>
                <a:ea typeface="General Sans Semibold" pitchFamily="34" charset="-122"/>
                <a:cs typeface="General Sans Semibold" pitchFamily="34" charset="-120"/>
              </a:rPr>
              <a:t>Van vraag naar antwoord in vijf stappen</a:t>
            </a:r>
            <a:endParaRPr lang="en-US" sz="3300" dirty="0"/>
          </a:p>
        </p:txBody>
      </p:sp>
      <p:sp>
        <p:nvSpPr>
          <p:cNvPr id="73" name="Shape 71"/>
          <p:cNvSpPr/>
          <p:nvPr/>
        </p:nvSpPr>
        <p:spPr>
          <a:xfrm>
            <a:off x="548640" y="1417320"/>
            <a:ext cx="11094415" cy="822960"/>
          </a:xfrm>
          <a:prstGeom prst="roundRect">
            <a:avLst>
              <a:gd name="adj" fmla="val 17284"/>
            </a:avLst>
          </a:prstGeom>
          <a:solidFill>
            <a:srgbClr val="FFFFFF"/>
          </a:solidFill>
          <a:ln/>
        </p:spPr>
      </p:sp>
      <p:sp>
        <p:nvSpPr>
          <p:cNvPr id="74" name="Text 72"/>
          <p:cNvSpPr/>
          <p:nvPr/>
        </p:nvSpPr>
        <p:spPr>
          <a:xfrm>
            <a:off x="822960" y="1472184"/>
            <a:ext cx="3840480" cy="713232"/>
          </a:xfrm>
          <a:prstGeom prst="rect">
            <a:avLst/>
          </a:prstGeom>
          <a:noFill/>
          <a:ln/>
        </p:spPr>
        <p:txBody>
          <a:bodyPr wrap="square" lIns="0" tIns="0" rIns="0" bIns="0" rtlCol="0" anchor="ctr"/>
          <a:lstStyle/>
          <a:p>
            <a:pPr algn="l" indent="0" marL="0">
              <a:lnSpc>
                <a:spcPct val="105000"/>
              </a:lnSpc>
              <a:buNone/>
            </a:pPr>
            <a:r>
              <a:rPr lang="en-US" sz="1600" dirty="0">
                <a:solidFill>
                  <a:srgbClr val="000000"/>
                </a:solidFill>
                <a:latin typeface="General Sans Semibold" pitchFamily="34" charset="0"/>
                <a:ea typeface="General Sans Semibold" pitchFamily="34" charset="-122"/>
                <a:cs typeface="General Sans Semibold" pitchFamily="34" charset="-120"/>
              </a:rPr>
              <a:t>Vraag</a:t>
            </a:r>
            <a:endParaRPr lang="en-US" sz="1600" dirty="0"/>
          </a:p>
        </p:txBody>
      </p:sp>
      <p:sp>
        <p:nvSpPr>
          <p:cNvPr id="75" name="Text 73"/>
          <p:cNvSpPr/>
          <p:nvPr/>
        </p:nvSpPr>
        <p:spPr>
          <a:xfrm>
            <a:off x="4754880" y="1472184"/>
            <a:ext cx="6675120" cy="713232"/>
          </a:xfrm>
          <a:prstGeom prst="rect">
            <a:avLst/>
          </a:prstGeom>
          <a:noFill/>
          <a:ln/>
        </p:spPr>
        <p:txBody>
          <a:bodyPr wrap="square" lIns="0" tIns="0" rIns="0" bIns="0" rtlCol="0" anchor="ctr"/>
          <a:lstStyle/>
          <a:p>
            <a:pPr algn="l" indent="0" marL="0">
              <a:lnSpc>
                <a:spcPct val="105000"/>
              </a:lnSpc>
              <a:buNone/>
            </a:pPr>
            <a:r>
              <a:rPr lang="en-US" sz="1400" dirty="0">
                <a:solidFill>
                  <a:srgbClr val="000000"/>
                </a:solidFill>
                <a:latin typeface="General Sans" pitchFamily="34" charset="0"/>
                <a:ea typeface="General Sans" pitchFamily="34" charset="-122"/>
                <a:cs typeface="General Sans" pitchFamily="34" charset="-120"/>
              </a:rPr>
              <a:t>je stelt je vraag in gewone taal</a:t>
            </a:r>
            <a:endParaRPr lang="en-US" sz="1400" dirty="0"/>
          </a:p>
        </p:txBody>
      </p:sp>
      <p:sp>
        <p:nvSpPr>
          <p:cNvPr id="76" name="Shape 74"/>
          <p:cNvSpPr/>
          <p:nvPr/>
        </p:nvSpPr>
        <p:spPr>
          <a:xfrm>
            <a:off x="548640" y="2331720"/>
            <a:ext cx="11094415" cy="822960"/>
          </a:xfrm>
          <a:prstGeom prst="roundRect">
            <a:avLst>
              <a:gd name="adj" fmla="val 17284"/>
            </a:avLst>
          </a:prstGeom>
          <a:solidFill>
            <a:srgbClr val="FFFFFF"/>
          </a:solidFill>
          <a:ln/>
        </p:spPr>
      </p:sp>
      <p:sp>
        <p:nvSpPr>
          <p:cNvPr id="77" name="Text 75"/>
          <p:cNvSpPr/>
          <p:nvPr/>
        </p:nvSpPr>
        <p:spPr>
          <a:xfrm>
            <a:off x="822960" y="2386584"/>
            <a:ext cx="3840480" cy="713232"/>
          </a:xfrm>
          <a:prstGeom prst="rect">
            <a:avLst/>
          </a:prstGeom>
          <a:noFill/>
          <a:ln/>
        </p:spPr>
        <p:txBody>
          <a:bodyPr wrap="square" lIns="0" tIns="0" rIns="0" bIns="0" rtlCol="0" anchor="ctr"/>
          <a:lstStyle/>
          <a:p>
            <a:pPr algn="l" indent="0" marL="0">
              <a:lnSpc>
                <a:spcPct val="105000"/>
              </a:lnSpc>
              <a:buNone/>
            </a:pPr>
            <a:r>
              <a:rPr lang="en-US" sz="1600" dirty="0">
                <a:solidFill>
                  <a:srgbClr val="000000"/>
                </a:solidFill>
                <a:latin typeface="General Sans Semibold" pitchFamily="34" charset="0"/>
                <a:ea typeface="General Sans Semibold" pitchFamily="34" charset="-122"/>
                <a:cs typeface="General Sans Semibold" pitchFamily="34" charset="-120"/>
              </a:rPr>
              <a:t>Verhelderen</a:t>
            </a:r>
            <a:endParaRPr lang="en-US" sz="1600" dirty="0"/>
          </a:p>
        </p:txBody>
      </p:sp>
      <p:sp>
        <p:nvSpPr>
          <p:cNvPr id="78" name="Text 76"/>
          <p:cNvSpPr/>
          <p:nvPr/>
        </p:nvSpPr>
        <p:spPr>
          <a:xfrm>
            <a:off x="4754880" y="2386584"/>
            <a:ext cx="6675120" cy="713232"/>
          </a:xfrm>
          <a:prstGeom prst="rect">
            <a:avLst/>
          </a:prstGeom>
          <a:noFill/>
          <a:ln/>
        </p:spPr>
        <p:txBody>
          <a:bodyPr wrap="square" lIns="0" tIns="0" rIns="0" bIns="0" rtlCol="0" anchor="ctr"/>
          <a:lstStyle/>
          <a:p>
            <a:pPr algn="l" indent="0" marL="0">
              <a:lnSpc>
                <a:spcPct val="105000"/>
              </a:lnSpc>
              <a:buNone/>
            </a:pPr>
            <a:r>
              <a:rPr lang="en-US" sz="1400" dirty="0">
                <a:solidFill>
                  <a:srgbClr val="000000"/>
                </a:solidFill>
                <a:latin typeface="General Sans" pitchFamily="34" charset="0"/>
                <a:ea typeface="General Sans" pitchFamily="34" charset="-122"/>
                <a:cs typeface="General Sans" pitchFamily="34" charset="-120"/>
              </a:rPr>
              <a:t>de tool vraagt door: welk jaar, welke instelling?</a:t>
            </a:r>
            <a:endParaRPr lang="en-US" sz="1400" dirty="0"/>
          </a:p>
        </p:txBody>
      </p:sp>
      <p:sp>
        <p:nvSpPr>
          <p:cNvPr id="79" name="Shape 77"/>
          <p:cNvSpPr/>
          <p:nvPr/>
        </p:nvSpPr>
        <p:spPr>
          <a:xfrm>
            <a:off x="548640" y="3246120"/>
            <a:ext cx="11094415" cy="822960"/>
          </a:xfrm>
          <a:prstGeom prst="roundRect">
            <a:avLst>
              <a:gd name="adj" fmla="val 17284"/>
            </a:avLst>
          </a:prstGeom>
          <a:solidFill>
            <a:srgbClr val="FFFFFF"/>
          </a:solidFill>
          <a:ln/>
        </p:spPr>
      </p:sp>
      <p:sp>
        <p:nvSpPr>
          <p:cNvPr id="80" name="Text 78"/>
          <p:cNvSpPr/>
          <p:nvPr/>
        </p:nvSpPr>
        <p:spPr>
          <a:xfrm>
            <a:off x="822960" y="3300984"/>
            <a:ext cx="3840480" cy="713232"/>
          </a:xfrm>
          <a:prstGeom prst="rect">
            <a:avLst/>
          </a:prstGeom>
          <a:noFill/>
          <a:ln/>
        </p:spPr>
        <p:txBody>
          <a:bodyPr wrap="square" lIns="0" tIns="0" rIns="0" bIns="0" rtlCol="0" anchor="ctr"/>
          <a:lstStyle/>
          <a:p>
            <a:pPr algn="l" indent="0" marL="0">
              <a:lnSpc>
                <a:spcPct val="105000"/>
              </a:lnSpc>
              <a:buNone/>
            </a:pPr>
            <a:r>
              <a:rPr lang="en-US" sz="1600" dirty="0">
                <a:solidFill>
                  <a:srgbClr val="000000"/>
                </a:solidFill>
                <a:latin typeface="General Sans Semibold" pitchFamily="34" charset="0"/>
                <a:ea typeface="General Sans Semibold" pitchFamily="34" charset="-122"/>
                <a:cs typeface="General Sans Semibold" pitchFamily="34" charset="-120"/>
              </a:rPr>
              <a:t>Zoeken</a:t>
            </a:r>
            <a:endParaRPr lang="en-US" sz="1600" dirty="0"/>
          </a:p>
        </p:txBody>
      </p:sp>
      <p:sp>
        <p:nvSpPr>
          <p:cNvPr id="81" name="Text 79"/>
          <p:cNvSpPr/>
          <p:nvPr/>
        </p:nvSpPr>
        <p:spPr>
          <a:xfrm>
            <a:off x="4754880" y="3300984"/>
            <a:ext cx="6675120" cy="713232"/>
          </a:xfrm>
          <a:prstGeom prst="rect">
            <a:avLst/>
          </a:prstGeom>
          <a:noFill/>
          <a:ln/>
        </p:spPr>
        <p:txBody>
          <a:bodyPr wrap="square" lIns="0" tIns="0" rIns="0" bIns="0" rtlCol="0" anchor="ctr"/>
          <a:lstStyle/>
          <a:p>
            <a:pPr algn="l" indent="0" marL="0">
              <a:lnSpc>
                <a:spcPct val="105000"/>
              </a:lnSpc>
              <a:buNone/>
            </a:pPr>
            <a:r>
              <a:rPr lang="en-US" sz="1400" dirty="0">
                <a:solidFill>
                  <a:srgbClr val="000000"/>
                </a:solidFill>
                <a:latin typeface="General Sans" pitchFamily="34" charset="0"/>
                <a:ea typeface="General Sans" pitchFamily="34" charset="-122"/>
                <a:cs typeface="General Sans" pitchFamily="34" charset="-120"/>
              </a:rPr>
              <a:t>de juiste dataset in de catalogus, met de betekenis van de kolommen</a:t>
            </a:r>
            <a:endParaRPr lang="en-US" sz="1400" dirty="0"/>
          </a:p>
        </p:txBody>
      </p:sp>
      <p:sp>
        <p:nvSpPr>
          <p:cNvPr id="82" name="Shape 80"/>
          <p:cNvSpPr/>
          <p:nvPr/>
        </p:nvSpPr>
        <p:spPr>
          <a:xfrm>
            <a:off x="548640" y="4160520"/>
            <a:ext cx="11094415" cy="822960"/>
          </a:xfrm>
          <a:prstGeom prst="roundRect">
            <a:avLst>
              <a:gd name="adj" fmla="val 17284"/>
            </a:avLst>
          </a:prstGeom>
          <a:solidFill>
            <a:srgbClr val="FFFFFF"/>
          </a:solidFill>
          <a:ln/>
        </p:spPr>
      </p:sp>
      <p:sp>
        <p:nvSpPr>
          <p:cNvPr id="83" name="Text 81"/>
          <p:cNvSpPr/>
          <p:nvPr/>
        </p:nvSpPr>
        <p:spPr>
          <a:xfrm>
            <a:off x="822960" y="4215384"/>
            <a:ext cx="3840480" cy="713232"/>
          </a:xfrm>
          <a:prstGeom prst="rect">
            <a:avLst/>
          </a:prstGeom>
          <a:noFill/>
          <a:ln/>
        </p:spPr>
        <p:txBody>
          <a:bodyPr wrap="square" lIns="0" tIns="0" rIns="0" bIns="0" rtlCol="0" anchor="ctr"/>
          <a:lstStyle/>
          <a:p>
            <a:pPr algn="l" indent="0" marL="0">
              <a:lnSpc>
                <a:spcPct val="105000"/>
              </a:lnSpc>
              <a:buNone/>
            </a:pPr>
            <a:r>
              <a:rPr lang="en-US" sz="1600" dirty="0">
                <a:solidFill>
                  <a:srgbClr val="000000"/>
                </a:solidFill>
                <a:latin typeface="General Sans Semibold" pitchFamily="34" charset="0"/>
                <a:ea typeface="General Sans Semibold" pitchFamily="34" charset="-122"/>
                <a:cs typeface="General Sans Semibold" pitchFamily="34" charset="-120"/>
              </a:rPr>
              <a:t>Rekenen</a:t>
            </a:r>
            <a:endParaRPr lang="en-US" sz="1600" dirty="0"/>
          </a:p>
        </p:txBody>
      </p:sp>
      <p:sp>
        <p:nvSpPr>
          <p:cNvPr id="84" name="Text 82"/>
          <p:cNvSpPr/>
          <p:nvPr/>
        </p:nvSpPr>
        <p:spPr>
          <a:xfrm>
            <a:off x="4754880" y="4215384"/>
            <a:ext cx="6675120" cy="713232"/>
          </a:xfrm>
          <a:prstGeom prst="rect">
            <a:avLst/>
          </a:prstGeom>
          <a:noFill/>
          <a:ln/>
        </p:spPr>
        <p:txBody>
          <a:bodyPr wrap="square" lIns="0" tIns="0" rIns="0" bIns="0" rtlCol="0" anchor="ctr"/>
          <a:lstStyle/>
          <a:p>
            <a:pPr algn="l" indent="0" marL="0">
              <a:lnSpc>
                <a:spcPct val="105000"/>
              </a:lnSpc>
              <a:buNone/>
            </a:pPr>
            <a:r>
              <a:rPr lang="en-US" sz="1400" dirty="0">
                <a:solidFill>
                  <a:srgbClr val="000000"/>
                </a:solidFill>
                <a:latin typeface="General Sans" pitchFamily="34" charset="0"/>
                <a:ea typeface="General Sans" pitchFamily="34" charset="-122"/>
                <a:cs typeface="General Sans" pitchFamily="34" charset="-120"/>
              </a:rPr>
              <a:t>op de brondata, in een afgeschermde omgeving, met de code erbij</a:t>
            </a:r>
            <a:endParaRPr lang="en-US" sz="1400" dirty="0"/>
          </a:p>
        </p:txBody>
      </p:sp>
      <p:sp>
        <p:nvSpPr>
          <p:cNvPr id="85" name="Shape 83"/>
          <p:cNvSpPr/>
          <p:nvPr/>
        </p:nvSpPr>
        <p:spPr>
          <a:xfrm>
            <a:off x="548640" y="5074920"/>
            <a:ext cx="11094415" cy="822960"/>
          </a:xfrm>
          <a:prstGeom prst="roundRect">
            <a:avLst>
              <a:gd name="adj" fmla="val 17284"/>
            </a:avLst>
          </a:prstGeom>
          <a:solidFill>
            <a:srgbClr val="FFFFFF"/>
          </a:solidFill>
          <a:ln/>
        </p:spPr>
      </p:sp>
      <p:sp>
        <p:nvSpPr>
          <p:cNvPr id="86" name="Text 84"/>
          <p:cNvSpPr/>
          <p:nvPr/>
        </p:nvSpPr>
        <p:spPr>
          <a:xfrm>
            <a:off x="822960" y="5129784"/>
            <a:ext cx="3840480" cy="713232"/>
          </a:xfrm>
          <a:prstGeom prst="rect">
            <a:avLst/>
          </a:prstGeom>
          <a:noFill/>
          <a:ln/>
        </p:spPr>
        <p:txBody>
          <a:bodyPr wrap="square" lIns="0" tIns="0" rIns="0" bIns="0" rtlCol="0" anchor="ctr"/>
          <a:lstStyle/>
          <a:p>
            <a:pPr algn="l" indent="0" marL="0">
              <a:lnSpc>
                <a:spcPct val="105000"/>
              </a:lnSpc>
              <a:buNone/>
            </a:pPr>
            <a:r>
              <a:rPr lang="en-US" sz="1600" dirty="0">
                <a:solidFill>
                  <a:srgbClr val="000000"/>
                </a:solidFill>
                <a:latin typeface="General Sans Semibold" pitchFamily="34" charset="0"/>
                <a:ea typeface="General Sans Semibold" pitchFamily="34" charset="-122"/>
                <a:cs typeface="General Sans Semibold" pitchFamily="34" charset="-120"/>
              </a:rPr>
              <a:t>Antwoord</a:t>
            </a:r>
            <a:endParaRPr lang="en-US" sz="1600" dirty="0"/>
          </a:p>
        </p:txBody>
      </p:sp>
      <p:sp>
        <p:nvSpPr>
          <p:cNvPr id="87" name="Text 85"/>
          <p:cNvSpPr/>
          <p:nvPr/>
        </p:nvSpPr>
        <p:spPr>
          <a:xfrm>
            <a:off x="4754880" y="5129784"/>
            <a:ext cx="6675120" cy="713232"/>
          </a:xfrm>
          <a:prstGeom prst="rect">
            <a:avLst/>
          </a:prstGeom>
          <a:noFill/>
          <a:ln/>
        </p:spPr>
        <p:txBody>
          <a:bodyPr wrap="square" lIns="0" tIns="0" rIns="0" bIns="0" rtlCol="0" anchor="ctr"/>
          <a:lstStyle/>
          <a:p>
            <a:pPr algn="l" indent="0" marL="0">
              <a:lnSpc>
                <a:spcPct val="105000"/>
              </a:lnSpc>
              <a:buNone/>
            </a:pPr>
            <a:r>
              <a:rPr lang="en-US" sz="1400" dirty="0">
                <a:solidFill>
                  <a:srgbClr val="000000"/>
                </a:solidFill>
                <a:latin typeface="General Sans" pitchFamily="34" charset="0"/>
                <a:ea typeface="General Sans" pitchFamily="34" charset="-122"/>
                <a:cs typeface="General Sans" pitchFamily="34" charset="-120"/>
              </a:rPr>
              <a:t>met bron en grafiek, of eerlijk: hier heb ik geen data voor</a:t>
            </a:r>
            <a:endParaRPr lang="en-US" sz="1400" dirty="0"/>
          </a:p>
        </p:txBody>
      </p:sp>
      <p:sp>
        <p:nvSpPr>
          <p:cNvPr id="88" name="Text 86"/>
          <p:cNvSpPr/>
          <p:nvPr/>
        </p:nvSpPr>
        <p:spPr>
          <a:xfrm>
            <a:off x="548640" y="6126480"/>
            <a:ext cx="11094415" cy="457200"/>
          </a:xfrm>
          <a:prstGeom prst="rect">
            <a:avLst/>
          </a:prstGeom>
          <a:noFill/>
          <a:ln/>
        </p:spPr>
        <p:txBody>
          <a:bodyPr wrap="square" lIns="0" tIns="0" rIns="0" bIns="0" rtlCol="0" anchor="t"/>
          <a:lstStyle/>
          <a:p>
            <a:pPr algn="l" indent="0" marL="0">
              <a:lnSpc>
                <a:spcPct val="105000"/>
              </a:lnSpc>
              <a:buNone/>
            </a:pPr>
            <a:r>
              <a:rPr lang="en-US" sz="1800" dirty="0">
                <a:solidFill>
                  <a:srgbClr val="00AF81"/>
                </a:solidFill>
                <a:latin typeface="General Sans Semibold" pitchFamily="34" charset="0"/>
                <a:ea typeface="General Sans Semibold" pitchFamily="34" charset="-122"/>
                <a:cs typeface="General Sans Semibold" pitchFamily="34" charset="-120"/>
              </a:rPr>
              <a:t>Betekenis</a:t>
            </a:r>
            <a:pPr algn="l" indent="0" marL="0">
              <a:lnSpc>
                <a:spcPct val="105000"/>
              </a:lnSpc>
              <a:buNone/>
            </a:pPr>
            <a:r>
              <a:rPr lang="en-US" sz="1800" dirty="0">
                <a:solidFill>
                  <a:srgbClr val="000000"/>
                </a:solidFill>
                <a:latin typeface="General Sans" pitchFamily="34" charset="0"/>
                <a:ea typeface="General Sans" pitchFamily="34" charset="-122"/>
                <a:cs typeface="General Sans" pitchFamily="34" charset="-120"/>
              </a:rPr>
              <a:t> is meer dan metadata en feitelijke correctheid.</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5D4"/>
        </a:solidFill>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sp>
      <p:sp>
        <p:nvSpPr>
          <p:cNvPr id="3" name="Shape 1"/>
          <p:cNvSpPr/>
          <p:nvPr/>
        </p:nvSpPr>
        <p:spPr>
          <a:xfrm>
            <a:off x="11212173" y="399224"/>
            <a:ext cx="34616" cy="34616"/>
          </a:xfrm>
          <a:prstGeom prst="ellipse">
            <a:avLst/>
          </a:prstGeom>
          <a:solidFill>
            <a:srgbClr val="000000"/>
          </a:solidFill>
          <a:ln/>
        </p:spPr>
      </p:sp>
      <p:sp>
        <p:nvSpPr>
          <p:cNvPr id="4" name="Shape 2"/>
          <p:cNvSpPr/>
          <p:nvPr/>
        </p:nvSpPr>
        <p:spPr>
          <a:xfrm>
            <a:off x="11398641" y="399224"/>
            <a:ext cx="34616" cy="34616"/>
          </a:xfrm>
          <a:prstGeom prst="ellipse">
            <a:avLst/>
          </a:prstGeom>
          <a:solidFill>
            <a:srgbClr val="000000"/>
          </a:solidFill>
          <a:ln/>
        </p:spPr>
      </p:sp>
      <p:sp>
        <p:nvSpPr>
          <p:cNvPr id="5" name="Shape 3"/>
          <p:cNvSpPr/>
          <p:nvPr/>
        </p:nvSpPr>
        <p:spPr>
          <a:xfrm>
            <a:off x="11258374" y="435357"/>
            <a:ext cx="51936" cy="51936"/>
          </a:xfrm>
          <a:prstGeom prst="ellipse">
            <a:avLst/>
          </a:prstGeom>
          <a:solidFill>
            <a:srgbClr val="000000"/>
          </a:solidFill>
          <a:ln/>
        </p:spPr>
      </p:sp>
      <p:sp>
        <p:nvSpPr>
          <p:cNvPr id="6" name="Shape 4"/>
          <p:cNvSpPr/>
          <p:nvPr/>
        </p:nvSpPr>
        <p:spPr>
          <a:xfrm>
            <a:off x="11335407" y="435306"/>
            <a:ext cx="51718" cy="51718"/>
          </a:xfrm>
          <a:prstGeom prst="ellipse">
            <a:avLst/>
          </a:prstGeom>
          <a:solidFill>
            <a:srgbClr val="000000"/>
          </a:solidFill>
          <a:ln/>
        </p:spPr>
      </p:sp>
      <p:sp>
        <p:nvSpPr>
          <p:cNvPr id="7" name="Shape 5"/>
          <p:cNvSpPr/>
          <p:nvPr/>
        </p:nvSpPr>
        <p:spPr>
          <a:xfrm>
            <a:off x="11127388" y="442398"/>
            <a:ext cx="35294" cy="35294"/>
          </a:xfrm>
          <a:prstGeom prst="ellipse">
            <a:avLst/>
          </a:prstGeom>
          <a:solidFill>
            <a:srgbClr val="000000"/>
          </a:solidFill>
          <a:ln/>
        </p:spPr>
      </p:sp>
      <p:sp>
        <p:nvSpPr>
          <p:cNvPr id="8" name="Shape 6"/>
          <p:cNvSpPr/>
          <p:nvPr/>
        </p:nvSpPr>
        <p:spPr>
          <a:xfrm>
            <a:off x="11482145" y="441649"/>
            <a:ext cx="35960" cy="35960"/>
          </a:xfrm>
          <a:prstGeom prst="ellipse">
            <a:avLst/>
          </a:prstGeom>
          <a:solidFill>
            <a:srgbClr val="000000"/>
          </a:solidFill>
          <a:ln/>
        </p:spPr>
      </p:sp>
      <p:sp>
        <p:nvSpPr>
          <p:cNvPr id="9" name="Shape 7"/>
          <p:cNvSpPr/>
          <p:nvPr/>
        </p:nvSpPr>
        <p:spPr>
          <a:xfrm>
            <a:off x="11185603" y="459328"/>
            <a:ext cx="52167" cy="52167"/>
          </a:xfrm>
          <a:prstGeom prst="ellipse">
            <a:avLst/>
          </a:prstGeom>
          <a:solidFill>
            <a:srgbClr val="000000"/>
          </a:solidFill>
          <a:ln/>
        </p:spPr>
      </p:sp>
      <p:sp>
        <p:nvSpPr>
          <p:cNvPr id="10" name="Shape 8"/>
          <p:cNvSpPr/>
          <p:nvPr/>
        </p:nvSpPr>
        <p:spPr>
          <a:xfrm>
            <a:off x="11408043" y="458713"/>
            <a:ext cx="52384" cy="52384"/>
          </a:xfrm>
          <a:prstGeom prst="ellipse">
            <a:avLst/>
          </a:prstGeom>
          <a:solidFill>
            <a:srgbClr val="000000"/>
          </a:solidFill>
          <a:ln/>
        </p:spPr>
      </p:sp>
      <p:sp>
        <p:nvSpPr>
          <p:cNvPr id="11" name="Shape 9"/>
          <p:cNvSpPr/>
          <p:nvPr/>
        </p:nvSpPr>
        <p:spPr>
          <a:xfrm>
            <a:off x="11241891" y="499749"/>
            <a:ext cx="36613" cy="36613"/>
          </a:xfrm>
          <a:prstGeom prst="ellipse">
            <a:avLst/>
          </a:prstGeom>
          <a:solidFill>
            <a:srgbClr val="000000"/>
          </a:solidFill>
          <a:ln/>
        </p:spPr>
      </p:sp>
      <p:sp>
        <p:nvSpPr>
          <p:cNvPr id="12" name="Shape 10"/>
          <p:cNvSpPr/>
          <p:nvPr/>
        </p:nvSpPr>
        <p:spPr>
          <a:xfrm>
            <a:off x="11294557" y="500146"/>
            <a:ext cx="57223" cy="57223"/>
          </a:xfrm>
          <a:prstGeom prst="ellipse">
            <a:avLst/>
          </a:prstGeom>
          <a:solidFill>
            <a:srgbClr val="000000"/>
          </a:solidFill>
          <a:ln/>
        </p:spPr>
      </p:sp>
      <p:sp>
        <p:nvSpPr>
          <p:cNvPr id="13" name="Shape 11"/>
          <p:cNvSpPr/>
          <p:nvPr/>
        </p:nvSpPr>
        <p:spPr>
          <a:xfrm>
            <a:off x="11364102" y="498770"/>
            <a:ext cx="35294" cy="35294"/>
          </a:xfrm>
          <a:prstGeom prst="ellipse">
            <a:avLst/>
          </a:prstGeom>
          <a:solidFill>
            <a:srgbClr val="000000"/>
          </a:solidFill>
          <a:ln/>
        </p:spPr>
      </p:sp>
      <p:sp>
        <p:nvSpPr>
          <p:cNvPr id="14" name="Shape 12"/>
          <p:cNvSpPr/>
          <p:nvPr/>
        </p:nvSpPr>
        <p:spPr>
          <a:xfrm>
            <a:off x="11123515" y="504524"/>
            <a:ext cx="51936" cy="51936"/>
          </a:xfrm>
          <a:prstGeom prst="ellipse">
            <a:avLst/>
          </a:prstGeom>
          <a:solidFill>
            <a:srgbClr val="000000"/>
          </a:solidFill>
          <a:ln/>
        </p:spPr>
      </p:sp>
      <p:sp>
        <p:nvSpPr>
          <p:cNvPr id="15" name="Shape 13"/>
          <p:cNvSpPr/>
          <p:nvPr/>
        </p:nvSpPr>
        <p:spPr>
          <a:xfrm>
            <a:off x="11470202" y="504300"/>
            <a:ext cx="52384" cy="52384"/>
          </a:xfrm>
          <a:prstGeom prst="ellipse">
            <a:avLst/>
          </a:prstGeom>
          <a:solidFill>
            <a:srgbClr val="000000"/>
          </a:solidFill>
          <a:ln/>
        </p:spPr>
      </p:sp>
      <p:sp>
        <p:nvSpPr>
          <p:cNvPr id="16" name="Shape 14"/>
          <p:cNvSpPr/>
          <p:nvPr/>
        </p:nvSpPr>
        <p:spPr>
          <a:xfrm>
            <a:off x="11060774" y="508825"/>
            <a:ext cx="35627" cy="35627"/>
          </a:xfrm>
          <a:prstGeom prst="ellipse">
            <a:avLst/>
          </a:prstGeom>
          <a:solidFill>
            <a:srgbClr val="000000"/>
          </a:solidFill>
          <a:ln/>
        </p:spPr>
      </p:sp>
      <p:sp>
        <p:nvSpPr>
          <p:cNvPr id="17" name="Shape 15"/>
          <p:cNvSpPr/>
          <p:nvPr/>
        </p:nvSpPr>
        <p:spPr>
          <a:xfrm>
            <a:off x="11548535" y="508038"/>
            <a:ext cx="36613" cy="36613"/>
          </a:xfrm>
          <a:prstGeom prst="ellipse">
            <a:avLst/>
          </a:prstGeom>
          <a:solidFill>
            <a:srgbClr val="000000"/>
          </a:solidFill>
          <a:ln/>
        </p:spPr>
      </p:sp>
      <p:sp>
        <p:nvSpPr>
          <p:cNvPr id="18" name="Shape 16"/>
          <p:cNvSpPr/>
          <p:nvPr/>
        </p:nvSpPr>
        <p:spPr>
          <a:xfrm>
            <a:off x="11191466" y="533379"/>
            <a:ext cx="57825" cy="57825"/>
          </a:xfrm>
          <a:prstGeom prst="ellipse">
            <a:avLst/>
          </a:prstGeom>
          <a:solidFill>
            <a:srgbClr val="000000"/>
          </a:solidFill>
          <a:ln/>
        </p:spPr>
      </p:sp>
      <p:sp>
        <p:nvSpPr>
          <p:cNvPr id="19" name="Shape 17"/>
          <p:cNvSpPr/>
          <p:nvPr/>
        </p:nvSpPr>
        <p:spPr>
          <a:xfrm>
            <a:off x="11396535" y="533494"/>
            <a:ext cx="57428" cy="57428"/>
          </a:xfrm>
          <a:prstGeom prst="ellipse">
            <a:avLst/>
          </a:prstGeom>
          <a:solidFill>
            <a:srgbClr val="000000"/>
          </a:solidFill>
          <a:ln/>
        </p:spPr>
      </p:sp>
      <p:sp>
        <p:nvSpPr>
          <p:cNvPr id="20" name="Shape 18"/>
          <p:cNvSpPr/>
          <p:nvPr/>
        </p:nvSpPr>
        <p:spPr>
          <a:xfrm>
            <a:off x="11079087" y="567226"/>
            <a:ext cx="51270" cy="51270"/>
          </a:xfrm>
          <a:prstGeom prst="ellipse">
            <a:avLst/>
          </a:prstGeom>
          <a:solidFill>
            <a:srgbClr val="000000"/>
          </a:solidFill>
          <a:ln/>
        </p:spPr>
      </p:sp>
      <p:sp>
        <p:nvSpPr>
          <p:cNvPr id="21" name="Shape 19"/>
          <p:cNvSpPr/>
          <p:nvPr/>
        </p:nvSpPr>
        <p:spPr>
          <a:xfrm>
            <a:off x="11339728" y="567053"/>
            <a:ext cx="34616" cy="34616"/>
          </a:xfrm>
          <a:prstGeom prst="ellipse">
            <a:avLst/>
          </a:prstGeom>
          <a:solidFill>
            <a:srgbClr val="000000"/>
          </a:solidFill>
          <a:ln/>
        </p:spPr>
      </p:sp>
      <p:sp>
        <p:nvSpPr>
          <p:cNvPr id="22" name="Shape 20"/>
          <p:cNvSpPr/>
          <p:nvPr/>
        </p:nvSpPr>
        <p:spPr>
          <a:xfrm>
            <a:off x="11515167" y="566234"/>
            <a:ext cx="52819" cy="52819"/>
          </a:xfrm>
          <a:prstGeom prst="ellipse">
            <a:avLst/>
          </a:prstGeom>
          <a:solidFill>
            <a:srgbClr val="000000"/>
          </a:solidFill>
          <a:ln/>
        </p:spPr>
      </p:sp>
      <p:sp>
        <p:nvSpPr>
          <p:cNvPr id="23" name="Shape 21"/>
          <p:cNvSpPr/>
          <p:nvPr/>
        </p:nvSpPr>
        <p:spPr>
          <a:xfrm>
            <a:off x="11262860" y="569742"/>
            <a:ext cx="34961" cy="34961"/>
          </a:xfrm>
          <a:prstGeom prst="ellipse">
            <a:avLst/>
          </a:prstGeom>
          <a:solidFill>
            <a:srgbClr val="000000"/>
          </a:solidFill>
          <a:ln/>
        </p:spPr>
      </p:sp>
      <p:sp>
        <p:nvSpPr>
          <p:cNvPr id="24" name="Shape 22"/>
          <p:cNvSpPr/>
          <p:nvPr/>
        </p:nvSpPr>
        <p:spPr>
          <a:xfrm>
            <a:off x="11462521" y="569818"/>
            <a:ext cx="35294" cy="35294"/>
          </a:xfrm>
          <a:prstGeom prst="ellipse">
            <a:avLst/>
          </a:prstGeom>
          <a:solidFill>
            <a:srgbClr val="000000"/>
          </a:solidFill>
          <a:ln/>
        </p:spPr>
      </p:sp>
      <p:sp>
        <p:nvSpPr>
          <p:cNvPr id="25" name="Shape 23"/>
          <p:cNvSpPr/>
          <p:nvPr/>
        </p:nvSpPr>
        <p:spPr>
          <a:xfrm>
            <a:off x="11145681" y="573441"/>
            <a:ext cx="34270" cy="34270"/>
          </a:xfrm>
          <a:prstGeom prst="ellipse">
            <a:avLst/>
          </a:prstGeom>
          <a:solidFill>
            <a:srgbClr val="000000"/>
          </a:solidFill>
          <a:ln/>
        </p:spPr>
      </p:sp>
      <p:sp>
        <p:nvSpPr>
          <p:cNvPr id="26" name="Shape 24"/>
          <p:cNvSpPr/>
          <p:nvPr/>
        </p:nvSpPr>
        <p:spPr>
          <a:xfrm>
            <a:off x="11592015" y="593213"/>
            <a:ext cx="35294" cy="35294"/>
          </a:xfrm>
          <a:prstGeom prst="ellipse">
            <a:avLst/>
          </a:prstGeom>
          <a:solidFill>
            <a:srgbClr val="000000"/>
          </a:solidFill>
          <a:ln/>
        </p:spPr>
      </p:sp>
      <p:sp>
        <p:nvSpPr>
          <p:cNvPr id="27" name="Shape 25"/>
          <p:cNvSpPr/>
          <p:nvPr/>
        </p:nvSpPr>
        <p:spPr>
          <a:xfrm>
            <a:off x="11019124" y="593444"/>
            <a:ext cx="34616" cy="34616"/>
          </a:xfrm>
          <a:prstGeom prst="ellipse">
            <a:avLst/>
          </a:prstGeom>
          <a:solidFill>
            <a:srgbClr val="000000"/>
          </a:solidFill>
          <a:ln/>
        </p:spPr>
      </p:sp>
      <p:sp>
        <p:nvSpPr>
          <p:cNvPr id="28" name="Shape 26"/>
          <p:cNvSpPr/>
          <p:nvPr/>
        </p:nvSpPr>
        <p:spPr>
          <a:xfrm>
            <a:off x="11403576" y="610214"/>
            <a:ext cx="34961" cy="34961"/>
          </a:xfrm>
          <a:prstGeom prst="ellipse">
            <a:avLst/>
          </a:prstGeom>
          <a:solidFill>
            <a:srgbClr val="000000"/>
          </a:solidFill>
          <a:ln/>
        </p:spPr>
      </p:sp>
      <p:sp>
        <p:nvSpPr>
          <p:cNvPr id="29" name="Shape 27"/>
          <p:cNvSpPr/>
          <p:nvPr/>
        </p:nvSpPr>
        <p:spPr>
          <a:xfrm>
            <a:off x="11201662" y="616570"/>
            <a:ext cx="35627" cy="35627"/>
          </a:xfrm>
          <a:prstGeom prst="ellipse">
            <a:avLst/>
          </a:prstGeom>
          <a:solidFill>
            <a:srgbClr val="000000"/>
          </a:solidFill>
          <a:ln/>
        </p:spPr>
      </p:sp>
      <p:sp>
        <p:nvSpPr>
          <p:cNvPr id="30" name="Shape 28"/>
          <p:cNvSpPr/>
          <p:nvPr/>
        </p:nvSpPr>
        <p:spPr>
          <a:xfrm>
            <a:off x="11127484" y="620705"/>
            <a:ext cx="58030" cy="58030"/>
          </a:xfrm>
          <a:prstGeom prst="ellipse">
            <a:avLst/>
          </a:prstGeom>
          <a:solidFill>
            <a:srgbClr val="000000"/>
          </a:solidFill>
          <a:ln/>
        </p:spPr>
      </p:sp>
      <p:sp>
        <p:nvSpPr>
          <p:cNvPr id="31" name="Shape 29"/>
          <p:cNvSpPr/>
          <p:nvPr/>
        </p:nvSpPr>
        <p:spPr>
          <a:xfrm>
            <a:off x="11460767" y="620852"/>
            <a:ext cx="57428" cy="57428"/>
          </a:xfrm>
          <a:prstGeom prst="ellipse">
            <a:avLst/>
          </a:prstGeom>
          <a:solidFill>
            <a:srgbClr val="000000"/>
          </a:solidFill>
          <a:ln/>
        </p:spPr>
      </p:sp>
      <p:sp>
        <p:nvSpPr>
          <p:cNvPr id="32" name="Shape 30"/>
          <p:cNvSpPr/>
          <p:nvPr/>
        </p:nvSpPr>
        <p:spPr>
          <a:xfrm>
            <a:off x="11055219" y="640144"/>
            <a:ext cx="51718" cy="51718"/>
          </a:xfrm>
          <a:prstGeom prst="ellipse">
            <a:avLst/>
          </a:prstGeom>
          <a:solidFill>
            <a:srgbClr val="000000"/>
          </a:solidFill>
          <a:ln/>
        </p:spPr>
      </p:sp>
      <p:sp>
        <p:nvSpPr>
          <p:cNvPr id="33" name="Shape 31"/>
          <p:cNvSpPr/>
          <p:nvPr/>
        </p:nvSpPr>
        <p:spPr>
          <a:xfrm>
            <a:off x="11539330" y="640266"/>
            <a:ext cx="51270" cy="51270"/>
          </a:xfrm>
          <a:prstGeom prst="ellipse">
            <a:avLst/>
          </a:prstGeom>
          <a:solidFill>
            <a:srgbClr val="000000"/>
          </a:solidFill>
          <a:ln/>
        </p:spPr>
      </p:sp>
      <p:sp>
        <p:nvSpPr>
          <p:cNvPr id="34" name="Shape 32"/>
          <p:cNvSpPr/>
          <p:nvPr/>
        </p:nvSpPr>
        <p:spPr>
          <a:xfrm>
            <a:off x="11429576" y="682274"/>
            <a:ext cx="35627" cy="35627"/>
          </a:xfrm>
          <a:prstGeom prst="ellipse">
            <a:avLst/>
          </a:prstGeom>
          <a:solidFill>
            <a:srgbClr val="000000"/>
          </a:solidFill>
          <a:ln/>
        </p:spPr>
      </p:sp>
      <p:sp>
        <p:nvSpPr>
          <p:cNvPr id="35" name="Shape 33"/>
          <p:cNvSpPr/>
          <p:nvPr/>
        </p:nvSpPr>
        <p:spPr>
          <a:xfrm>
            <a:off x="11004076" y="687222"/>
            <a:ext cx="34616" cy="34616"/>
          </a:xfrm>
          <a:prstGeom prst="ellipse">
            <a:avLst/>
          </a:prstGeom>
          <a:solidFill>
            <a:srgbClr val="000000"/>
          </a:solidFill>
          <a:ln/>
        </p:spPr>
      </p:sp>
      <p:sp>
        <p:nvSpPr>
          <p:cNvPr id="36" name="Shape 34"/>
          <p:cNvSpPr/>
          <p:nvPr/>
        </p:nvSpPr>
        <p:spPr>
          <a:xfrm>
            <a:off x="11502052" y="685321"/>
            <a:ext cx="34270" cy="34270"/>
          </a:xfrm>
          <a:prstGeom prst="ellipse">
            <a:avLst/>
          </a:prstGeom>
          <a:solidFill>
            <a:srgbClr val="000000"/>
          </a:solidFill>
          <a:ln/>
        </p:spPr>
      </p:sp>
      <p:sp>
        <p:nvSpPr>
          <p:cNvPr id="37" name="Shape 35"/>
          <p:cNvSpPr/>
          <p:nvPr/>
        </p:nvSpPr>
        <p:spPr>
          <a:xfrm>
            <a:off x="11606321" y="686422"/>
            <a:ext cx="35627" cy="35627"/>
          </a:xfrm>
          <a:prstGeom prst="ellipse">
            <a:avLst/>
          </a:prstGeom>
          <a:solidFill>
            <a:srgbClr val="000000"/>
          </a:solidFill>
          <a:ln/>
        </p:spPr>
      </p:sp>
      <p:sp>
        <p:nvSpPr>
          <p:cNvPr id="38" name="Shape 36"/>
          <p:cNvSpPr/>
          <p:nvPr/>
        </p:nvSpPr>
        <p:spPr>
          <a:xfrm>
            <a:off x="11108908" y="688957"/>
            <a:ext cx="35294" cy="35294"/>
          </a:xfrm>
          <a:prstGeom prst="ellipse">
            <a:avLst/>
          </a:prstGeom>
          <a:solidFill>
            <a:srgbClr val="000000"/>
          </a:solidFill>
          <a:ln/>
        </p:spPr>
      </p:sp>
      <p:sp>
        <p:nvSpPr>
          <p:cNvPr id="39" name="Shape 37"/>
          <p:cNvSpPr/>
          <p:nvPr/>
        </p:nvSpPr>
        <p:spPr>
          <a:xfrm>
            <a:off x="11179733" y="690371"/>
            <a:ext cx="36613" cy="36613"/>
          </a:xfrm>
          <a:prstGeom prst="ellipse">
            <a:avLst/>
          </a:prstGeom>
          <a:solidFill>
            <a:srgbClr val="000000"/>
          </a:solidFill>
          <a:ln/>
        </p:spPr>
      </p:sp>
      <p:sp>
        <p:nvSpPr>
          <p:cNvPr id="40" name="Shape 38"/>
          <p:cNvSpPr/>
          <p:nvPr/>
        </p:nvSpPr>
        <p:spPr>
          <a:xfrm>
            <a:off x="11054764" y="716576"/>
            <a:ext cx="51936" cy="51936"/>
          </a:xfrm>
          <a:prstGeom prst="ellipse">
            <a:avLst/>
          </a:prstGeom>
          <a:solidFill>
            <a:srgbClr val="000000"/>
          </a:solidFill>
          <a:ln/>
        </p:spPr>
      </p:sp>
      <p:sp>
        <p:nvSpPr>
          <p:cNvPr id="41" name="Shape 39"/>
          <p:cNvSpPr/>
          <p:nvPr/>
        </p:nvSpPr>
        <p:spPr>
          <a:xfrm>
            <a:off x="11539023" y="716851"/>
            <a:ext cx="51488" cy="51488"/>
          </a:xfrm>
          <a:prstGeom prst="ellipse">
            <a:avLst/>
          </a:prstGeom>
          <a:solidFill>
            <a:srgbClr val="000000"/>
          </a:solidFill>
          <a:ln/>
        </p:spPr>
      </p:sp>
      <p:sp>
        <p:nvSpPr>
          <p:cNvPr id="42" name="Shape 40"/>
          <p:cNvSpPr/>
          <p:nvPr/>
        </p:nvSpPr>
        <p:spPr>
          <a:xfrm>
            <a:off x="11127490" y="729288"/>
            <a:ext cx="58222" cy="58222"/>
          </a:xfrm>
          <a:prstGeom prst="ellipse">
            <a:avLst/>
          </a:prstGeom>
          <a:solidFill>
            <a:srgbClr val="000000"/>
          </a:solidFill>
          <a:ln/>
        </p:spPr>
      </p:sp>
      <p:sp>
        <p:nvSpPr>
          <p:cNvPr id="43" name="Shape 41"/>
          <p:cNvSpPr/>
          <p:nvPr/>
        </p:nvSpPr>
        <p:spPr>
          <a:xfrm>
            <a:off x="11460671" y="729781"/>
            <a:ext cx="57633" cy="57633"/>
          </a:xfrm>
          <a:prstGeom prst="ellipse">
            <a:avLst/>
          </a:prstGeom>
          <a:solidFill>
            <a:srgbClr val="000000"/>
          </a:solidFill>
          <a:ln/>
        </p:spPr>
      </p:sp>
      <p:sp>
        <p:nvSpPr>
          <p:cNvPr id="44" name="Shape 42"/>
          <p:cNvSpPr/>
          <p:nvPr/>
        </p:nvSpPr>
        <p:spPr>
          <a:xfrm>
            <a:off x="11407973" y="756415"/>
            <a:ext cx="35960" cy="35960"/>
          </a:xfrm>
          <a:prstGeom prst="ellipse">
            <a:avLst/>
          </a:prstGeom>
          <a:solidFill>
            <a:srgbClr val="000000"/>
          </a:solidFill>
          <a:ln/>
        </p:spPr>
      </p:sp>
      <p:sp>
        <p:nvSpPr>
          <p:cNvPr id="45" name="Shape 43"/>
          <p:cNvSpPr/>
          <p:nvPr/>
        </p:nvSpPr>
        <p:spPr>
          <a:xfrm>
            <a:off x="11207308" y="763884"/>
            <a:ext cx="34616" cy="34616"/>
          </a:xfrm>
          <a:prstGeom prst="ellipse">
            <a:avLst/>
          </a:prstGeom>
          <a:solidFill>
            <a:srgbClr val="000000"/>
          </a:solidFill>
          <a:ln/>
        </p:spPr>
      </p:sp>
      <p:sp>
        <p:nvSpPr>
          <p:cNvPr id="46" name="Shape 44"/>
          <p:cNvSpPr/>
          <p:nvPr/>
        </p:nvSpPr>
        <p:spPr>
          <a:xfrm>
            <a:off x="11018670" y="780462"/>
            <a:ext cx="34616" cy="34616"/>
          </a:xfrm>
          <a:prstGeom prst="ellipse">
            <a:avLst/>
          </a:prstGeom>
          <a:solidFill>
            <a:srgbClr val="000000"/>
          </a:solidFill>
          <a:ln/>
        </p:spPr>
      </p:sp>
      <p:sp>
        <p:nvSpPr>
          <p:cNvPr id="47" name="Shape 45"/>
          <p:cNvSpPr/>
          <p:nvPr/>
        </p:nvSpPr>
        <p:spPr>
          <a:xfrm>
            <a:off x="11591670" y="780123"/>
            <a:ext cx="35294" cy="35294"/>
          </a:xfrm>
          <a:prstGeom prst="ellipse">
            <a:avLst/>
          </a:prstGeom>
          <a:solidFill>
            <a:srgbClr val="000000"/>
          </a:solidFill>
          <a:ln/>
        </p:spPr>
      </p:sp>
      <p:sp>
        <p:nvSpPr>
          <p:cNvPr id="48" name="Shape 46"/>
          <p:cNvSpPr/>
          <p:nvPr/>
        </p:nvSpPr>
        <p:spPr>
          <a:xfrm>
            <a:off x="11079010" y="790179"/>
            <a:ext cx="51270" cy="51270"/>
          </a:xfrm>
          <a:prstGeom prst="ellipse">
            <a:avLst/>
          </a:prstGeom>
          <a:solidFill>
            <a:srgbClr val="000000"/>
          </a:solidFill>
          <a:ln/>
        </p:spPr>
      </p:sp>
      <p:sp>
        <p:nvSpPr>
          <p:cNvPr id="49" name="Shape 47"/>
          <p:cNvSpPr/>
          <p:nvPr/>
        </p:nvSpPr>
        <p:spPr>
          <a:xfrm>
            <a:off x="11515218" y="789692"/>
            <a:ext cx="52602" cy="52602"/>
          </a:xfrm>
          <a:prstGeom prst="ellipse">
            <a:avLst/>
          </a:prstGeom>
          <a:solidFill>
            <a:srgbClr val="000000"/>
          </a:solidFill>
          <a:ln/>
        </p:spPr>
      </p:sp>
      <p:sp>
        <p:nvSpPr>
          <p:cNvPr id="50" name="Shape 48"/>
          <p:cNvSpPr/>
          <p:nvPr/>
        </p:nvSpPr>
        <p:spPr>
          <a:xfrm>
            <a:off x="11147371" y="803460"/>
            <a:ext cx="35627" cy="35627"/>
          </a:xfrm>
          <a:prstGeom prst="ellipse">
            <a:avLst/>
          </a:prstGeom>
          <a:solidFill>
            <a:srgbClr val="000000"/>
          </a:solidFill>
          <a:ln/>
        </p:spPr>
      </p:sp>
      <p:sp>
        <p:nvSpPr>
          <p:cNvPr id="51" name="Shape 49"/>
          <p:cNvSpPr/>
          <p:nvPr/>
        </p:nvSpPr>
        <p:spPr>
          <a:xfrm>
            <a:off x="11347786" y="804293"/>
            <a:ext cx="35294" cy="35294"/>
          </a:xfrm>
          <a:prstGeom prst="ellipse">
            <a:avLst/>
          </a:prstGeom>
          <a:solidFill>
            <a:srgbClr val="000000"/>
          </a:solidFill>
          <a:ln/>
        </p:spPr>
      </p:sp>
      <p:sp>
        <p:nvSpPr>
          <p:cNvPr id="52" name="Shape 50"/>
          <p:cNvSpPr/>
          <p:nvPr/>
        </p:nvSpPr>
        <p:spPr>
          <a:xfrm>
            <a:off x="11465119" y="800919"/>
            <a:ext cx="34961" cy="34961"/>
          </a:xfrm>
          <a:prstGeom prst="ellipse">
            <a:avLst/>
          </a:prstGeom>
          <a:solidFill>
            <a:srgbClr val="000000"/>
          </a:solidFill>
          <a:ln/>
        </p:spPr>
      </p:sp>
      <p:sp>
        <p:nvSpPr>
          <p:cNvPr id="53" name="Shape 51"/>
          <p:cNvSpPr/>
          <p:nvPr/>
        </p:nvSpPr>
        <p:spPr>
          <a:xfrm>
            <a:off x="11270669" y="806590"/>
            <a:ext cx="35627" cy="35627"/>
          </a:xfrm>
          <a:prstGeom prst="ellipse">
            <a:avLst/>
          </a:prstGeom>
          <a:solidFill>
            <a:srgbClr val="000000"/>
          </a:solidFill>
          <a:ln/>
        </p:spPr>
      </p:sp>
      <p:sp>
        <p:nvSpPr>
          <p:cNvPr id="54" name="Shape 52"/>
          <p:cNvSpPr/>
          <p:nvPr/>
        </p:nvSpPr>
        <p:spPr>
          <a:xfrm>
            <a:off x="11191498" y="817766"/>
            <a:ext cx="57633" cy="57633"/>
          </a:xfrm>
          <a:prstGeom prst="ellipse">
            <a:avLst/>
          </a:prstGeom>
          <a:solidFill>
            <a:srgbClr val="000000"/>
          </a:solidFill>
          <a:ln/>
        </p:spPr>
      </p:sp>
      <p:sp>
        <p:nvSpPr>
          <p:cNvPr id="55" name="Shape 53"/>
          <p:cNvSpPr/>
          <p:nvPr/>
        </p:nvSpPr>
        <p:spPr>
          <a:xfrm>
            <a:off x="11396573" y="817888"/>
            <a:ext cx="57633" cy="57633"/>
          </a:xfrm>
          <a:prstGeom prst="ellipse">
            <a:avLst/>
          </a:prstGeom>
          <a:solidFill>
            <a:srgbClr val="000000"/>
          </a:solidFill>
          <a:ln/>
        </p:spPr>
      </p:sp>
      <p:sp>
        <p:nvSpPr>
          <p:cNvPr id="56" name="Shape 54"/>
          <p:cNvSpPr/>
          <p:nvPr/>
        </p:nvSpPr>
        <p:spPr>
          <a:xfrm>
            <a:off x="11123445" y="851985"/>
            <a:ext cx="52167" cy="52167"/>
          </a:xfrm>
          <a:prstGeom prst="ellipse">
            <a:avLst/>
          </a:prstGeom>
          <a:solidFill>
            <a:srgbClr val="000000"/>
          </a:solidFill>
          <a:ln/>
        </p:spPr>
      </p:sp>
      <p:sp>
        <p:nvSpPr>
          <p:cNvPr id="57" name="Shape 55"/>
          <p:cNvSpPr/>
          <p:nvPr/>
        </p:nvSpPr>
        <p:spPr>
          <a:xfrm>
            <a:off x="11294647" y="851390"/>
            <a:ext cx="57223" cy="57223"/>
          </a:xfrm>
          <a:prstGeom prst="ellipse">
            <a:avLst/>
          </a:prstGeom>
          <a:solidFill>
            <a:srgbClr val="000000"/>
          </a:solidFill>
          <a:ln/>
        </p:spPr>
      </p:sp>
      <p:sp>
        <p:nvSpPr>
          <p:cNvPr id="58" name="Shape 56"/>
          <p:cNvSpPr/>
          <p:nvPr/>
        </p:nvSpPr>
        <p:spPr>
          <a:xfrm>
            <a:off x="11470202" y="852382"/>
            <a:ext cx="52384" cy="52384"/>
          </a:xfrm>
          <a:prstGeom prst="ellipse">
            <a:avLst/>
          </a:prstGeom>
          <a:solidFill>
            <a:srgbClr val="000000"/>
          </a:solidFill>
          <a:ln/>
        </p:spPr>
      </p:sp>
      <p:sp>
        <p:nvSpPr>
          <p:cNvPr id="59" name="Shape 57"/>
          <p:cNvSpPr/>
          <p:nvPr/>
        </p:nvSpPr>
        <p:spPr>
          <a:xfrm>
            <a:off x="11060774" y="864607"/>
            <a:ext cx="35627" cy="35627"/>
          </a:xfrm>
          <a:prstGeom prst="ellipse">
            <a:avLst/>
          </a:prstGeom>
          <a:solidFill>
            <a:srgbClr val="000000"/>
          </a:solidFill>
          <a:ln/>
        </p:spPr>
      </p:sp>
      <p:sp>
        <p:nvSpPr>
          <p:cNvPr id="60" name="Shape 58"/>
          <p:cNvSpPr/>
          <p:nvPr/>
        </p:nvSpPr>
        <p:spPr>
          <a:xfrm>
            <a:off x="11548733" y="864185"/>
            <a:ext cx="35627" cy="35627"/>
          </a:xfrm>
          <a:prstGeom prst="ellipse">
            <a:avLst/>
          </a:prstGeom>
          <a:solidFill>
            <a:srgbClr val="000000"/>
          </a:solidFill>
          <a:ln/>
        </p:spPr>
      </p:sp>
      <p:sp>
        <p:nvSpPr>
          <p:cNvPr id="61" name="Shape 59"/>
          <p:cNvSpPr/>
          <p:nvPr/>
        </p:nvSpPr>
        <p:spPr>
          <a:xfrm>
            <a:off x="11246231" y="873908"/>
            <a:ext cx="35627" cy="35627"/>
          </a:xfrm>
          <a:prstGeom prst="ellipse">
            <a:avLst/>
          </a:prstGeom>
          <a:solidFill>
            <a:srgbClr val="000000"/>
          </a:solidFill>
          <a:ln/>
        </p:spPr>
      </p:sp>
      <p:sp>
        <p:nvSpPr>
          <p:cNvPr id="62" name="Shape 60"/>
          <p:cNvSpPr/>
          <p:nvPr/>
        </p:nvSpPr>
        <p:spPr>
          <a:xfrm>
            <a:off x="11367418" y="872896"/>
            <a:ext cx="35627" cy="35627"/>
          </a:xfrm>
          <a:prstGeom prst="ellipse">
            <a:avLst/>
          </a:prstGeom>
          <a:solidFill>
            <a:srgbClr val="000000"/>
          </a:solidFill>
          <a:ln/>
        </p:spPr>
      </p:sp>
      <p:sp>
        <p:nvSpPr>
          <p:cNvPr id="63" name="Shape 61"/>
          <p:cNvSpPr/>
          <p:nvPr/>
        </p:nvSpPr>
        <p:spPr>
          <a:xfrm>
            <a:off x="11185366" y="897322"/>
            <a:ext cx="51936" cy="51936"/>
          </a:xfrm>
          <a:prstGeom prst="ellipse">
            <a:avLst/>
          </a:prstGeom>
          <a:solidFill>
            <a:srgbClr val="000000"/>
          </a:solidFill>
          <a:ln/>
        </p:spPr>
      </p:sp>
      <p:sp>
        <p:nvSpPr>
          <p:cNvPr id="64" name="Shape 62"/>
          <p:cNvSpPr/>
          <p:nvPr/>
        </p:nvSpPr>
        <p:spPr>
          <a:xfrm>
            <a:off x="11407845" y="897655"/>
            <a:ext cx="52602" cy="52602"/>
          </a:xfrm>
          <a:prstGeom prst="ellipse">
            <a:avLst/>
          </a:prstGeom>
          <a:solidFill>
            <a:srgbClr val="000000"/>
          </a:solidFill>
          <a:ln/>
        </p:spPr>
      </p:sp>
      <p:sp>
        <p:nvSpPr>
          <p:cNvPr id="65" name="Shape 63"/>
          <p:cNvSpPr/>
          <p:nvPr/>
        </p:nvSpPr>
        <p:spPr>
          <a:xfrm>
            <a:off x="11258822" y="921466"/>
            <a:ext cx="51270" cy="51270"/>
          </a:xfrm>
          <a:prstGeom prst="ellipse">
            <a:avLst/>
          </a:prstGeom>
          <a:solidFill>
            <a:srgbClr val="000000"/>
          </a:solidFill>
          <a:ln/>
        </p:spPr>
      </p:sp>
      <p:sp>
        <p:nvSpPr>
          <p:cNvPr id="66" name="Shape 64"/>
          <p:cNvSpPr/>
          <p:nvPr/>
        </p:nvSpPr>
        <p:spPr>
          <a:xfrm>
            <a:off x="11335350" y="921504"/>
            <a:ext cx="51270" cy="51270"/>
          </a:xfrm>
          <a:prstGeom prst="ellipse">
            <a:avLst/>
          </a:prstGeom>
          <a:solidFill>
            <a:srgbClr val="000000"/>
          </a:solidFill>
          <a:ln/>
        </p:spPr>
      </p:sp>
      <p:sp>
        <p:nvSpPr>
          <p:cNvPr id="67" name="Shape 65"/>
          <p:cNvSpPr/>
          <p:nvPr/>
        </p:nvSpPr>
        <p:spPr>
          <a:xfrm>
            <a:off x="11127388" y="931368"/>
            <a:ext cx="35294" cy="35294"/>
          </a:xfrm>
          <a:prstGeom prst="ellipse">
            <a:avLst/>
          </a:prstGeom>
          <a:solidFill>
            <a:srgbClr val="000000"/>
          </a:solidFill>
          <a:ln/>
        </p:spPr>
      </p:sp>
      <p:sp>
        <p:nvSpPr>
          <p:cNvPr id="68" name="Shape 66"/>
          <p:cNvSpPr/>
          <p:nvPr/>
        </p:nvSpPr>
        <p:spPr>
          <a:xfrm>
            <a:off x="11481979" y="931035"/>
            <a:ext cx="35960" cy="35960"/>
          </a:xfrm>
          <a:prstGeom prst="ellipse">
            <a:avLst/>
          </a:prstGeom>
          <a:solidFill>
            <a:srgbClr val="000000"/>
          </a:solidFill>
          <a:ln/>
        </p:spPr>
      </p:sp>
      <p:sp>
        <p:nvSpPr>
          <p:cNvPr id="69" name="Shape 67"/>
          <p:cNvSpPr/>
          <p:nvPr/>
        </p:nvSpPr>
        <p:spPr>
          <a:xfrm>
            <a:off x="11211987" y="974695"/>
            <a:ext cx="34961" cy="34961"/>
          </a:xfrm>
          <a:prstGeom prst="ellipse">
            <a:avLst/>
          </a:prstGeom>
          <a:solidFill>
            <a:srgbClr val="000000"/>
          </a:solidFill>
          <a:ln/>
        </p:spPr>
      </p:sp>
      <p:sp>
        <p:nvSpPr>
          <p:cNvPr id="70" name="Shape 68"/>
          <p:cNvSpPr/>
          <p:nvPr/>
        </p:nvSpPr>
        <p:spPr>
          <a:xfrm>
            <a:off x="11398461" y="974695"/>
            <a:ext cx="34961" cy="34961"/>
          </a:xfrm>
          <a:prstGeom prst="ellipse">
            <a:avLst/>
          </a:prstGeom>
          <a:solidFill>
            <a:srgbClr val="000000"/>
          </a:solidFill>
          <a:ln/>
        </p:spPr>
      </p:sp>
      <p:sp>
        <p:nvSpPr>
          <p:cNvPr id="71" name="Shape 69"/>
          <p:cNvSpPr/>
          <p:nvPr/>
        </p:nvSpPr>
        <p:spPr>
          <a:xfrm>
            <a:off x="11304837" y="988501"/>
            <a:ext cx="35627" cy="35627"/>
          </a:xfrm>
          <a:prstGeom prst="ellipse">
            <a:avLst/>
          </a:prstGeom>
          <a:solidFill>
            <a:srgbClr val="000000"/>
          </a:solidFill>
          <a:ln/>
        </p:spPr>
      </p:sp>
      <p:sp>
        <p:nvSpPr>
          <p:cNvPr id="72" name="Text 70"/>
          <p:cNvSpPr/>
          <p:nvPr/>
        </p:nvSpPr>
        <p:spPr>
          <a:xfrm>
            <a:off x="548640" y="411480"/>
            <a:ext cx="10088575" cy="777240"/>
          </a:xfrm>
          <a:prstGeom prst="rect">
            <a:avLst/>
          </a:prstGeom>
          <a:noFill/>
          <a:ln/>
        </p:spPr>
        <p:txBody>
          <a:bodyPr wrap="square" lIns="0" tIns="0" rIns="0" bIns="0" rtlCol="0" anchor="ctr"/>
          <a:lstStyle/>
          <a:p>
            <a:pPr algn="l" indent="0" marL="0">
              <a:lnSpc>
                <a:spcPct val="105000"/>
              </a:lnSpc>
              <a:buNone/>
            </a:pPr>
            <a:r>
              <a:rPr lang="en-US" sz="3200" dirty="0">
                <a:solidFill>
                  <a:srgbClr val="3D68EC"/>
                </a:solidFill>
                <a:latin typeface="General Sans Semibold" pitchFamily="34" charset="0"/>
                <a:ea typeface="General Sans Semibold" pitchFamily="34" charset="-122"/>
                <a:cs typeface="General Sans Semibold" pitchFamily="34" charset="-120"/>
              </a:rPr>
              <a:t>Een tussenlaag maakt de bronnen vindbaar</a:t>
            </a:r>
            <a:endParaRPr lang="en-US" sz="3200" dirty="0"/>
          </a:p>
        </p:txBody>
      </p:sp>
      <p:sp>
        <p:nvSpPr>
          <p:cNvPr id="73" name="Shape 71"/>
          <p:cNvSpPr/>
          <p:nvPr/>
        </p:nvSpPr>
        <p:spPr>
          <a:xfrm>
            <a:off x="548640" y="1371600"/>
            <a:ext cx="3393338" cy="3516630"/>
          </a:xfrm>
          <a:prstGeom prst="roundRect">
            <a:avLst>
              <a:gd name="adj" fmla="val 2033"/>
            </a:avLst>
          </a:prstGeom>
          <a:solidFill>
            <a:srgbClr val="3D68EC"/>
          </a:solidFill>
          <a:ln/>
        </p:spPr>
      </p:sp>
      <p:sp>
        <p:nvSpPr>
          <p:cNvPr id="74" name="Text 72"/>
          <p:cNvSpPr/>
          <p:nvPr/>
        </p:nvSpPr>
        <p:spPr>
          <a:xfrm>
            <a:off x="822960" y="1645920"/>
            <a:ext cx="2844698" cy="691896"/>
          </a:xfrm>
          <a:prstGeom prst="rect">
            <a:avLst/>
          </a:prstGeom>
          <a:noFill/>
          <a:ln/>
        </p:spPr>
        <p:txBody>
          <a:bodyPr wrap="square" lIns="0" tIns="0" rIns="0" bIns="0" rtlCol="0" anchor="t"/>
          <a:lstStyle/>
          <a:p>
            <a:pPr algn="l" indent="0" marL="0">
              <a:lnSpc>
                <a:spcPct val="105000"/>
              </a:lnSpc>
              <a:buNone/>
            </a:pPr>
            <a:r>
              <a:rPr lang="en-US" sz="2300" dirty="0">
                <a:solidFill>
                  <a:srgbClr val="F4D9DC"/>
                </a:solidFill>
                <a:latin typeface="General Sans Semibold" pitchFamily="34" charset="0"/>
                <a:ea typeface="General Sans Semibold" pitchFamily="34" charset="-122"/>
                <a:cs typeface="General Sans Semibold" pitchFamily="34" charset="-120"/>
              </a:rPr>
              <a:t>Veel is er, maar waar?</a:t>
            </a:r>
            <a:endParaRPr lang="en-US" sz="2300" dirty="0"/>
          </a:p>
        </p:txBody>
      </p:sp>
      <p:sp>
        <p:nvSpPr>
          <p:cNvPr id="75" name="Text 73"/>
          <p:cNvSpPr/>
          <p:nvPr/>
        </p:nvSpPr>
        <p:spPr>
          <a:xfrm>
            <a:off x="822960" y="2612136"/>
            <a:ext cx="2844698" cy="274320"/>
          </a:xfrm>
          <a:prstGeom prst="rect">
            <a:avLst/>
          </a:prstGeom>
          <a:noFill/>
          <a:ln/>
        </p:spPr>
        <p:txBody>
          <a:bodyPr wrap="square" lIns="0" tIns="0" rIns="0" bIns="0" rtlCol="0" anchor="t"/>
          <a:lstStyle/>
          <a:p>
            <a:pPr algn="l" indent="0" marL="0">
              <a:lnSpc>
                <a:spcPct val="105000"/>
              </a:lnSpc>
              <a:buNone/>
            </a:pPr>
            <a:r>
              <a:rPr lang="en-US" sz="1100" spc="300" kern="0" dirty="0">
                <a:solidFill>
                  <a:srgbClr val="F4D74B"/>
                </a:solidFill>
                <a:latin typeface="General Sans Semibold" pitchFamily="34" charset="0"/>
                <a:ea typeface="General Sans Semibold" pitchFamily="34" charset="-122"/>
                <a:cs typeface="General Sans Semibold" pitchFamily="34" charset="-120"/>
              </a:rPr>
              <a:t>BRONNEN</a:t>
            </a:r>
            <a:endParaRPr lang="en-US" sz="1100" dirty="0"/>
          </a:p>
        </p:txBody>
      </p:sp>
      <p:sp>
        <p:nvSpPr>
          <p:cNvPr id="76" name="Text 74"/>
          <p:cNvSpPr/>
          <p:nvPr/>
        </p:nvSpPr>
        <p:spPr>
          <a:xfrm>
            <a:off x="822960" y="2959608"/>
            <a:ext cx="2844698" cy="765810"/>
          </a:xfrm>
          <a:prstGeom prst="rect">
            <a:avLst/>
          </a:prstGeom>
          <a:noFill/>
          <a:ln/>
        </p:spPr>
        <p:txBody>
          <a:bodyPr wrap="square" lIns="0" tIns="0" rIns="0" bIns="0" rtlCol="0" anchor="t"/>
          <a:lstStyle/>
          <a:p>
            <a:pPr algn="l" indent="0" marL="0">
              <a:lnSpc>
                <a:spcPct val="105000"/>
              </a:lnSpc>
              <a:buNone/>
            </a:pPr>
            <a:r>
              <a:rPr lang="en-US" sz="1500" dirty="0">
                <a:solidFill>
                  <a:srgbClr val="F4D9DC"/>
                </a:solidFill>
                <a:latin typeface="General Sans" pitchFamily="34" charset="0"/>
                <a:ea typeface="General Sans" pitchFamily="34" charset="-122"/>
                <a:cs typeface="General Sans" pitchFamily="34" charset="-120"/>
              </a:rPr>
              <a:t>DUO, CBS en RIO publiceren veel open data.</a:t>
            </a:r>
            <a:endParaRPr lang="en-US" sz="1500" dirty="0"/>
          </a:p>
        </p:txBody>
      </p:sp>
      <p:sp>
        <p:nvSpPr>
          <p:cNvPr id="77" name="Text 75"/>
          <p:cNvSpPr/>
          <p:nvPr/>
        </p:nvSpPr>
        <p:spPr>
          <a:xfrm>
            <a:off x="822960" y="3862578"/>
            <a:ext cx="2844698" cy="274320"/>
          </a:xfrm>
          <a:prstGeom prst="rect">
            <a:avLst/>
          </a:prstGeom>
          <a:noFill/>
          <a:ln/>
        </p:spPr>
        <p:txBody>
          <a:bodyPr wrap="square" lIns="0" tIns="0" rIns="0" bIns="0" rtlCol="0" anchor="t"/>
          <a:lstStyle/>
          <a:p>
            <a:pPr algn="l" indent="0" marL="0">
              <a:lnSpc>
                <a:spcPct val="105000"/>
              </a:lnSpc>
              <a:buNone/>
            </a:pPr>
            <a:r>
              <a:rPr lang="en-US" sz="1100" spc="300" kern="0" dirty="0">
                <a:solidFill>
                  <a:srgbClr val="F4D74B"/>
                </a:solidFill>
                <a:latin typeface="General Sans Semibold" pitchFamily="34" charset="0"/>
                <a:ea typeface="General Sans Semibold" pitchFamily="34" charset="-122"/>
                <a:cs typeface="General Sans Semibold" pitchFamily="34" charset="-120"/>
              </a:rPr>
              <a:t>PROBLEEM</a:t>
            </a:r>
            <a:endParaRPr lang="en-US" sz="1100" dirty="0"/>
          </a:p>
        </p:txBody>
      </p:sp>
      <p:sp>
        <p:nvSpPr>
          <p:cNvPr id="78" name="Text 76"/>
          <p:cNvSpPr/>
          <p:nvPr/>
        </p:nvSpPr>
        <p:spPr>
          <a:xfrm>
            <a:off x="822960" y="4210050"/>
            <a:ext cx="2844698" cy="541020"/>
          </a:xfrm>
          <a:prstGeom prst="rect">
            <a:avLst/>
          </a:prstGeom>
          <a:noFill/>
          <a:ln/>
        </p:spPr>
        <p:txBody>
          <a:bodyPr wrap="square" lIns="0" tIns="0" rIns="0" bIns="0" rtlCol="0" anchor="t"/>
          <a:lstStyle/>
          <a:p>
            <a:pPr algn="l" indent="0" marL="0">
              <a:lnSpc>
                <a:spcPct val="105000"/>
              </a:lnSpc>
              <a:buNone/>
            </a:pPr>
            <a:r>
              <a:rPr lang="en-US" sz="1500" dirty="0">
                <a:solidFill>
                  <a:srgbClr val="F4D9DC"/>
                </a:solidFill>
                <a:latin typeface="General Sans Semibold" pitchFamily="34" charset="0"/>
                <a:ea typeface="General Sans Semibold" pitchFamily="34" charset="-122"/>
                <a:cs typeface="General Sans Semibold" pitchFamily="34" charset="-120"/>
              </a:rPr>
              <a:t>Verspreid, met lastige bestandsbeschrijvingen.</a:t>
            </a:r>
            <a:endParaRPr lang="en-US" sz="1500" dirty="0"/>
          </a:p>
        </p:txBody>
      </p:sp>
      <p:sp>
        <p:nvSpPr>
          <p:cNvPr id="79" name="Shape 77"/>
          <p:cNvSpPr/>
          <p:nvPr/>
        </p:nvSpPr>
        <p:spPr>
          <a:xfrm>
            <a:off x="4051706" y="2855595"/>
            <a:ext cx="237744" cy="548640"/>
          </a:xfrm>
          <a:prstGeom prst="chevron">
            <a:avLst/>
          </a:prstGeom>
          <a:solidFill>
            <a:srgbClr val="3D68EC"/>
          </a:solidFill>
          <a:ln/>
        </p:spPr>
      </p:sp>
      <p:sp>
        <p:nvSpPr>
          <p:cNvPr id="80" name="Shape 78"/>
          <p:cNvSpPr/>
          <p:nvPr/>
        </p:nvSpPr>
        <p:spPr>
          <a:xfrm>
            <a:off x="4399178" y="1371600"/>
            <a:ext cx="3393338" cy="3516630"/>
          </a:xfrm>
          <a:prstGeom prst="roundRect">
            <a:avLst>
              <a:gd name="adj" fmla="val 2033"/>
            </a:avLst>
          </a:prstGeom>
          <a:solidFill>
            <a:srgbClr val="DD784B"/>
          </a:solidFill>
          <a:ln/>
        </p:spPr>
      </p:sp>
      <p:sp>
        <p:nvSpPr>
          <p:cNvPr id="81" name="Text 79"/>
          <p:cNvSpPr/>
          <p:nvPr/>
        </p:nvSpPr>
        <p:spPr>
          <a:xfrm>
            <a:off x="4673498" y="1645920"/>
            <a:ext cx="2844698" cy="691896"/>
          </a:xfrm>
          <a:prstGeom prst="rect">
            <a:avLst/>
          </a:prstGeom>
          <a:noFill/>
          <a:ln/>
        </p:spPr>
        <p:txBody>
          <a:bodyPr wrap="square" lIns="0" tIns="0" rIns="0" bIns="0" rtlCol="0" anchor="t"/>
          <a:lstStyle/>
          <a:p>
            <a:pPr algn="l" indent="0" marL="0">
              <a:lnSpc>
                <a:spcPct val="105000"/>
              </a:lnSpc>
              <a:buNone/>
            </a:pPr>
            <a:r>
              <a:rPr lang="en-US" sz="2300" dirty="0">
                <a:solidFill>
                  <a:srgbClr val="000000"/>
                </a:solidFill>
                <a:latin typeface="General Sans Semibold" pitchFamily="34" charset="0"/>
                <a:ea typeface="General Sans Semibold" pitchFamily="34" charset="-122"/>
                <a:cs typeface="General Sans Semibold" pitchFamily="34" charset="-120"/>
              </a:rPr>
              <a:t>Datacatalogus en API</a:t>
            </a:r>
            <a:endParaRPr lang="en-US" sz="2300" dirty="0"/>
          </a:p>
        </p:txBody>
      </p:sp>
      <p:sp>
        <p:nvSpPr>
          <p:cNvPr id="82" name="Text 80"/>
          <p:cNvSpPr/>
          <p:nvPr/>
        </p:nvSpPr>
        <p:spPr>
          <a:xfrm>
            <a:off x="4673498" y="2612136"/>
            <a:ext cx="2844698" cy="274320"/>
          </a:xfrm>
          <a:prstGeom prst="rect">
            <a:avLst/>
          </a:prstGeom>
          <a:noFill/>
          <a:ln/>
        </p:spPr>
        <p:txBody>
          <a:bodyPr wrap="square" lIns="0" tIns="0" rIns="0" bIns="0" rtlCol="0" anchor="t"/>
          <a:lstStyle/>
          <a:p>
            <a:pPr algn="l" indent="0" marL="0">
              <a:lnSpc>
                <a:spcPct val="105000"/>
              </a:lnSpc>
              <a:buNone/>
            </a:pPr>
            <a:r>
              <a:rPr lang="en-US" sz="1100" spc="300" kern="0" dirty="0">
                <a:solidFill>
                  <a:srgbClr val="000000"/>
                </a:solidFill>
                <a:latin typeface="General Sans Semibold" pitchFamily="34" charset="0"/>
                <a:ea typeface="General Sans Semibold" pitchFamily="34" charset="-122"/>
                <a:cs typeface="General Sans Semibold" pitchFamily="34" charset="-120"/>
              </a:rPr>
              <a:t>TUSSENLAAG</a:t>
            </a:r>
            <a:endParaRPr lang="en-US" sz="1100" dirty="0"/>
          </a:p>
        </p:txBody>
      </p:sp>
      <p:sp>
        <p:nvSpPr>
          <p:cNvPr id="83" name="Text 81"/>
          <p:cNvSpPr/>
          <p:nvPr/>
        </p:nvSpPr>
        <p:spPr>
          <a:xfrm>
            <a:off x="4673498" y="2959608"/>
            <a:ext cx="2844698" cy="76581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pitchFamily="34" charset="0"/>
                <a:ea typeface="General Sans" pitchFamily="34" charset="-122"/>
                <a:cs typeface="General Sans" pitchFamily="34" charset="-120"/>
              </a:rPr>
              <a:t>Per dataset een beschrijving: wat staat erin, voor welke sector.</a:t>
            </a:r>
            <a:endParaRPr lang="en-US" sz="1500" dirty="0"/>
          </a:p>
        </p:txBody>
      </p:sp>
      <p:sp>
        <p:nvSpPr>
          <p:cNvPr id="84" name="Text 82"/>
          <p:cNvSpPr/>
          <p:nvPr/>
        </p:nvSpPr>
        <p:spPr>
          <a:xfrm>
            <a:off x="4673498" y="3862578"/>
            <a:ext cx="2844698" cy="274320"/>
          </a:xfrm>
          <a:prstGeom prst="rect">
            <a:avLst/>
          </a:prstGeom>
          <a:noFill/>
          <a:ln/>
        </p:spPr>
        <p:txBody>
          <a:bodyPr wrap="square" lIns="0" tIns="0" rIns="0" bIns="0" rtlCol="0" anchor="t"/>
          <a:lstStyle/>
          <a:p>
            <a:pPr algn="l" indent="0" marL="0">
              <a:lnSpc>
                <a:spcPct val="105000"/>
              </a:lnSpc>
              <a:buNone/>
            </a:pPr>
            <a:r>
              <a:rPr lang="en-US" sz="1100" spc="300" kern="0" dirty="0">
                <a:solidFill>
                  <a:srgbClr val="000000"/>
                </a:solidFill>
                <a:latin typeface="General Sans Semibold" pitchFamily="34" charset="0"/>
                <a:ea typeface="General Sans Semibold" pitchFamily="34" charset="-122"/>
                <a:cs typeface="General Sans Semibold" pitchFamily="34" charset="-120"/>
              </a:rPr>
              <a:t>OPLOSSING</a:t>
            </a:r>
            <a:endParaRPr lang="en-US" sz="1100" dirty="0"/>
          </a:p>
        </p:txBody>
      </p:sp>
      <p:sp>
        <p:nvSpPr>
          <p:cNvPr id="85" name="Text 83"/>
          <p:cNvSpPr/>
          <p:nvPr/>
        </p:nvSpPr>
        <p:spPr>
          <a:xfrm>
            <a:off x="4673498" y="4210050"/>
            <a:ext cx="2844698" cy="54102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Semibold" pitchFamily="34" charset="0"/>
                <a:ea typeface="General Sans Semibold" pitchFamily="34" charset="-122"/>
                <a:cs typeface="General Sans Semibold" pitchFamily="34" charset="-120"/>
              </a:rPr>
              <a:t>Eén ingang naar alle bronnen.</a:t>
            </a:r>
            <a:endParaRPr lang="en-US" sz="1500" dirty="0"/>
          </a:p>
        </p:txBody>
      </p:sp>
      <p:sp>
        <p:nvSpPr>
          <p:cNvPr id="86" name="Shape 84"/>
          <p:cNvSpPr/>
          <p:nvPr/>
        </p:nvSpPr>
        <p:spPr>
          <a:xfrm>
            <a:off x="7902245" y="2855595"/>
            <a:ext cx="237744" cy="548640"/>
          </a:xfrm>
          <a:prstGeom prst="chevron">
            <a:avLst/>
          </a:prstGeom>
          <a:solidFill>
            <a:srgbClr val="3D68EC"/>
          </a:solidFill>
          <a:ln/>
        </p:spPr>
      </p:sp>
      <p:sp>
        <p:nvSpPr>
          <p:cNvPr id="87" name="Shape 85"/>
          <p:cNvSpPr/>
          <p:nvPr/>
        </p:nvSpPr>
        <p:spPr>
          <a:xfrm>
            <a:off x="8249717" y="1371600"/>
            <a:ext cx="3393338" cy="3516630"/>
          </a:xfrm>
          <a:prstGeom prst="roundRect">
            <a:avLst>
              <a:gd name="adj" fmla="val 2033"/>
            </a:avLst>
          </a:prstGeom>
          <a:solidFill>
            <a:srgbClr val="00AF81"/>
          </a:solidFill>
          <a:ln/>
        </p:spPr>
      </p:sp>
      <p:sp>
        <p:nvSpPr>
          <p:cNvPr id="88" name="Text 86"/>
          <p:cNvSpPr/>
          <p:nvPr/>
        </p:nvSpPr>
        <p:spPr>
          <a:xfrm>
            <a:off x="8524037" y="1645920"/>
            <a:ext cx="2844698" cy="691896"/>
          </a:xfrm>
          <a:prstGeom prst="rect">
            <a:avLst/>
          </a:prstGeom>
          <a:noFill/>
          <a:ln/>
        </p:spPr>
        <p:txBody>
          <a:bodyPr wrap="square" lIns="0" tIns="0" rIns="0" bIns="0" rtlCol="0" anchor="t"/>
          <a:lstStyle/>
          <a:p>
            <a:pPr algn="l" indent="0" marL="0">
              <a:lnSpc>
                <a:spcPct val="105000"/>
              </a:lnSpc>
              <a:buNone/>
            </a:pPr>
            <a:r>
              <a:rPr lang="en-US" sz="2300" dirty="0">
                <a:solidFill>
                  <a:srgbClr val="000000"/>
                </a:solidFill>
                <a:latin typeface="General Sans Semibold" pitchFamily="34" charset="0"/>
                <a:ea typeface="General Sans Semibold" pitchFamily="34" charset="-122"/>
                <a:cs typeface="General Sans Semibold" pitchFamily="34" charset="-120"/>
              </a:rPr>
              <a:t>Vraag en antwoord</a:t>
            </a:r>
            <a:endParaRPr lang="en-US" sz="2300" dirty="0"/>
          </a:p>
        </p:txBody>
      </p:sp>
      <p:sp>
        <p:nvSpPr>
          <p:cNvPr id="89" name="Text 87"/>
          <p:cNvSpPr/>
          <p:nvPr/>
        </p:nvSpPr>
        <p:spPr>
          <a:xfrm>
            <a:off x="8524037" y="2612136"/>
            <a:ext cx="2844698" cy="274320"/>
          </a:xfrm>
          <a:prstGeom prst="rect">
            <a:avLst/>
          </a:prstGeom>
          <a:noFill/>
          <a:ln/>
        </p:spPr>
        <p:txBody>
          <a:bodyPr wrap="square" lIns="0" tIns="0" rIns="0" bIns="0" rtlCol="0" anchor="t"/>
          <a:lstStyle/>
          <a:p>
            <a:pPr algn="l" indent="0" marL="0">
              <a:lnSpc>
                <a:spcPct val="105000"/>
              </a:lnSpc>
              <a:buNone/>
            </a:pPr>
            <a:r>
              <a:rPr lang="en-US" sz="1100" spc="300" kern="0" dirty="0">
                <a:solidFill>
                  <a:srgbClr val="000000"/>
                </a:solidFill>
                <a:latin typeface="General Sans Semibold" pitchFamily="34" charset="0"/>
                <a:ea typeface="General Sans Semibold" pitchFamily="34" charset="-122"/>
                <a:cs typeface="General Sans Semibold" pitchFamily="34" charset="-120"/>
              </a:rPr>
              <a:t>CHAT</a:t>
            </a:r>
            <a:endParaRPr lang="en-US" sz="1100" dirty="0"/>
          </a:p>
        </p:txBody>
      </p:sp>
      <p:sp>
        <p:nvSpPr>
          <p:cNvPr id="90" name="Text 88"/>
          <p:cNvSpPr/>
          <p:nvPr/>
        </p:nvSpPr>
        <p:spPr>
          <a:xfrm>
            <a:off x="8524037" y="2959608"/>
            <a:ext cx="2844698" cy="76581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pitchFamily="34" charset="0"/>
                <a:ea typeface="General Sans" pitchFamily="34" charset="-122"/>
                <a:cs typeface="General Sans" pitchFamily="34" charset="-120"/>
              </a:rPr>
              <a:t>De tool zoekt in de catalogus en haalt de data via de API.</a:t>
            </a:r>
            <a:endParaRPr lang="en-US" sz="1500" dirty="0"/>
          </a:p>
        </p:txBody>
      </p:sp>
      <p:sp>
        <p:nvSpPr>
          <p:cNvPr id="91" name="Text 89"/>
          <p:cNvSpPr/>
          <p:nvPr/>
        </p:nvSpPr>
        <p:spPr>
          <a:xfrm>
            <a:off x="8524037" y="3862578"/>
            <a:ext cx="2844698" cy="274320"/>
          </a:xfrm>
          <a:prstGeom prst="rect">
            <a:avLst/>
          </a:prstGeom>
          <a:noFill/>
          <a:ln/>
        </p:spPr>
        <p:txBody>
          <a:bodyPr wrap="square" lIns="0" tIns="0" rIns="0" bIns="0" rtlCol="0" anchor="t"/>
          <a:lstStyle/>
          <a:p>
            <a:pPr algn="l" indent="0" marL="0">
              <a:lnSpc>
                <a:spcPct val="105000"/>
              </a:lnSpc>
              <a:buNone/>
            </a:pPr>
            <a:r>
              <a:rPr lang="en-US" sz="1100" spc="300" kern="0" dirty="0">
                <a:solidFill>
                  <a:srgbClr val="000000"/>
                </a:solidFill>
                <a:latin typeface="General Sans Semibold" pitchFamily="34" charset="0"/>
                <a:ea typeface="General Sans Semibold" pitchFamily="34" charset="-122"/>
                <a:cs typeface="General Sans Semibold" pitchFamily="34" charset="-120"/>
              </a:rPr>
              <a:t>RESULTAAT</a:t>
            </a:r>
            <a:endParaRPr lang="en-US" sz="1100" dirty="0"/>
          </a:p>
        </p:txBody>
      </p:sp>
      <p:sp>
        <p:nvSpPr>
          <p:cNvPr id="92" name="Text 90"/>
          <p:cNvSpPr/>
          <p:nvPr/>
        </p:nvSpPr>
        <p:spPr>
          <a:xfrm>
            <a:off x="8524037" y="4210050"/>
            <a:ext cx="2844698" cy="54102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Semibold" pitchFamily="34" charset="0"/>
                <a:ea typeface="General Sans Semibold" pitchFamily="34" charset="-122"/>
                <a:cs typeface="General Sans Semibold" pitchFamily="34" charset="-120"/>
              </a:rPr>
              <a:t>Vragen in gewone taal.</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D9DC"/>
        </a:solidFill>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sp>
      <p:sp>
        <p:nvSpPr>
          <p:cNvPr id="3" name="Shape 1"/>
          <p:cNvSpPr/>
          <p:nvPr/>
        </p:nvSpPr>
        <p:spPr>
          <a:xfrm>
            <a:off x="11212173" y="399224"/>
            <a:ext cx="34616" cy="34616"/>
          </a:xfrm>
          <a:prstGeom prst="ellipse">
            <a:avLst/>
          </a:prstGeom>
          <a:solidFill>
            <a:srgbClr val="000000"/>
          </a:solidFill>
          <a:ln/>
        </p:spPr>
      </p:sp>
      <p:sp>
        <p:nvSpPr>
          <p:cNvPr id="4" name="Shape 2"/>
          <p:cNvSpPr/>
          <p:nvPr/>
        </p:nvSpPr>
        <p:spPr>
          <a:xfrm>
            <a:off x="11398641" y="399224"/>
            <a:ext cx="34616" cy="34616"/>
          </a:xfrm>
          <a:prstGeom prst="ellipse">
            <a:avLst/>
          </a:prstGeom>
          <a:solidFill>
            <a:srgbClr val="000000"/>
          </a:solidFill>
          <a:ln/>
        </p:spPr>
      </p:sp>
      <p:sp>
        <p:nvSpPr>
          <p:cNvPr id="5" name="Shape 3"/>
          <p:cNvSpPr/>
          <p:nvPr/>
        </p:nvSpPr>
        <p:spPr>
          <a:xfrm>
            <a:off x="11258374" y="435357"/>
            <a:ext cx="51936" cy="51936"/>
          </a:xfrm>
          <a:prstGeom prst="ellipse">
            <a:avLst/>
          </a:prstGeom>
          <a:solidFill>
            <a:srgbClr val="000000"/>
          </a:solidFill>
          <a:ln/>
        </p:spPr>
      </p:sp>
      <p:sp>
        <p:nvSpPr>
          <p:cNvPr id="6" name="Shape 4"/>
          <p:cNvSpPr/>
          <p:nvPr/>
        </p:nvSpPr>
        <p:spPr>
          <a:xfrm>
            <a:off x="11335407" y="435306"/>
            <a:ext cx="51718" cy="51718"/>
          </a:xfrm>
          <a:prstGeom prst="ellipse">
            <a:avLst/>
          </a:prstGeom>
          <a:solidFill>
            <a:srgbClr val="000000"/>
          </a:solidFill>
          <a:ln/>
        </p:spPr>
      </p:sp>
      <p:sp>
        <p:nvSpPr>
          <p:cNvPr id="7" name="Shape 5"/>
          <p:cNvSpPr/>
          <p:nvPr/>
        </p:nvSpPr>
        <p:spPr>
          <a:xfrm>
            <a:off x="11127388" y="442398"/>
            <a:ext cx="35294" cy="35294"/>
          </a:xfrm>
          <a:prstGeom prst="ellipse">
            <a:avLst/>
          </a:prstGeom>
          <a:solidFill>
            <a:srgbClr val="000000"/>
          </a:solidFill>
          <a:ln/>
        </p:spPr>
      </p:sp>
      <p:sp>
        <p:nvSpPr>
          <p:cNvPr id="8" name="Shape 6"/>
          <p:cNvSpPr/>
          <p:nvPr/>
        </p:nvSpPr>
        <p:spPr>
          <a:xfrm>
            <a:off x="11482145" y="441649"/>
            <a:ext cx="35960" cy="35960"/>
          </a:xfrm>
          <a:prstGeom prst="ellipse">
            <a:avLst/>
          </a:prstGeom>
          <a:solidFill>
            <a:srgbClr val="000000"/>
          </a:solidFill>
          <a:ln/>
        </p:spPr>
      </p:sp>
      <p:sp>
        <p:nvSpPr>
          <p:cNvPr id="9" name="Shape 7"/>
          <p:cNvSpPr/>
          <p:nvPr/>
        </p:nvSpPr>
        <p:spPr>
          <a:xfrm>
            <a:off x="11185603" y="459328"/>
            <a:ext cx="52167" cy="52167"/>
          </a:xfrm>
          <a:prstGeom prst="ellipse">
            <a:avLst/>
          </a:prstGeom>
          <a:solidFill>
            <a:srgbClr val="000000"/>
          </a:solidFill>
          <a:ln/>
        </p:spPr>
      </p:sp>
      <p:sp>
        <p:nvSpPr>
          <p:cNvPr id="10" name="Shape 8"/>
          <p:cNvSpPr/>
          <p:nvPr/>
        </p:nvSpPr>
        <p:spPr>
          <a:xfrm>
            <a:off x="11408043" y="458713"/>
            <a:ext cx="52384" cy="52384"/>
          </a:xfrm>
          <a:prstGeom prst="ellipse">
            <a:avLst/>
          </a:prstGeom>
          <a:solidFill>
            <a:srgbClr val="000000"/>
          </a:solidFill>
          <a:ln/>
        </p:spPr>
      </p:sp>
      <p:sp>
        <p:nvSpPr>
          <p:cNvPr id="11" name="Shape 9"/>
          <p:cNvSpPr/>
          <p:nvPr/>
        </p:nvSpPr>
        <p:spPr>
          <a:xfrm>
            <a:off x="11241891" y="499749"/>
            <a:ext cx="36613" cy="36613"/>
          </a:xfrm>
          <a:prstGeom prst="ellipse">
            <a:avLst/>
          </a:prstGeom>
          <a:solidFill>
            <a:srgbClr val="000000"/>
          </a:solidFill>
          <a:ln/>
        </p:spPr>
      </p:sp>
      <p:sp>
        <p:nvSpPr>
          <p:cNvPr id="12" name="Shape 10"/>
          <p:cNvSpPr/>
          <p:nvPr/>
        </p:nvSpPr>
        <p:spPr>
          <a:xfrm>
            <a:off x="11294557" y="500146"/>
            <a:ext cx="57223" cy="57223"/>
          </a:xfrm>
          <a:prstGeom prst="ellipse">
            <a:avLst/>
          </a:prstGeom>
          <a:solidFill>
            <a:srgbClr val="000000"/>
          </a:solidFill>
          <a:ln/>
        </p:spPr>
      </p:sp>
      <p:sp>
        <p:nvSpPr>
          <p:cNvPr id="13" name="Shape 11"/>
          <p:cNvSpPr/>
          <p:nvPr/>
        </p:nvSpPr>
        <p:spPr>
          <a:xfrm>
            <a:off x="11364102" y="498770"/>
            <a:ext cx="35294" cy="35294"/>
          </a:xfrm>
          <a:prstGeom prst="ellipse">
            <a:avLst/>
          </a:prstGeom>
          <a:solidFill>
            <a:srgbClr val="000000"/>
          </a:solidFill>
          <a:ln/>
        </p:spPr>
      </p:sp>
      <p:sp>
        <p:nvSpPr>
          <p:cNvPr id="14" name="Shape 12"/>
          <p:cNvSpPr/>
          <p:nvPr/>
        </p:nvSpPr>
        <p:spPr>
          <a:xfrm>
            <a:off x="11123515" y="504524"/>
            <a:ext cx="51936" cy="51936"/>
          </a:xfrm>
          <a:prstGeom prst="ellipse">
            <a:avLst/>
          </a:prstGeom>
          <a:solidFill>
            <a:srgbClr val="000000"/>
          </a:solidFill>
          <a:ln/>
        </p:spPr>
      </p:sp>
      <p:sp>
        <p:nvSpPr>
          <p:cNvPr id="15" name="Shape 13"/>
          <p:cNvSpPr/>
          <p:nvPr/>
        </p:nvSpPr>
        <p:spPr>
          <a:xfrm>
            <a:off x="11470202" y="504300"/>
            <a:ext cx="52384" cy="52384"/>
          </a:xfrm>
          <a:prstGeom prst="ellipse">
            <a:avLst/>
          </a:prstGeom>
          <a:solidFill>
            <a:srgbClr val="000000"/>
          </a:solidFill>
          <a:ln/>
        </p:spPr>
      </p:sp>
      <p:sp>
        <p:nvSpPr>
          <p:cNvPr id="16" name="Shape 14"/>
          <p:cNvSpPr/>
          <p:nvPr/>
        </p:nvSpPr>
        <p:spPr>
          <a:xfrm>
            <a:off x="11060774" y="508825"/>
            <a:ext cx="35627" cy="35627"/>
          </a:xfrm>
          <a:prstGeom prst="ellipse">
            <a:avLst/>
          </a:prstGeom>
          <a:solidFill>
            <a:srgbClr val="000000"/>
          </a:solidFill>
          <a:ln/>
        </p:spPr>
      </p:sp>
      <p:sp>
        <p:nvSpPr>
          <p:cNvPr id="17" name="Shape 15"/>
          <p:cNvSpPr/>
          <p:nvPr/>
        </p:nvSpPr>
        <p:spPr>
          <a:xfrm>
            <a:off x="11548535" y="508038"/>
            <a:ext cx="36613" cy="36613"/>
          </a:xfrm>
          <a:prstGeom prst="ellipse">
            <a:avLst/>
          </a:prstGeom>
          <a:solidFill>
            <a:srgbClr val="000000"/>
          </a:solidFill>
          <a:ln/>
        </p:spPr>
      </p:sp>
      <p:sp>
        <p:nvSpPr>
          <p:cNvPr id="18" name="Shape 16"/>
          <p:cNvSpPr/>
          <p:nvPr/>
        </p:nvSpPr>
        <p:spPr>
          <a:xfrm>
            <a:off x="11191466" y="533379"/>
            <a:ext cx="57825" cy="57825"/>
          </a:xfrm>
          <a:prstGeom prst="ellipse">
            <a:avLst/>
          </a:prstGeom>
          <a:solidFill>
            <a:srgbClr val="000000"/>
          </a:solidFill>
          <a:ln/>
        </p:spPr>
      </p:sp>
      <p:sp>
        <p:nvSpPr>
          <p:cNvPr id="19" name="Shape 17"/>
          <p:cNvSpPr/>
          <p:nvPr/>
        </p:nvSpPr>
        <p:spPr>
          <a:xfrm>
            <a:off x="11396535" y="533494"/>
            <a:ext cx="57428" cy="57428"/>
          </a:xfrm>
          <a:prstGeom prst="ellipse">
            <a:avLst/>
          </a:prstGeom>
          <a:solidFill>
            <a:srgbClr val="000000"/>
          </a:solidFill>
          <a:ln/>
        </p:spPr>
      </p:sp>
      <p:sp>
        <p:nvSpPr>
          <p:cNvPr id="20" name="Shape 18"/>
          <p:cNvSpPr/>
          <p:nvPr/>
        </p:nvSpPr>
        <p:spPr>
          <a:xfrm>
            <a:off x="11079087" y="567226"/>
            <a:ext cx="51270" cy="51270"/>
          </a:xfrm>
          <a:prstGeom prst="ellipse">
            <a:avLst/>
          </a:prstGeom>
          <a:solidFill>
            <a:srgbClr val="000000"/>
          </a:solidFill>
          <a:ln/>
        </p:spPr>
      </p:sp>
      <p:sp>
        <p:nvSpPr>
          <p:cNvPr id="21" name="Shape 19"/>
          <p:cNvSpPr/>
          <p:nvPr/>
        </p:nvSpPr>
        <p:spPr>
          <a:xfrm>
            <a:off x="11339728" y="567053"/>
            <a:ext cx="34616" cy="34616"/>
          </a:xfrm>
          <a:prstGeom prst="ellipse">
            <a:avLst/>
          </a:prstGeom>
          <a:solidFill>
            <a:srgbClr val="000000"/>
          </a:solidFill>
          <a:ln/>
        </p:spPr>
      </p:sp>
      <p:sp>
        <p:nvSpPr>
          <p:cNvPr id="22" name="Shape 20"/>
          <p:cNvSpPr/>
          <p:nvPr/>
        </p:nvSpPr>
        <p:spPr>
          <a:xfrm>
            <a:off x="11515167" y="566234"/>
            <a:ext cx="52819" cy="52819"/>
          </a:xfrm>
          <a:prstGeom prst="ellipse">
            <a:avLst/>
          </a:prstGeom>
          <a:solidFill>
            <a:srgbClr val="000000"/>
          </a:solidFill>
          <a:ln/>
        </p:spPr>
      </p:sp>
      <p:sp>
        <p:nvSpPr>
          <p:cNvPr id="23" name="Shape 21"/>
          <p:cNvSpPr/>
          <p:nvPr/>
        </p:nvSpPr>
        <p:spPr>
          <a:xfrm>
            <a:off x="11262860" y="569742"/>
            <a:ext cx="34961" cy="34961"/>
          </a:xfrm>
          <a:prstGeom prst="ellipse">
            <a:avLst/>
          </a:prstGeom>
          <a:solidFill>
            <a:srgbClr val="000000"/>
          </a:solidFill>
          <a:ln/>
        </p:spPr>
      </p:sp>
      <p:sp>
        <p:nvSpPr>
          <p:cNvPr id="24" name="Shape 22"/>
          <p:cNvSpPr/>
          <p:nvPr/>
        </p:nvSpPr>
        <p:spPr>
          <a:xfrm>
            <a:off x="11462521" y="569818"/>
            <a:ext cx="35294" cy="35294"/>
          </a:xfrm>
          <a:prstGeom prst="ellipse">
            <a:avLst/>
          </a:prstGeom>
          <a:solidFill>
            <a:srgbClr val="000000"/>
          </a:solidFill>
          <a:ln/>
        </p:spPr>
      </p:sp>
      <p:sp>
        <p:nvSpPr>
          <p:cNvPr id="25" name="Shape 23"/>
          <p:cNvSpPr/>
          <p:nvPr/>
        </p:nvSpPr>
        <p:spPr>
          <a:xfrm>
            <a:off x="11145681" y="573441"/>
            <a:ext cx="34270" cy="34270"/>
          </a:xfrm>
          <a:prstGeom prst="ellipse">
            <a:avLst/>
          </a:prstGeom>
          <a:solidFill>
            <a:srgbClr val="000000"/>
          </a:solidFill>
          <a:ln/>
        </p:spPr>
      </p:sp>
      <p:sp>
        <p:nvSpPr>
          <p:cNvPr id="26" name="Shape 24"/>
          <p:cNvSpPr/>
          <p:nvPr/>
        </p:nvSpPr>
        <p:spPr>
          <a:xfrm>
            <a:off x="11592015" y="593213"/>
            <a:ext cx="35294" cy="35294"/>
          </a:xfrm>
          <a:prstGeom prst="ellipse">
            <a:avLst/>
          </a:prstGeom>
          <a:solidFill>
            <a:srgbClr val="000000"/>
          </a:solidFill>
          <a:ln/>
        </p:spPr>
      </p:sp>
      <p:sp>
        <p:nvSpPr>
          <p:cNvPr id="27" name="Shape 25"/>
          <p:cNvSpPr/>
          <p:nvPr/>
        </p:nvSpPr>
        <p:spPr>
          <a:xfrm>
            <a:off x="11019124" y="593444"/>
            <a:ext cx="34616" cy="34616"/>
          </a:xfrm>
          <a:prstGeom prst="ellipse">
            <a:avLst/>
          </a:prstGeom>
          <a:solidFill>
            <a:srgbClr val="000000"/>
          </a:solidFill>
          <a:ln/>
        </p:spPr>
      </p:sp>
      <p:sp>
        <p:nvSpPr>
          <p:cNvPr id="28" name="Shape 26"/>
          <p:cNvSpPr/>
          <p:nvPr/>
        </p:nvSpPr>
        <p:spPr>
          <a:xfrm>
            <a:off x="11403576" y="610214"/>
            <a:ext cx="34961" cy="34961"/>
          </a:xfrm>
          <a:prstGeom prst="ellipse">
            <a:avLst/>
          </a:prstGeom>
          <a:solidFill>
            <a:srgbClr val="000000"/>
          </a:solidFill>
          <a:ln/>
        </p:spPr>
      </p:sp>
      <p:sp>
        <p:nvSpPr>
          <p:cNvPr id="29" name="Shape 27"/>
          <p:cNvSpPr/>
          <p:nvPr/>
        </p:nvSpPr>
        <p:spPr>
          <a:xfrm>
            <a:off x="11201662" y="616570"/>
            <a:ext cx="35627" cy="35627"/>
          </a:xfrm>
          <a:prstGeom prst="ellipse">
            <a:avLst/>
          </a:prstGeom>
          <a:solidFill>
            <a:srgbClr val="000000"/>
          </a:solidFill>
          <a:ln/>
        </p:spPr>
      </p:sp>
      <p:sp>
        <p:nvSpPr>
          <p:cNvPr id="30" name="Shape 28"/>
          <p:cNvSpPr/>
          <p:nvPr/>
        </p:nvSpPr>
        <p:spPr>
          <a:xfrm>
            <a:off x="11127484" y="620705"/>
            <a:ext cx="58030" cy="58030"/>
          </a:xfrm>
          <a:prstGeom prst="ellipse">
            <a:avLst/>
          </a:prstGeom>
          <a:solidFill>
            <a:srgbClr val="000000"/>
          </a:solidFill>
          <a:ln/>
        </p:spPr>
      </p:sp>
      <p:sp>
        <p:nvSpPr>
          <p:cNvPr id="31" name="Shape 29"/>
          <p:cNvSpPr/>
          <p:nvPr/>
        </p:nvSpPr>
        <p:spPr>
          <a:xfrm>
            <a:off x="11460767" y="620852"/>
            <a:ext cx="57428" cy="57428"/>
          </a:xfrm>
          <a:prstGeom prst="ellipse">
            <a:avLst/>
          </a:prstGeom>
          <a:solidFill>
            <a:srgbClr val="000000"/>
          </a:solidFill>
          <a:ln/>
        </p:spPr>
      </p:sp>
      <p:sp>
        <p:nvSpPr>
          <p:cNvPr id="32" name="Shape 30"/>
          <p:cNvSpPr/>
          <p:nvPr/>
        </p:nvSpPr>
        <p:spPr>
          <a:xfrm>
            <a:off x="11055219" y="640144"/>
            <a:ext cx="51718" cy="51718"/>
          </a:xfrm>
          <a:prstGeom prst="ellipse">
            <a:avLst/>
          </a:prstGeom>
          <a:solidFill>
            <a:srgbClr val="000000"/>
          </a:solidFill>
          <a:ln/>
        </p:spPr>
      </p:sp>
      <p:sp>
        <p:nvSpPr>
          <p:cNvPr id="33" name="Shape 31"/>
          <p:cNvSpPr/>
          <p:nvPr/>
        </p:nvSpPr>
        <p:spPr>
          <a:xfrm>
            <a:off x="11539330" y="640266"/>
            <a:ext cx="51270" cy="51270"/>
          </a:xfrm>
          <a:prstGeom prst="ellipse">
            <a:avLst/>
          </a:prstGeom>
          <a:solidFill>
            <a:srgbClr val="000000"/>
          </a:solidFill>
          <a:ln/>
        </p:spPr>
      </p:sp>
      <p:sp>
        <p:nvSpPr>
          <p:cNvPr id="34" name="Shape 32"/>
          <p:cNvSpPr/>
          <p:nvPr/>
        </p:nvSpPr>
        <p:spPr>
          <a:xfrm>
            <a:off x="11429576" y="682274"/>
            <a:ext cx="35627" cy="35627"/>
          </a:xfrm>
          <a:prstGeom prst="ellipse">
            <a:avLst/>
          </a:prstGeom>
          <a:solidFill>
            <a:srgbClr val="000000"/>
          </a:solidFill>
          <a:ln/>
        </p:spPr>
      </p:sp>
      <p:sp>
        <p:nvSpPr>
          <p:cNvPr id="35" name="Shape 33"/>
          <p:cNvSpPr/>
          <p:nvPr/>
        </p:nvSpPr>
        <p:spPr>
          <a:xfrm>
            <a:off x="11004076" y="687222"/>
            <a:ext cx="34616" cy="34616"/>
          </a:xfrm>
          <a:prstGeom prst="ellipse">
            <a:avLst/>
          </a:prstGeom>
          <a:solidFill>
            <a:srgbClr val="000000"/>
          </a:solidFill>
          <a:ln/>
        </p:spPr>
      </p:sp>
      <p:sp>
        <p:nvSpPr>
          <p:cNvPr id="36" name="Shape 34"/>
          <p:cNvSpPr/>
          <p:nvPr/>
        </p:nvSpPr>
        <p:spPr>
          <a:xfrm>
            <a:off x="11502052" y="685321"/>
            <a:ext cx="34270" cy="34270"/>
          </a:xfrm>
          <a:prstGeom prst="ellipse">
            <a:avLst/>
          </a:prstGeom>
          <a:solidFill>
            <a:srgbClr val="000000"/>
          </a:solidFill>
          <a:ln/>
        </p:spPr>
      </p:sp>
      <p:sp>
        <p:nvSpPr>
          <p:cNvPr id="37" name="Shape 35"/>
          <p:cNvSpPr/>
          <p:nvPr/>
        </p:nvSpPr>
        <p:spPr>
          <a:xfrm>
            <a:off x="11606321" y="686422"/>
            <a:ext cx="35627" cy="35627"/>
          </a:xfrm>
          <a:prstGeom prst="ellipse">
            <a:avLst/>
          </a:prstGeom>
          <a:solidFill>
            <a:srgbClr val="000000"/>
          </a:solidFill>
          <a:ln/>
        </p:spPr>
      </p:sp>
      <p:sp>
        <p:nvSpPr>
          <p:cNvPr id="38" name="Shape 36"/>
          <p:cNvSpPr/>
          <p:nvPr/>
        </p:nvSpPr>
        <p:spPr>
          <a:xfrm>
            <a:off x="11108908" y="688957"/>
            <a:ext cx="35294" cy="35294"/>
          </a:xfrm>
          <a:prstGeom prst="ellipse">
            <a:avLst/>
          </a:prstGeom>
          <a:solidFill>
            <a:srgbClr val="000000"/>
          </a:solidFill>
          <a:ln/>
        </p:spPr>
      </p:sp>
      <p:sp>
        <p:nvSpPr>
          <p:cNvPr id="39" name="Shape 37"/>
          <p:cNvSpPr/>
          <p:nvPr/>
        </p:nvSpPr>
        <p:spPr>
          <a:xfrm>
            <a:off x="11179733" y="690371"/>
            <a:ext cx="36613" cy="36613"/>
          </a:xfrm>
          <a:prstGeom prst="ellipse">
            <a:avLst/>
          </a:prstGeom>
          <a:solidFill>
            <a:srgbClr val="000000"/>
          </a:solidFill>
          <a:ln/>
        </p:spPr>
      </p:sp>
      <p:sp>
        <p:nvSpPr>
          <p:cNvPr id="40" name="Shape 38"/>
          <p:cNvSpPr/>
          <p:nvPr/>
        </p:nvSpPr>
        <p:spPr>
          <a:xfrm>
            <a:off x="11054764" y="716576"/>
            <a:ext cx="51936" cy="51936"/>
          </a:xfrm>
          <a:prstGeom prst="ellipse">
            <a:avLst/>
          </a:prstGeom>
          <a:solidFill>
            <a:srgbClr val="000000"/>
          </a:solidFill>
          <a:ln/>
        </p:spPr>
      </p:sp>
      <p:sp>
        <p:nvSpPr>
          <p:cNvPr id="41" name="Shape 39"/>
          <p:cNvSpPr/>
          <p:nvPr/>
        </p:nvSpPr>
        <p:spPr>
          <a:xfrm>
            <a:off x="11539023" y="716851"/>
            <a:ext cx="51488" cy="51488"/>
          </a:xfrm>
          <a:prstGeom prst="ellipse">
            <a:avLst/>
          </a:prstGeom>
          <a:solidFill>
            <a:srgbClr val="000000"/>
          </a:solidFill>
          <a:ln/>
        </p:spPr>
      </p:sp>
      <p:sp>
        <p:nvSpPr>
          <p:cNvPr id="42" name="Shape 40"/>
          <p:cNvSpPr/>
          <p:nvPr/>
        </p:nvSpPr>
        <p:spPr>
          <a:xfrm>
            <a:off x="11127490" y="729288"/>
            <a:ext cx="58222" cy="58222"/>
          </a:xfrm>
          <a:prstGeom prst="ellipse">
            <a:avLst/>
          </a:prstGeom>
          <a:solidFill>
            <a:srgbClr val="000000"/>
          </a:solidFill>
          <a:ln/>
        </p:spPr>
      </p:sp>
      <p:sp>
        <p:nvSpPr>
          <p:cNvPr id="43" name="Shape 41"/>
          <p:cNvSpPr/>
          <p:nvPr/>
        </p:nvSpPr>
        <p:spPr>
          <a:xfrm>
            <a:off x="11460671" y="729781"/>
            <a:ext cx="57633" cy="57633"/>
          </a:xfrm>
          <a:prstGeom prst="ellipse">
            <a:avLst/>
          </a:prstGeom>
          <a:solidFill>
            <a:srgbClr val="000000"/>
          </a:solidFill>
          <a:ln/>
        </p:spPr>
      </p:sp>
      <p:sp>
        <p:nvSpPr>
          <p:cNvPr id="44" name="Shape 42"/>
          <p:cNvSpPr/>
          <p:nvPr/>
        </p:nvSpPr>
        <p:spPr>
          <a:xfrm>
            <a:off x="11407973" y="756415"/>
            <a:ext cx="35960" cy="35960"/>
          </a:xfrm>
          <a:prstGeom prst="ellipse">
            <a:avLst/>
          </a:prstGeom>
          <a:solidFill>
            <a:srgbClr val="000000"/>
          </a:solidFill>
          <a:ln/>
        </p:spPr>
      </p:sp>
      <p:sp>
        <p:nvSpPr>
          <p:cNvPr id="45" name="Shape 43"/>
          <p:cNvSpPr/>
          <p:nvPr/>
        </p:nvSpPr>
        <p:spPr>
          <a:xfrm>
            <a:off x="11207308" y="763884"/>
            <a:ext cx="34616" cy="34616"/>
          </a:xfrm>
          <a:prstGeom prst="ellipse">
            <a:avLst/>
          </a:prstGeom>
          <a:solidFill>
            <a:srgbClr val="000000"/>
          </a:solidFill>
          <a:ln/>
        </p:spPr>
      </p:sp>
      <p:sp>
        <p:nvSpPr>
          <p:cNvPr id="46" name="Shape 44"/>
          <p:cNvSpPr/>
          <p:nvPr/>
        </p:nvSpPr>
        <p:spPr>
          <a:xfrm>
            <a:off x="11018670" y="780462"/>
            <a:ext cx="34616" cy="34616"/>
          </a:xfrm>
          <a:prstGeom prst="ellipse">
            <a:avLst/>
          </a:prstGeom>
          <a:solidFill>
            <a:srgbClr val="000000"/>
          </a:solidFill>
          <a:ln/>
        </p:spPr>
      </p:sp>
      <p:sp>
        <p:nvSpPr>
          <p:cNvPr id="47" name="Shape 45"/>
          <p:cNvSpPr/>
          <p:nvPr/>
        </p:nvSpPr>
        <p:spPr>
          <a:xfrm>
            <a:off x="11591670" y="780123"/>
            <a:ext cx="35294" cy="35294"/>
          </a:xfrm>
          <a:prstGeom prst="ellipse">
            <a:avLst/>
          </a:prstGeom>
          <a:solidFill>
            <a:srgbClr val="000000"/>
          </a:solidFill>
          <a:ln/>
        </p:spPr>
      </p:sp>
      <p:sp>
        <p:nvSpPr>
          <p:cNvPr id="48" name="Shape 46"/>
          <p:cNvSpPr/>
          <p:nvPr/>
        </p:nvSpPr>
        <p:spPr>
          <a:xfrm>
            <a:off x="11079010" y="790179"/>
            <a:ext cx="51270" cy="51270"/>
          </a:xfrm>
          <a:prstGeom prst="ellipse">
            <a:avLst/>
          </a:prstGeom>
          <a:solidFill>
            <a:srgbClr val="000000"/>
          </a:solidFill>
          <a:ln/>
        </p:spPr>
      </p:sp>
      <p:sp>
        <p:nvSpPr>
          <p:cNvPr id="49" name="Shape 47"/>
          <p:cNvSpPr/>
          <p:nvPr/>
        </p:nvSpPr>
        <p:spPr>
          <a:xfrm>
            <a:off x="11515218" y="789692"/>
            <a:ext cx="52602" cy="52602"/>
          </a:xfrm>
          <a:prstGeom prst="ellipse">
            <a:avLst/>
          </a:prstGeom>
          <a:solidFill>
            <a:srgbClr val="000000"/>
          </a:solidFill>
          <a:ln/>
        </p:spPr>
      </p:sp>
      <p:sp>
        <p:nvSpPr>
          <p:cNvPr id="50" name="Shape 48"/>
          <p:cNvSpPr/>
          <p:nvPr/>
        </p:nvSpPr>
        <p:spPr>
          <a:xfrm>
            <a:off x="11147371" y="803460"/>
            <a:ext cx="35627" cy="35627"/>
          </a:xfrm>
          <a:prstGeom prst="ellipse">
            <a:avLst/>
          </a:prstGeom>
          <a:solidFill>
            <a:srgbClr val="000000"/>
          </a:solidFill>
          <a:ln/>
        </p:spPr>
      </p:sp>
      <p:sp>
        <p:nvSpPr>
          <p:cNvPr id="51" name="Shape 49"/>
          <p:cNvSpPr/>
          <p:nvPr/>
        </p:nvSpPr>
        <p:spPr>
          <a:xfrm>
            <a:off x="11347786" y="804293"/>
            <a:ext cx="35294" cy="35294"/>
          </a:xfrm>
          <a:prstGeom prst="ellipse">
            <a:avLst/>
          </a:prstGeom>
          <a:solidFill>
            <a:srgbClr val="000000"/>
          </a:solidFill>
          <a:ln/>
        </p:spPr>
      </p:sp>
      <p:sp>
        <p:nvSpPr>
          <p:cNvPr id="52" name="Shape 50"/>
          <p:cNvSpPr/>
          <p:nvPr/>
        </p:nvSpPr>
        <p:spPr>
          <a:xfrm>
            <a:off x="11465119" y="800919"/>
            <a:ext cx="34961" cy="34961"/>
          </a:xfrm>
          <a:prstGeom prst="ellipse">
            <a:avLst/>
          </a:prstGeom>
          <a:solidFill>
            <a:srgbClr val="000000"/>
          </a:solidFill>
          <a:ln/>
        </p:spPr>
      </p:sp>
      <p:sp>
        <p:nvSpPr>
          <p:cNvPr id="53" name="Shape 51"/>
          <p:cNvSpPr/>
          <p:nvPr/>
        </p:nvSpPr>
        <p:spPr>
          <a:xfrm>
            <a:off x="11270669" y="806590"/>
            <a:ext cx="35627" cy="35627"/>
          </a:xfrm>
          <a:prstGeom prst="ellipse">
            <a:avLst/>
          </a:prstGeom>
          <a:solidFill>
            <a:srgbClr val="000000"/>
          </a:solidFill>
          <a:ln/>
        </p:spPr>
      </p:sp>
      <p:sp>
        <p:nvSpPr>
          <p:cNvPr id="54" name="Shape 52"/>
          <p:cNvSpPr/>
          <p:nvPr/>
        </p:nvSpPr>
        <p:spPr>
          <a:xfrm>
            <a:off x="11191498" y="817766"/>
            <a:ext cx="57633" cy="57633"/>
          </a:xfrm>
          <a:prstGeom prst="ellipse">
            <a:avLst/>
          </a:prstGeom>
          <a:solidFill>
            <a:srgbClr val="000000"/>
          </a:solidFill>
          <a:ln/>
        </p:spPr>
      </p:sp>
      <p:sp>
        <p:nvSpPr>
          <p:cNvPr id="55" name="Shape 53"/>
          <p:cNvSpPr/>
          <p:nvPr/>
        </p:nvSpPr>
        <p:spPr>
          <a:xfrm>
            <a:off x="11396573" y="817888"/>
            <a:ext cx="57633" cy="57633"/>
          </a:xfrm>
          <a:prstGeom prst="ellipse">
            <a:avLst/>
          </a:prstGeom>
          <a:solidFill>
            <a:srgbClr val="000000"/>
          </a:solidFill>
          <a:ln/>
        </p:spPr>
      </p:sp>
      <p:sp>
        <p:nvSpPr>
          <p:cNvPr id="56" name="Shape 54"/>
          <p:cNvSpPr/>
          <p:nvPr/>
        </p:nvSpPr>
        <p:spPr>
          <a:xfrm>
            <a:off x="11123445" y="851985"/>
            <a:ext cx="52167" cy="52167"/>
          </a:xfrm>
          <a:prstGeom prst="ellipse">
            <a:avLst/>
          </a:prstGeom>
          <a:solidFill>
            <a:srgbClr val="000000"/>
          </a:solidFill>
          <a:ln/>
        </p:spPr>
      </p:sp>
      <p:sp>
        <p:nvSpPr>
          <p:cNvPr id="57" name="Shape 55"/>
          <p:cNvSpPr/>
          <p:nvPr/>
        </p:nvSpPr>
        <p:spPr>
          <a:xfrm>
            <a:off x="11294647" y="851390"/>
            <a:ext cx="57223" cy="57223"/>
          </a:xfrm>
          <a:prstGeom prst="ellipse">
            <a:avLst/>
          </a:prstGeom>
          <a:solidFill>
            <a:srgbClr val="000000"/>
          </a:solidFill>
          <a:ln/>
        </p:spPr>
      </p:sp>
      <p:sp>
        <p:nvSpPr>
          <p:cNvPr id="58" name="Shape 56"/>
          <p:cNvSpPr/>
          <p:nvPr/>
        </p:nvSpPr>
        <p:spPr>
          <a:xfrm>
            <a:off x="11470202" y="852382"/>
            <a:ext cx="52384" cy="52384"/>
          </a:xfrm>
          <a:prstGeom prst="ellipse">
            <a:avLst/>
          </a:prstGeom>
          <a:solidFill>
            <a:srgbClr val="000000"/>
          </a:solidFill>
          <a:ln/>
        </p:spPr>
      </p:sp>
      <p:sp>
        <p:nvSpPr>
          <p:cNvPr id="59" name="Shape 57"/>
          <p:cNvSpPr/>
          <p:nvPr/>
        </p:nvSpPr>
        <p:spPr>
          <a:xfrm>
            <a:off x="11060774" y="864607"/>
            <a:ext cx="35627" cy="35627"/>
          </a:xfrm>
          <a:prstGeom prst="ellipse">
            <a:avLst/>
          </a:prstGeom>
          <a:solidFill>
            <a:srgbClr val="000000"/>
          </a:solidFill>
          <a:ln/>
        </p:spPr>
      </p:sp>
      <p:sp>
        <p:nvSpPr>
          <p:cNvPr id="60" name="Shape 58"/>
          <p:cNvSpPr/>
          <p:nvPr/>
        </p:nvSpPr>
        <p:spPr>
          <a:xfrm>
            <a:off x="11548733" y="864185"/>
            <a:ext cx="35627" cy="35627"/>
          </a:xfrm>
          <a:prstGeom prst="ellipse">
            <a:avLst/>
          </a:prstGeom>
          <a:solidFill>
            <a:srgbClr val="000000"/>
          </a:solidFill>
          <a:ln/>
        </p:spPr>
      </p:sp>
      <p:sp>
        <p:nvSpPr>
          <p:cNvPr id="61" name="Shape 59"/>
          <p:cNvSpPr/>
          <p:nvPr/>
        </p:nvSpPr>
        <p:spPr>
          <a:xfrm>
            <a:off x="11246231" y="873908"/>
            <a:ext cx="35627" cy="35627"/>
          </a:xfrm>
          <a:prstGeom prst="ellipse">
            <a:avLst/>
          </a:prstGeom>
          <a:solidFill>
            <a:srgbClr val="000000"/>
          </a:solidFill>
          <a:ln/>
        </p:spPr>
      </p:sp>
      <p:sp>
        <p:nvSpPr>
          <p:cNvPr id="62" name="Shape 60"/>
          <p:cNvSpPr/>
          <p:nvPr/>
        </p:nvSpPr>
        <p:spPr>
          <a:xfrm>
            <a:off x="11367418" y="872896"/>
            <a:ext cx="35627" cy="35627"/>
          </a:xfrm>
          <a:prstGeom prst="ellipse">
            <a:avLst/>
          </a:prstGeom>
          <a:solidFill>
            <a:srgbClr val="000000"/>
          </a:solidFill>
          <a:ln/>
        </p:spPr>
      </p:sp>
      <p:sp>
        <p:nvSpPr>
          <p:cNvPr id="63" name="Shape 61"/>
          <p:cNvSpPr/>
          <p:nvPr/>
        </p:nvSpPr>
        <p:spPr>
          <a:xfrm>
            <a:off x="11185366" y="897322"/>
            <a:ext cx="51936" cy="51936"/>
          </a:xfrm>
          <a:prstGeom prst="ellipse">
            <a:avLst/>
          </a:prstGeom>
          <a:solidFill>
            <a:srgbClr val="000000"/>
          </a:solidFill>
          <a:ln/>
        </p:spPr>
      </p:sp>
      <p:sp>
        <p:nvSpPr>
          <p:cNvPr id="64" name="Shape 62"/>
          <p:cNvSpPr/>
          <p:nvPr/>
        </p:nvSpPr>
        <p:spPr>
          <a:xfrm>
            <a:off x="11407845" y="897655"/>
            <a:ext cx="52602" cy="52602"/>
          </a:xfrm>
          <a:prstGeom prst="ellipse">
            <a:avLst/>
          </a:prstGeom>
          <a:solidFill>
            <a:srgbClr val="000000"/>
          </a:solidFill>
          <a:ln/>
        </p:spPr>
      </p:sp>
      <p:sp>
        <p:nvSpPr>
          <p:cNvPr id="65" name="Shape 63"/>
          <p:cNvSpPr/>
          <p:nvPr/>
        </p:nvSpPr>
        <p:spPr>
          <a:xfrm>
            <a:off x="11258822" y="921466"/>
            <a:ext cx="51270" cy="51270"/>
          </a:xfrm>
          <a:prstGeom prst="ellipse">
            <a:avLst/>
          </a:prstGeom>
          <a:solidFill>
            <a:srgbClr val="000000"/>
          </a:solidFill>
          <a:ln/>
        </p:spPr>
      </p:sp>
      <p:sp>
        <p:nvSpPr>
          <p:cNvPr id="66" name="Shape 64"/>
          <p:cNvSpPr/>
          <p:nvPr/>
        </p:nvSpPr>
        <p:spPr>
          <a:xfrm>
            <a:off x="11335350" y="921504"/>
            <a:ext cx="51270" cy="51270"/>
          </a:xfrm>
          <a:prstGeom prst="ellipse">
            <a:avLst/>
          </a:prstGeom>
          <a:solidFill>
            <a:srgbClr val="000000"/>
          </a:solidFill>
          <a:ln/>
        </p:spPr>
      </p:sp>
      <p:sp>
        <p:nvSpPr>
          <p:cNvPr id="67" name="Shape 65"/>
          <p:cNvSpPr/>
          <p:nvPr/>
        </p:nvSpPr>
        <p:spPr>
          <a:xfrm>
            <a:off x="11127388" y="931368"/>
            <a:ext cx="35294" cy="35294"/>
          </a:xfrm>
          <a:prstGeom prst="ellipse">
            <a:avLst/>
          </a:prstGeom>
          <a:solidFill>
            <a:srgbClr val="000000"/>
          </a:solidFill>
          <a:ln/>
        </p:spPr>
      </p:sp>
      <p:sp>
        <p:nvSpPr>
          <p:cNvPr id="68" name="Shape 66"/>
          <p:cNvSpPr/>
          <p:nvPr/>
        </p:nvSpPr>
        <p:spPr>
          <a:xfrm>
            <a:off x="11481979" y="931035"/>
            <a:ext cx="35960" cy="35960"/>
          </a:xfrm>
          <a:prstGeom prst="ellipse">
            <a:avLst/>
          </a:prstGeom>
          <a:solidFill>
            <a:srgbClr val="000000"/>
          </a:solidFill>
          <a:ln/>
        </p:spPr>
      </p:sp>
      <p:sp>
        <p:nvSpPr>
          <p:cNvPr id="69" name="Shape 67"/>
          <p:cNvSpPr/>
          <p:nvPr/>
        </p:nvSpPr>
        <p:spPr>
          <a:xfrm>
            <a:off x="11211987" y="974695"/>
            <a:ext cx="34961" cy="34961"/>
          </a:xfrm>
          <a:prstGeom prst="ellipse">
            <a:avLst/>
          </a:prstGeom>
          <a:solidFill>
            <a:srgbClr val="000000"/>
          </a:solidFill>
          <a:ln/>
        </p:spPr>
      </p:sp>
      <p:sp>
        <p:nvSpPr>
          <p:cNvPr id="70" name="Shape 68"/>
          <p:cNvSpPr/>
          <p:nvPr/>
        </p:nvSpPr>
        <p:spPr>
          <a:xfrm>
            <a:off x="11398461" y="974695"/>
            <a:ext cx="34961" cy="34961"/>
          </a:xfrm>
          <a:prstGeom prst="ellipse">
            <a:avLst/>
          </a:prstGeom>
          <a:solidFill>
            <a:srgbClr val="000000"/>
          </a:solidFill>
          <a:ln/>
        </p:spPr>
      </p:sp>
      <p:sp>
        <p:nvSpPr>
          <p:cNvPr id="71" name="Shape 69"/>
          <p:cNvSpPr/>
          <p:nvPr/>
        </p:nvSpPr>
        <p:spPr>
          <a:xfrm>
            <a:off x="11304837" y="988501"/>
            <a:ext cx="35627" cy="35627"/>
          </a:xfrm>
          <a:prstGeom prst="ellipse">
            <a:avLst/>
          </a:prstGeom>
          <a:solidFill>
            <a:srgbClr val="000000"/>
          </a:solidFill>
          <a:ln/>
        </p:spPr>
      </p:sp>
      <p:sp>
        <p:nvSpPr>
          <p:cNvPr id="72" name="Text 70"/>
          <p:cNvSpPr/>
          <p:nvPr/>
        </p:nvSpPr>
        <p:spPr>
          <a:xfrm>
            <a:off x="548640" y="411480"/>
            <a:ext cx="10088575" cy="777240"/>
          </a:xfrm>
          <a:prstGeom prst="rect">
            <a:avLst/>
          </a:prstGeom>
          <a:noFill/>
          <a:ln/>
        </p:spPr>
        <p:txBody>
          <a:bodyPr wrap="square" lIns="0" tIns="0" rIns="0" bIns="0" rtlCol="0" anchor="ctr"/>
          <a:lstStyle/>
          <a:p>
            <a:pPr algn="l" indent="0" marL="0">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Drie open bronnen, één gesprek</a:t>
            </a:r>
            <a:endParaRPr lang="en-US" sz="3400" dirty="0"/>
          </a:p>
        </p:txBody>
      </p:sp>
      <p:sp>
        <p:nvSpPr>
          <p:cNvPr id="73" name="Shape 71"/>
          <p:cNvSpPr/>
          <p:nvPr/>
        </p:nvSpPr>
        <p:spPr>
          <a:xfrm>
            <a:off x="548640" y="1325880"/>
            <a:ext cx="3551834" cy="2522728"/>
          </a:xfrm>
          <a:prstGeom prst="roundRect">
            <a:avLst>
              <a:gd name="adj" fmla="val 3679"/>
            </a:avLst>
          </a:prstGeom>
          <a:solidFill>
            <a:srgbClr val="3D68EC"/>
          </a:solidFill>
          <a:ln/>
        </p:spPr>
      </p:sp>
      <p:sp>
        <p:nvSpPr>
          <p:cNvPr id="74" name="Text 72"/>
          <p:cNvSpPr/>
          <p:nvPr/>
        </p:nvSpPr>
        <p:spPr>
          <a:xfrm>
            <a:off x="822960" y="1554480"/>
            <a:ext cx="3003194" cy="1005840"/>
          </a:xfrm>
          <a:prstGeom prst="rect">
            <a:avLst/>
          </a:prstGeom>
          <a:noFill/>
          <a:ln/>
        </p:spPr>
        <p:txBody>
          <a:bodyPr wrap="square" lIns="0" tIns="0" rIns="0" bIns="0" rtlCol="0" anchor="ctr"/>
          <a:lstStyle/>
          <a:p>
            <a:pPr algn="l" indent="0" marL="0">
              <a:lnSpc>
                <a:spcPct val="105000"/>
              </a:lnSpc>
              <a:buNone/>
            </a:pPr>
            <a:r>
              <a:rPr lang="en-US" sz="6400" dirty="0">
                <a:solidFill>
                  <a:srgbClr val="F4D74B"/>
                </a:solidFill>
                <a:latin typeface="General Sans Semibold" pitchFamily="34" charset="0"/>
                <a:ea typeface="General Sans Semibold" pitchFamily="34" charset="-122"/>
                <a:cs typeface="General Sans Semibold" pitchFamily="34" charset="-120"/>
              </a:rPr>
              <a:t>123</a:t>
            </a:r>
            <a:endParaRPr lang="en-US" sz="6400" dirty="0"/>
          </a:p>
        </p:txBody>
      </p:sp>
      <p:sp>
        <p:nvSpPr>
          <p:cNvPr id="75" name="Text 73"/>
          <p:cNvSpPr/>
          <p:nvPr/>
        </p:nvSpPr>
        <p:spPr>
          <a:xfrm>
            <a:off x="822960" y="2606040"/>
            <a:ext cx="3003194" cy="411480"/>
          </a:xfrm>
          <a:prstGeom prst="rect">
            <a:avLst/>
          </a:prstGeom>
          <a:noFill/>
          <a:ln/>
        </p:spPr>
        <p:txBody>
          <a:bodyPr wrap="square" lIns="0" tIns="0" rIns="0" bIns="0" rtlCol="0" anchor="t"/>
          <a:lstStyle/>
          <a:p>
            <a:pPr algn="l" indent="0" marL="0">
              <a:lnSpc>
                <a:spcPct val="105000"/>
              </a:lnSpc>
              <a:buNone/>
            </a:pPr>
            <a:r>
              <a:rPr lang="en-US" sz="1900" dirty="0">
                <a:solidFill>
                  <a:srgbClr val="F4D9DC"/>
                </a:solidFill>
                <a:latin typeface="General Sans Semibold" pitchFamily="34" charset="0"/>
                <a:ea typeface="General Sans Semibold" pitchFamily="34" charset="-122"/>
                <a:cs typeface="General Sans Semibold" pitchFamily="34" charset="-120"/>
              </a:rPr>
              <a:t>CBS-datasets</a:t>
            </a:r>
            <a:endParaRPr lang="en-US" sz="1900" dirty="0"/>
          </a:p>
        </p:txBody>
      </p:sp>
      <p:sp>
        <p:nvSpPr>
          <p:cNvPr id="76" name="Text 74"/>
          <p:cNvSpPr/>
          <p:nvPr/>
        </p:nvSpPr>
        <p:spPr>
          <a:xfrm>
            <a:off x="822960" y="3017520"/>
            <a:ext cx="3003194" cy="693928"/>
          </a:xfrm>
          <a:prstGeom prst="rect">
            <a:avLst/>
          </a:prstGeom>
          <a:noFill/>
          <a:ln/>
        </p:spPr>
        <p:txBody>
          <a:bodyPr wrap="square" lIns="0" tIns="0" rIns="0" bIns="0" rtlCol="0" anchor="t"/>
          <a:lstStyle/>
          <a:p>
            <a:pPr algn="l" indent="0" marL="0">
              <a:lnSpc>
                <a:spcPct val="105000"/>
              </a:lnSpc>
              <a:buNone/>
            </a:pPr>
            <a:r>
              <a:rPr lang="en-US" sz="1400" dirty="0">
                <a:solidFill>
                  <a:srgbClr val="F4D9DC"/>
                </a:solidFill>
                <a:latin typeface="General Sans" pitchFamily="34" charset="0"/>
                <a:ea typeface="General Sans" pitchFamily="34" charset="-122"/>
                <a:cs typeface="General Sans" pitchFamily="34" charset="-120"/>
              </a:rPr>
              <a:t>onderwijsstatistieken</a:t>
            </a:r>
            <a:endParaRPr lang="en-US" sz="1400" dirty="0"/>
          </a:p>
        </p:txBody>
      </p:sp>
      <p:sp>
        <p:nvSpPr>
          <p:cNvPr id="77" name="Shape 75"/>
          <p:cNvSpPr/>
          <p:nvPr/>
        </p:nvSpPr>
        <p:spPr>
          <a:xfrm>
            <a:off x="4319930" y="1325880"/>
            <a:ext cx="3551834" cy="2522728"/>
          </a:xfrm>
          <a:prstGeom prst="roundRect">
            <a:avLst>
              <a:gd name="adj" fmla="val 3679"/>
            </a:avLst>
          </a:prstGeom>
          <a:solidFill>
            <a:srgbClr val="DD784B"/>
          </a:solidFill>
          <a:ln/>
        </p:spPr>
      </p:sp>
      <p:sp>
        <p:nvSpPr>
          <p:cNvPr id="78" name="Text 76"/>
          <p:cNvSpPr/>
          <p:nvPr/>
        </p:nvSpPr>
        <p:spPr>
          <a:xfrm>
            <a:off x="4594250" y="1554480"/>
            <a:ext cx="3003194" cy="1005840"/>
          </a:xfrm>
          <a:prstGeom prst="rect">
            <a:avLst/>
          </a:prstGeom>
          <a:noFill/>
          <a:ln/>
        </p:spPr>
        <p:txBody>
          <a:bodyPr wrap="square" lIns="0" tIns="0" rIns="0" bIns="0" rtlCol="0" anchor="ctr"/>
          <a:lstStyle/>
          <a:p>
            <a:pPr algn="l" indent="0" marL="0">
              <a:lnSpc>
                <a:spcPct val="105000"/>
              </a:lnSpc>
              <a:buNone/>
            </a:pPr>
            <a:r>
              <a:rPr lang="en-US" sz="6400" dirty="0">
                <a:solidFill>
                  <a:srgbClr val="000000"/>
                </a:solidFill>
                <a:latin typeface="General Sans Semibold" pitchFamily="34" charset="0"/>
                <a:ea typeface="General Sans Semibold" pitchFamily="34" charset="-122"/>
                <a:cs typeface="General Sans Semibold" pitchFamily="34" charset="-120"/>
              </a:rPr>
              <a:t>15</a:t>
            </a:r>
            <a:endParaRPr lang="en-US" sz="6400" dirty="0"/>
          </a:p>
        </p:txBody>
      </p:sp>
      <p:sp>
        <p:nvSpPr>
          <p:cNvPr id="79" name="Text 77"/>
          <p:cNvSpPr/>
          <p:nvPr/>
        </p:nvSpPr>
        <p:spPr>
          <a:xfrm>
            <a:off x="4594250" y="2606040"/>
            <a:ext cx="3003194" cy="411480"/>
          </a:xfrm>
          <a:prstGeom prst="rect">
            <a:avLst/>
          </a:prstGeom>
          <a:noFill/>
          <a:ln/>
        </p:spPr>
        <p:txBody>
          <a:bodyPr wrap="square" lIns="0" tIns="0" rIns="0" bIns="0" rtlCol="0" anchor="t"/>
          <a:lstStyle/>
          <a:p>
            <a:pPr algn="l" indent="0" marL="0">
              <a:lnSpc>
                <a:spcPct val="105000"/>
              </a:lnSpc>
              <a:buNone/>
            </a:pPr>
            <a:r>
              <a:rPr lang="en-US" sz="1900" dirty="0">
                <a:solidFill>
                  <a:srgbClr val="000000"/>
                </a:solidFill>
                <a:latin typeface="General Sans Semibold" pitchFamily="34" charset="0"/>
                <a:ea typeface="General Sans Semibold" pitchFamily="34" charset="-122"/>
                <a:cs typeface="General Sans Semibold" pitchFamily="34" charset="-120"/>
              </a:rPr>
              <a:t>DUO-datasets</a:t>
            </a:r>
            <a:endParaRPr lang="en-US" sz="1900" dirty="0"/>
          </a:p>
        </p:txBody>
      </p:sp>
      <p:sp>
        <p:nvSpPr>
          <p:cNvPr id="80" name="Text 78"/>
          <p:cNvSpPr/>
          <p:nvPr/>
        </p:nvSpPr>
        <p:spPr>
          <a:xfrm>
            <a:off x="4594250" y="3017520"/>
            <a:ext cx="3003194" cy="693928"/>
          </a:xfrm>
          <a:prstGeom prst="rect">
            <a:avLst/>
          </a:prstGeom>
          <a:noFill/>
          <a:ln/>
        </p:spPr>
        <p:txBody>
          <a:bodyPr wrap="square" lIns="0" tIns="0" rIns="0" bIns="0" rtlCol="0" anchor="t"/>
          <a:lstStyle/>
          <a:p>
            <a:pPr algn="l" indent="0" marL="0">
              <a:lnSpc>
                <a:spcPct val="105000"/>
              </a:lnSpc>
              <a:buNone/>
            </a:pPr>
            <a:r>
              <a:rPr lang="en-US" sz="1400" dirty="0">
                <a:solidFill>
                  <a:srgbClr val="000000"/>
                </a:solidFill>
                <a:latin typeface="General Sans" pitchFamily="34" charset="0"/>
                <a:ea typeface="General Sans" pitchFamily="34" charset="-122"/>
                <a:cs typeface="General Sans" pitchFamily="34" charset="-120"/>
              </a:rPr>
              <a:t>instroom, diploma's, prognoses</a:t>
            </a:r>
            <a:endParaRPr lang="en-US" sz="1400" dirty="0"/>
          </a:p>
        </p:txBody>
      </p:sp>
      <p:sp>
        <p:nvSpPr>
          <p:cNvPr id="81" name="Shape 79"/>
          <p:cNvSpPr/>
          <p:nvPr/>
        </p:nvSpPr>
        <p:spPr>
          <a:xfrm>
            <a:off x="8091221" y="1325880"/>
            <a:ext cx="3551834" cy="2522728"/>
          </a:xfrm>
          <a:prstGeom prst="roundRect">
            <a:avLst>
              <a:gd name="adj" fmla="val 3679"/>
            </a:avLst>
          </a:prstGeom>
          <a:solidFill>
            <a:srgbClr val="00AF81"/>
          </a:solidFill>
          <a:ln/>
        </p:spPr>
      </p:sp>
      <p:sp>
        <p:nvSpPr>
          <p:cNvPr id="82" name="Text 80"/>
          <p:cNvSpPr/>
          <p:nvPr/>
        </p:nvSpPr>
        <p:spPr>
          <a:xfrm>
            <a:off x="8365541" y="1554480"/>
            <a:ext cx="3003194" cy="1005840"/>
          </a:xfrm>
          <a:prstGeom prst="rect">
            <a:avLst/>
          </a:prstGeom>
          <a:noFill/>
          <a:ln/>
        </p:spPr>
        <p:txBody>
          <a:bodyPr wrap="square" lIns="0" tIns="0" rIns="0" bIns="0" rtlCol="0" anchor="ctr"/>
          <a:lstStyle/>
          <a:p>
            <a:pPr algn="l" indent="0" marL="0">
              <a:lnSpc>
                <a:spcPct val="105000"/>
              </a:lnSpc>
              <a:buNone/>
            </a:pPr>
            <a:r>
              <a:rPr lang="en-US" sz="6400" dirty="0">
                <a:solidFill>
                  <a:srgbClr val="F4D9DC"/>
                </a:solidFill>
                <a:latin typeface="General Sans Semibold" pitchFamily="34" charset="0"/>
                <a:ea typeface="General Sans Semibold" pitchFamily="34" charset="-122"/>
                <a:cs typeface="General Sans Semibold" pitchFamily="34" charset="-120"/>
              </a:rPr>
              <a:t>8</a:t>
            </a:r>
            <a:endParaRPr lang="en-US" sz="6400" dirty="0"/>
          </a:p>
        </p:txBody>
      </p:sp>
      <p:sp>
        <p:nvSpPr>
          <p:cNvPr id="83" name="Text 81"/>
          <p:cNvSpPr/>
          <p:nvPr/>
        </p:nvSpPr>
        <p:spPr>
          <a:xfrm>
            <a:off x="8365541" y="2606040"/>
            <a:ext cx="3003194" cy="411480"/>
          </a:xfrm>
          <a:prstGeom prst="rect">
            <a:avLst/>
          </a:prstGeom>
          <a:noFill/>
          <a:ln/>
        </p:spPr>
        <p:txBody>
          <a:bodyPr wrap="square" lIns="0" tIns="0" rIns="0" bIns="0" rtlCol="0" anchor="t"/>
          <a:lstStyle/>
          <a:p>
            <a:pPr algn="l" indent="0" marL="0">
              <a:lnSpc>
                <a:spcPct val="105000"/>
              </a:lnSpc>
              <a:buNone/>
            </a:pPr>
            <a:r>
              <a:rPr lang="en-US" sz="1900" dirty="0">
                <a:solidFill>
                  <a:srgbClr val="000000"/>
                </a:solidFill>
                <a:latin typeface="General Sans Semibold" pitchFamily="34" charset="0"/>
                <a:ea typeface="General Sans Semibold" pitchFamily="34" charset="-122"/>
                <a:cs typeface="General Sans Semibold" pitchFamily="34" charset="-120"/>
              </a:rPr>
              <a:t>RIO-onderdelen</a:t>
            </a:r>
            <a:endParaRPr lang="en-US" sz="1900" dirty="0"/>
          </a:p>
        </p:txBody>
      </p:sp>
      <p:sp>
        <p:nvSpPr>
          <p:cNvPr id="84" name="Text 82"/>
          <p:cNvSpPr/>
          <p:nvPr/>
        </p:nvSpPr>
        <p:spPr>
          <a:xfrm>
            <a:off x="8365541" y="3017520"/>
            <a:ext cx="3003194" cy="693928"/>
          </a:xfrm>
          <a:prstGeom prst="rect">
            <a:avLst/>
          </a:prstGeom>
          <a:noFill/>
          <a:ln/>
        </p:spPr>
        <p:txBody>
          <a:bodyPr wrap="square" lIns="0" tIns="0" rIns="0" bIns="0" rtlCol="0" anchor="t"/>
          <a:lstStyle/>
          <a:p>
            <a:pPr algn="l" indent="0" marL="0">
              <a:lnSpc>
                <a:spcPct val="105000"/>
              </a:lnSpc>
              <a:buNone/>
            </a:pPr>
            <a:r>
              <a:rPr lang="en-US" sz="1400" dirty="0">
                <a:solidFill>
                  <a:srgbClr val="000000"/>
                </a:solidFill>
                <a:latin typeface="General Sans" pitchFamily="34" charset="0"/>
                <a:ea typeface="General Sans" pitchFamily="34" charset="-122"/>
                <a:cs typeface="General Sans" pitchFamily="34" charset="-120"/>
              </a:rPr>
              <a:t>instellingen en opleidingen</a:t>
            </a:r>
            <a:endParaRPr lang="en-US" sz="1400" dirty="0"/>
          </a:p>
        </p:txBody>
      </p:sp>
      <p:sp>
        <p:nvSpPr>
          <p:cNvPr id="85" name="Shape 83"/>
          <p:cNvSpPr/>
          <p:nvPr/>
        </p:nvSpPr>
        <p:spPr>
          <a:xfrm>
            <a:off x="548640" y="4122928"/>
            <a:ext cx="11094415" cy="777240"/>
          </a:xfrm>
          <a:prstGeom prst="roundRect">
            <a:avLst>
              <a:gd name="adj" fmla="val 27682"/>
            </a:avLst>
          </a:prstGeom>
          <a:solidFill>
            <a:srgbClr val="FFFFFF"/>
          </a:solidFill>
          <a:ln/>
        </p:spPr>
      </p:sp>
      <p:sp>
        <p:nvSpPr>
          <p:cNvPr id="86" name="Text 84"/>
          <p:cNvSpPr/>
          <p:nvPr/>
        </p:nvSpPr>
        <p:spPr>
          <a:xfrm>
            <a:off x="868680" y="4122928"/>
            <a:ext cx="10454335" cy="777240"/>
          </a:xfrm>
          <a:prstGeom prst="rect">
            <a:avLst/>
          </a:prstGeom>
          <a:noFill/>
          <a:ln/>
        </p:spPr>
        <p:txBody>
          <a:bodyPr wrap="square" lIns="0" tIns="0" rIns="0" bIns="0" rtlCol="0" anchor="ctr"/>
          <a:lstStyle/>
          <a:p>
            <a:pPr algn="l" indent="0" marL="0">
              <a:lnSpc>
                <a:spcPct val="105000"/>
              </a:lnSpc>
              <a:buNone/>
            </a:pPr>
            <a:r>
              <a:rPr lang="en-US" sz="1600" dirty="0">
                <a:solidFill>
                  <a:srgbClr val="3D68EC"/>
                </a:solidFill>
                <a:latin typeface="General Sans Semibold" pitchFamily="34" charset="0"/>
                <a:ea typeface="General Sans Semibold" pitchFamily="34" charset="-122"/>
                <a:cs typeface="General Sans Semibold" pitchFamily="34" charset="-120"/>
              </a:rPr>
              <a:t>Alleen geaggregeerde open data:</a:t>
            </a:r>
            <a:pPr algn="l" indent="0" marL="0">
              <a:lnSpc>
                <a:spcPct val="105000"/>
              </a:lnSpc>
              <a:buNone/>
            </a:pPr>
            <a:r>
              <a:rPr lang="en-US" sz="1600" dirty="0">
                <a:solidFill>
                  <a:srgbClr val="000000"/>
                </a:solidFill>
                <a:latin typeface="General Sans" pitchFamily="34" charset="0"/>
                <a:ea typeface="General Sans" pitchFamily="34" charset="-122"/>
                <a:cs typeface="General Sans" pitchFamily="34" charset="-120"/>
              </a:rPr>
              <a:t> wat CBS, DUO en RIO zelf publiceren. Geen data van je eigen instelling, geen persoonsgegevens.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AF81"/>
        </a:solidFill>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sp>
      <p:sp>
        <p:nvSpPr>
          <p:cNvPr id="3" name="Shape 1"/>
          <p:cNvSpPr/>
          <p:nvPr/>
        </p:nvSpPr>
        <p:spPr>
          <a:xfrm>
            <a:off x="11212173" y="399224"/>
            <a:ext cx="34616" cy="34616"/>
          </a:xfrm>
          <a:prstGeom prst="ellipse">
            <a:avLst/>
          </a:prstGeom>
          <a:solidFill>
            <a:srgbClr val="000000"/>
          </a:solidFill>
          <a:ln/>
        </p:spPr>
      </p:sp>
      <p:sp>
        <p:nvSpPr>
          <p:cNvPr id="4" name="Shape 2"/>
          <p:cNvSpPr/>
          <p:nvPr/>
        </p:nvSpPr>
        <p:spPr>
          <a:xfrm>
            <a:off x="11398641" y="399224"/>
            <a:ext cx="34616" cy="34616"/>
          </a:xfrm>
          <a:prstGeom prst="ellipse">
            <a:avLst/>
          </a:prstGeom>
          <a:solidFill>
            <a:srgbClr val="000000"/>
          </a:solidFill>
          <a:ln/>
        </p:spPr>
      </p:sp>
      <p:sp>
        <p:nvSpPr>
          <p:cNvPr id="5" name="Shape 3"/>
          <p:cNvSpPr/>
          <p:nvPr/>
        </p:nvSpPr>
        <p:spPr>
          <a:xfrm>
            <a:off x="11258374" y="435357"/>
            <a:ext cx="51936" cy="51936"/>
          </a:xfrm>
          <a:prstGeom prst="ellipse">
            <a:avLst/>
          </a:prstGeom>
          <a:solidFill>
            <a:srgbClr val="000000"/>
          </a:solidFill>
          <a:ln/>
        </p:spPr>
      </p:sp>
      <p:sp>
        <p:nvSpPr>
          <p:cNvPr id="6" name="Shape 4"/>
          <p:cNvSpPr/>
          <p:nvPr/>
        </p:nvSpPr>
        <p:spPr>
          <a:xfrm>
            <a:off x="11335407" y="435306"/>
            <a:ext cx="51718" cy="51718"/>
          </a:xfrm>
          <a:prstGeom prst="ellipse">
            <a:avLst/>
          </a:prstGeom>
          <a:solidFill>
            <a:srgbClr val="000000"/>
          </a:solidFill>
          <a:ln/>
        </p:spPr>
      </p:sp>
      <p:sp>
        <p:nvSpPr>
          <p:cNvPr id="7" name="Shape 5"/>
          <p:cNvSpPr/>
          <p:nvPr/>
        </p:nvSpPr>
        <p:spPr>
          <a:xfrm>
            <a:off x="11127388" y="442398"/>
            <a:ext cx="35294" cy="35294"/>
          </a:xfrm>
          <a:prstGeom prst="ellipse">
            <a:avLst/>
          </a:prstGeom>
          <a:solidFill>
            <a:srgbClr val="000000"/>
          </a:solidFill>
          <a:ln/>
        </p:spPr>
      </p:sp>
      <p:sp>
        <p:nvSpPr>
          <p:cNvPr id="8" name="Shape 6"/>
          <p:cNvSpPr/>
          <p:nvPr/>
        </p:nvSpPr>
        <p:spPr>
          <a:xfrm>
            <a:off x="11482145" y="441649"/>
            <a:ext cx="35960" cy="35960"/>
          </a:xfrm>
          <a:prstGeom prst="ellipse">
            <a:avLst/>
          </a:prstGeom>
          <a:solidFill>
            <a:srgbClr val="000000"/>
          </a:solidFill>
          <a:ln/>
        </p:spPr>
      </p:sp>
      <p:sp>
        <p:nvSpPr>
          <p:cNvPr id="9" name="Shape 7"/>
          <p:cNvSpPr/>
          <p:nvPr/>
        </p:nvSpPr>
        <p:spPr>
          <a:xfrm>
            <a:off x="11185603" y="459328"/>
            <a:ext cx="52167" cy="52167"/>
          </a:xfrm>
          <a:prstGeom prst="ellipse">
            <a:avLst/>
          </a:prstGeom>
          <a:solidFill>
            <a:srgbClr val="000000"/>
          </a:solidFill>
          <a:ln/>
        </p:spPr>
      </p:sp>
      <p:sp>
        <p:nvSpPr>
          <p:cNvPr id="10" name="Shape 8"/>
          <p:cNvSpPr/>
          <p:nvPr/>
        </p:nvSpPr>
        <p:spPr>
          <a:xfrm>
            <a:off x="11408043" y="458713"/>
            <a:ext cx="52384" cy="52384"/>
          </a:xfrm>
          <a:prstGeom prst="ellipse">
            <a:avLst/>
          </a:prstGeom>
          <a:solidFill>
            <a:srgbClr val="000000"/>
          </a:solidFill>
          <a:ln/>
        </p:spPr>
      </p:sp>
      <p:sp>
        <p:nvSpPr>
          <p:cNvPr id="11" name="Shape 9"/>
          <p:cNvSpPr/>
          <p:nvPr/>
        </p:nvSpPr>
        <p:spPr>
          <a:xfrm>
            <a:off x="11241891" y="499749"/>
            <a:ext cx="36613" cy="36613"/>
          </a:xfrm>
          <a:prstGeom prst="ellipse">
            <a:avLst/>
          </a:prstGeom>
          <a:solidFill>
            <a:srgbClr val="000000"/>
          </a:solidFill>
          <a:ln/>
        </p:spPr>
      </p:sp>
      <p:sp>
        <p:nvSpPr>
          <p:cNvPr id="12" name="Shape 10"/>
          <p:cNvSpPr/>
          <p:nvPr/>
        </p:nvSpPr>
        <p:spPr>
          <a:xfrm>
            <a:off x="11294557" y="500146"/>
            <a:ext cx="57223" cy="57223"/>
          </a:xfrm>
          <a:prstGeom prst="ellipse">
            <a:avLst/>
          </a:prstGeom>
          <a:solidFill>
            <a:srgbClr val="000000"/>
          </a:solidFill>
          <a:ln/>
        </p:spPr>
      </p:sp>
      <p:sp>
        <p:nvSpPr>
          <p:cNvPr id="13" name="Shape 11"/>
          <p:cNvSpPr/>
          <p:nvPr/>
        </p:nvSpPr>
        <p:spPr>
          <a:xfrm>
            <a:off x="11364102" y="498770"/>
            <a:ext cx="35294" cy="35294"/>
          </a:xfrm>
          <a:prstGeom prst="ellipse">
            <a:avLst/>
          </a:prstGeom>
          <a:solidFill>
            <a:srgbClr val="000000"/>
          </a:solidFill>
          <a:ln/>
        </p:spPr>
      </p:sp>
      <p:sp>
        <p:nvSpPr>
          <p:cNvPr id="14" name="Shape 12"/>
          <p:cNvSpPr/>
          <p:nvPr/>
        </p:nvSpPr>
        <p:spPr>
          <a:xfrm>
            <a:off x="11123515" y="504524"/>
            <a:ext cx="51936" cy="51936"/>
          </a:xfrm>
          <a:prstGeom prst="ellipse">
            <a:avLst/>
          </a:prstGeom>
          <a:solidFill>
            <a:srgbClr val="000000"/>
          </a:solidFill>
          <a:ln/>
        </p:spPr>
      </p:sp>
      <p:sp>
        <p:nvSpPr>
          <p:cNvPr id="15" name="Shape 13"/>
          <p:cNvSpPr/>
          <p:nvPr/>
        </p:nvSpPr>
        <p:spPr>
          <a:xfrm>
            <a:off x="11470202" y="504300"/>
            <a:ext cx="52384" cy="52384"/>
          </a:xfrm>
          <a:prstGeom prst="ellipse">
            <a:avLst/>
          </a:prstGeom>
          <a:solidFill>
            <a:srgbClr val="000000"/>
          </a:solidFill>
          <a:ln/>
        </p:spPr>
      </p:sp>
      <p:sp>
        <p:nvSpPr>
          <p:cNvPr id="16" name="Shape 14"/>
          <p:cNvSpPr/>
          <p:nvPr/>
        </p:nvSpPr>
        <p:spPr>
          <a:xfrm>
            <a:off x="11060774" y="508825"/>
            <a:ext cx="35627" cy="35627"/>
          </a:xfrm>
          <a:prstGeom prst="ellipse">
            <a:avLst/>
          </a:prstGeom>
          <a:solidFill>
            <a:srgbClr val="000000"/>
          </a:solidFill>
          <a:ln/>
        </p:spPr>
      </p:sp>
      <p:sp>
        <p:nvSpPr>
          <p:cNvPr id="17" name="Shape 15"/>
          <p:cNvSpPr/>
          <p:nvPr/>
        </p:nvSpPr>
        <p:spPr>
          <a:xfrm>
            <a:off x="11548535" y="508038"/>
            <a:ext cx="36613" cy="36613"/>
          </a:xfrm>
          <a:prstGeom prst="ellipse">
            <a:avLst/>
          </a:prstGeom>
          <a:solidFill>
            <a:srgbClr val="000000"/>
          </a:solidFill>
          <a:ln/>
        </p:spPr>
      </p:sp>
      <p:sp>
        <p:nvSpPr>
          <p:cNvPr id="18" name="Shape 16"/>
          <p:cNvSpPr/>
          <p:nvPr/>
        </p:nvSpPr>
        <p:spPr>
          <a:xfrm>
            <a:off x="11191466" y="533379"/>
            <a:ext cx="57825" cy="57825"/>
          </a:xfrm>
          <a:prstGeom prst="ellipse">
            <a:avLst/>
          </a:prstGeom>
          <a:solidFill>
            <a:srgbClr val="000000"/>
          </a:solidFill>
          <a:ln/>
        </p:spPr>
      </p:sp>
      <p:sp>
        <p:nvSpPr>
          <p:cNvPr id="19" name="Shape 17"/>
          <p:cNvSpPr/>
          <p:nvPr/>
        </p:nvSpPr>
        <p:spPr>
          <a:xfrm>
            <a:off x="11396535" y="533494"/>
            <a:ext cx="57428" cy="57428"/>
          </a:xfrm>
          <a:prstGeom prst="ellipse">
            <a:avLst/>
          </a:prstGeom>
          <a:solidFill>
            <a:srgbClr val="000000"/>
          </a:solidFill>
          <a:ln/>
        </p:spPr>
      </p:sp>
      <p:sp>
        <p:nvSpPr>
          <p:cNvPr id="20" name="Shape 18"/>
          <p:cNvSpPr/>
          <p:nvPr/>
        </p:nvSpPr>
        <p:spPr>
          <a:xfrm>
            <a:off x="11079087" y="567226"/>
            <a:ext cx="51270" cy="51270"/>
          </a:xfrm>
          <a:prstGeom prst="ellipse">
            <a:avLst/>
          </a:prstGeom>
          <a:solidFill>
            <a:srgbClr val="000000"/>
          </a:solidFill>
          <a:ln/>
        </p:spPr>
      </p:sp>
      <p:sp>
        <p:nvSpPr>
          <p:cNvPr id="21" name="Shape 19"/>
          <p:cNvSpPr/>
          <p:nvPr/>
        </p:nvSpPr>
        <p:spPr>
          <a:xfrm>
            <a:off x="11339728" y="567053"/>
            <a:ext cx="34616" cy="34616"/>
          </a:xfrm>
          <a:prstGeom prst="ellipse">
            <a:avLst/>
          </a:prstGeom>
          <a:solidFill>
            <a:srgbClr val="000000"/>
          </a:solidFill>
          <a:ln/>
        </p:spPr>
      </p:sp>
      <p:sp>
        <p:nvSpPr>
          <p:cNvPr id="22" name="Shape 20"/>
          <p:cNvSpPr/>
          <p:nvPr/>
        </p:nvSpPr>
        <p:spPr>
          <a:xfrm>
            <a:off x="11515167" y="566234"/>
            <a:ext cx="52819" cy="52819"/>
          </a:xfrm>
          <a:prstGeom prst="ellipse">
            <a:avLst/>
          </a:prstGeom>
          <a:solidFill>
            <a:srgbClr val="000000"/>
          </a:solidFill>
          <a:ln/>
        </p:spPr>
      </p:sp>
      <p:sp>
        <p:nvSpPr>
          <p:cNvPr id="23" name="Shape 21"/>
          <p:cNvSpPr/>
          <p:nvPr/>
        </p:nvSpPr>
        <p:spPr>
          <a:xfrm>
            <a:off x="11262860" y="569742"/>
            <a:ext cx="34961" cy="34961"/>
          </a:xfrm>
          <a:prstGeom prst="ellipse">
            <a:avLst/>
          </a:prstGeom>
          <a:solidFill>
            <a:srgbClr val="000000"/>
          </a:solidFill>
          <a:ln/>
        </p:spPr>
      </p:sp>
      <p:sp>
        <p:nvSpPr>
          <p:cNvPr id="24" name="Shape 22"/>
          <p:cNvSpPr/>
          <p:nvPr/>
        </p:nvSpPr>
        <p:spPr>
          <a:xfrm>
            <a:off x="11462521" y="569818"/>
            <a:ext cx="35294" cy="35294"/>
          </a:xfrm>
          <a:prstGeom prst="ellipse">
            <a:avLst/>
          </a:prstGeom>
          <a:solidFill>
            <a:srgbClr val="000000"/>
          </a:solidFill>
          <a:ln/>
        </p:spPr>
      </p:sp>
      <p:sp>
        <p:nvSpPr>
          <p:cNvPr id="25" name="Shape 23"/>
          <p:cNvSpPr/>
          <p:nvPr/>
        </p:nvSpPr>
        <p:spPr>
          <a:xfrm>
            <a:off x="11145681" y="573441"/>
            <a:ext cx="34270" cy="34270"/>
          </a:xfrm>
          <a:prstGeom prst="ellipse">
            <a:avLst/>
          </a:prstGeom>
          <a:solidFill>
            <a:srgbClr val="000000"/>
          </a:solidFill>
          <a:ln/>
        </p:spPr>
      </p:sp>
      <p:sp>
        <p:nvSpPr>
          <p:cNvPr id="26" name="Shape 24"/>
          <p:cNvSpPr/>
          <p:nvPr/>
        </p:nvSpPr>
        <p:spPr>
          <a:xfrm>
            <a:off x="11592015" y="593213"/>
            <a:ext cx="35294" cy="35294"/>
          </a:xfrm>
          <a:prstGeom prst="ellipse">
            <a:avLst/>
          </a:prstGeom>
          <a:solidFill>
            <a:srgbClr val="000000"/>
          </a:solidFill>
          <a:ln/>
        </p:spPr>
      </p:sp>
      <p:sp>
        <p:nvSpPr>
          <p:cNvPr id="27" name="Shape 25"/>
          <p:cNvSpPr/>
          <p:nvPr/>
        </p:nvSpPr>
        <p:spPr>
          <a:xfrm>
            <a:off x="11019124" y="593444"/>
            <a:ext cx="34616" cy="34616"/>
          </a:xfrm>
          <a:prstGeom prst="ellipse">
            <a:avLst/>
          </a:prstGeom>
          <a:solidFill>
            <a:srgbClr val="000000"/>
          </a:solidFill>
          <a:ln/>
        </p:spPr>
      </p:sp>
      <p:sp>
        <p:nvSpPr>
          <p:cNvPr id="28" name="Shape 26"/>
          <p:cNvSpPr/>
          <p:nvPr/>
        </p:nvSpPr>
        <p:spPr>
          <a:xfrm>
            <a:off x="11403576" y="610214"/>
            <a:ext cx="34961" cy="34961"/>
          </a:xfrm>
          <a:prstGeom prst="ellipse">
            <a:avLst/>
          </a:prstGeom>
          <a:solidFill>
            <a:srgbClr val="000000"/>
          </a:solidFill>
          <a:ln/>
        </p:spPr>
      </p:sp>
      <p:sp>
        <p:nvSpPr>
          <p:cNvPr id="29" name="Shape 27"/>
          <p:cNvSpPr/>
          <p:nvPr/>
        </p:nvSpPr>
        <p:spPr>
          <a:xfrm>
            <a:off x="11201662" y="616570"/>
            <a:ext cx="35627" cy="35627"/>
          </a:xfrm>
          <a:prstGeom prst="ellipse">
            <a:avLst/>
          </a:prstGeom>
          <a:solidFill>
            <a:srgbClr val="000000"/>
          </a:solidFill>
          <a:ln/>
        </p:spPr>
      </p:sp>
      <p:sp>
        <p:nvSpPr>
          <p:cNvPr id="30" name="Shape 28"/>
          <p:cNvSpPr/>
          <p:nvPr/>
        </p:nvSpPr>
        <p:spPr>
          <a:xfrm>
            <a:off x="11127484" y="620705"/>
            <a:ext cx="58030" cy="58030"/>
          </a:xfrm>
          <a:prstGeom prst="ellipse">
            <a:avLst/>
          </a:prstGeom>
          <a:solidFill>
            <a:srgbClr val="000000"/>
          </a:solidFill>
          <a:ln/>
        </p:spPr>
      </p:sp>
      <p:sp>
        <p:nvSpPr>
          <p:cNvPr id="31" name="Shape 29"/>
          <p:cNvSpPr/>
          <p:nvPr/>
        </p:nvSpPr>
        <p:spPr>
          <a:xfrm>
            <a:off x="11460767" y="620852"/>
            <a:ext cx="57428" cy="57428"/>
          </a:xfrm>
          <a:prstGeom prst="ellipse">
            <a:avLst/>
          </a:prstGeom>
          <a:solidFill>
            <a:srgbClr val="000000"/>
          </a:solidFill>
          <a:ln/>
        </p:spPr>
      </p:sp>
      <p:sp>
        <p:nvSpPr>
          <p:cNvPr id="32" name="Shape 30"/>
          <p:cNvSpPr/>
          <p:nvPr/>
        </p:nvSpPr>
        <p:spPr>
          <a:xfrm>
            <a:off x="11055219" y="640144"/>
            <a:ext cx="51718" cy="51718"/>
          </a:xfrm>
          <a:prstGeom prst="ellipse">
            <a:avLst/>
          </a:prstGeom>
          <a:solidFill>
            <a:srgbClr val="000000"/>
          </a:solidFill>
          <a:ln/>
        </p:spPr>
      </p:sp>
      <p:sp>
        <p:nvSpPr>
          <p:cNvPr id="33" name="Shape 31"/>
          <p:cNvSpPr/>
          <p:nvPr/>
        </p:nvSpPr>
        <p:spPr>
          <a:xfrm>
            <a:off x="11539330" y="640266"/>
            <a:ext cx="51270" cy="51270"/>
          </a:xfrm>
          <a:prstGeom prst="ellipse">
            <a:avLst/>
          </a:prstGeom>
          <a:solidFill>
            <a:srgbClr val="000000"/>
          </a:solidFill>
          <a:ln/>
        </p:spPr>
      </p:sp>
      <p:sp>
        <p:nvSpPr>
          <p:cNvPr id="34" name="Shape 32"/>
          <p:cNvSpPr/>
          <p:nvPr/>
        </p:nvSpPr>
        <p:spPr>
          <a:xfrm>
            <a:off x="11429576" y="682274"/>
            <a:ext cx="35627" cy="35627"/>
          </a:xfrm>
          <a:prstGeom prst="ellipse">
            <a:avLst/>
          </a:prstGeom>
          <a:solidFill>
            <a:srgbClr val="000000"/>
          </a:solidFill>
          <a:ln/>
        </p:spPr>
      </p:sp>
      <p:sp>
        <p:nvSpPr>
          <p:cNvPr id="35" name="Shape 33"/>
          <p:cNvSpPr/>
          <p:nvPr/>
        </p:nvSpPr>
        <p:spPr>
          <a:xfrm>
            <a:off x="11004076" y="687222"/>
            <a:ext cx="34616" cy="34616"/>
          </a:xfrm>
          <a:prstGeom prst="ellipse">
            <a:avLst/>
          </a:prstGeom>
          <a:solidFill>
            <a:srgbClr val="000000"/>
          </a:solidFill>
          <a:ln/>
        </p:spPr>
      </p:sp>
      <p:sp>
        <p:nvSpPr>
          <p:cNvPr id="36" name="Shape 34"/>
          <p:cNvSpPr/>
          <p:nvPr/>
        </p:nvSpPr>
        <p:spPr>
          <a:xfrm>
            <a:off x="11502052" y="685321"/>
            <a:ext cx="34270" cy="34270"/>
          </a:xfrm>
          <a:prstGeom prst="ellipse">
            <a:avLst/>
          </a:prstGeom>
          <a:solidFill>
            <a:srgbClr val="000000"/>
          </a:solidFill>
          <a:ln/>
        </p:spPr>
      </p:sp>
      <p:sp>
        <p:nvSpPr>
          <p:cNvPr id="37" name="Shape 35"/>
          <p:cNvSpPr/>
          <p:nvPr/>
        </p:nvSpPr>
        <p:spPr>
          <a:xfrm>
            <a:off x="11606321" y="686422"/>
            <a:ext cx="35627" cy="35627"/>
          </a:xfrm>
          <a:prstGeom prst="ellipse">
            <a:avLst/>
          </a:prstGeom>
          <a:solidFill>
            <a:srgbClr val="000000"/>
          </a:solidFill>
          <a:ln/>
        </p:spPr>
      </p:sp>
      <p:sp>
        <p:nvSpPr>
          <p:cNvPr id="38" name="Shape 36"/>
          <p:cNvSpPr/>
          <p:nvPr/>
        </p:nvSpPr>
        <p:spPr>
          <a:xfrm>
            <a:off x="11108908" y="688957"/>
            <a:ext cx="35294" cy="35294"/>
          </a:xfrm>
          <a:prstGeom prst="ellipse">
            <a:avLst/>
          </a:prstGeom>
          <a:solidFill>
            <a:srgbClr val="000000"/>
          </a:solidFill>
          <a:ln/>
        </p:spPr>
      </p:sp>
      <p:sp>
        <p:nvSpPr>
          <p:cNvPr id="39" name="Shape 37"/>
          <p:cNvSpPr/>
          <p:nvPr/>
        </p:nvSpPr>
        <p:spPr>
          <a:xfrm>
            <a:off x="11179733" y="690371"/>
            <a:ext cx="36613" cy="36613"/>
          </a:xfrm>
          <a:prstGeom prst="ellipse">
            <a:avLst/>
          </a:prstGeom>
          <a:solidFill>
            <a:srgbClr val="000000"/>
          </a:solidFill>
          <a:ln/>
        </p:spPr>
      </p:sp>
      <p:sp>
        <p:nvSpPr>
          <p:cNvPr id="40" name="Shape 38"/>
          <p:cNvSpPr/>
          <p:nvPr/>
        </p:nvSpPr>
        <p:spPr>
          <a:xfrm>
            <a:off x="11054764" y="716576"/>
            <a:ext cx="51936" cy="51936"/>
          </a:xfrm>
          <a:prstGeom prst="ellipse">
            <a:avLst/>
          </a:prstGeom>
          <a:solidFill>
            <a:srgbClr val="000000"/>
          </a:solidFill>
          <a:ln/>
        </p:spPr>
      </p:sp>
      <p:sp>
        <p:nvSpPr>
          <p:cNvPr id="41" name="Shape 39"/>
          <p:cNvSpPr/>
          <p:nvPr/>
        </p:nvSpPr>
        <p:spPr>
          <a:xfrm>
            <a:off x="11539023" y="716851"/>
            <a:ext cx="51488" cy="51488"/>
          </a:xfrm>
          <a:prstGeom prst="ellipse">
            <a:avLst/>
          </a:prstGeom>
          <a:solidFill>
            <a:srgbClr val="000000"/>
          </a:solidFill>
          <a:ln/>
        </p:spPr>
      </p:sp>
      <p:sp>
        <p:nvSpPr>
          <p:cNvPr id="42" name="Shape 40"/>
          <p:cNvSpPr/>
          <p:nvPr/>
        </p:nvSpPr>
        <p:spPr>
          <a:xfrm>
            <a:off x="11127490" y="729288"/>
            <a:ext cx="58222" cy="58222"/>
          </a:xfrm>
          <a:prstGeom prst="ellipse">
            <a:avLst/>
          </a:prstGeom>
          <a:solidFill>
            <a:srgbClr val="000000"/>
          </a:solidFill>
          <a:ln/>
        </p:spPr>
      </p:sp>
      <p:sp>
        <p:nvSpPr>
          <p:cNvPr id="43" name="Shape 41"/>
          <p:cNvSpPr/>
          <p:nvPr/>
        </p:nvSpPr>
        <p:spPr>
          <a:xfrm>
            <a:off x="11460671" y="729781"/>
            <a:ext cx="57633" cy="57633"/>
          </a:xfrm>
          <a:prstGeom prst="ellipse">
            <a:avLst/>
          </a:prstGeom>
          <a:solidFill>
            <a:srgbClr val="000000"/>
          </a:solidFill>
          <a:ln/>
        </p:spPr>
      </p:sp>
      <p:sp>
        <p:nvSpPr>
          <p:cNvPr id="44" name="Shape 42"/>
          <p:cNvSpPr/>
          <p:nvPr/>
        </p:nvSpPr>
        <p:spPr>
          <a:xfrm>
            <a:off x="11407973" y="756415"/>
            <a:ext cx="35960" cy="35960"/>
          </a:xfrm>
          <a:prstGeom prst="ellipse">
            <a:avLst/>
          </a:prstGeom>
          <a:solidFill>
            <a:srgbClr val="000000"/>
          </a:solidFill>
          <a:ln/>
        </p:spPr>
      </p:sp>
      <p:sp>
        <p:nvSpPr>
          <p:cNvPr id="45" name="Shape 43"/>
          <p:cNvSpPr/>
          <p:nvPr/>
        </p:nvSpPr>
        <p:spPr>
          <a:xfrm>
            <a:off x="11207308" y="763884"/>
            <a:ext cx="34616" cy="34616"/>
          </a:xfrm>
          <a:prstGeom prst="ellipse">
            <a:avLst/>
          </a:prstGeom>
          <a:solidFill>
            <a:srgbClr val="000000"/>
          </a:solidFill>
          <a:ln/>
        </p:spPr>
      </p:sp>
      <p:sp>
        <p:nvSpPr>
          <p:cNvPr id="46" name="Shape 44"/>
          <p:cNvSpPr/>
          <p:nvPr/>
        </p:nvSpPr>
        <p:spPr>
          <a:xfrm>
            <a:off x="11018670" y="780462"/>
            <a:ext cx="34616" cy="34616"/>
          </a:xfrm>
          <a:prstGeom prst="ellipse">
            <a:avLst/>
          </a:prstGeom>
          <a:solidFill>
            <a:srgbClr val="000000"/>
          </a:solidFill>
          <a:ln/>
        </p:spPr>
      </p:sp>
      <p:sp>
        <p:nvSpPr>
          <p:cNvPr id="47" name="Shape 45"/>
          <p:cNvSpPr/>
          <p:nvPr/>
        </p:nvSpPr>
        <p:spPr>
          <a:xfrm>
            <a:off x="11591670" y="780123"/>
            <a:ext cx="35294" cy="35294"/>
          </a:xfrm>
          <a:prstGeom prst="ellipse">
            <a:avLst/>
          </a:prstGeom>
          <a:solidFill>
            <a:srgbClr val="000000"/>
          </a:solidFill>
          <a:ln/>
        </p:spPr>
      </p:sp>
      <p:sp>
        <p:nvSpPr>
          <p:cNvPr id="48" name="Shape 46"/>
          <p:cNvSpPr/>
          <p:nvPr/>
        </p:nvSpPr>
        <p:spPr>
          <a:xfrm>
            <a:off x="11079010" y="790179"/>
            <a:ext cx="51270" cy="51270"/>
          </a:xfrm>
          <a:prstGeom prst="ellipse">
            <a:avLst/>
          </a:prstGeom>
          <a:solidFill>
            <a:srgbClr val="000000"/>
          </a:solidFill>
          <a:ln/>
        </p:spPr>
      </p:sp>
      <p:sp>
        <p:nvSpPr>
          <p:cNvPr id="49" name="Shape 47"/>
          <p:cNvSpPr/>
          <p:nvPr/>
        </p:nvSpPr>
        <p:spPr>
          <a:xfrm>
            <a:off x="11515218" y="789692"/>
            <a:ext cx="52602" cy="52602"/>
          </a:xfrm>
          <a:prstGeom prst="ellipse">
            <a:avLst/>
          </a:prstGeom>
          <a:solidFill>
            <a:srgbClr val="000000"/>
          </a:solidFill>
          <a:ln/>
        </p:spPr>
      </p:sp>
      <p:sp>
        <p:nvSpPr>
          <p:cNvPr id="50" name="Shape 48"/>
          <p:cNvSpPr/>
          <p:nvPr/>
        </p:nvSpPr>
        <p:spPr>
          <a:xfrm>
            <a:off x="11147371" y="803460"/>
            <a:ext cx="35627" cy="35627"/>
          </a:xfrm>
          <a:prstGeom prst="ellipse">
            <a:avLst/>
          </a:prstGeom>
          <a:solidFill>
            <a:srgbClr val="000000"/>
          </a:solidFill>
          <a:ln/>
        </p:spPr>
      </p:sp>
      <p:sp>
        <p:nvSpPr>
          <p:cNvPr id="51" name="Shape 49"/>
          <p:cNvSpPr/>
          <p:nvPr/>
        </p:nvSpPr>
        <p:spPr>
          <a:xfrm>
            <a:off x="11347786" y="804293"/>
            <a:ext cx="35294" cy="35294"/>
          </a:xfrm>
          <a:prstGeom prst="ellipse">
            <a:avLst/>
          </a:prstGeom>
          <a:solidFill>
            <a:srgbClr val="000000"/>
          </a:solidFill>
          <a:ln/>
        </p:spPr>
      </p:sp>
      <p:sp>
        <p:nvSpPr>
          <p:cNvPr id="52" name="Shape 50"/>
          <p:cNvSpPr/>
          <p:nvPr/>
        </p:nvSpPr>
        <p:spPr>
          <a:xfrm>
            <a:off x="11465119" y="800919"/>
            <a:ext cx="34961" cy="34961"/>
          </a:xfrm>
          <a:prstGeom prst="ellipse">
            <a:avLst/>
          </a:prstGeom>
          <a:solidFill>
            <a:srgbClr val="000000"/>
          </a:solidFill>
          <a:ln/>
        </p:spPr>
      </p:sp>
      <p:sp>
        <p:nvSpPr>
          <p:cNvPr id="53" name="Shape 51"/>
          <p:cNvSpPr/>
          <p:nvPr/>
        </p:nvSpPr>
        <p:spPr>
          <a:xfrm>
            <a:off x="11270669" y="806590"/>
            <a:ext cx="35627" cy="35627"/>
          </a:xfrm>
          <a:prstGeom prst="ellipse">
            <a:avLst/>
          </a:prstGeom>
          <a:solidFill>
            <a:srgbClr val="000000"/>
          </a:solidFill>
          <a:ln/>
        </p:spPr>
      </p:sp>
      <p:sp>
        <p:nvSpPr>
          <p:cNvPr id="54" name="Shape 52"/>
          <p:cNvSpPr/>
          <p:nvPr/>
        </p:nvSpPr>
        <p:spPr>
          <a:xfrm>
            <a:off x="11191498" y="817766"/>
            <a:ext cx="57633" cy="57633"/>
          </a:xfrm>
          <a:prstGeom prst="ellipse">
            <a:avLst/>
          </a:prstGeom>
          <a:solidFill>
            <a:srgbClr val="000000"/>
          </a:solidFill>
          <a:ln/>
        </p:spPr>
      </p:sp>
      <p:sp>
        <p:nvSpPr>
          <p:cNvPr id="55" name="Shape 53"/>
          <p:cNvSpPr/>
          <p:nvPr/>
        </p:nvSpPr>
        <p:spPr>
          <a:xfrm>
            <a:off x="11396573" y="817888"/>
            <a:ext cx="57633" cy="57633"/>
          </a:xfrm>
          <a:prstGeom prst="ellipse">
            <a:avLst/>
          </a:prstGeom>
          <a:solidFill>
            <a:srgbClr val="000000"/>
          </a:solidFill>
          <a:ln/>
        </p:spPr>
      </p:sp>
      <p:sp>
        <p:nvSpPr>
          <p:cNvPr id="56" name="Shape 54"/>
          <p:cNvSpPr/>
          <p:nvPr/>
        </p:nvSpPr>
        <p:spPr>
          <a:xfrm>
            <a:off x="11123445" y="851985"/>
            <a:ext cx="52167" cy="52167"/>
          </a:xfrm>
          <a:prstGeom prst="ellipse">
            <a:avLst/>
          </a:prstGeom>
          <a:solidFill>
            <a:srgbClr val="000000"/>
          </a:solidFill>
          <a:ln/>
        </p:spPr>
      </p:sp>
      <p:sp>
        <p:nvSpPr>
          <p:cNvPr id="57" name="Shape 55"/>
          <p:cNvSpPr/>
          <p:nvPr/>
        </p:nvSpPr>
        <p:spPr>
          <a:xfrm>
            <a:off x="11294647" y="851390"/>
            <a:ext cx="57223" cy="57223"/>
          </a:xfrm>
          <a:prstGeom prst="ellipse">
            <a:avLst/>
          </a:prstGeom>
          <a:solidFill>
            <a:srgbClr val="000000"/>
          </a:solidFill>
          <a:ln/>
        </p:spPr>
      </p:sp>
      <p:sp>
        <p:nvSpPr>
          <p:cNvPr id="58" name="Shape 56"/>
          <p:cNvSpPr/>
          <p:nvPr/>
        </p:nvSpPr>
        <p:spPr>
          <a:xfrm>
            <a:off x="11470202" y="852382"/>
            <a:ext cx="52384" cy="52384"/>
          </a:xfrm>
          <a:prstGeom prst="ellipse">
            <a:avLst/>
          </a:prstGeom>
          <a:solidFill>
            <a:srgbClr val="000000"/>
          </a:solidFill>
          <a:ln/>
        </p:spPr>
      </p:sp>
      <p:sp>
        <p:nvSpPr>
          <p:cNvPr id="59" name="Shape 57"/>
          <p:cNvSpPr/>
          <p:nvPr/>
        </p:nvSpPr>
        <p:spPr>
          <a:xfrm>
            <a:off x="11060774" y="864607"/>
            <a:ext cx="35627" cy="35627"/>
          </a:xfrm>
          <a:prstGeom prst="ellipse">
            <a:avLst/>
          </a:prstGeom>
          <a:solidFill>
            <a:srgbClr val="000000"/>
          </a:solidFill>
          <a:ln/>
        </p:spPr>
      </p:sp>
      <p:sp>
        <p:nvSpPr>
          <p:cNvPr id="60" name="Shape 58"/>
          <p:cNvSpPr/>
          <p:nvPr/>
        </p:nvSpPr>
        <p:spPr>
          <a:xfrm>
            <a:off x="11548733" y="864185"/>
            <a:ext cx="35627" cy="35627"/>
          </a:xfrm>
          <a:prstGeom prst="ellipse">
            <a:avLst/>
          </a:prstGeom>
          <a:solidFill>
            <a:srgbClr val="000000"/>
          </a:solidFill>
          <a:ln/>
        </p:spPr>
      </p:sp>
      <p:sp>
        <p:nvSpPr>
          <p:cNvPr id="61" name="Shape 59"/>
          <p:cNvSpPr/>
          <p:nvPr/>
        </p:nvSpPr>
        <p:spPr>
          <a:xfrm>
            <a:off x="11246231" y="873908"/>
            <a:ext cx="35627" cy="35627"/>
          </a:xfrm>
          <a:prstGeom prst="ellipse">
            <a:avLst/>
          </a:prstGeom>
          <a:solidFill>
            <a:srgbClr val="000000"/>
          </a:solidFill>
          <a:ln/>
        </p:spPr>
      </p:sp>
      <p:sp>
        <p:nvSpPr>
          <p:cNvPr id="62" name="Shape 60"/>
          <p:cNvSpPr/>
          <p:nvPr/>
        </p:nvSpPr>
        <p:spPr>
          <a:xfrm>
            <a:off x="11367418" y="872896"/>
            <a:ext cx="35627" cy="35627"/>
          </a:xfrm>
          <a:prstGeom prst="ellipse">
            <a:avLst/>
          </a:prstGeom>
          <a:solidFill>
            <a:srgbClr val="000000"/>
          </a:solidFill>
          <a:ln/>
        </p:spPr>
      </p:sp>
      <p:sp>
        <p:nvSpPr>
          <p:cNvPr id="63" name="Shape 61"/>
          <p:cNvSpPr/>
          <p:nvPr/>
        </p:nvSpPr>
        <p:spPr>
          <a:xfrm>
            <a:off x="11185366" y="897322"/>
            <a:ext cx="51936" cy="51936"/>
          </a:xfrm>
          <a:prstGeom prst="ellipse">
            <a:avLst/>
          </a:prstGeom>
          <a:solidFill>
            <a:srgbClr val="000000"/>
          </a:solidFill>
          <a:ln/>
        </p:spPr>
      </p:sp>
      <p:sp>
        <p:nvSpPr>
          <p:cNvPr id="64" name="Shape 62"/>
          <p:cNvSpPr/>
          <p:nvPr/>
        </p:nvSpPr>
        <p:spPr>
          <a:xfrm>
            <a:off x="11407845" y="897655"/>
            <a:ext cx="52602" cy="52602"/>
          </a:xfrm>
          <a:prstGeom prst="ellipse">
            <a:avLst/>
          </a:prstGeom>
          <a:solidFill>
            <a:srgbClr val="000000"/>
          </a:solidFill>
          <a:ln/>
        </p:spPr>
      </p:sp>
      <p:sp>
        <p:nvSpPr>
          <p:cNvPr id="65" name="Shape 63"/>
          <p:cNvSpPr/>
          <p:nvPr/>
        </p:nvSpPr>
        <p:spPr>
          <a:xfrm>
            <a:off x="11258822" y="921466"/>
            <a:ext cx="51270" cy="51270"/>
          </a:xfrm>
          <a:prstGeom prst="ellipse">
            <a:avLst/>
          </a:prstGeom>
          <a:solidFill>
            <a:srgbClr val="000000"/>
          </a:solidFill>
          <a:ln/>
        </p:spPr>
      </p:sp>
      <p:sp>
        <p:nvSpPr>
          <p:cNvPr id="66" name="Shape 64"/>
          <p:cNvSpPr/>
          <p:nvPr/>
        </p:nvSpPr>
        <p:spPr>
          <a:xfrm>
            <a:off x="11335350" y="921504"/>
            <a:ext cx="51270" cy="51270"/>
          </a:xfrm>
          <a:prstGeom prst="ellipse">
            <a:avLst/>
          </a:prstGeom>
          <a:solidFill>
            <a:srgbClr val="000000"/>
          </a:solidFill>
          <a:ln/>
        </p:spPr>
      </p:sp>
      <p:sp>
        <p:nvSpPr>
          <p:cNvPr id="67" name="Shape 65"/>
          <p:cNvSpPr/>
          <p:nvPr/>
        </p:nvSpPr>
        <p:spPr>
          <a:xfrm>
            <a:off x="11127388" y="931368"/>
            <a:ext cx="35294" cy="35294"/>
          </a:xfrm>
          <a:prstGeom prst="ellipse">
            <a:avLst/>
          </a:prstGeom>
          <a:solidFill>
            <a:srgbClr val="000000"/>
          </a:solidFill>
          <a:ln/>
        </p:spPr>
      </p:sp>
      <p:sp>
        <p:nvSpPr>
          <p:cNvPr id="68" name="Shape 66"/>
          <p:cNvSpPr/>
          <p:nvPr/>
        </p:nvSpPr>
        <p:spPr>
          <a:xfrm>
            <a:off x="11481979" y="931035"/>
            <a:ext cx="35960" cy="35960"/>
          </a:xfrm>
          <a:prstGeom prst="ellipse">
            <a:avLst/>
          </a:prstGeom>
          <a:solidFill>
            <a:srgbClr val="000000"/>
          </a:solidFill>
          <a:ln/>
        </p:spPr>
      </p:sp>
      <p:sp>
        <p:nvSpPr>
          <p:cNvPr id="69" name="Shape 67"/>
          <p:cNvSpPr/>
          <p:nvPr/>
        </p:nvSpPr>
        <p:spPr>
          <a:xfrm>
            <a:off x="11211987" y="974695"/>
            <a:ext cx="34961" cy="34961"/>
          </a:xfrm>
          <a:prstGeom prst="ellipse">
            <a:avLst/>
          </a:prstGeom>
          <a:solidFill>
            <a:srgbClr val="000000"/>
          </a:solidFill>
          <a:ln/>
        </p:spPr>
      </p:sp>
      <p:sp>
        <p:nvSpPr>
          <p:cNvPr id="70" name="Shape 68"/>
          <p:cNvSpPr/>
          <p:nvPr/>
        </p:nvSpPr>
        <p:spPr>
          <a:xfrm>
            <a:off x="11398461" y="974695"/>
            <a:ext cx="34961" cy="34961"/>
          </a:xfrm>
          <a:prstGeom prst="ellipse">
            <a:avLst/>
          </a:prstGeom>
          <a:solidFill>
            <a:srgbClr val="000000"/>
          </a:solidFill>
          <a:ln/>
        </p:spPr>
      </p:sp>
      <p:sp>
        <p:nvSpPr>
          <p:cNvPr id="71" name="Shape 69"/>
          <p:cNvSpPr/>
          <p:nvPr/>
        </p:nvSpPr>
        <p:spPr>
          <a:xfrm>
            <a:off x="11304837" y="988501"/>
            <a:ext cx="35627" cy="35627"/>
          </a:xfrm>
          <a:prstGeom prst="ellipse">
            <a:avLst/>
          </a:prstGeom>
          <a:solidFill>
            <a:srgbClr val="000000"/>
          </a:solidFill>
          <a:ln/>
        </p:spPr>
      </p:sp>
      <p:sp>
        <p:nvSpPr>
          <p:cNvPr id="72" name="Text 70"/>
          <p:cNvSpPr/>
          <p:nvPr/>
        </p:nvSpPr>
        <p:spPr>
          <a:xfrm>
            <a:off x="548640" y="2468880"/>
            <a:ext cx="7863840" cy="1828800"/>
          </a:xfrm>
          <a:prstGeom prst="rect">
            <a:avLst/>
          </a:prstGeom>
          <a:noFill/>
          <a:ln/>
        </p:spPr>
        <p:txBody>
          <a:bodyPr wrap="square" lIns="0" tIns="0" rIns="0" bIns="0" rtlCol="0" anchor="b"/>
          <a:lstStyle/>
          <a:p>
            <a:pPr algn="l" indent="0" marL="0">
              <a:lnSpc>
                <a:spcPct val="105000"/>
              </a:lnSpc>
              <a:buNone/>
            </a:pPr>
            <a:r>
              <a:rPr lang="en-US" sz="4800" dirty="0">
                <a:solidFill>
                  <a:srgbClr val="F4D9DC"/>
                </a:solidFill>
                <a:latin typeface="General Sans Semibold" pitchFamily="34" charset="0"/>
                <a:ea typeface="General Sans Semibold" pitchFamily="34" charset="-122"/>
                <a:cs typeface="General Sans Semibold" pitchFamily="34" charset="-120"/>
              </a:rPr>
              <a:t>Demo: van vraag naar antwoord</a:t>
            </a:r>
            <a:endParaRPr lang="en-US" sz="4800" dirty="0"/>
          </a:p>
        </p:txBody>
      </p:sp>
      <p:sp>
        <p:nvSpPr>
          <p:cNvPr id="73" name="Text 71"/>
          <p:cNvSpPr/>
          <p:nvPr/>
        </p:nvSpPr>
        <p:spPr>
          <a:xfrm>
            <a:off x="548640" y="4526280"/>
            <a:ext cx="7498080" cy="1280160"/>
          </a:xfrm>
          <a:prstGeom prst="rect">
            <a:avLst/>
          </a:prstGeom>
          <a:noFill/>
          <a:ln/>
        </p:spPr>
        <p:txBody>
          <a:bodyPr wrap="square" lIns="0" tIns="0" rIns="0" bIns="0" rtlCol="0" anchor="t"/>
          <a:lstStyle/>
          <a:p>
            <a:pPr algn="l" indent="0" marL="0">
              <a:lnSpc>
                <a:spcPct val="105000"/>
              </a:lnSpc>
              <a:buNone/>
            </a:pPr>
            <a:r>
              <a:rPr lang="en-US" sz="2200" dirty="0">
                <a:solidFill>
                  <a:srgbClr val="000000"/>
                </a:solidFill>
                <a:latin typeface="Cooper Lt BT" pitchFamily="34" charset="0"/>
                <a:ea typeface="Cooper Lt BT" pitchFamily="34" charset="-122"/>
                <a:cs typeface="Cooper Lt BT" pitchFamily="34" charset="-120"/>
              </a:rPr>
              <a:t>Kijk hoe de tool eerst je vraag scherper maakt en pas dan gaat rekenen.</a:t>
            </a:r>
            <a:endParaRPr lang="en-US" sz="2200" dirty="0"/>
          </a:p>
        </p:txBody>
      </p:sp>
      <p:pic>
        <p:nvPicPr>
          <p:cNvPr id="74" name="Image 0" descr="exports/261029_dair_onderwijsdata/img/Laptop met beeld.png">    </p:cNvPr>
          <p:cNvPicPr>
            <a:picLocks noChangeAspect="1"/>
          </p:cNvPicPr>
          <p:nvPr/>
        </p:nvPicPr>
        <p:blipFill>
          <a:blip r:embed="rId1"/>
          <a:stretch>
            <a:fillRect/>
          </a:stretch>
        </p:blipFill>
        <p:spPr>
          <a:xfrm>
            <a:off x="8503920" y="1828800"/>
            <a:ext cx="3291840" cy="32918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3D68EC"/>
        </a:solidFill>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F4D9DC"/>
          </a:solidFill>
          <a:ln/>
        </p:spPr>
      </p:sp>
      <p:sp>
        <p:nvSpPr>
          <p:cNvPr id="3" name="Shape 1"/>
          <p:cNvSpPr/>
          <p:nvPr/>
        </p:nvSpPr>
        <p:spPr>
          <a:xfrm>
            <a:off x="11212173" y="399224"/>
            <a:ext cx="34616" cy="34616"/>
          </a:xfrm>
          <a:prstGeom prst="ellipse">
            <a:avLst/>
          </a:prstGeom>
          <a:solidFill>
            <a:srgbClr val="F4D9DC"/>
          </a:solidFill>
          <a:ln/>
        </p:spPr>
      </p:sp>
      <p:sp>
        <p:nvSpPr>
          <p:cNvPr id="4" name="Shape 2"/>
          <p:cNvSpPr/>
          <p:nvPr/>
        </p:nvSpPr>
        <p:spPr>
          <a:xfrm>
            <a:off x="11398641" y="399224"/>
            <a:ext cx="34616" cy="34616"/>
          </a:xfrm>
          <a:prstGeom prst="ellipse">
            <a:avLst/>
          </a:prstGeom>
          <a:solidFill>
            <a:srgbClr val="F4D9DC"/>
          </a:solidFill>
          <a:ln/>
        </p:spPr>
      </p:sp>
      <p:sp>
        <p:nvSpPr>
          <p:cNvPr id="5" name="Shape 3"/>
          <p:cNvSpPr/>
          <p:nvPr/>
        </p:nvSpPr>
        <p:spPr>
          <a:xfrm>
            <a:off x="11258374" y="435357"/>
            <a:ext cx="51936" cy="51936"/>
          </a:xfrm>
          <a:prstGeom prst="ellipse">
            <a:avLst/>
          </a:prstGeom>
          <a:solidFill>
            <a:srgbClr val="F4D9DC"/>
          </a:solidFill>
          <a:ln/>
        </p:spPr>
      </p:sp>
      <p:sp>
        <p:nvSpPr>
          <p:cNvPr id="6" name="Shape 4"/>
          <p:cNvSpPr/>
          <p:nvPr/>
        </p:nvSpPr>
        <p:spPr>
          <a:xfrm>
            <a:off x="11335407" y="435306"/>
            <a:ext cx="51718" cy="51718"/>
          </a:xfrm>
          <a:prstGeom prst="ellipse">
            <a:avLst/>
          </a:prstGeom>
          <a:solidFill>
            <a:srgbClr val="F4D9DC"/>
          </a:solidFill>
          <a:ln/>
        </p:spPr>
      </p:sp>
      <p:sp>
        <p:nvSpPr>
          <p:cNvPr id="7" name="Shape 5"/>
          <p:cNvSpPr/>
          <p:nvPr/>
        </p:nvSpPr>
        <p:spPr>
          <a:xfrm>
            <a:off x="11127388" y="442398"/>
            <a:ext cx="35294" cy="35294"/>
          </a:xfrm>
          <a:prstGeom prst="ellipse">
            <a:avLst/>
          </a:prstGeom>
          <a:solidFill>
            <a:srgbClr val="F4D9DC"/>
          </a:solidFill>
          <a:ln/>
        </p:spPr>
      </p:sp>
      <p:sp>
        <p:nvSpPr>
          <p:cNvPr id="8" name="Shape 6"/>
          <p:cNvSpPr/>
          <p:nvPr/>
        </p:nvSpPr>
        <p:spPr>
          <a:xfrm>
            <a:off x="11482145" y="441649"/>
            <a:ext cx="35960" cy="35960"/>
          </a:xfrm>
          <a:prstGeom prst="ellipse">
            <a:avLst/>
          </a:prstGeom>
          <a:solidFill>
            <a:srgbClr val="F4D9DC"/>
          </a:solidFill>
          <a:ln/>
        </p:spPr>
      </p:sp>
      <p:sp>
        <p:nvSpPr>
          <p:cNvPr id="9" name="Shape 7"/>
          <p:cNvSpPr/>
          <p:nvPr/>
        </p:nvSpPr>
        <p:spPr>
          <a:xfrm>
            <a:off x="11185603" y="459328"/>
            <a:ext cx="52167" cy="52167"/>
          </a:xfrm>
          <a:prstGeom prst="ellipse">
            <a:avLst/>
          </a:prstGeom>
          <a:solidFill>
            <a:srgbClr val="F4D9DC"/>
          </a:solidFill>
          <a:ln/>
        </p:spPr>
      </p:sp>
      <p:sp>
        <p:nvSpPr>
          <p:cNvPr id="10" name="Shape 8"/>
          <p:cNvSpPr/>
          <p:nvPr/>
        </p:nvSpPr>
        <p:spPr>
          <a:xfrm>
            <a:off x="11408043" y="458713"/>
            <a:ext cx="52384" cy="52384"/>
          </a:xfrm>
          <a:prstGeom prst="ellipse">
            <a:avLst/>
          </a:prstGeom>
          <a:solidFill>
            <a:srgbClr val="F4D9DC"/>
          </a:solidFill>
          <a:ln/>
        </p:spPr>
      </p:sp>
      <p:sp>
        <p:nvSpPr>
          <p:cNvPr id="11" name="Shape 9"/>
          <p:cNvSpPr/>
          <p:nvPr/>
        </p:nvSpPr>
        <p:spPr>
          <a:xfrm>
            <a:off x="11241891" y="499749"/>
            <a:ext cx="36613" cy="36613"/>
          </a:xfrm>
          <a:prstGeom prst="ellipse">
            <a:avLst/>
          </a:prstGeom>
          <a:solidFill>
            <a:srgbClr val="F4D9DC"/>
          </a:solidFill>
          <a:ln/>
        </p:spPr>
      </p:sp>
      <p:sp>
        <p:nvSpPr>
          <p:cNvPr id="12" name="Shape 10"/>
          <p:cNvSpPr/>
          <p:nvPr/>
        </p:nvSpPr>
        <p:spPr>
          <a:xfrm>
            <a:off x="11294557" y="500146"/>
            <a:ext cx="57223" cy="57223"/>
          </a:xfrm>
          <a:prstGeom prst="ellipse">
            <a:avLst/>
          </a:prstGeom>
          <a:solidFill>
            <a:srgbClr val="F4D9DC"/>
          </a:solidFill>
          <a:ln/>
        </p:spPr>
      </p:sp>
      <p:sp>
        <p:nvSpPr>
          <p:cNvPr id="13" name="Shape 11"/>
          <p:cNvSpPr/>
          <p:nvPr/>
        </p:nvSpPr>
        <p:spPr>
          <a:xfrm>
            <a:off x="11364102" y="498770"/>
            <a:ext cx="35294" cy="35294"/>
          </a:xfrm>
          <a:prstGeom prst="ellipse">
            <a:avLst/>
          </a:prstGeom>
          <a:solidFill>
            <a:srgbClr val="F4D9DC"/>
          </a:solidFill>
          <a:ln/>
        </p:spPr>
      </p:sp>
      <p:sp>
        <p:nvSpPr>
          <p:cNvPr id="14" name="Shape 12"/>
          <p:cNvSpPr/>
          <p:nvPr/>
        </p:nvSpPr>
        <p:spPr>
          <a:xfrm>
            <a:off x="11123515" y="504524"/>
            <a:ext cx="51936" cy="51936"/>
          </a:xfrm>
          <a:prstGeom prst="ellipse">
            <a:avLst/>
          </a:prstGeom>
          <a:solidFill>
            <a:srgbClr val="F4D9DC"/>
          </a:solidFill>
          <a:ln/>
        </p:spPr>
      </p:sp>
      <p:sp>
        <p:nvSpPr>
          <p:cNvPr id="15" name="Shape 13"/>
          <p:cNvSpPr/>
          <p:nvPr/>
        </p:nvSpPr>
        <p:spPr>
          <a:xfrm>
            <a:off x="11470202" y="504300"/>
            <a:ext cx="52384" cy="52384"/>
          </a:xfrm>
          <a:prstGeom prst="ellipse">
            <a:avLst/>
          </a:prstGeom>
          <a:solidFill>
            <a:srgbClr val="F4D9DC"/>
          </a:solidFill>
          <a:ln/>
        </p:spPr>
      </p:sp>
      <p:sp>
        <p:nvSpPr>
          <p:cNvPr id="16" name="Shape 14"/>
          <p:cNvSpPr/>
          <p:nvPr/>
        </p:nvSpPr>
        <p:spPr>
          <a:xfrm>
            <a:off x="11060774" y="508825"/>
            <a:ext cx="35627" cy="35627"/>
          </a:xfrm>
          <a:prstGeom prst="ellipse">
            <a:avLst/>
          </a:prstGeom>
          <a:solidFill>
            <a:srgbClr val="F4D9DC"/>
          </a:solidFill>
          <a:ln/>
        </p:spPr>
      </p:sp>
      <p:sp>
        <p:nvSpPr>
          <p:cNvPr id="17" name="Shape 15"/>
          <p:cNvSpPr/>
          <p:nvPr/>
        </p:nvSpPr>
        <p:spPr>
          <a:xfrm>
            <a:off x="11548535" y="508038"/>
            <a:ext cx="36613" cy="36613"/>
          </a:xfrm>
          <a:prstGeom prst="ellipse">
            <a:avLst/>
          </a:prstGeom>
          <a:solidFill>
            <a:srgbClr val="F4D9DC"/>
          </a:solidFill>
          <a:ln/>
        </p:spPr>
      </p:sp>
      <p:sp>
        <p:nvSpPr>
          <p:cNvPr id="18" name="Shape 16"/>
          <p:cNvSpPr/>
          <p:nvPr/>
        </p:nvSpPr>
        <p:spPr>
          <a:xfrm>
            <a:off x="11191466" y="533379"/>
            <a:ext cx="57825" cy="57825"/>
          </a:xfrm>
          <a:prstGeom prst="ellipse">
            <a:avLst/>
          </a:prstGeom>
          <a:solidFill>
            <a:srgbClr val="F4D9DC"/>
          </a:solidFill>
          <a:ln/>
        </p:spPr>
      </p:sp>
      <p:sp>
        <p:nvSpPr>
          <p:cNvPr id="19" name="Shape 17"/>
          <p:cNvSpPr/>
          <p:nvPr/>
        </p:nvSpPr>
        <p:spPr>
          <a:xfrm>
            <a:off x="11396535" y="533494"/>
            <a:ext cx="57428" cy="57428"/>
          </a:xfrm>
          <a:prstGeom prst="ellipse">
            <a:avLst/>
          </a:prstGeom>
          <a:solidFill>
            <a:srgbClr val="F4D9DC"/>
          </a:solidFill>
          <a:ln/>
        </p:spPr>
      </p:sp>
      <p:sp>
        <p:nvSpPr>
          <p:cNvPr id="20" name="Shape 18"/>
          <p:cNvSpPr/>
          <p:nvPr/>
        </p:nvSpPr>
        <p:spPr>
          <a:xfrm>
            <a:off x="11079087" y="567226"/>
            <a:ext cx="51270" cy="51270"/>
          </a:xfrm>
          <a:prstGeom prst="ellipse">
            <a:avLst/>
          </a:prstGeom>
          <a:solidFill>
            <a:srgbClr val="F4D9DC"/>
          </a:solidFill>
          <a:ln/>
        </p:spPr>
      </p:sp>
      <p:sp>
        <p:nvSpPr>
          <p:cNvPr id="21" name="Shape 19"/>
          <p:cNvSpPr/>
          <p:nvPr/>
        </p:nvSpPr>
        <p:spPr>
          <a:xfrm>
            <a:off x="11339728" y="567053"/>
            <a:ext cx="34616" cy="34616"/>
          </a:xfrm>
          <a:prstGeom prst="ellipse">
            <a:avLst/>
          </a:prstGeom>
          <a:solidFill>
            <a:srgbClr val="F4D9DC"/>
          </a:solidFill>
          <a:ln/>
        </p:spPr>
      </p:sp>
      <p:sp>
        <p:nvSpPr>
          <p:cNvPr id="22" name="Shape 20"/>
          <p:cNvSpPr/>
          <p:nvPr/>
        </p:nvSpPr>
        <p:spPr>
          <a:xfrm>
            <a:off x="11515167" y="566234"/>
            <a:ext cx="52819" cy="52819"/>
          </a:xfrm>
          <a:prstGeom prst="ellipse">
            <a:avLst/>
          </a:prstGeom>
          <a:solidFill>
            <a:srgbClr val="F4D9DC"/>
          </a:solidFill>
          <a:ln/>
        </p:spPr>
      </p:sp>
      <p:sp>
        <p:nvSpPr>
          <p:cNvPr id="23" name="Shape 21"/>
          <p:cNvSpPr/>
          <p:nvPr/>
        </p:nvSpPr>
        <p:spPr>
          <a:xfrm>
            <a:off x="11262860" y="569742"/>
            <a:ext cx="34961" cy="34961"/>
          </a:xfrm>
          <a:prstGeom prst="ellipse">
            <a:avLst/>
          </a:prstGeom>
          <a:solidFill>
            <a:srgbClr val="F4D9DC"/>
          </a:solidFill>
          <a:ln/>
        </p:spPr>
      </p:sp>
      <p:sp>
        <p:nvSpPr>
          <p:cNvPr id="24" name="Shape 22"/>
          <p:cNvSpPr/>
          <p:nvPr/>
        </p:nvSpPr>
        <p:spPr>
          <a:xfrm>
            <a:off x="11462521" y="569818"/>
            <a:ext cx="35294" cy="35294"/>
          </a:xfrm>
          <a:prstGeom prst="ellipse">
            <a:avLst/>
          </a:prstGeom>
          <a:solidFill>
            <a:srgbClr val="F4D9DC"/>
          </a:solidFill>
          <a:ln/>
        </p:spPr>
      </p:sp>
      <p:sp>
        <p:nvSpPr>
          <p:cNvPr id="25" name="Shape 23"/>
          <p:cNvSpPr/>
          <p:nvPr/>
        </p:nvSpPr>
        <p:spPr>
          <a:xfrm>
            <a:off x="11145681" y="573441"/>
            <a:ext cx="34270" cy="34270"/>
          </a:xfrm>
          <a:prstGeom prst="ellipse">
            <a:avLst/>
          </a:prstGeom>
          <a:solidFill>
            <a:srgbClr val="F4D9DC"/>
          </a:solidFill>
          <a:ln/>
        </p:spPr>
      </p:sp>
      <p:sp>
        <p:nvSpPr>
          <p:cNvPr id="26" name="Shape 24"/>
          <p:cNvSpPr/>
          <p:nvPr/>
        </p:nvSpPr>
        <p:spPr>
          <a:xfrm>
            <a:off x="11592015" y="593213"/>
            <a:ext cx="35294" cy="35294"/>
          </a:xfrm>
          <a:prstGeom prst="ellipse">
            <a:avLst/>
          </a:prstGeom>
          <a:solidFill>
            <a:srgbClr val="F4D9DC"/>
          </a:solidFill>
          <a:ln/>
        </p:spPr>
      </p:sp>
      <p:sp>
        <p:nvSpPr>
          <p:cNvPr id="27" name="Shape 25"/>
          <p:cNvSpPr/>
          <p:nvPr/>
        </p:nvSpPr>
        <p:spPr>
          <a:xfrm>
            <a:off x="11019124" y="593444"/>
            <a:ext cx="34616" cy="34616"/>
          </a:xfrm>
          <a:prstGeom prst="ellipse">
            <a:avLst/>
          </a:prstGeom>
          <a:solidFill>
            <a:srgbClr val="F4D9DC"/>
          </a:solidFill>
          <a:ln/>
        </p:spPr>
      </p:sp>
      <p:sp>
        <p:nvSpPr>
          <p:cNvPr id="28" name="Shape 26"/>
          <p:cNvSpPr/>
          <p:nvPr/>
        </p:nvSpPr>
        <p:spPr>
          <a:xfrm>
            <a:off x="11403576" y="610214"/>
            <a:ext cx="34961" cy="34961"/>
          </a:xfrm>
          <a:prstGeom prst="ellipse">
            <a:avLst/>
          </a:prstGeom>
          <a:solidFill>
            <a:srgbClr val="F4D9DC"/>
          </a:solidFill>
          <a:ln/>
        </p:spPr>
      </p:sp>
      <p:sp>
        <p:nvSpPr>
          <p:cNvPr id="29" name="Shape 27"/>
          <p:cNvSpPr/>
          <p:nvPr/>
        </p:nvSpPr>
        <p:spPr>
          <a:xfrm>
            <a:off x="11201662" y="616570"/>
            <a:ext cx="35627" cy="35627"/>
          </a:xfrm>
          <a:prstGeom prst="ellipse">
            <a:avLst/>
          </a:prstGeom>
          <a:solidFill>
            <a:srgbClr val="F4D9DC"/>
          </a:solidFill>
          <a:ln/>
        </p:spPr>
      </p:sp>
      <p:sp>
        <p:nvSpPr>
          <p:cNvPr id="30" name="Shape 28"/>
          <p:cNvSpPr/>
          <p:nvPr/>
        </p:nvSpPr>
        <p:spPr>
          <a:xfrm>
            <a:off x="11127484" y="620705"/>
            <a:ext cx="58030" cy="58030"/>
          </a:xfrm>
          <a:prstGeom prst="ellipse">
            <a:avLst/>
          </a:prstGeom>
          <a:solidFill>
            <a:srgbClr val="F4D9DC"/>
          </a:solidFill>
          <a:ln/>
        </p:spPr>
      </p:sp>
      <p:sp>
        <p:nvSpPr>
          <p:cNvPr id="31" name="Shape 29"/>
          <p:cNvSpPr/>
          <p:nvPr/>
        </p:nvSpPr>
        <p:spPr>
          <a:xfrm>
            <a:off x="11460767" y="620852"/>
            <a:ext cx="57428" cy="57428"/>
          </a:xfrm>
          <a:prstGeom prst="ellipse">
            <a:avLst/>
          </a:prstGeom>
          <a:solidFill>
            <a:srgbClr val="F4D9DC"/>
          </a:solidFill>
          <a:ln/>
        </p:spPr>
      </p:sp>
      <p:sp>
        <p:nvSpPr>
          <p:cNvPr id="32" name="Shape 30"/>
          <p:cNvSpPr/>
          <p:nvPr/>
        </p:nvSpPr>
        <p:spPr>
          <a:xfrm>
            <a:off x="11055219" y="640144"/>
            <a:ext cx="51718" cy="51718"/>
          </a:xfrm>
          <a:prstGeom prst="ellipse">
            <a:avLst/>
          </a:prstGeom>
          <a:solidFill>
            <a:srgbClr val="F4D9DC"/>
          </a:solidFill>
          <a:ln/>
        </p:spPr>
      </p:sp>
      <p:sp>
        <p:nvSpPr>
          <p:cNvPr id="33" name="Shape 31"/>
          <p:cNvSpPr/>
          <p:nvPr/>
        </p:nvSpPr>
        <p:spPr>
          <a:xfrm>
            <a:off x="11539330" y="640266"/>
            <a:ext cx="51270" cy="51270"/>
          </a:xfrm>
          <a:prstGeom prst="ellipse">
            <a:avLst/>
          </a:prstGeom>
          <a:solidFill>
            <a:srgbClr val="F4D9DC"/>
          </a:solidFill>
          <a:ln/>
        </p:spPr>
      </p:sp>
      <p:sp>
        <p:nvSpPr>
          <p:cNvPr id="34" name="Shape 32"/>
          <p:cNvSpPr/>
          <p:nvPr/>
        </p:nvSpPr>
        <p:spPr>
          <a:xfrm>
            <a:off x="11429576" y="682274"/>
            <a:ext cx="35627" cy="35627"/>
          </a:xfrm>
          <a:prstGeom prst="ellipse">
            <a:avLst/>
          </a:prstGeom>
          <a:solidFill>
            <a:srgbClr val="F4D9DC"/>
          </a:solidFill>
          <a:ln/>
        </p:spPr>
      </p:sp>
      <p:sp>
        <p:nvSpPr>
          <p:cNvPr id="35" name="Shape 33"/>
          <p:cNvSpPr/>
          <p:nvPr/>
        </p:nvSpPr>
        <p:spPr>
          <a:xfrm>
            <a:off x="11004076" y="687222"/>
            <a:ext cx="34616" cy="34616"/>
          </a:xfrm>
          <a:prstGeom prst="ellipse">
            <a:avLst/>
          </a:prstGeom>
          <a:solidFill>
            <a:srgbClr val="F4D9DC"/>
          </a:solidFill>
          <a:ln/>
        </p:spPr>
      </p:sp>
      <p:sp>
        <p:nvSpPr>
          <p:cNvPr id="36" name="Shape 34"/>
          <p:cNvSpPr/>
          <p:nvPr/>
        </p:nvSpPr>
        <p:spPr>
          <a:xfrm>
            <a:off x="11502052" y="685321"/>
            <a:ext cx="34270" cy="34270"/>
          </a:xfrm>
          <a:prstGeom prst="ellipse">
            <a:avLst/>
          </a:prstGeom>
          <a:solidFill>
            <a:srgbClr val="F4D9DC"/>
          </a:solidFill>
          <a:ln/>
        </p:spPr>
      </p:sp>
      <p:sp>
        <p:nvSpPr>
          <p:cNvPr id="37" name="Shape 35"/>
          <p:cNvSpPr/>
          <p:nvPr/>
        </p:nvSpPr>
        <p:spPr>
          <a:xfrm>
            <a:off x="11606321" y="686422"/>
            <a:ext cx="35627" cy="35627"/>
          </a:xfrm>
          <a:prstGeom prst="ellipse">
            <a:avLst/>
          </a:prstGeom>
          <a:solidFill>
            <a:srgbClr val="F4D9DC"/>
          </a:solidFill>
          <a:ln/>
        </p:spPr>
      </p:sp>
      <p:sp>
        <p:nvSpPr>
          <p:cNvPr id="38" name="Shape 36"/>
          <p:cNvSpPr/>
          <p:nvPr/>
        </p:nvSpPr>
        <p:spPr>
          <a:xfrm>
            <a:off x="11108908" y="688957"/>
            <a:ext cx="35294" cy="35294"/>
          </a:xfrm>
          <a:prstGeom prst="ellipse">
            <a:avLst/>
          </a:prstGeom>
          <a:solidFill>
            <a:srgbClr val="F4D9DC"/>
          </a:solidFill>
          <a:ln/>
        </p:spPr>
      </p:sp>
      <p:sp>
        <p:nvSpPr>
          <p:cNvPr id="39" name="Shape 37"/>
          <p:cNvSpPr/>
          <p:nvPr/>
        </p:nvSpPr>
        <p:spPr>
          <a:xfrm>
            <a:off x="11179733" y="690371"/>
            <a:ext cx="36613" cy="36613"/>
          </a:xfrm>
          <a:prstGeom prst="ellipse">
            <a:avLst/>
          </a:prstGeom>
          <a:solidFill>
            <a:srgbClr val="F4D9DC"/>
          </a:solidFill>
          <a:ln/>
        </p:spPr>
      </p:sp>
      <p:sp>
        <p:nvSpPr>
          <p:cNvPr id="40" name="Shape 38"/>
          <p:cNvSpPr/>
          <p:nvPr/>
        </p:nvSpPr>
        <p:spPr>
          <a:xfrm>
            <a:off x="11054764" y="716576"/>
            <a:ext cx="51936" cy="51936"/>
          </a:xfrm>
          <a:prstGeom prst="ellipse">
            <a:avLst/>
          </a:prstGeom>
          <a:solidFill>
            <a:srgbClr val="F4D9DC"/>
          </a:solidFill>
          <a:ln/>
        </p:spPr>
      </p:sp>
      <p:sp>
        <p:nvSpPr>
          <p:cNvPr id="41" name="Shape 39"/>
          <p:cNvSpPr/>
          <p:nvPr/>
        </p:nvSpPr>
        <p:spPr>
          <a:xfrm>
            <a:off x="11539023" y="716851"/>
            <a:ext cx="51488" cy="51488"/>
          </a:xfrm>
          <a:prstGeom prst="ellipse">
            <a:avLst/>
          </a:prstGeom>
          <a:solidFill>
            <a:srgbClr val="F4D9DC"/>
          </a:solidFill>
          <a:ln/>
        </p:spPr>
      </p:sp>
      <p:sp>
        <p:nvSpPr>
          <p:cNvPr id="42" name="Shape 40"/>
          <p:cNvSpPr/>
          <p:nvPr/>
        </p:nvSpPr>
        <p:spPr>
          <a:xfrm>
            <a:off x="11127490" y="729288"/>
            <a:ext cx="58222" cy="58222"/>
          </a:xfrm>
          <a:prstGeom prst="ellipse">
            <a:avLst/>
          </a:prstGeom>
          <a:solidFill>
            <a:srgbClr val="F4D9DC"/>
          </a:solidFill>
          <a:ln/>
        </p:spPr>
      </p:sp>
      <p:sp>
        <p:nvSpPr>
          <p:cNvPr id="43" name="Shape 41"/>
          <p:cNvSpPr/>
          <p:nvPr/>
        </p:nvSpPr>
        <p:spPr>
          <a:xfrm>
            <a:off x="11460671" y="729781"/>
            <a:ext cx="57633" cy="57633"/>
          </a:xfrm>
          <a:prstGeom prst="ellipse">
            <a:avLst/>
          </a:prstGeom>
          <a:solidFill>
            <a:srgbClr val="F4D9DC"/>
          </a:solidFill>
          <a:ln/>
        </p:spPr>
      </p:sp>
      <p:sp>
        <p:nvSpPr>
          <p:cNvPr id="44" name="Shape 42"/>
          <p:cNvSpPr/>
          <p:nvPr/>
        </p:nvSpPr>
        <p:spPr>
          <a:xfrm>
            <a:off x="11407973" y="756415"/>
            <a:ext cx="35960" cy="35960"/>
          </a:xfrm>
          <a:prstGeom prst="ellipse">
            <a:avLst/>
          </a:prstGeom>
          <a:solidFill>
            <a:srgbClr val="F4D9DC"/>
          </a:solidFill>
          <a:ln/>
        </p:spPr>
      </p:sp>
      <p:sp>
        <p:nvSpPr>
          <p:cNvPr id="45" name="Shape 43"/>
          <p:cNvSpPr/>
          <p:nvPr/>
        </p:nvSpPr>
        <p:spPr>
          <a:xfrm>
            <a:off x="11207308" y="763884"/>
            <a:ext cx="34616" cy="34616"/>
          </a:xfrm>
          <a:prstGeom prst="ellipse">
            <a:avLst/>
          </a:prstGeom>
          <a:solidFill>
            <a:srgbClr val="F4D9DC"/>
          </a:solidFill>
          <a:ln/>
        </p:spPr>
      </p:sp>
      <p:sp>
        <p:nvSpPr>
          <p:cNvPr id="46" name="Shape 44"/>
          <p:cNvSpPr/>
          <p:nvPr/>
        </p:nvSpPr>
        <p:spPr>
          <a:xfrm>
            <a:off x="11018670" y="780462"/>
            <a:ext cx="34616" cy="34616"/>
          </a:xfrm>
          <a:prstGeom prst="ellipse">
            <a:avLst/>
          </a:prstGeom>
          <a:solidFill>
            <a:srgbClr val="F4D9DC"/>
          </a:solidFill>
          <a:ln/>
        </p:spPr>
      </p:sp>
      <p:sp>
        <p:nvSpPr>
          <p:cNvPr id="47" name="Shape 45"/>
          <p:cNvSpPr/>
          <p:nvPr/>
        </p:nvSpPr>
        <p:spPr>
          <a:xfrm>
            <a:off x="11591670" y="780123"/>
            <a:ext cx="35294" cy="35294"/>
          </a:xfrm>
          <a:prstGeom prst="ellipse">
            <a:avLst/>
          </a:prstGeom>
          <a:solidFill>
            <a:srgbClr val="F4D9DC"/>
          </a:solidFill>
          <a:ln/>
        </p:spPr>
      </p:sp>
      <p:sp>
        <p:nvSpPr>
          <p:cNvPr id="48" name="Shape 46"/>
          <p:cNvSpPr/>
          <p:nvPr/>
        </p:nvSpPr>
        <p:spPr>
          <a:xfrm>
            <a:off x="11079010" y="790179"/>
            <a:ext cx="51270" cy="51270"/>
          </a:xfrm>
          <a:prstGeom prst="ellipse">
            <a:avLst/>
          </a:prstGeom>
          <a:solidFill>
            <a:srgbClr val="F4D9DC"/>
          </a:solidFill>
          <a:ln/>
        </p:spPr>
      </p:sp>
      <p:sp>
        <p:nvSpPr>
          <p:cNvPr id="49" name="Shape 47"/>
          <p:cNvSpPr/>
          <p:nvPr/>
        </p:nvSpPr>
        <p:spPr>
          <a:xfrm>
            <a:off x="11515218" y="789692"/>
            <a:ext cx="52602" cy="52602"/>
          </a:xfrm>
          <a:prstGeom prst="ellipse">
            <a:avLst/>
          </a:prstGeom>
          <a:solidFill>
            <a:srgbClr val="F4D9DC"/>
          </a:solidFill>
          <a:ln/>
        </p:spPr>
      </p:sp>
      <p:sp>
        <p:nvSpPr>
          <p:cNvPr id="50" name="Shape 48"/>
          <p:cNvSpPr/>
          <p:nvPr/>
        </p:nvSpPr>
        <p:spPr>
          <a:xfrm>
            <a:off x="11147371" y="803460"/>
            <a:ext cx="35627" cy="35627"/>
          </a:xfrm>
          <a:prstGeom prst="ellipse">
            <a:avLst/>
          </a:prstGeom>
          <a:solidFill>
            <a:srgbClr val="F4D9DC"/>
          </a:solidFill>
          <a:ln/>
        </p:spPr>
      </p:sp>
      <p:sp>
        <p:nvSpPr>
          <p:cNvPr id="51" name="Shape 49"/>
          <p:cNvSpPr/>
          <p:nvPr/>
        </p:nvSpPr>
        <p:spPr>
          <a:xfrm>
            <a:off x="11347786" y="804293"/>
            <a:ext cx="35294" cy="35294"/>
          </a:xfrm>
          <a:prstGeom prst="ellipse">
            <a:avLst/>
          </a:prstGeom>
          <a:solidFill>
            <a:srgbClr val="F4D9DC"/>
          </a:solidFill>
          <a:ln/>
        </p:spPr>
      </p:sp>
      <p:sp>
        <p:nvSpPr>
          <p:cNvPr id="52" name="Shape 50"/>
          <p:cNvSpPr/>
          <p:nvPr/>
        </p:nvSpPr>
        <p:spPr>
          <a:xfrm>
            <a:off x="11465119" y="800919"/>
            <a:ext cx="34961" cy="34961"/>
          </a:xfrm>
          <a:prstGeom prst="ellipse">
            <a:avLst/>
          </a:prstGeom>
          <a:solidFill>
            <a:srgbClr val="F4D9DC"/>
          </a:solidFill>
          <a:ln/>
        </p:spPr>
      </p:sp>
      <p:sp>
        <p:nvSpPr>
          <p:cNvPr id="53" name="Shape 51"/>
          <p:cNvSpPr/>
          <p:nvPr/>
        </p:nvSpPr>
        <p:spPr>
          <a:xfrm>
            <a:off x="11270669" y="806590"/>
            <a:ext cx="35627" cy="35627"/>
          </a:xfrm>
          <a:prstGeom prst="ellipse">
            <a:avLst/>
          </a:prstGeom>
          <a:solidFill>
            <a:srgbClr val="F4D9DC"/>
          </a:solidFill>
          <a:ln/>
        </p:spPr>
      </p:sp>
      <p:sp>
        <p:nvSpPr>
          <p:cNvPr id="54" name="Shape 52"/>
          <p:cNvSpPr/>
          <p:nvPr/>
        </p:nvSpPr>
        <p:spPr>
          <a:xfrm>
            <a:off x="11191498" y="817766"/>
            <a:ext cx="57633" cy="57633"/>
          </a:xfrm>
          <a:prstGeom prst="ellipse">
            <a:avLst/>
          </a:prstGeom>
          <a:solidFill>
            <a:srgbClr val="F4D9DC"/>
          </a:solidFill>
          <a:ln/>
        </p:spPr>
      </p:sp>
      <p:sp>
        <p:nvSpPr>
          <p:cNvPr id="55" name="Shape 53"/>
          <p:cNvSpPr/>
          <p:nvPr/>
        </p:nvSpPr>
        <p:spPr>
          <a:xfrm>
            <a:off x="11396573" y="817888"/>
            <a:ext cx="57633" cy="57633"/>
          </a:xfrm>
          <a:prstGeom prst="ellipse">
            <a:avLst/>
          </a:prstGeom>
          <a:solidFill>
            <a:srgbClr val="F4D9DC"/>
          </a:solidFill>
          <a:ln/>
        </p:spPr>
      </p:sp>
      <p:sp>
        <p:nvSpPr>
          <p:cNvPr id="56" name="Shape 54"/>
          <p:cNvSpPr/>
          <p:nvPr/>
        </p:nvSpPr>
        <p:spPr>
          <a:xfrm>
            <a:off x="11123445" y="851985"/>
            <a:ext cx="52167" cy="52167"/>
          </a:xfrm>
          <a:prstGeom prst="ellipse">
            <a:avLst/>
          </a:prstGeom>
          <a:solidFill>
            <a:srgbClr val="F4D9DC"/>
          </a:solidFill>
          <a:ln/>
        </p:spPr>
      </p:sp>
      <p:sp>
        <p:nvSpPr>
          <p:cNvPr id="57" name="Shape 55"/>
          <p:cNvSpPr/>
          <p:nvPr/>
        </p:nvSpPr>
        <p:spPr>
          <a:xfrm>
            <a:off x="11294647" y="851390"/>
            <a:ext cx="57223" cy="57223"/>
          </a:xfrm>
          <a:prstGeom prst="ellipse">
            <a:avLst/>
          </a:prstGeom>
          <a:solidFill>
            <a:srgbClr val="F4D9DC"/>
          </a:solidFill>
          <a:ln/>
        </p:spPr>
      </p:sp>
      <p:sp>
        <p:nvSpPr>
          <p:cNvPr id="58" name="Shape 56"/>
          <p:cNvSpPr/>
          <p:nvPr/>
        </p:nvSpPr>
        <p:spPr>
          <a:xfrm>
            <a:off x="11470202" y="852382"/>
            <a:ext cx="52384" cy="52384"/>
          </a:xfrm>
          <a:prstGeom prst="ellipse">
            <a:avLst/>
          </a:prstGeom>
          <a:solidFill>
            <a:srgbClr val="F4D9DC"/>
          </a:solidFill>
          <a:ln/>
        </p:spPr>
      </p:sp>
      <p:sp>
        <p:nvSpPr>
          <p:cNvPr id="59" name="Shape 57"/>
          <p:cNvSpPr/>
          <p:nvPr/>
        </p:nvSpPr>
        <p:spPr>
          <a:xfrm>
            <a:off x="11060774" y="864607"/>
            <a:ext cx="35627" cy="35627"/>
          </a:xfrm>
          <a:prstGeom prst="ellipse">
            <a:avLst/>
          </a:prstGeom>
          <a:solidFill>
            <a:srgbClr val="F4D9DC"/>
          </a:solidFill>
          <a:ln/>
        </p:spPr>
      </p:sp>
      <p:sp>
        <p:nvSpPr>
          <p:cNvPr id="60" name="Shape 58"/>
          <p:cNvSpPr/>
          <p:nvPr/>
        </p:nvSpPr>
        <p:spPr>
          <a:xfrm>
            <a:off x="11548733" y="864185"/>
            <a:ext cx="35627" cy="35627"/>
          </a:xfrm>
          <a:prstGeom prst="ellipse">
            <a:avLst/>
          </a:prstGeom>
          <a:solidFill>
            <a:srgbClr val="F4D9DC"/>
          </a:solidFill>
          <a:ln/>
        </p:spPr>
      </p:sp>
      <p:sp>
        <p:nvSpPr>
          <p:cNvPr id="61" name="Shape 59"/>
          <p:cNvSpPr/>
          <p:nvPr/>
        </p:nvSpPr>
        <p:spPr>
          <a:xfrm>
            <a:off x="11246231" y="873908"/>
            <a:ext cx="35627" cy="35627"/>
          </a:xfrm>
          <a:prstGeom prst="ellipse">
            <a:avLst/>
          </a:prstGeom>
          <a:solidFill>
            <a:srgbClr val="F4D9DC"/>
          </a:solidFill>
          <a:ln/>
        </p:spPr>
      </p:sp>
      <p:sp>
        <p:nvSpPr>
          <p:cNvPr id="62" name="Shape 60"/>
          <p:cNvSpPr/>
          <p:nvPr/>
        </p:nvSpPr>
        <p:spPr>
          <a:xfrm>
            <a:off x="11367418" y="872896"/>
            <a:ext cx="35627" cy="35627"/>
          </a:xfrm>
          <a:prstGeom prst="ellipse">
            <a:avLst/>
          </a:prstGeom>
          <a:solidFill>
            <a:srgbClr val="F4D9DC"/>
          </a:solidFill>
          <a:ln/>
        </p:spPr>
      </p:sp>
      <p:sp>
        <p:nvSpPr>
          <p:cNvPr id="63" name="Shape 61"/>
          <p:cNvSpPr/>
          <p:nvPr/>
        </p:nvSpPr>
        <p:spPr>
          <a:xfrm>
            <a:off x="11185366" y="897322"/>
            <a:ext cx="51936" cy="51936"/>
          </a:xfrm>
          <a:prstGeom prst="ellipse">
            <a:avLst/>
          </a:prstGeom>
          <a:solidFill>
            <a:srgbClr val="F4D9DC"/>
          </a:solidFill>
          <a:ln/>
        </p:spPr>
      </p:sp>
      <p:sp>
        <p:nvSpPr>
          <p:cNvPr id="64" name="Shape 62"/>
          <p:cNvSpPr/>
          <p:nvPr/>
        </p:nvSpPr>
        <p:spPr>
          <a:xfrm>
            <a:off x="11407845" y="897655"/>
            <a:ext cx="52602" cy="52602"/>
          </a:xfrm>
          <a:prstGeom prst="ellipse">
            <a:avLst/>
          </a:prstGeom>
          <a:solidFill>
            <a:srgbClr val="F4D9DC"/>
          </a:solidFill>
          <a:ln/>
        </p:spPr>
      </p:sp>
      <p:sp>
        <p:nvSpPr>
          <p:cNvPr id="65" name="Shape 63"/>
          <p:cNvSpPr/>
          <p:nvPr/>
        </p:nvSpPr>
        <p:spPr>
          <a:xfrm>
            <a:off x="11258822" y="921466"/>
            <a:ext cx="51270" cy="51270"/>
          </a:xfrm>
          <a:prstGeom prst="ellipse">
            <a:avLst/>
          </a:prstGeom>
          <a:solidFill>
            <a:srgbClr val="F4D9DC"/>
          </a:solidFill>
          <a:ln/>
        </p:spPr>
      </p:sp>
      <p:sp>
        <p:nvSpPr>
          <p:cNvPr id="66" name="Shape 64"/>
          <p:cNvSpPr/>
          <p:nvPr/>
        </p:nvSpPr>
        <p:spPr>
          <a:xfrm>
            <a:off x="11335350" y="921504"/>
            <a:ext cx="51270" cy="51270"/>
          </a:xfrm>
          <a:prstGeom prst="ellipse">
            <a:avLst/>
          </a:prstGeom>
          <a:solidFill>
            <a:srgbClr val="F4D9DC"/>
          </a:solidFill>
          <a:ln/>
        </p:spPr>
      </p:sp>
      <p:sp>
        <p:nvSpPr>
          <p:cNvPr id="67" name="Shape 65"/>
          <p:cNvSpPr/>
          <p:nvPr/>
        </p:nvSpPr>
        <p:spPr>
          <a:xfrm>
            <a:off x="11127388" y="931368"/>
            <a:ext cx="35294" cy="35294"/>
          </a:xfrm>
          <a:prstGeom prst="ellipse">
            <a:avLst/>
          </a:prstGeom>
          <a:solidFill>
            <a:srgbClr val="F4D9DC"/>
          </a:solidFill>
          <a:ln/>
        </p:spPr>
      </p:sp>
      <p:sp>
        <p:nvSpPr>
          <p:cNvPr id="68" name="Shape 66"/>
          <p:cNvSpPr/>
          <p:nvPr/>
        </p:nvSpPr>
        <p:spPr>
          <a:xfrm>
            <a:off x="11481979" y="931035"/>
            <a:ext cx="35960" cy="35960"/>
          </a:xfrm>
          <a:prstGeom prst="ellipse">
            <a:avLst/>
          </a:prstGeom>
          <a:solidFill>
            <a:srgbClr val="F4D9DC"/>
          </a:solidFill>
          <a:ln/>
        </p:spPr>
      </p:sp>
      <p:sp>
        <p:nvSpPr>
          <p:cNvPr id="69" name="Shape 67"/>
          <p:cNvSpPr/>
          <p:nvPr/>
        </p:nvSpPr>
        <p:spPr>
          <a:xfrm>
            <a:off x="11211987" y="974695"/>
            <a:ext cx="34961" cy="34961"/>
          </a:xfrm>
          <a:prstGeom prst="ellipse">
            <a:avLst/>
          </a:prstGeom>
          <a:solidFill>
            <a:srgbClr val="F4D9DC"/>
          </a:solidFill>
          <a:ln/>
        </p:spPr>
      </p:sp>
      <p:sp>
        <p:nvSpPr>
          <p:cNvPr id="70" name="Shape 68"/>
          <p:cNvSpPr/>
          <p:nvPr/>
        </p:nvSpPr>
        <p:spPr>
          <a:xfrm>
            <a:off x="11398461" y="974695"/>
            <a:ext cx="34961" cy="34961"/>
          </a:xfrm>
          <a:prstGeom prst="ellipse">
            <a:avLst/>
          </a:prstGeom>
          <a:solidFill>
            <a:srgbClr val="F4D9DC"/>
          </a:solidFill>
          <a:ln/>
        </p:spPr>
      </p:sp>
      <p:sp>
        <p:nvSpPr>
          <p:cNvPr id="71" name="Shape 69"/>
          <p:cNvSpPr/>
          <p:nvPr/>
        </p:nvSpPr>
        <p:spPr>
          <a:xfrm>
            <a:off x="11304837" y="988501"/>
            <a:ext cx="35627" cy="35627"/>
          </a:xfrm>
          <a:prstGeom prst="ellipse">
            <a:avLst/>
          </a:prstGeom>
          <a:solidFill>
            <a:srgbClr val="F4D9DC"/>
          </a:solidFill>
          <a:ln/>
        </p:spPr>
      </p:sp>
      <p:sp>
        <p:nvSpPr>
          <p:cNvPr id="72" name="Shape 70"/>
          <p:cNvSpPr/>
          <p:nvPr/>
        </p:nvSpPr>
        <p:spPr>
          <a:xfrm>
            <a:off x="548640" y="1280160"/>
            <a:ext cx="1005840" cy="1005840"/>
          </a:xfrm>
          <a:prstGeom prst="ellipse">
            <a:avLst/>
          </a:prstGeom>
          <a:solidFill>
            <a:srgbClr val="F4D74B"/>
          </a:solidFill>
          <a:ln/>
        </p:spPr>
      </p:sp>
      <p:sp>
        <p:nvSpPr>
          <p:cNvPr id="73" name="Text 71"/>
          <p:cNvSpPr/>
          <p:nvPr/>
        </p:nvSpPr>
        <p:spPr>
          <a:xfrm>
            <a:off x="548640" y="1280160"/>
            <a:ext cx="1005840" cy="1005840"/>
          </a:xfrm>
          <a:prstGeom prst="rect">
            <a:avLst/>
          </a:prstGeom>
          <a:noFill/>
          <a:ln/>
        </p:spPr>
        <p:txBody>
          <a:bodyPr wrap="square" lIns="0" tIns="0" rIns="0" bIns="0" rtlCol="0" anchor="ctr"/>
          <a:lstStyle/>
          <a:p>
            <a:pPr algn="ctr" indent="0" marL="0">
              <a:lnSpc>
                <a:spcPct val="105000"/>
              </a:lnSpc>
              <a:buNone/>
            </a:pPr>
            <a:r>
              <a:rPr lang="en-US" sz="3200" dirty="0">
                <a:solidFill>
                  <a:srgbClr val="3D68EC"/>
                </a:solidFill>
                <a:latin typeface="General Sans Semibold" pitchFamily="34" charset="0"/>
                <a:ea typeface="General Sans Semibold" pitchFamily="34" charset="-122"/>
                <a:cs typeface="General Sans Semibold" pitchFamily="34" charset="-120"/>
              </a:rPr>
              <a:t>1</a:t>
            </a:r>
            <a:endParaRPr lang="en-US" sz="3200" dirty="0"/>
          </a:p>
        </p:txBody>
      </p:sp>
      <p:sp>
        <p:nvSpPr>
          <p:cNvPr id="74" name="Text 72"/>
          <p:cNvSpPr/>
          <p:nvPr/>
        </p:nvSpPr>
        <p:spPr>
          <a:xfrm>
            <a:off x="548640" y="2468880"/>
            <a:ext cx="7863840" cy="1828800"/>
          </a:xfrm>
          <a:prstGeom prst="rect">
            <a:avLst/>
          </a:prstGeom>
          <a:noFill/>
          <a:ln/>
        </p:spPr>
        <p:txBody>
          <a:bodyPr wrap="square" lIns="0" tIns="0" rIns="0" bIns="0" rtlCol="0" anchor="b"/>
          <a:lstStyle/>
          <a:p>
            <a:pPr algn="l" indent="0" marL="0">
              <a:lnSpc>
                <a:spcPct val="105000"/>
              </a:lnSpc>
              <a:buNone/>
            </a:pPr>
            <a:r>
              <a:rPr lang="en-US" sz="4800" dirty="0">
                <a:solidFill>
                  <a:srgbClr val="F4D9DC"/>
                </a:solidFill>
                <a:latin typeface="General Sans Semibold" pitchFamily="34" charset="0"/>
                <a:ea typeface="General Sans Semibold" pitchFamily="34" charset="-122"/>
                <a:cs typeface="General Sans Semibold" pitchFamily="34" charset="-120"/>
              </a:rPr>
              <a:t>Ronde 1: stel je eigen vraag</a:t>
            </a:r>
            <a:endParaRPr lang="en-US" sz="4800" dirty="0"/>
          </a:p>
        </p:txBody>
      </p:sp>
      <p:sp>
        <p:nvSpPr>
          <p:cNvPr id="75" name="Text 73"/>
          <p:cNvSpPr/>
          <p:nvPr/>
        </p:nvSpPr>
        <p:spPr>
          <a:xfrm>
            <a:off x="548640" y="4526280"/>
            <a:ext cx="7498080" cy="1280160"/>
          </a:xfrm>
          <a:prstGeom prst="rect">
            <a:avLst/>
          </a:prstGeom>
          <a:noFill/>
          <a:ln/>
        </p:spPr>
        <p:txBody>
          <a:bodyPr wrap="square" lIns="0" tIns="0" rIns="0" bIns="0" rtlCol="0" anchor="t"/>
          <a:lstStyle/>
          <a:p>
            <a:pPr algn="l" indent="0" marL="0">
              <a:lnSpc>
                <a:spcPct val="105000"/>
              </a:lnSpc>
              <a:buNone/>
            </a:pPr>
            <a:r>
              <a:rPr lang="en-US" sz="2200" dirty="0">
                <a:solidFill>
                  <a:srgbClr val="F4D74B"/>
                </a:solidFill>
                <a:latin typeface="Cooper Lt BT" pitchFamily="34" charset="0"/>
                <a:ea typeface="Cooper Lt BT" pitchFamily="34" charset="-122"/>
                <a:cs typeface="Cooper Lt BT" pitchFamily="34" charset="-120"/>
              </a:rPr>
              <a:t>20 minuten, in tweetallen. Kies een voorbeeldvraag of neem je eigen vraag.</a:t>
            </a:r>
            <a:endParaRPr lang="en-US" sz="2200" dirty="0"/>
          </a:p>
        </p:txBody>
      </p:sp>
      <p:pic>
        <p:nvPicPr>
          <p:cNvPr id="76" name="Image 0" descr="exports/261029_dair_onderwijsdata/img/Laptopman.png">    </p:cNvPr>
          <p:cNvPicPr>
            <a:picLocks noChangeAspect="1"/>
          </p:cNvPicPr>
          <p:nvPr/>
        </p:nvPicPr>
        <p:blipFill>
          <a:blip r:embed="rId1"/>
          <a:stretch>
            <a:fillRect/>
          </a:stretch>
        </p:blipFill>
        <p:spPr>
          <a:xfrm>
            <a:off x="8503920" y="1828800"/>
            <a:ext cx="3291840" cy="32918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D6E2FD"/>
        </a:solidFill>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sp>
      <p:sp>
        <p:nvSpPr>
          <p:cNvPr id="3" name="Shape 1"/>
          <p:cNvSpPr/>
          <p:nvPr/>
        </p:nvSpPr>
        <p:spPr>
          <a:xfrm>
            <a:off x="11212173" y="399224"/>
            <a:ext cx="34616" cy="34616"/>
          </a:xfrm>
          <a:prstGeom prst="ellipse">
            <a:avLst/>
          </a:prstGeom>
          <a:solidFill>
            <a:srgbClr val="000000"/>
          </a:solidFill>
          <a:ln/>
        </p:spPr>
      </p:sp>
      <p:sp>
        <p:nvSpPr>
          <p:cNvPr id="4" name="Shape 2"/>
          <p:cNvSpPr/>
          <p:nvPr/>
        </p:nvSpPr>
        <p:spPr>
          <a:xfrm>
            <a:off x="11398641" y="399224"/>
            <a:ext cx="34616" cy="34616"/>
          </a:xfrm>
          <a:prstGeom prst="ellipse">
            <a:avLst/>
          </a:prstGeom>
          <a:solidFill>
            <a:srgbClr val="000000"/>
          </a:solidFill>
          <a:ln/>
        </p:spPr>
      </p:sp>
      <p:sp>
        <p:nvSpPr>
          <p:cNvPr id="5" name="Shape 3"/>
          <p:cNvSpPr/>
          <p:nvPr/>
        </p:nvSpPr>
        <p:spPr>
          <a:xfrm>
            <a:off x="11258374" y="435357"/>
            <a:ext cx="51936" cy="51936"/>
          </a:xfrm>
          <a:prstGeom prst="ellipse">
            <a:avLst/>
          </a:prstGeom>
          <a:solidFill>
            <a:srgbClr val="000000"/>
          </a:solidFill>
          <a:ln/>
        </p:spPr>
      </p:sp>
      <p:sp>
        <p:nvSpPr>
          <p:cNvPr id="6" name="Shape 4"/>
          <p:cNvSpPr/>
          <p:nvPr/>
        </p:nvSpPr>
        <p:spPr>
          <a:xfrm>
            <a:off x="11335407" y="435306"/>
            <a:ext cx="51718" cy="51718"/>
          </a:xfrm>
          <a:prstGeom prst="ellipse">
            <a:avLst/>
          </a:prstGeom>
          <a:solidFill>
            <a:srgbClr val="000000"/>
          </a:solidFill>
          <a:ln/>
        </p:spPr>
      </p:sp>
      <p:sp>
        <p:nvSpPr>
          <p:cNvPr id="7" name="Shape 5"/>
          <p:cNvSpPr/>
          <p:nvPr/>
        </p:nvSpPr>
        <p:spPr>
          <a:xfrm>
            <a:off x="11127388" y="442398"/>
            <a:ext cx="35294" cy="35294"/>
          </a:xfrm>
          <a:prstGeom prst="ellipse">
            <a:avLst/>
          </a:prstGeom>
          <a:solidFill>
            <a:srgbClr val="000000"/>
          </a:solidFill>
          <a:ln/>
        </p:spPr>
      </p:sp>
      <p:sp>
        <p:nvSpPr>
          <p:cNvPr id="8" name="Shape 6"/>
          <p:cNvSpPr/>
          <p:nvPr/>
        </p:nvSpPr>
        <p:spPr>
          <a:xfrm>
            <a:off x="11482145" y="441649"/>
            <a:ext cx="35960" cy="35960"/>
          </a:xfrm>
          <a:prstGeom prst="ellipse">
            <a:avLst/>
          </a:prstGeom>
          <a:solidFill>
            <a:srgbClr val="000000"/>
          </a:solidFill>
          <a:ln/>
        </p:spPr>
      </p:sp>
      <p:sp>
        <p:nvSpPr>
          <p:cNvPr id="9" name="Shape 7"/>
          <p:cNvSpPr/>
          <p:nvPr/>
        </p:nvSpPr>
        <p:spPr>
          <a:xfrm>
            <a:off x="11185603" y="459328"/>
            <a:ext cx="52167" cy="52167"/>
          </a:xfrm>
          <a:prstGeom prst="ellipse">
            <a:avLst/>
          </a:prstGeom>
          <a:solidFill>
            <a:srgbClr val="000000"/>
          </a:solidFill>
          <a:ln/>
        </p:spPr>
      </p:sp>
      <p:sp>
        <p:nvSpPr>
          <p:cNvPr id="10" name="Shape 8"/>
          <p:cNvSpPr/>
          <p:nvPr/>
        </p:nvSpPr>
        <p:spPr>
          <a:xfrm>
            <a:off x="11408043" y="458713"/>
            <a:ext cx="52384" cy="52384"/>
          </a:xfrm>
          <a:prstGeom prst="ellipse">
            <a:avLst/>
          </a:prstGeom>
          <a:solidFill>
            <a:srgbClr val="000000"/>
          </a:solidFill>
          <a:ln/>
        </p:spPr>
      </p:sp>
      <p:sp>
        <p:nvSpPr>
          <p:cNvPr id="11" name="Shape 9"/>
          <p:cNvSpPr/>
          <p:nvPr/>
        </p:nvSpPr>
        <p:spPr>
          <a:xfrm>
            <a:off x="11241891" y="499749"/>
            <a:ext cx="36613" cy="36613"/>
          </a:xfrm>
          <a:prstGeom prst="ellipse">
            <a:avLst/>
          </a:prstGeom>
          <a:solidFill>
            <a:srgbClr val="000000"/>
          </a:solidFill>
          <a:ln/>
        </p:spPr>
      </p:sp>
      <p:sp>
        <p:nvSpPr>
          <p:cNvPr id="12" name="Shape 10"/>
          <p:cNvSpPr/>
          <p:nvPr/>
        </p:nvSpPr>
        <p:spPr>
          <a:xfrm>
            <a:off x="11294557" y="500146"/>
            <a:ext cx="57223" cy="57223"/>
          </a:xfrm>
          <a:prstGeom prst="ellipse">
            <a:avLst/>
          </a:prstGeom>
          <a:solidFill>
            <a:srgbClr val="000000"/>
          </a:solidFill>
          <a:ln/>
        </p:spPr>
      </p:sp>
      <p:sp>
        <p:nvSpPr>
          <p:cNvPr id="13" name="Shape 11"/>
          <p:cNvSpPr/>
          <p:nvPr/>
        </p:nvSpPr>
        <p:spPr>
          <a:xfrm>
            <a:off x="11364102" y="498770"/>
            <a:ext cx="35294" cy="35294"/>
          </a:xfrm>
          <a:prstGeom prst="ellipse">
            <a:avLst/>
          </a:prstGeom>
          <a:solidFill>
            <a:srgbClr val="000000"/>
          </a:solidFill>
          <a:ln/>
        </p:spPr>
      </p:sp>
      <p:sp>
        <p:nvSpPr>
          <p:cNvPr id="14" name="Shape 12"/>
          <p:cNvSpPr/>
          <p:nvPr/>
        </p:nvSpPr>
        <p:spPr>
          <a:xfrm>
            <a:off x="11123515" y="504524"/>
            <a:ext cx="51936" cy="51936"/>
          </a:xfrm>
          <a:prstGeom prst="ellipse">
            <a:avLst/>
          </a:prstGeom>
          <a:solidFill>
            <a:srgbClr val="000000"/>
          </a:solidFill>
          <a:ln/>
        </p:spPr>
      </p:sp>
      <p:sp>
        <p:nvSpPr>
          <p:cNvPr id="15" name="Shape 13"/>
          <p:cNvSpPr/>
          <p:nvPr/>
        </p:nvSpPr>
        <p:spPr>
          <a:xfrm>
            <a:off x="11470202" y="504300"/>
            <a:ext cx="52384" cy="52384"/>
          </a:xfrm>
          <a:prstGeom prst="ellipse">
            <a:avLst/>
          </a:prstGeom>
          <a:solidFill>
            <a:srgbClr val="000000"/>
          </a:solidFill>
          <a:ln/>
        </p:spPr>
      </p:sp>
      <p:sp>
        <p:nvSpPr>
          <p:cNvPr id="16" name="Shape 14"/>
          <p:cNvSpPr/>
          <p:nvPr/>
        </p:nvSpPr>
        <p:spPr>
          <a:xfrm>
            <a:off x="11060774" y="508825"/>
            <a:ext cx="35627" cy="35627"/>
          </a:xfrm>
          <a:prstGeom prst="ellipse">
            <a:avLst/>
          </a:prstGeom>
          <a:solidFill>
            <a:srgbClr val="000000"/>
          </a:solidFill>
          <a:ln/>
        </p:spPr>
      </p:sp>
      <p:sp>
        <p:nvSpPr>
          <p:cNvPr id="17" name="Shape 15"/>
          <p:cNvSpPr/>
          <p:nvPr/>
        </p:nvSpPr>
        <p:spPr>
          <a:xfrm>
            <a:off x="11548535" y="508038"/>
            <a:ext cx="36613" cy="36613"/>
          </a:xfrm>
          <a:prstGeom prst="ellipse">
            <a:avLst/>
          </a:prstGeom>
          <a:solidFill>
            <a:srgbClr val="000000"/>
          </a:solidFill>
          <a:ln/>
        </p:spPr>
      </p:sp>
      <p:sp>
        <p:nvSpPr>
          <p:cNvPr id="18" name="Shape 16"/>
          <p:cNvSpPr/>
          <p:nvPr/>
        </p:nvSpPr>
        <p:spPr>
          <a:xfrm>
            <a:off x="11191466" y="533379"/>
            <a:ext cx="57825" cy="57825"/>
          </a:xfrm>
          <a:prstGeom prst="ellipse">
            <a:avLst/>
          </a:prstGeom>
          <a:solidFill>
            <a:srgbClr val="000000"/>
          </a:solidFill>
          <a:ln/>
        </p:spPr>
      </p:sp>
      <p:sp>
        <p:nvSpPr>
          <p:cNvPr id="19" name="Shape 17"/>
          <p:cNvSpPr/>
          <p:nvPr/>
        </p:nvSpPr>
        <p:spPr>
          <a:xfrm>
            <a:off x="11396535" y="533494"/>
            <a:ext cx="57428" cy="57428"/>
          </a:xfrm>
          <a:prstGeom prst="ellipse">
            <a:avLst/>
          </a:prstGeom>
          <a:solidFill>
            <a:srgbClr val="000000"/>
          </a:solidFill>
          <a:ln/>
        </p:spPr>
      </p:sp>
      <p:sp>
        <p:nvSpPr>
          <p:cNvPr id="20" name="Shape 18"/>
          <p:cNvSpPr/>
          <p:nvPr/>
        </p:nvSpPr>
        <p:spPr>
          <a:xfrm>
            <a:off x="11079087" y="567226"/>
            <a:ext cx="51270" cy="51270"/>
          </a:xfrm>
          <a:prstGeom prst="ellipse">
            <a:avLst/>
          </a:prstGeom>
          <a:solidFill>
            <a:srgbClr val="000000"/>
          </a:solidFill>
          <a:ln/>
        </p:spPr>
      </p:sp>
      <p:sp>
        <p:nvSpPr>
          <p:cNvPr id="21" name="Shape 19"/>
          <p:cNvSpPr/>
          <p:nvPr/>
        </p:nvSpPr>
        <p:spPr>
          <a:xfrm>
            <a:off x="11339728" y="567053"/>
            <a:ext cx="34616" cy="34616"/>
          </a:xfrm>
          <a:prstGeom prst="ellipse">
            <a:avLst/>
          </a:prstGeom>
          <a:solidFill>
            <a:srgbClr val="000000"/>
          </a:solidFill>
          <a:ln/>
        </p:spPr>
      </p:sp>
      <p:sp>
        <p:nvSpPr>
          <p:cNvPr id="22" name="Shape 20"/>
          <p:cNvSpPr/>
          <p:nvPr/>
        </p:nvSpPr>
        <p:spPr>
          <a:xfrm>
            <a:off x="11515167" y="566234"/>
            <a:ext cx="52819" cy="52819"/>
          </a:xfrm>
          <a:prstGeom prst="ellipse">
            <a:avLst/>
          </a:prstGeom>
          <a:solidFill>
            <a:srgbClr val="000000"/>
          </a:solidFill>
          <a:ln/>
        </p:spPr>
      </p:sp>
      <p:sp>
        <p:nvSpPr>
          <p:cNvPr id="23" name="Shape 21"/>
          <p:cNvSpPr/>
          <p:nvPr/>
        </p:nvSpPr>
        <p:spPr>
          <a:xfrm>
            <a:off x="11262860" y="569742"/>
            <a:ext cx="34961" cy="34961"/>
          </a:xfrm>
          <a:prstGeom prst="ellipse">
            <a:avLst/>
          </a:prstGeom>
          <a:solidFill>
            <a:srgbClr val="000000"/>
          </a:solidFill>
          <a:ln/>
        </p:spPr>
      </p:sp>
      <p:sp>
        <p:nvSpPr>
          <p:cNvPr id="24" name="Shape 22"/>
          <p:cNvSpPr/>
          <p:nvPr/>
        </p:nvSpPr>
        <p:spPr>
          <a:xfrm>
            <a:off x="11462521" y="569818"/>
            <a:ext cx="35294" cy="35294"/>
          </a:xfrm>
          <a:prstGeom prst="ellipse">
            <a:avLst/>
          </a:prstGeom>
          <a:solidFill>
            <a:srgbClr val="000000"/>
          </a:solidFill>
          <a:ln/>
        </p:spPr>
      </p:sp>
      <p:sp>
        <p:nvSpPr>
          <p:cNvPr id="25" name="Shape 23"/>
          <p:cNvSpPr/>
          <p:nvPr/>
        </p:nvSpPr>
        <p:spPr>
          <a:xfrm>
            <a:off x="11145681" y="573441"/>
            <a:ext cx="34270" cy="34270"/>
          </a:xfrm>
          <a:prstGeom prst="ellipse">
            <a:avLst/>
          </a:prstGeom>
          <a:solidFill>
            <a:srgbClr val="000000"/>
          </a:solidFill>
          <a:ln/>
        </p:spPr>
      </p:sp>
      <p:sp>
        <p:nvSpPr>
          <p:cNvPr id="26" name="Shape 24"/>
          <p:cNvSpPr/>
          <p:nvPr/>
        </p:nvSpPr>
        <p:spPr>
          <a:xfrm>
            <a:off x="11592015" y="593213"/>
            <a:ext cx="35294" cy="35294"/>
          </a:xfrm>
          <a:prstGeom prst="ellipse">
            <a:avLst/>
          </a:prstGeom>
          <a:solidFill>
            <a:srgbClr val="000000"/>
          </a:solidFill>
          <a:ln/>
        </p:spPr>
      </p:sp>
      <p:sp>
        <p:nvSpPr>
          <p:cNvPr id="27" name="Shape 25"/>
          <p:cNvSpPr/>
          <p:nvPr/>
        </p:nvSpPr>
        <p:spPr>
          <a:xfrm>
            <a:off x="11019124" y="593444"/>
            <a:ext cx="34616" cy="34616"/>
          </a:xfrm>
          <a:prstGeom prst="ellipse">
            <a:avLst/>
          </a:prstGeom>
          <a:solidFill>
            <a:srgbClr val="000000"/>
          </a:solidFill>
          <a:ln/>
        </p:spPr>
      </p:sp>
      <p:sp>
        <p:nvSpPr>
          <p:cNvPr id="28" name="Shape 26"/>
          <p:cNvSpPr/>
          <p:nvPr/>
        </p:nvSpPr>
        <p:spPr>
          <a:xfrm>
            <a:off x="11403576" y="610214"/>
            <a:ext cx="34961" cy="34961"/>
          </a:xfrm>
          <a:prstGeom prst="ellipse">
            <a:avLst/>
          </a:prstGeom>
          <a:solidFill>
            <a:srgbClr val="000000"/>
          </a:solidFill>
          <a:ln/>
        </p:spPr>
      </p:sp>
      <p:sp>
        <p:nvSpPr>
          <p:cNvPr id="29" name="Shape 27"/>
          <p:cNvSpPr/>
          <p:nvPr/>
        </p:nvSpPr>
        <p:spPr>
          <a:xfrm>
            <a:off x="11201662" y="616570"/>
            <a:ext cx="35627" cy="35627"/>
          </a:xfrm>
          <a:prstGeom prst="ellipse">
            <a:avLst/>
          </a:prstGeom>
          <a:solidFill>
            <a:srgbClr val="000000"/>
          </a:solidFill>
          <a:ln/>
        </p:spPr>
      </p:sp>
      <p:sp>
        <p:nvSpPr>
          <p:cNvPr id="30" name="Shape 28"/>
          <p:cNvSpPr/>
          <p:nvPr/>
        </p:nvSpPr>
        <p:spPr>
          <a:xfrm>
            <a:off x="11127484" y="620705"/>
            <a:ext cx="58030" cy="58030"/>
          </a:xfrm>
          <a:prstGeom prst="ellipse">
            <a:avLst/>
          </a:prstGeom>
          <a:solidFill>
            <a:srgbClr val="000000"/>
          </a:solidFill>
          <a:ln/>
        </p:spPr>
      </p:sp>
      <p:sp>
        <p:nvSpPr>
          <p:cNvPr id="31" name="Shape 29"/>
          <p:cNvSpPr/>
          <p:nvPr/>
        </p:nvSpPr>
        <p:spPr>
          <a:xfrm>
            <a:off x="11460767" y="620852"/>
            <a:ext cx="57428" cy="57428"/>
          </a:xfrm>
          <a:prstGeom prst="ellipse">
            <a:avLst/>
          </a:prstGeom>
          <a:solidFill>
            <a:srgbClr val="000000"/>
          </a:solidFill>
          <a:ln/>
        </p:spPr>
      </p:sp>
      <p:sp>
        <p:nvSpPr>
          <p:cNvPr id="32" name="Shape 30"/>
          <p:cNvSpPr/>
          <p:nvPr/>
        </p:nvSpPr>
        <p:spPr>
          <a:xfrm>
            <a:off x="11055219" y="640144"/>
            <a:ext cx="51718" cy="51718"/>
          </a:xfrm>
          <a:prstGeom prst="ellipse">
            <a:avLst/>
          </a:prstGeom>
          <a:solidFill>
            <a:srgbClr val="000000"/>
          </a:solidFill>
          <a:ln/>
        </p:spPr>
      </p:sp>
      <p:sp>
        <p:nvSpPr>
          <p:cNvPr id="33" name="Shape 31"/>
          <p:cNvSpPr/>
          <p:nvPr/>
        </p:nvSpPr>
        <p:spPr>
          <a:xfrm>
            <a:off x="11539330" y="640266"/>
            <a:ext cx="51270" cy="51270"/>
          </a:xfrm>
          <a:prstGeom prst="ellipse">
            <a:avLst/>
          </a:prstGeom>
          <a:solidFill>
            <a:srgbClr val="000000"/>
          </a:solidFill>
          <a:ln/>
        </p:spPr>
      </p:sp>
      <p:sp>
        <p:nvSpPr>
          <p:cNvPr id="34" name="Shape 32"/>
          <p:cNvSpPr/>
          <p:nvPr/>
        </p:nvSpPr>
        <p:spPr>
          <a:xfrm>
            <a:off x="11429576" y="682274"/>
            <a:ext cx="35627" cy="35627"/>
          </a:xfrm>
          <a:prstGeom prst="ellipse">
            <a:avLst/>
          </a:prstGeom>
          <a:solidFill>
            <a:srgbClr val="000000"/>
          </a:solidFill>
          <a:ln/>
        </p:spPr>
      </p:sp>
      <p:sp>
        <p:nvSpPr>
          <p:cNvPr id="35" name="Shape 33"/>
          <p:cNvSpPr/>
          <p:nvPr/>
        </p:nvSpPr>
        <p:spPr>
          <a:xfrm>
            <a:off x="11004076" y="687222"/>
            <a:ext cx="34616" cy="34616"/>
          </a:xfrm>
          <a:prstGeom prst="ellipse">
            <a:avLst/>
          </a:prstGeom>
          <a:solidFill>
            <a:srgbClr val="000000"/>
          </a:solidFill>
          <a:ln/>
        </p:spPr>
      </p:sp>
      <p:sp>
        <p:nvSpPr>
          <p:cNvPr id="36" name="Shape 34"/>
          <p:cNvSpPr/>
          <p:nvPr/>
        </p:nvSpPr>
        <p:spPr>
          <a:xfrm>
            <a:off x="11502052" y="685321"/>
            <a:ext cx="34270" cy="34270"/>
          </a:xfrm>
          <a:prstGeom prst="ellipse">
            <a:avLst/>
          </a:prstGeom>
          <a:solidFill>
            <a:srgbClr val="000000"/>
          </a:solidFill>
          <a:ln/>
        </p:spPr>
      </p:sp>
      <p:sp>
        <p:nvSpPr>
          <p:cNvPr id="37" name="Shape 35"/>
          <p:cNvSpPr/>
          <p:nvPr/>
        </p:nvSpPr>
        <p:spPr>
          <a:xfrm>
            <a:off x="11606321" y="686422"/>
            <a:ext cx="35627" cy="35627"/>
          </a:xfrm>
          <a:prstGeom prst="ellipse">
            <a:avLst/>
          </a:prstGeom>
          <a:solidFill>
            <a:srgbClr val="000000"/>
          </a:solidFill>
          <a:ln/>
        </p:spPr>
      </p:sp>
      <p:sp>
        <p:nvSpPr>
          <p:cNvPr id="38" name="Shape 36"/>
          <p:cNvSpPr/>
          <p:nvPr/>
        </p:nvSpPr>
        <p:spPr>
          <a:xfrm>
            <a:off x="11108908" y="688957"/>
            <a:ext cx="35294" cy="35294"/>
          </a:xfrm>
          <a:prstGeom prst="ellipse">
            <a:avLst/>
          </a:prstGeom>
          <a:solidFill>
            <a:srgbClr val="000000"/>
          </a:solidFill>
          <a:ln/>
        </p:spPr>
      </p:sp>
      <p:sp>
        <p:nvSpPr>
          <p:cNvPr id="39" name="Shape 37"/>
          <p:cNvSpPr/>
          <p:nvPr/>
        </p:nvSpPr>
        <p:spPr>
          <a:xfrm>
            <a:off x="11179733" y="690371"/>
            <a:ext cx="36613" cy="36613"/>
          </a:xfrm>
          <a:prstGeom prst="ellipse">
            <a:avLst/>
          </a:prstGeom>
          <a:solidFill>
            <a:srgbClr val="000000"/>
          </a:solidFill>
          <a:ln/>
        </p:spPr>
      </p:sp>
      <p:sp>
        <p:nvSpPr>
          <p:cNvPr id="40" name="Shape 38"/>
          <p:cNvSpPr/>
          <p:nvPr/>
        </p:nvSpPr>
        <p:spPr>
          <a:xfrm>
            <a:off x="11054764" y="716576"/>
            <a:ext cx="51936" cy="51936"/>
          </a:xfrm>
          <a:prstGeom prst="ellipse">
            <a:avLst/>
          </a:prstGeom>
          <a:solidFill>
            <a:srgbClr val="000000"/>
          </a:solidFill>
          <a:ln/>
        </p:spPr>
      </p:sp>
      <p:sp>
        <p:nvSpPr>
          <p:cNvPr id="41" name="Shape 39"/>
          <p:cNvSpPr/>
          <p:nvPr/>
        </p:nvSpPr>
        <p:spPr>
          <a:xfrm>
            <a:off x="11539023" y="716851"/>
            <a:ext cx="51488" cy="51488"/>
          </a:xfrm>
          <a:prstGeom prst="ellipse">
            <a:avLst/>
          </a:prstGeom>
          <a:solidFill>
            <a:srgbClr val="000000"/>
          </a:solidFill>
          <a:ln/>
        </p:spPr>
      </p:sp>
      <p:sp>
        <p:nvSpPr>
          <p:cNvPr id="42" name="Shape 40"/>
          <p:cNvSpPr/>
          <p:nvPr/>
        </p:nvSpPr>
        <p:spPr>
          <a:xfrm>
            <a:off x="11127490" y="729288"/>
            <a:ext cx="58222" cy="58222"/>
          </a:xfrm>
          <a:prstGeom prst="ellipse">
            <a:avLst/>
          </a:prstGeom>
          <a:solidFill>
            <a:srgbClr val="000000"/>
          </a:solidFill>
          <a:ln/>
        </p:spPr>
      </p:sp>
      <p:sp>
        <p:nvSpPr>
          <p:cNvPr id="43" name="Shape 41"/>
          <p:cNvSpPr/>
          <p:nvPr/>
        </p:nvSpPr>
        <p:spPr>
          <a:xfrm>
            <a:off x="11460671" y="729781"/>
            <a:ext cx="57633" cy="57633"/>
          </a:xfrm>
          <a:prstGeom prst="ellipse">
            <a:avLst/>
          </a:prstGeom>
          <a:solidFill>
            <a:srgbClr val="000000"/>
          </a:solidFill>
          <a:ln/>
        </p:spPr>
      </p:sp>
      <p:sp>
        <p:nvSpPr>
          <p:cNvPr id="44" name="Shape 42"/>
          <p:cNvSpPr/>
          <p:nvPr/>
        </p:nvSpPr>
        <p:spPr>
          <a:xfrm>
            <a:off x="11407973" y="756415"/>
            <a:ext cx="35960" cy="35960"/>
          </a:xfrm>
          <a:prstGeom prst="ellipse">
            <a:avLst/>
          </a:prstGeom>
          <a:solidFill>
            <a:srgbClr val="000000"/>
          </a:solidFill>
          <a:ln/>
        </p:spPr>
      </p:sp>
      <p:sp>
        <p:nvSpPr>
          <p:cNvPr id="45" name="Shape 43"/>
          <p:cNvSpPr/>
          <p:nvPr/>
        </p:nvSpPr>
        <p:spPr>
          <a:xfrm>
            <a:off x="11207308" y="763884"/>
            <a:ext cx="34616" cy="34616"/>
          </a:xfrm>
          <a:prstGeom prst="ellipse">
            <a:avLst/>
          </a:prstGeom>
          <a:solidFill>
            <a:srgbClr val="000000"/>
          </a:solidFill>
          <a:ln/>
        </p:spPr>
      </p:sp>
      <p:sp>
        <p:nvSpPr>
          <p:cNvPr id="46" name="Shape 44"/>
          <p:cNvSpPr/>
          <p:nvPr/>
        </p:nvSpPr>
        <p:spPr>
          <a:xfrm>
            <a:off x="11018670" y="780462"/>
            <a:ext cx="34616" cy="34616"/>
          </a:xfrm>
          <a:prstGeom prst="ellipse">
            <a:avLst/>
          </a:prstGeom>
          <a:solidFill>
            <a:srgbClr val="000000"/>
          </a:solidFill>
          <a:ln/>
        </p:spPr>
      </p:sp>
      <p:sp>
        <p:nvSpPr>
          <p:cNvPr id="47" name="Shape 45"/>
          <p:cNvSpPr/>
          <p:nvPr/>
        </p:nvSpPr>
        <p:spPr>
          <a:xfrm>
            <a:off x="11591670" y="780123"/>
            <a:ext cx="35294" cy="35294"/>
          </a:xfrm>
          <a:prstGeom prst="ellipse">
            <a:avLst/>
          </a:prstGeom>
          <a:solidFill>
            <a:srgbClr val="000000"/>
          </a:solidFill>
          <a:ln/>
        </p:spPr>
      </p:sp>
      <p:sp>
        <p:nvSpPr>
          <p:cNvPr id="48" name="Shape 46"/>
          <p:cNvSpPr/>
          <p:nvPr/>
        </p:nvSpPr>
        <p:spPr>
          <a:xfrm>
            <a:off x="11079010" y="790179"/>
            <a:ext cx="51270" cy="51270"/>
          </a:xfrm>
          <a:prstGeom prst="ellipse">
            <a:avLst/>
          </a:prstGeom>
          <a:solidFill>
            <a:srgbClr val="000000"/>
          </a:solidFill>
          <a:ln/>
        </p:spPr>
      </p:sp>
      <p:sp>
        <p:nvSpPr>
          <p:cNvPr id="49" name="Shape 47"/>
          <p:cNvSpPr/>
          <p:nvPr/>
        </p:nvSpPr>
        <p:spPr>
          <a:xfrm>
            <a:off x="11515218" y="789692"/>
            <a:ext cx="52602" cy="52602"/>
          </a:xfrm>
          <a:prstGeom prst="ellipse">
            <a:avLst/>
          </a:prstGeom>
          <a:solidFill>
            <a:srgbClr val="000000"/>
          </a:solidFill>
          <a:ln/>
        </p:spPr>
      </p:sp>
      <p:sp>
        <p:nvSpPr>
          <p:cNvPr id="50" name="Shape 48"/>
          <p:cNvSpPr/>
          <p:nvPr/>
        </p:nvSpPr>
        <p:spPr>
          <a:xfrm>
            <a:off x="11147371" y="803460"/>
            <a:ext cx="35627" cy="35627"/>
          </a:xfrm>
          <a:prstGeom prst="ellipse">
            <a:avLst/>
          </a:prstGeom>
          <a:solidFill>
            <a:srgbClr val="000000"/>
          </a:solidFill>
          <a:ln/>
        </p:spPr>
      </p:sp>
      <p:sp>
        <p:nvSpPr>
          <p:cNvPr id="51" name="Shape 49"/>
          <p:cNvSpPr/>
          <p:nvPr/>
        </p:nvSpPr>
        <p:spPr>
          <a:xfrm>
            <a:off x="11347786" y="804293"/>
            <a:ext cx="35294" cy="35294"/>
          </a:xfrm>
          <a:prstGeom prst="ellipse">
            <a:avLst/>
          </a:prstGeom>
          <a:solidFill>
            <a:srgbClr val="000000"/>
          </a:solidFill>
          <a:ln/>
        </p:spPr>
      </p:sp>
      <p:sp>
        <p:nvSpPr>
          <p:cNvPr id="52" name="Shape 50"/>
          <p:cNvSpPr/>
          <p:nvPr/>
        </p:nvSpPr>
        <p:spPr>
          <a:xfrm>
            <a:off x="11465119" y="800919"/>
            <a:ext cx="34961" cy="34961"/>
          </a:xfrm>
          <a:prstGeom prst="ellipse">
            <a:avLst/>
          </a:prstGeom>
          <a:solidFill>
            <a:srgbClr val="000000"/>
          </a:solidFill>
          <a:ln/>
        </p:spPr>
      </p:sp>
      <p:sp>
        <p:nvSpPr>
          <p:cNvPr id="53" name="Shape 51"/>
          <p:cNvSpPr/>
          <p:nvPr/>
        </p:nvSpPr>
        <p:spPr>
          <a:xfrm>
            <a:off x="11270669" y="806590"/>
            <a:ext cx="35627" cy="35627"/>
          </a:xfrm>
          <a:prstGeom prst="ellipse">
            <a:avLst/>
          </a:prstGeom>
          <a:solidFill>
            <a:srgbClr val="000000"/>
          </a:solidFill>
          <a:ln/>
        </p:spPr>
      </p:sp>
      <p:sp>
        <p:nvSpPr>
          <p:cNvPr id="54" name="Shape 52"/>
          <p:cNvSpPr/>
          <p:nvPr/>
        </p:nvSpPr>
        <p:spPr>
          <a:xfrm>
            <a:off x="11191498" y="817766"/>
            <a:ext cx="57633" cy="57633"/>
          </a:xfrm>
          <a:prstGeom prst="ellipse">
            <a:avLst/>
          </a:prstGeom>
          <a:solidFill>
            <a:srgbClr val="000000"/>
          </a:solidFill>
          <a:ln/>
        </p:spPr>
      </p:sp>
      <p:sp>
        <p:nvSpPr>
          <p:cNvPr id="55" name="Shape 53"/>
          <p:cNvSpPr/>
          <p:nvPr/>
        </p:nvSpPr>
        <p:spPr>
          <a:xfrm>
            <a:off x="11396573" y="817888"/>
            <a:ext cx="57633" cy="57633"/>
          </a:xfrm>
          <a:prstGeom prst="ellipse">
            <a:avLst/>
          </a:prstGeom>
          <a:solidFill>
            <a:srgbClr val="000000"/>
          </a:solidFill>
          <a:ln/>
        </p:spPr>
      </p:sp>
      <p:sp>
        <p:nvSpPr>
          <p:cNvPr id="56" name="Shape 54"/>
          <p:cNvSpPr/>
          <p:nvPr/>
        </p:nvSpPr>
        <p:spPr>
          <a:xfrm>
            <a:off x="11123445" y="851985"/>
            <a:ext cx="52167" cy="52167"/>
          </a:xfrm>
          <a:prstGeom prst="ellipse">
            <a:avLst/>
          </a:prstGeom>
          <a:solidFill>
            <a:srgbClr val="000000"/>
          </a:solidFill>
          <a:ln/>
        </p:spPr>
      </p:sp>
      <p:sp>
        <p:nvSpPr>
          <p:cNvPr id="57" name="Shape 55"/>
          <p:cNvSpPr/>
          <p:nvPr/>
        </p:nvSpPr>
        <p:spPr>
          <a:xfrm>
            <a:off x="11294647" y="851390"/>
            <a:ext cx="57223" cy="57223"/>
          </a:xfrm>
          <a:prstGeom prst="ellipse">
            <a:avLst/>
          </a:prstGeom>
          <a:solidFill>
            <a:srgbClr val="000000"/>
          </a:solidFill>
          <a:ln/>
        </p:spPr>
      </p:sp>
      <p:sp>
        <p:nvSpPr>
          <p:cNvPr id="58" name="Shape 56"/>
          <p:cNvSpPr/>
          <p:nvPr/>
        </p:nvSpPr>
        <p:spPr>
          <a:xfrm>
            <a:off x="11470202" y="852382"/>
            <a:ext cx="52384" cy="52384"/>
          </a:xfrm>
          <a:prstGeom prst="ellipse">
            <a:avLst/>
          </a:prstGeom>
          <a:solidFill>
            <a:srgbClr val="000000"/>
          </a:solidFill>
          <a:ln/>
        </p:spPr>
      </p:sp>
      <p:sp>
        <p:nvSpPr>
          <p:cNvPr id="59" name="Shape 57"/>
          <p:cNvSpPr/>
          <p:nvPr/>
        </p:nvSpPr>
        <p:spPr>
          <a:xfrm>
            <a:off x="11060774" y="864607"/>
            <a:ext cx="35627" cy="35627"/>
          </a:xfrm>
          <a:prstGeom prst="ellipse">
            <a:avLst/>
          </a:prstGeom>
          <a:solidFill>
            <a:srgbClr val="000000"/>
          </a:solidFill>
          <a:ln/>
        </p:spPr>
      </p:sp>
      <p:sp>
        <p:nvSpPr>
          <p:cNvPr id="60" name="Shape 58"/>
          <p:cNvSpPr/>
          <p:nvPr/>
        </p:nvSpPr>
        <p:spPr>
          <a:xfrm>
            <a:off x="11548733" y="864185"/>
            <a:ext cx="35627" cy="35627"/>
          </a:xfrm>
          <a:prstGeom prst="ellipse">
            <a:avLst/>
          </a:prstGeom>
          <a:solidFill>
            <a:srgbClr val="000000"/>
          </a:solidFill>
          <a:ln/>
        </p:spPr>
      </p:sp>
      <p:sp>
        <p:nvSpPr>
          <p:cNvPr id="61" name="Shape 59"/>
          <p:cNvSpPr/>
          <p:nvPr/>
        </p:nvSpPr>
        <p:spPr>
          <a:xfrm>
            <a:off x="11246231" y="873908"/>
            <a:ext cx="35627" cy="35627"/>
          </a:xfrm>
          <a:prstGeom prst="ellipse">
            <a:avLst/>
          </a:prstGeom>
          <a:solidFill>
            <a:srgbClr val="000000"/>
          </a:solidFill>
          <a:ln/>
        </p:spPr>
      </p:sp>
      <p:sp>
        <p:nvSpPr>
          <p:cNvPr id="62" name="Shape 60"/>
          <p:cNvSpPr/>
          <p:nvPr/>
        </p:nvSpPr>
        <p:spPr>
          <a:xfrm>
            <a:off x="11367418" y="872896"/>
            <a:ext cx="35627" cy="35627"/>
          </a:xfrm>
          <a:prstGeom prst="ellipse">
            <a:avLst/>
          </a:prstGeom>
          <a:solidFill>
            <a:srgbClr val="000000"/>
          </a:solidFill>
          <a:ln/>
        </p:spPr>
      </p:sp>
      <p:sp>
        <p:nvSpPr>
          <p:cNvPr id="63" name="Shape 61"/>
          <p:cNvSpPr/>
          <p:nvPr/>
        </p:nvSpPr>
        <p:spPr>
          <a:xfrm>
            <a:off x="11185366" y="897322"/>
            <a:ext cx="51936" cy="51936"/>
          </a:xfrm>
          <a:prstGeom prst="ellipse">
            <a:avLst/>
          </a:prstGeom>
          <a:solidFill>
            <a:srgbClr val="000000"/>
          </a:solidFill>
          <a:ln/>
        </p:spPr>
      </p:sp>
      <p:sp>
        <p:nvSpPr>
          <p:cNvPr id="64" name="Shape 62"/>
          <p:cNvSpPr/>
          <p:nvPr/>
        </p:nvSpPr>
        <p:spPr>
          <a:xfrm>
            <a:off x="11407845" y="897655"/>
            <a:ext cx="52602" cy="52602"/>
          </a:xfrm>
          <a:prstGeom prst="ellipse">
            <a:avLst/>
          </a:prstGeom>
          <a:solidFill>
            <a:srgbClr val="000000"/>
          </a:solidFill>
          <a:ln/>
        </p:spPr>
      </p:sp>
      <p:sp>
        <p:nvSpPr>
          <p:cNvPr id="65" name="Shape 63"/>
          <p:cNvSpPr/>
          <p:nvPr/>
        </p:nvSpPr>
        <p:spPr>
          <a:xfrm>
            <a:off x="11258822" y="921466"/>
            <a:ext cx="51270" cy="51270"/>
          </a:xfrm>
          <a:prstGeom prst="ellipse">
            <a:avLst/>
          </a:prstGeom>
          <a:solidFill>
            <a:srgbClr val="000000"/>
          </a:solidFill>
          <a:ln/>
        </p:spPr>
      </p:sp>
      <p:sp>
        <p:nvSpPr>
          <p:cNvPr id="66" name="Shape 64"/>
          <p:cNvSpPr/>
          <p:nvPr/>
        </p:nvSpPr>
        <p:spPr>
          <a:xfrm>
            <a:off x="11335350" y="921504"/>
            <a:ext cx="51270" cy="51270"/>
          </a:xfrm>
          <a:prstGeom prst="ellipse">
            <a:avLst/>
          </a:prstGeom>
          <a:solidFill>
            <a:srgbClr val="000000"/>
          </a:solidFill>
          <a:ln/>
        </p:spPr>
      </p:sp>
      <p:sp>
        <p:nvSpPr>
          <p:cNvPr id="67" name="Shape 65"/>
          <p:cNvSpPr/>
          <p:nvPr/>
        </p:nvSpPr>
        <p:spPr>
          <a:xfrm>
            <a:off x="11127388" y="931368"/>
            <a:ext cx="35294" cy="35294"/>
          </a:xfrm>
          <a:prstGeom prst="ellipse">
            <a:avLst/>
          </a:prstGeom>
          <a:solidFill>
            <a:srgbClr val="000000"/>
          </a:solidFill>
          <a:ln/>
        </p:spPr>
      </p:sp>
      <p:sp>
        <p:nvSpPr>
          <p:cNvPr id="68" name="Shape 66"/>
          <p:cNvSpPr/>
          <p:nvPr/>
        </p:nvSpPr>
        <p:spPr>
          <a:xfrm>
            <a:off x="11481979" y="931035"/>
            <a:ext cx="35960" cy="35960"/>
          </a:xfrm>
          <a:prstGeom prst="ellipse">
            <a:avLst/>
          </a:prstGeom>
          <a:solidFill>
            <a:srgbClr val="000000"/>
          </a:solidFill>
          <a:ln/>
        </p:spPr>
      </p:sp>
      <p:sp>
        <p:nvSpPr>
          <p:cNvPr id="69" name="Shape 67"/>
          <p:cNvSpPr/>
          <p:nvPr/>
        </p:nvSpPr>
        <p:spPr>
          <a:xfrm>
            <a:off x="11211987" y="974695"/>
            <a:ext cx="34961" cy="34961"/>
          </a:xfrm>
          <a:prstGeom prst="ellipse">
            <a:avLst/>
          </a:prstGeom>
          <a:solidFill>
            <a:srgbClr val="000000"/>
          </a:solidFill>
          <a:ln/>
        </p:spPr>
      </p:sp>
      <p:sp>
        <p:nvSpPr>
          <p:cNvPr id="70" name="Shape 68"/>
          <p:cNvSpPr/>
          <p:nvPr/>
        </p:nvSpPr>
        <p:spPr>
          <a:xfrm>
            <a:off x="11398461" y="974695"/>
            <a:ext cx="34961" cy="34961"/>
          </a:xfrm>
          <a:prstGeom prst="ellipse">
            <a:avLst/>
          </a:prstGeom>
          <a:solidFill>
            <a:srgbClr val="000000"/>
          </a:solidFill>
          <a:ln/>
        </p:spPr>
      </p:sp>
      <p:sp>
        <p:nvSpPr>
          <p:cNvPr id="71" name="Shape 69"/>
          <p:cNvSpPr/>
          <p:nvPr/>
        </p:nvSpPr>
        <p:spPr>
          <a:xfrm>
            <a:off x="11304837" y="988501"/>
            <a:ext cx="35627" cy="35627"/>
          </a:xfrm>
          <a:prstGeom prst="ellipse">
            <a:avLst/>
          </a:prstGeom>
          <a:solidFill>
            <a:srgbClr val="000000"/>
          </a:solidFill>
          <a:ln/>
        </p:spPr>
      </p:sp>
      <p:sp>
        <p:nvSpPr>
          <p:cNvPr id="72" name="Text 70"/>
          <p:cNvSpPr/>
          <p:nvPr/>
        </p:nvSpPr>
        <p:spPr>
          <a:xfrm>
            <a:off x="548640" y="411480"/>
            <a:ext cx="10088575" cy="777240"/>
          </a:xfrm>
          <a:prstGeom prst="rect">
            <a:avLst/>
          </a:prstGeom>
          <a:noFill/>
          <a:ln/>
        </p:spPr>
        <p:txBody>
          <a:bodyPr wrap="square" lIns="0" tIns="0" rIns="0" bIns="0" rtlCol="0" anchor="ctr"/>
          <a:lstStyle/>
          <a:p>
            <a:pPr algn="l" indent="0" marL="0">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Ga naar edu.nl/n4kfh</a:t>
            </a:r>
            <a:endParaRPr lang="en-US" sz="3400" dirty="0"/>
          </a:p>
        </p:txBody>
      </p:sp>
      <p:pic>
        <p:nvPicPr>
          <p:cNvPr id="73" name="Image 0" descr="QR-code naar edu.nl/n4kfh">    </p:cNvPr>
          <p:cNvPicPr>
            <a:picLocks noChangeAspect="1"/>
          </p:cNvPicPr>
          <p:nvPr/>
        </p:nvPicPr>
        <p:blipFill>
          <a:blip r:embed="rId1"/>
          <a:stretch>
            <a:fillRect/>
          </a:stretch>
        </p:blipFill>
        <p:spPr>
          <a:xfrm>
            <a:off x="1912468" y="1371600"/>
            <a:ext cx="4343400" cy="4343400"/>
          </a:xfrm>
          <a:prstGeom prst="rect">
            <a:avLst/>
          </a:prstGeom>
        </p:spPr>
      </p:pic>
      <p:sp>
        <p:nvSpPr>
          <p:cNvPr id="74" name="Text 71"/>
          <p:cNvSpPr/>
          <p:nvPr/>
        </p:nvSpPr>
        <p:spPr>
          <a:xfrm>
            <a:off x="548640" y="5852160"/>
            <a:ext cx="7071055" cy="365760"/>
          </a:xfrm>
          <a:prstGeom prst="rect">
            <a:avLst/>
          </a:prstGeom>
          <a:noFill/>
          <a:ln/>
        </p:spPr>
        <p:txBody>
          <a:bodyPr wrap="square" lIns="0" tIns="0" rIns="0" bIns="0" rtlCol="0" anchor="t"/>
          <a:lstStyle/>
          <a:p>
            <a:pPr algn="ctr" indent="0" marL="0">
              <a:lnSpc>
                <a:spcPct val="105000"/>
              </a:lnSpc>
              <a:buNone/>
            </a:pPr>
            <a:r>
              <a:rPr lang="en-US" sz="1300" dirty="0">
                <a:solidFill>
                  <a:srgbClr val="000000"/>
                </a:solidFill>
                <a:latin typeface="General Sans" pitchFamily="34" charset="0"/>
                <a:ea typeface="General Sans" pitchFamily="34" charset="-122"/>
                <a:cs typeface="General Sans" pitchFamily="34" charset="-120"/>
              </a:rPr>
              <a:t>edu.nl/n4kfh</a:t>
            </a:r>
            <a:endParaRPr lang="en-US" sz="1300" dirty="0"/>
          </a:p>
        </p:txBody>
      </p:sp>
      <p:sp>
        <p:nvSpPr>
          <p:cNvPr id="75" name="Text 72"/>
          <p:cNvSpPr/>
          <p:nvPr/>
        </p:nvSpPr>
        <p:spPr>
          <a:xfrm>
            <a:off x="7894015" y="1463040"/>
            <a:ext cx="3749040" cy="4480560"/>
          </a:xfrm>
          <a:prstGeom prst="rect">
            <a:avLst/>
          </a:prstGeom>
          <a:noFill/>
          <a:ln/>
        </p:spPr>
        <p:txBody>
          <a:bodyPr wrap="square" lIns="0" tIns="0" rIns="0" bIns="0" rtlCol="0" anchor="t"/>
          <a:lstStyle/>
          <a:p>
            <a:pPr algn="l" indent="0" marL="0">
              <a:lnSpc>
                <a:spcPct val="105000"/>
              </a:lnSpc>
              <a:spcAft>
                <a:spcPts val="800"/>
              </a:spcAft>
              <a:buNone/>
            </a:pPr>
            <a:r>
              <a:rPr lang="en-US" sz="1800" dirty="0">
                <a:solidFill>
                  <a:srgbClr val="3D68EC"/>
                </a:solidFill>
                <a:latin typeface="General Sans Semibold" pitchFamily="34" charset="0"/>
                <a:ea typeface="General Sans Semibold" pitchFamily="34" charset="-122"/>
                <a:cs typeface="General Sans Semibold" pitchFamily="34" charset="-120"/>
              </a:rPr>
              <a:t>1.</a:t>
            </a:r>
            <a:pPr algn="l" indent="0" marL="0">
              <a:lnSpc>
                <a:spcPct val="105000"/>
              </a:lnSpc>
              <a:spcAft>
                <a:spcPts val="800"/>
              </a:spcAft>
              <a:buNone/>
            </a:pPr>
            <a:r>
              <a:rPr lang="en-US" sz="1800" dirty="0">
                <a:solidFill>
                  <a:srgbClr val="000000"/>
                </a:solidFill>
                <a:latin typeface="General Sans" pitchFamily="34" charset="0"/>
                <a:ea typeface="General Sans" pitchFamily="34" charset="-122"/>
                <a:cs typeface="General Sans" pitchFamily="34" charset="-120"/>
              </a:rPr>
              <a:t> Scan de code of typ de link.</a:t>
            </a:r>
            <a:endParaRPr lang="en-US" sz="1800" dirty="0"/>
          </a:p>
          <a:p>
            <a:pPr algn="l" indent="0" marL="0">
              <a:lnSpc>
                <a:spcPct val="105000"/>
              </a:lnSpc>
              <a:spcAft>
                <a:spcPts val="800"/>
              </a:spcAft>
              <a:buNone/>
            </a:pPr>
            <a:r>
              <a:rPr lang="en-US" sz="1800" dirty="0">
                <a:solidFill>
                  <a:srgbClr val="3D68EC"/>
                </a:solidFill>
                <a:latin typeface="General Sans Semibold" pitchFamily="34" charset="0"/>
                <a:ea typeface="General Sans Semibold" pitchFamily="34" charset="-122"/>
                <a:cs typeface="General Sans Semibold" pitchFamily="34" charset="-120"/>
              </a:rPr>
              <a:t>2.</a:t>
            </a:r>
            <a:pPr algn="l" indent="0" marL="0">
              <a:lnSpc>
                <a:spcPct val="105000"/>
              </a:lnSpc>
              <a:spcAft>
                <a:spcPts val="800"/>
              </a:spcAft>
              <a:buNone/>
            </a:pPr>
            <a:r>
              <a:rPr lang="en-US" sz="1800" dirty="0">
                <a:solidFill>
                  <a:srgbClr val="000000"/>
                </a:solidFill>
                <a:latin typeface="General Sans" pitchFamily="34" charset="0"/>
                <a:ea typeface="General Sans" pitchFamily="34" charset="-122"/>
                <a:cs typeface="General Sans" pitchFamily="34" charset="-120"/>
              </a:rPr>
              <a:t> Log in.</a:t>
            </a:r>
            <a:endParaRPr lang="en-US" sz="1800" dirty="0"/>
          </a:p>
          <a:p>
            <a:pPr algn="l" indent="0" marL="0">
              <a:lnSpc>
                <a:spcPct val="105000"/>
              </a:lnSpc>
              <a:spcAft>
                <a:spcPts val="800"/>
              </a:spcAft>
              <a:buNone/>
            </a:pPr>
            <a:r>
              <a:rPr lang="en-US" sz="1800" dirty="0">
                <a:solidFill>
                  <a:srgbClr val="3D68EC"/>
                </a:solidFill>
                <a:latin typeface="General Sans Semibold" pitchFamily="34" charset="0"/>
                <a:ea typeface="General Sans Semibold" pitchFamily="34" charset="-122"/>
                <a:cs typeface="General Sans Semibold" pitchFamily="34" charset="-120"/>
              </a:rPr>
              <a:t>3.</a:t>
            </a:r>
            <a:pPr algn="l" indent="0" marL="0">
              <a:lnSpc>
                <a:spcPct val="105000"/>
              </a:lnSpc>
              <a:spcAft>
                <a:spcPts val="800"/>
              </a:spcAft>
              <a:buNone/>
            </a:pPr>
            <a:r>
              <a:rPr lang="en-US" sz="1800" dirty="0">
                <a:solidFill>
                  <a:srgbClr val="000000"/>
                </a:solidFill>
                <a:latin typeface="General Sans" pitchFamily="34" charset="0"/>
                <a:ea typeface="General Sans" pitchFamily="34" charset="-122"/>
                <a:cs typeface="General Sans" pitchFamily="34" charset="-120"/>
              </a:rPr>
              <a:t> Stel je vraag.</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5D4"/>
        </a:solidFill>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sp>
      <p:sp>
        <p:nvSpPr>
          <p:cNvPr id="3" name="Shape 1"/>
          <p:cNvSpPr/>
          <p:nvPr/>
        </p:nvSpPr>
        <p:spPr>
          <a:xfrm>
            <a:off x="11212173" y="399224"/>
            <a:ext cx="34616" cy="34616"/>
          </a:xfrm>
          <a:prstGeom prst="ellipse">
            <a:avLst/>
          </a:prstGeom>
          <a:solidFill>
            <a:srgbClr val="000000"/>
          </a:solidFill>
          <a:ln/>
        </p:spPr>
      </p:sp>
      <p:sp>
        <p:nvSpPr>
          <p:cNvPr id="4" name="Shape 2"/>
          <p:cNvSpPr/>
          <p:nvPr/>
        </p:nvSpPr>
        <p:spPr>
          <a:xfrm>
            <a:off x="11398641" y="399224"/>
            <a:ext cx="34616" cy="34616"/>
          </a:xfrm>
          <a:prstGeom prst="ellipse">
            <a:avLst/>
          </a:prstGeom>
          <a:solidFill>
            <a:srgbClr val="000000"/>
          </a:solidFill>
          <a:ln/>
        </p:spPr>
      </p:sp>
      <p:sp>
        <p:nvSpPr>
          <p:cNvPr id="5" name="Shape 3"/>
          <p:cNvSpPr/>
          <p:nvPr/>
        </p:nvSpPr>
        <p:spPr>
          <a:xfrm>
            <a:off x="11258374" y="435357"/>
            <a:ext cx="51936" cy="51936"/>
          </a:xfrm>
          <a:prstGeom prst="ellipse">
            <a:avLst/>
          </a:prstGeom>
          <a:solidFill>
            <a:srgbClr val="000000"/>
          </a:solidFill>
          <a:ln/>
        </p:spPr>
      </p:sp>
      <p:sp>
        <p:nvSpPr>
          <p:cNvPr id="6" name="Shape 4"/>
          <p:cNvSpPr/>
          <p:nvPr/>
        </p:nvSpPr>
        <p:spPr>
          <a:xfrm>
            <a:off x="11335407" y="435306"/>
            <a:ext cx="51718" cy="51718"/>
          </a:xfrm>
          <a:prstGeom prst="ellipse">
            <a:avLst/>
          </a:prstGeom>
          <a:solidFill>
            <a:srgbClr val="000000"/>
          </a:solidFill>
          <a:ln/>
        </p:spPr>
      </p:sp>
      <p:sp>
        <p:nvSpPr>
          <p:cNvPr id="7" name="Shape 5"/>
          <p:cNvSpPr/>
          <p:nvPr/>
        </p:nvSpPr>
        <p:spPr>
          <a:xfrm>
            <a:off x="11127388" y="442398"/>
            <a:ext cx="35294" cy="35294"/>
          </a:xfrm>
          <a:prstGeom prst="ellipse">
            <a:avLst/>
          </a:prstGeom>
          <a:solidFill>
            <a:srgbClr val="000000"/>
          </a:solidFill>
          <a:ln/>
        </p:spPr>
      </p:sp>
      <p:sp>
        <p:nvSpPr>
          <p:cNvPr id="8" name="Shape 6"/>
          <p:cNvSpPr/>
          <p:nvPr/>
        </p:nvSpPr>
        <p:spPr>
          <a:xfrm>
            <a:off x="11482145" y="441649"/>
            <a:ext cx="35960" cy="35960"/>
          </a:xfrm>
          <a:prstGeom prst="ellipse">
            <a:avLst/>
          </a:prstGeom>
          <a:solidFill>
            <a:srgbClr val="000000"/>
          </a:solidFill>
          <a:ln/>
        </p:spPr>
      </p:sp>
      <p:sp>
        <p:nvSpPr>
          <p:cNvPr id="9" name="Shape 7"/>
          <p:cNvSpPr/>
          <p:nvPr/>
        </p:nvSpPr>
        <p:spPr>
          <a:xfrm>
            <a:off x="11185603" y="459328"/>
            <a:ext cx="52167" cy="52167"/>
          </a:xfrm>
          <a:prstGeom prst="ellipse">
            <a:avLst/>
          </a:prstGeom>
          <a:solidFill>
            <a:srgbClr val="000000"/>
          </a:solidFill>
          <a:ln/>
        </p:spPr>
      </p:sp>
      <p:sp>
        <p:nvSpPr>
          <p:cNvPr id="10" name="Shape 8"/>
          <p:cNvSpPr/>
          <p:nvPr/>
        </p:nvSpPr>
        <p:spPr>
          <a:xfrm>
            <a:off x="11408043" y="458713"/>
            <a:ext cx="52384" cy="52384"/>
          </a:xfrm>
          <a:prstGeom prst="ellipse">
            <a:avLst/>
          </a:prstGeom>
          <a:solidFill>
            <a:srgbClr val="000000"/>
          </a:solidFill>
          <a:ln/>
        </p:spPr>
      </p:sp>
      <p:sp>
        <p:nvSpPr>
          <p:cNvPr id="11" name="Shape 9"/>
          <p:cNvSpPr/>
          <p:nvPr/>
        </p:nvSpPr>
        <p:spPr>
          <a:xfrm>
            <a:off x="11241891" y="499749"/>
            <a:ext cx="36613" cy="36613"/>
          </a:xfrm>
          <a:prstGeom prst="ellipse">
            <a:avLst/>
          </a:prstGeom>
          <a:solidFill>
            <a:srgbClr val="000000"/>
          </a:solidFill>
          <a:ln/>
        </p:spPr>
      </p:sp>
      <p:sp>
        <p:nvSpPr>
          <p:cNvPr id="12" name="Shape 10"/>
          <p:cNvSpPr/>
          <p:nvPr/>
        </p:nvSpPr>
        <p:spPr>
          <a:xfrm>
            <a:off x="11294557" y="500146"/>
            <a:ext cx="57223" cy="57223"/>
          </a:xfrm>
          <a:prstGeom prst="ellipse">
            <a:avLst/>
          </a:prstGeom>
          <a:solidFill>
            <a:srgbClr val="000000"/>
          </a:solidFill>
          <a:ln/>
        </p:spPr>
      </p:sp>
      <p:sp>
        <p:nvSpPr>
          <p:cNvPr id="13" name="Shape 11"/>
          <p:cNvSpPr/>
          <p:nvPr/>
        </p:nvSpPr>
        <p:spPr>
          <a:xfrm>
            <a:off x="11364102" y="498770"/>
            <a:ext cx="35294" cy="35294"/>
          </a:xfrm>
          <a:prstGeom prst="ellipse">
            <a:avLst/>
          </a:prstGeom>
          <a:solidFill>
            <a:srgbClr val="000000"/>
          </a:solidFill>
          <a:ln/>
        </p:spPr>
      </p:sp>
      <p:sp>
        <p:nvSpPr>
          <p:cNvPr id="14" name="Shape 12"/>
          <p:cNvSpPr/>
          <p:nvPr/>
        </p:nvSpPr>
        <p:spPr>
          <a:xfrm>
            <a:off x="11123515" y="504524"/>
            <a:ext cx="51936" cy="51936"/>
          </a:xfrm>
          <a:prstGeom prst="ellipse">
            <a:avLst/>
          </a:prstGeom>
          <a:solidFill>
            <a:srgbClr val="000000"/>
          </a:solidFill>
          <a:ln/>
        </p:spPr>
      </p:sp>
      <p:sp>
        <p:nvSpPr>
          <p:cNvPr id="15" name="Shape 13"/>
          <p:cNvSpPr/>
          <p:nvPr/>
        </p:nvSpPr>
        <p:spPr>
          <a:xfrm>
            <a:off x="11470202" y="504300"/>
            <a:ext cx="52384" cy="52384"/>
          </a:xfrm>
          <a:prstGeom prst="ellipse">
            <a:avLst/>
          </a:prstGeom>
          <a:solidFill>
            <a:srgbClr val="000000"/>
          </a:solidFill>
          <a:ln/>
        </p:spPr>
      </p:sp>
      <p:sp>
        <p:nvSpPr>
          <p:cNvPr id="16" name="Shape 14"/>
          <p:cNvSpPr/>
          <p:nvPr/>
        </p:nvSpPr>
        <p:spPr>
          <a:xfrm>
            <a:off x="11060774" y="508825"/>
            <a:ext cx="35627" cy="35627"/>
          </a:xfrm>
          <a:prstGeom prst="ellipse">
            <a:avLst/>
          </a:prstGeom>
          <a:solidFill>
            <a:srgbClr val="000000"/>
          </a:solidFill>
          <a:ln/>
        </p:spPr>
      </p:sp>
      <p:sp>
        <p:nvSpPr>
          <p:cNvPr id="17" name="Shape 15"/>
          <p:cNvSpPr/>
          <p:nvPr/>
        </p:nvSpPr>
        <p:spPr>
          <a:xfrm>
            <a:off x="11548535" y="508038"/>
            <a:ext cx="36613" cy="36613"/>
          </a:xfrm>
          <a:prstGeom prst="ellipse">
            <a:avLst/>
          </a:prstGeom>
          <a:solidFill>
            <a:srgbClr val="000000"/>
          </a:solidFill>
          <a:ln/>
        </p:spPr>
      </p:sp>
      <p:sp>
        <p:nvSpPr>
          <p:cNvPr id="18" name="Shape 16"/>
          <p:cNvSpPr/>
          <p:nvPr/>
        </p:nvSpPr>
        <p:spPr>
          <a:xfrm>
            <a:off x="11191466" y="533379"/>
            <a:ext cx="57825" cy="57825"/>
          </a:xfrm>
          <a:prstGeom prst="ellipse">
            <a:avLst/>
          </a:prstGeom>
          <a:solidFill>
            <a:srgbClr val="000000"/>
          </a:solidFill>
          <a:ln/>
        </p:spPr>
      </p:sp>
      <p:sp>
        <p:nvSpPr>
          <p:cNvPr id="19" name="Shape 17"/>
          <p:cNvSpPr/>
          <p:nvPr/>
        </p:nvSpPr>
        <p:spPr>
          <a:xfrm>
            <a:off x="11396535" y="533494"/>
            <a:ext cx="57428" cy="57428"/>
          </a:xfrm>
          <a:prstGeom prst="ellipse">
            <a:avLst/>
          </a:prstGeom>
          <a:solidFill>
            <a:srgbClr val="000000"/>
          </a:solidFill>
          <a:ln/>
        </p:spPr>
      </p:sp>
      <p:sp>
        <p:nvSpPr>
          <p:cNvPr id="20" name="Shape 18"/>
          <p:cNvSpPr/>
          <p:nvPr/>
        </p:nvSpPr>
        <p:spPr>
          <a:xfrm>
            <a:off x="11079087" y="567226"/>
            <a:ext cx="51270" cy="51270"/>
          </a:xfrm>
          <a:prstGeom prst="ellipse">
            <a:avLst/>
          </a:prstGeom>
          <a:solidFill>
            <a:srgbClr val="000000"/>
          </a:solidFill>
          <a:ln/>
        </p:spPr>
      </p:sp>
      <p:sp>
        <p:nvSpPr>
          <p:cNvPr id="21" name="Shape 19"/>
          <p:cNvSpPr/>
          <p:nvPr/>
        </p:nvSpPr>
        <p:spPr>
          <a:xfrm>
            <a:off x="11339728" y="567053"/>
            <a:ext cx="34616" cy="34616"/>
          </a:xfrm>
          <a:prstGeom prst="ellipse">
            <a:avLst/>
          </a:prstGeom>
          <a:solidFill>
            <a:srgbClr val="000000"/>
          </a:solidFill>
          <a:ln/>
        </p:spPr>
      </p:sp>
      <p:sp>
        <p:nvSpPr>
          <p:cNvPr id="22" name="Shape 20"/>
          <p:cNvSpPr/>
          <p:nvPr/>
        </p:nvSpPr>
        <p:spPr>
          <a:xfrm>
            <a:off x="11515167" y="566234"/>
            <a:ext cx="52819" cy="52819"/>
          </a:xfrm>
          <a:prstGeom prst="ellipse">
            <a:avLst/>
          </a:prstGeom>
          <a:solidFill>
            <a:srgbClr val="000000"/>
          </a:solidFill>
          <a:ln/>
        </p:spPr>
      </p:sp>
      <p:sp>
        <p:nvSpPr>
          <p:cNvPr id="23" name="Shape 21"/>
          <p:cNvSpPr/>
          <p:nvPr/>
        </p:nvSpPr>
        <p:spPr>
          <a:xfrm>
            <a:off x="11262860" y="569742"/>
            <a:ext cx="34961" cy="34961"/>
          </a:xfrm>
          <a:prstGeom prst="ellipse">
            <a:avLst/>
          </a:prstGeom>
          <a:solidFill>
            <a:srgbClr val="000000"/>
          </a:solidFill>
          <a:ln/>
        </p:spPr>
      </p:sp>
      <p:sp>
        <p:nvSpPr>
          <p:cNvPr id="24" name="Shape 22"/>
          <p:cNvSpPr/>
          <p:nvPr/>
        </p:nvSpPr>
        <p:spPr>
          <a:xfrm>
            <a:off x="11462521" y="569818"/>
            <a:ext cx="35294" cy="35294"/>
          </a:xfrm>
          <a:prstGeom prst="ellipse">
            <a:avLst/>
          </a:prstGeom>
          <a:solidFill>
            <a:srgbClr val="000000"/>
          </a:solidFill>
          <a:ln/>
        </p:spPr>
      </p:sp>
      <p:sp>
        <p:nvSpPr>
          <p:cNvPr id="25" name="Shape 23"/>
          <p:cNvSpPr/>
          <p:nvPr/>
        </p:nvSpPr>
        <p:spPr>
          <a:xfrm>
            <a:off x="11145681" y="573441"/>
            <a:ext cx="34270" cy="34270"/>
          </a:xfrm>
          <a:prstGeom prst="ellipse">
            <a:avLst/>
          </a:prstGeom>
          <a:solidFill>
            <a:srgbClr val="000000"/>
          </a:solidFill>
          <a:ln/>
        </p:spPr>
      </p:sp>
      <p:sp>
        <p:nvSpPr>
          <p:cNvPr id="26" name="Shape 24"/>
          <p:cNvSpPr/>
          <p:nvPr/>
        </p:nvSpPr>
        <p:spPr>
          <a:xfrm>
            <a:off x="11592015" y="593213"/>
            <a:ext cx="35294" cy="35294"/>
          </a:xfrm>
          <a:prstGeom prst="ellipse">
            <a:avLst/>
          </a:prstGeom>
          <a:solidFill>
            <a:srgbClr val="000000"/>
          </a:solidFill>
          <a:ln/>
        </p:spPr>
      </p:sp>
      <p:sp>
        <p:nvSpPr>
          <p:cNvPr id="27" name="Shape 25"/>
          <p:cNvSpPr/>
          <p:nvPr/>
        </p:nvSpPr>
        <p:spPr>
          <a:xfrm>
            <a:off x="11019124" y="593444"/>
            <a:ext cx="34616" cy="34616"/>
          </a:xfrm>
          <a:prstGeom prst="ellipse">
            <a:avLst/>
          </a:prstGeom>
          <a:solidFill>
            <a:srgbClr val="000000"/>
          </a:solidFill>
          <a:ln/>
        </p:spPr>
      </p:sp>
      <p:sp>
        <p:nvSpPr>
          <p:cNvPr id="28" name="Shape 26"/>
          <p:cNvSpPr/>
          <p:nvPr/>
        </p:nvSpPr>
        <p:spPr>
          <a:xfrm>
            <a:off x="11403576" y="610214"/>
            <a:ext cx="34961" cy="34961"/>
          </a:xfrm>
          <a:prstGeom prst="ellipse">
            <a:avLst/>
          </a:prstGeom>
          <a:solidFill>
            <a:srgbClr val="000000"/>
          </a:solidFill>
          <a:ln/>
        </p:spPr>
      </p:sp>
      <p:sp>
        <p:nvSpPr>
          <p:cNvPr id="29" name="Shape 27"/>
          <p:cNvSpPr/>
          <p:nvPr/>
        </p:nvSpPr>
        <p:spPr>
          <a:xfrm>
            <a:off x="11201662" y="616570"/>
            <a:ext cx="35627" cy="35627"/>
          </a:xfrm>
          <a:prstGeom prst="ellipse">
            <a:avLst/>
          </a:prstGeom>
          <a:solidFill>
            <a:srgbClr val="000000"/>
          </a:solidFill>
          <a:ln/>
        </p:spPr>
      </p:sp>
      <p:sp>
        <p:nvSpPr>
          <p:cNvPr id="30" name="Shape 28"/>
          <p:cNvSpPr/>
          <p:nvPr/>
        </p:nvSpPr>
        <p:spPr>
          <a:xfrm>
            <a:off x="11127484" y="620705"/>
            <a:ext cx="58030" cy="58030"/>
          </a:xfrm>
          <a:prstGeom prst="ellipse">
            <a:avLst/>
          </a:prstGeom>
          <a:solidFill>
            <a:srgbClr val="000000"/>
          </a:solidFill>
          <a:ln/>
        </p:spPr>
      </p:sp>
      <p:sp>
        <p:nvSpPr>
          <p:cNvPr id="31" name="Shape 29"/>
          <p:cNvSpPr/>
          <p:nvPr/>
        </p:nvSpPr>
        <p:spPr>
          <a:xfrm>
            <a:off x="11460767" y="620852"/>
            <a:ext cx="57428" cy="57428"/>
          </a:xfrm>
          <a:prstGeom prst="ellipse">
            <a:avLst/>
          </a:prstGeom>
          <a:solidFill>
            <a:srgbClr val="000000"/>
          </a:solidFill>
          <a:ln/>
        </p:spPr>
      </p:sp>
      <p:sp>
        <p:nvSpPr>
          <p:cNvPr id="32" name="Shape 30"/>
          <p:cNvSpPr/>
          <p:nvPr/>
        </p:nvSpPr>
        <p:spPr>
          <a:xfrm>
            <a:off x="11055219" y="640144"/>
            <a:ext cx="51718" cy="51718"/>
          </a:xfrm>
          <a:prstGeom prst="ellipse">
            <a:avLst/>
          </a:prstGeom>
          <a:solidFill>
            <a:srgbClr val="000000"/>
          </a:solidFill>
          <a:ln/>
        </p:spPr>
      </p:sp>
      <p:sp>
        <p:nvSpPr>
          <p:cNvPr id="33" name="Shape 31"/>
          <p:cNvSpPr/>
          <p:nvPr/>
        </p:nvSpPr>
        <p:spPr>
          <a:xfrm>
            <a:off x="11539330" y="640266"/>
            <a:ext cx="51270" cy="51270"/>
          </a:xfrm>
          <a:prstGeom prst="ellipse">
            <a:avLst/>
          </a:prstGeom>
          <a:solidFill>
            <a:srgbClr val="000000"/>
          </a:solidFill>
          <a:ln/>
        </p:spPr>
      </p:sp>
      <p:sp>
        <p:nvSpPr>
          <p:cNvPr id="34" name="Shape 32"/>
          <p:cNvSpPr/>
          <p:nvPr/>
        </p:nvSpPr>
        <p:spPr>
          <a:xfrm>
            <a:off x="11429576" y="682274"/>
            <a:ext cx="35627" cy="35627"/>
          </a:xfrm>
          <a:prstGeom prst="ellipse">
            <a:avLst/>
          </a:prstGeom>
          <a:solidFill>
            <a:srgbClr val="000000"/>
          </a:solidFill>
          <a:ln/>
        </p:spPr>
      </p:sp>
      <p:sp>
        <p:nvSpPr>
          <p:cNvPr id="35" name="Shape 33"/>
          <p:cNvSpPr/>
          <p:nvPr/>
        </p:nvSpPr>
        <p:spPr>
          <a:xfrm>
            <a:off x="11004076" y="687222"/>
            <a:ext cx="34616" cy="34616"/>
          </a:xfrm>
          <a:prstGeom prst="ellipse">
            <a:avLst/>
          </a:prstGeom>
          <a:solidFill>
            <a:srgbClr val="000000"/>
          </a:solidFill>
          <a:ln/>
        </p:spPr>
      </p:sp>
      <p:sp>
        <p:nvSpPr>
          <p:cNvPr id="36" name="Shape 34"/>
          <p:cNvSpPr/>
          <p:nvPr/>
        </p:nvSpPr>
        <p:spPr>
          <a:xfrm>
            <a:off x="11502052" y="685321"/>
            <a:ext cx="34270" cy="34270"/>
          </a:xfrm>
          <a:prstGeom prst="ellipse">
            <a:avLst/>
          </a:prstGeom>
          <a:solidFill>
            <a:srgbClr val="000000"/>
          </a:solidFill>
          <a:ln/>
        </p:spPr>
      </p:sp>
      <p:sp>
        <p:nvSpPr>
          <p:cNvPr id="37" name="Shape 35"/>
          <p:cNvSpPr/>
          <p:nvPr/>
        </p:nvSpPr>
        <p:spPr>
          <a:xfrm>
            <a:off x="11606321" y="686422"/>
            <a:ext cx="35627" cy="35627"/>
          </a:xfrm>
          <a:prstGeom prst="ellipse">
            <a:avLst/>
          </a:prstGeom>
          <a:solidFill>
            <a:srgbClr val="000000"/>
          </a:solidFill>
          <a:ln/>
        </p:spPr>
      </p:sp>
      <p:sp>
        <p:nvSpPr>
          <p:cNvPr id="38" name="Shape 36"/>
          <p:cNvSpPr/>
          <p:nvPr/>
        </p:nvSpPr>
        <p:spPr>
          <a:xfrm>
            <a:off x="11108908" y="688957"/>
            <a:ext cx="35294" cy="35294"/>
          </a:xfrm>
          <a:prstGeom prst="ellipse">
            <a:avLst/>
          </a:prstGeom>
          <a:solidFill>
            <a:srgbClr val="000000"/>
          </a:solidFill>
          <a:ln/>
        </p:spPr>
      </p:sp>
      <p:sp>
        <p:nvSpPr>
          <p:cNvPr id="39" name="Shape 37"/>
          <p:cNvSpPr/>
          <p:nvPr/>
        </p:nvSpPr>
        <p:spPr>
          <a:xfrm>
            <a:off x="11179733" y="690371"/>
            <a:ext cx="36613" cy="36613"/>
          </a:xfrm>
          <a:prstGeom prst="ellipse">
            <a:avLst/>
          </a:prstGeom>
          <a:solidFill>
            <a:srgbClr val="000000"/>
          </a:solidFill>
          <a:ln/>
        </p:spPr>
      </p:sp>
      <p:sp>
        <p:nvSpPr>
          <p:cNvPr id="40" name="Shape 38"/>
          <p:cNvSpPr/>
          <p:nvPr/>
        </p:nvSpPr>
        <p:spPr>
          <a:xfrm>
            <a:off x="11054764" y="716576"/>
            <a:ext cx="51936" cy="51936"/>
          </a:xfrm>
          <a:prstGeom prst="ellipse">
            <a:avLst/>
          </a:prstGeom>
          <a:solidFill>
            <a:srgbClr val="000000"/>
          </a:solidFill>
          <a:ln/>
        </p:spPr>
      </p:sp>
      <p:sp>
        <p:nvSpPr>
          <p:cNvPr id="41" name="Shape 39"/>
          <p:cNvSpPr/>
          <p:nvPr/>
        </p:nvSpPr>
        <p:spPr>
          <a:xfrm>
            <a:off x="11539023" y="716851"/>
            <a:ext cx="51488" cy="51488"/>
          </a:xfrm>
          <a:prstGeom prst="ellipse">
            <a:avLst/>
          </a:prstGeom>
          <a:solidFill>
            <a:srgbClr val="000000"/>
          </a:solidFill>
          <a:ln/>
        </p:spPr>
      </p:sp>
      <p:sp>
        <p:nvSpPr>
          <p:cNvPr id="42" name="Shape 40"/>
          <p:cNvSpPr/>
          <p:nvPr/>
        </p:nvSpPr>
        <p:spPr>
          <a:xfrm>
            <a:off x="11127490" y="729288"/>
            <a:ext cx="58222" cy="58222"/>
          </a:xfrm>
          <a:prstGeom prst="ellipse">
            <a:avLst/>
          </a:prstGeom>
          <a:solidFill>
            <a:srgbClr val="000000"/>
          </a:solidFill>
          <a:ln/>
        </p:spPr>
      </p:sp>
      <p:sp>
        <p:nvSpPr>
          <p:cNvPr id="43" name="Shape 41"/>
          <p:cNvSpPr/>
          <p:nvPr/>
        </p:nvSpPr>
        <p:spPr>
          <a:xfrm>
            <a:off x="11460671" y="729781"/>
            <a:ext cx="57633" cy="57633"/>
          </a:xfrm>
          <a:prstGeom prst="ellipse">
            <a:avLst/>
          </a:prstGeom>
          <a:solidFill>
            <a:srgbClr val="000000"/>
          </a:solidFill>
          <a:ln/>
        </p:spPr>
      </p:sp>
      <p:sp>
        <p:nvSpPr>
          <p:cNvPr id="44" name="Shape 42"/>
          <p:cNvSpPr/>
          <p:nvPr/>
        </p:nvSpPr>
        <p:spPr>
          <a:xfrm>
            <a:off x="11407973" y="756415"/>
            <a:ext cx="35960" cy="35960"/>
          </a:xfrm>
          <a:prstGeom prst="ellipse">
            <a:avLst/>
          </a:prstGeom>
          <a:solidFill>
            <a:srgbClr val="000000"/>
          </a:solidFill>
          <a:ln/>
        </p:spPr>
      </p:sp>
      <p:sp>
        <p:nvSpPr>
          <p:cNvPr id="45" name="Shape 43"/>
          <p:cNvSpPr/>
          <p:nvPr/>
        </p:nvSpPr>
        <p:spPr>
          <a:xfrm>
            <a:off x="11207308" y="763884"/>
            <a:ext cx="34616" cy="34616"/>
          </a:xfrm>
          <a:prstGeom prst="ellipse">
            <a:avLst/>
          </a:prstGeom>
          <a:solidFill>
            <a:srgbClr val="000000"/>
          </a:solidFill>
          <a:ln/>
        </p:spPr>
      </p:sp>
      <p:sp>
        <p:nvSpPr>
          <p:cNvPr id="46" name="Shape 44"/>
          <p:cNvSpPr/>
          <p:nvPr/>
        </p:nvSpPr>
        <p:spPr>
          <a:xfrm>
            <a:off x="11018670" y="780462"/>
            <a:ext cx="34616" cy="34616"/>
          </a:xfrm>
          <a:prstGeom prst="ellipse">
            <a:avLst/>
          </a:prstGeom>
          <a:solidFill>
            <a:srgbClr val="000000"/>
          </a:solidFill>
          <a:ln/>
        </p:spPr>
      </p:sp>
      <p:sp>
        <p:nvSpPr>
          <p:cNvPr id="47" name="Shape 45"/>
          <p:cNvSpPr/>
          <p:nvPr/>
        </p:nvSpPr>
        <p:spPr>
          <a:xfrm>
            <a:off x="11591670" y="780123"/>
            <a:ext cx="35294" cy="35294"/>
          </a:xfrm>
          <a:prstGeom prst="ellipse">
            <a:avLst/>
          </a:prstGeom>
          <a:solidFill>
            <a:srgbClr val="000000"/>
          </a:solidFill>
          <a:ln/>
        </p:spPr>
      </p:sp>
      <p:sp>
        <p:nvSpPr>
          <p:cNvPr id="48" name="Shape 46"/>
          <p:cNvSpPr/>
          <p:nvPr/>
        </p:nvSpPr>
        <p:spPr>
          <a:xfrm>
            <a:off x="11079010" y="790179"/>
            <a:ext cx="51270" cy="51270"/>
          </a:xfrm>
          <a:prstGeom prst="ellipse">
            <a:avLst/>
          </a:prstGeom>
          <a:solidFill>
            <a:srgbClr val="000000"/>
          </a:solidFill>
          <a:ln/>
        </p:spPr>
      </p:sp>
      <p:sp>
        <p:nvSpPr>
          <p:cNvPr id="49" name="Shape 47"/>
          <p:cNvSpPr/>
          <p:nvPr/>
        </p:nvSpPr>
        <p:spPr>
          <a:xfrm>
            <a:off x="11515218" y="789692"/>
            <a:ext cx="52602" cy="52602"/>
          </a:xfrm>
          <a:prstGeom prst="ellipse">
            <a:avLst/>
          </a:prstGeom>
          <a:solidFill>
            <a:srgbClr val="000000"/>
          </a:solidFill>
          <a:ln/>
        </p:spPr>
      </p:sp>
      <p:sp>
        <p:nvSpPr>
          <p:cNvPr id="50" name="Shape 48"/>
          <p:cNvSpPr/>
          <p:nvPr/>
        </p:nvSpPr>
        <p:spPr>
          <a:xfrm>
            <a:off x="11147371" y="803460"/>
            <a:ext cx="35627" cy="35627"/>
          </a:xfrm>
          <a:prstGeom prst="ellipse">
            <a:avLst/>
          </a:prstGeom>
          <a:solidFill>
            <a:srgbClr val="000000"/>
          </a:solidFill>
          <a:ln/>
        </p:spPr>
      </p:sp>
      <p:sp>
        <p:nvSpPr>
          <p:cNvPr id="51" name="Shape 49"/>
          <p:cNvSpPr/>
          <p:nvPr/>
        </p:nvSpPr>
        <p:spPr>
          <a:xfrm>
            <a:off x="11347786" y="804293"/>
            <a:ext cx="35294" cy="35294"/>
          </a:xfrm>
          <a:prstGeom prst="ellipse">
            <a:avLst/>
          </a:prstGeom>
          <a:solidFill>
            <a:srgbClr val="000000"/>
          </a:solidFill>
          <a:ln/>
        </p:spPr>
      </p:sp>
      <p:sp>
        <p:nvSpPr>
          <p:cNvPr id="52" name="Shape 50"/>
          <p:cNvSpPr/>
          <p:nvPr/>
        </p:nvSpPr>
        <p:spPr>
          <a:xfrm>
            <a:off x="11465119" y="800919"/>
            <a:ext cx="34961" cy="34961"/>
          </a:xfrm>
          <a:prstGeom prst="ellipse">
            <a:avLst/>
          </a:prstGeom>
          <a:solidFill>
            <a:srgbClr val="000000"/>
          </a:solidFill>
          <a:ln/>
        </p:spPr>
      </p:sp>
      <p:sp>
        <p:nvSpPr>
          <p:cNvPr id="53" name="Shape 51"/>
          <p:cNvSpPr/>
          <p:nvPr/>
        </p:nvSpPr>
        <p:spPr>
          <a:xfrm>
            <a:off x="11270669" y="806590"/>
            <a:ext cx="35627" cy="35627"/>
          </a:xfrm>
          <a:prstGeom prst="ellipse">
            <a:avLst/>
          </a:prstGeom>
          <a:solidFill>
            <a:srgbClr val="000000"/>
          </a:solidFill>
          <a:ln/>
        </p:spPr>
      </p:sp>
      <p:sp>
        <p:nvSpPr>
          <p:cNvPr id="54" name="Shape 52"/>
          <p:cNvSpPr/>
          <p:nvPr/>
        </p:nvSpPr>
        <p:spPr>
          <a:xfrm>
            <a:off x="11191498" y="817766"/>
            <a:ext cx="57633" cy="57633"/>
          </a:xfrm>
          <a:prstGeom prst="ellipse">
            <a:avLst/>
          </a:prstGeom>
          <a:solidFill>
            <a:srgbClr val="000000"/>
          </a:solidFill>
          <a:ln/>
        </p:spPr>
      </p:sp>
      <p:sp>
        <p:nvSpPr>
          <p:cNvPr id="55" name="Shape 53"/>
          <p:cNvSpPr/>
          <p:nvPr/>
        </p:nvSpPr>
        <p:spPr>
          <a:xfrm>
            <a:off x="11396573" y="817888"/>
            <a:ext cx="57633" cy="57633"/>
          </a:xfrm>
          <a:prstGeom prst="ellipse">
            <a:avLst/>
          </a:prstGeom>
          <a:solidFill>
            <a:srgbClr val="000000"/>
          </a:solidFill>
          <a:ln/>
        </p:spPr>
      </p:sp>
      <p:sp>
        <p:nvSpPr>
          <p:cNvPr id="56" name="Shape 54"/>
          <p:cNvSpPr/>
          <p:nvPr/>
        </p:nvSpPr>
        <p:spPr>
          <a:xfrm>
            <a:off x="11123445" y="851985"/>
            <a:ext cx="52167" cy="52167"/>
          </a:xfrm>
          <a:prstGeom prst="ellipse">
            <a:avLst/>
          </a:prstGeom>
          <a:solidFill>
            <a:srgbClr val="000000"/>
          </a:solidFill>
          <a:ln/>
        </p:spPr>
      </p:sp>
      <p:sp>
        <p:nvSpPr>
          <p:cNvPr id="57" name="Shape 55"/>
          <p:cNvSpPr/>
          <p:nvPr/>
        </p:nvSpPr>
        <p:spPr>
          <a:xfrm>
            <a:off x="11294647" y="851390"/>
            <a:ext cx="57223" cy="57223"/>
          </a:xfrm>
          <a:prstGeom prst="ellipse">
            <a:avLst/>
          </a:prstGeom>
          <a:solidFill>
            <a:srgbClr val="000000"/>
          </a:solidFill>
          <a:ln/>
        </p:spPr>
      </p:sp>
      <p:sp>
        <p:nvSpPr>
          <p:cNvPr id="58" name="Shape 56"/>
          <p:cNvSpPr/>
          <p:nvPr/>
        </p:nvSpPr>
        <p:spPr>
          <a:xfrm>
            <a:off x="11470202" y="852382"/>
            <a:ext cx="52384" cy="52384"/>
          </a:xfrm>
          <a:prstGeom prst="ellipse">
            <a:avLst/>
          </a:prstGeom>
          <a:solidFill>
            <a:srgbClr val="000000"/>
          </a:solidFill>
          <a:ln/>
        </p:spPr>
      </p:sp>
      <p:sp>
        <p:nvSpPr>
          <p:cNvPr id="59" name="Shape 57"/>
          <p:cNvSpPr/>
          <p:nvPr/>
        </p:nvSpPr>
        <p:spPr>
          <a:xfrm>
            <a:off x="11060774" y="864607"/>
            <a:ext cx="35627" cy="35627"/>
          </a:xfrm>
          <a:prstGeom prst="ellipse">
            <a:avLst/>
          </a:prstGeom>
          <a:solidFill>
            <a:srgbClr val="000000"/>
          </a:solidFill>
          <a:ln/>
        </p:spPr>
      </p:sp>
      <p:sp>
        <p:nvSpPr>
          <p:cNvPr id="60" name="Shape 58"/>
          <p:cNvSpPr/>
          <p:nvPr/>
        </p:nvSpPr>
        <p:spPr>
          <a:xfrm>
            <a:off x="11548733" y="864185"/>
            <a:ext cx="35627" cy="35627"/>
          </a:xfrm>
          <a:prstGeom prst="ellipse">
            <a:avLst/>
          </a:prstGeom>
          <a:solidFill>
            <a:srgbClr val="000000"/>
          </a:solidFill>
          <a:ln/>
        </p:spPr>
      </p:sp>
      <p:sp>
        <p:nvSpPr>
          <p:cNvPr id="61" name="Shape 59"/>
          <p:cNvSpPr/>
          <p:nvPr/>
        </p:nvSpPr>
        <p:spPr>
          <a:xfrm>
            <a:off x="11246231" y="873908"/>
            <a:ext cx="35627" cy="35627"/>
          </a:xfrm>
          <a:prstGeom prst="ellipse">
            <a:avLst/>
          </a:prstGeom>
          <a:solidFill>
            <a:srgbClr val="000000"/>
          </a:solidFill>
          <a:ln/>
        </p:spPr>
      </p:sp>
      <p:sp>
        <p:nvSpPr>
          <p:cNvPr id="62" name="Shape 60"/>
          <p:cNvSpPr/>
          <p:nvPr/>
        </p:nvSpPr>
        <p:spPr>
          <a:xfrm>
            <a:off x="11367418" y="872896"/>
            <a:ext cx="35627" cy="35627"/>
          </a:xfrm>
          <a:prstGeom prst="ellipse">
            <a:avLst/>
          </a:prstGeom>
          <a:solidFill>
            <a:srgbClr val="000000"/>
          </a:solidFill>
          <a:ln/>
        </p:spPr>
      </p:sp>
      <p:sp>
        <p:nvSpPr>
          <p:cNvPr id="63" name="Shape 61"/>
          <p:cNvSpPr/>
          <p:nvPr/>
        </p:nvSpPr>
        <p:spPr>
          <a:xfrm>
            <a:off x="11185366" y="897322"/>
            <a:ext cx="51936" cy="51936"/>
          </a:xfrm>
          <a:prstGeom prst="ellipse">
            <a:avLst/>
          </a:prstGeom>
          <a:solidFill>
            <a:srgbClr val="000000"/>
          </a:solidFill>
          <a:ln/>
        </p:spPr>
      </p:sp>
      <p:sp>
        <p:nvSpPr>
          <p:cNvPr id="64" name="Shape 62"/>
          <p:cNvSpPr/>
          <p:nvPr/>
        </p:nvSpPr>
        <p:spPr>
          <a:xfrm>
            <a:off x="11407845" y="897655"/>
            <a:ext cx="52602" cy="52602"/>
          </a:xfrm>
          <a:prstGeom prst="ellipse">
            <a:avLst/>
          </a:prstGeom>
          <a:solidFill>
            <a:srgbClr val="000000"/>
          </a:solidFill>
          <a:ln/>
        </p:spPr>
      </p:sp>
      <p:sp>
        <p:nvSpPr>
          <p:cNvPr id="65" name="Shape 63"/>
          <p:cNvSpPr/>
          <p:nvPr/>
        </p:nvSpPr>
        <p:spPr>
          <a:xfrm>
            <a:off x="11258822" y="921466"/>
            <a:ext cx="51270" cy="51270"/>
          </a:xfrm>
          <a:prstGeom prst="ellipse">
            <a:avLst/>
          </a:prstGeom>
          <a:solidFill>
            <a:srgbClr val="000000"/>
          </a:solidFill>
          <a:ln/>
        </p:spPr>
      </p:sp>
      <p:sp>
        <p:nvSpPr>
          <p:cNvPr id="66" name="Shape 64"/>
          <p:cNvSpPr/>
          <p:nvPr/>
        </p:nvSpPr>
        <p:spPr>
          <a:xfrm>
            <a:off x="11335350" y="921504"/>
            <a:ext cx="51270" cy="51270"/>
          </a:xfrm>
          <a:prstGeom prst="ellipse">
            <a:avLst/>
          </a:prstGeom>
          <a:solidFill>
            <a:srgbClr val="000000"/>
          </a:solidFill>
          <a:ln/>
        </p:spPr>
      </p:sp>
      <p:sp>
        <p:nvSpPr>
          <p:cNvPr id="67" name="Shape 65"/>
          <p:cNvSpPr/>
          <p:nvPr/>
        </p:nvSpPr>
        <p:spPr>
          <a:xfrm>
            <a:off x="11127388" y="931368"/>
            <a:ext cx="35294" cy="35294"/>
          </a:xfrm>
          <a:prstGeom prst="ellipse">
            <a:avLst/>
          </a:prstGeom>
          <a:solidFill>
            <a:srgbClr val="000000"/>
          </a:solidFill>
          <a:ln/>
        </p:spPr>
      </p:sp>
      <p:sp>
        <p:nvSpPr>
          <p:cNvPr id="68" name="Shape 66"/>
          <p:cNvSpPr/>
          <p:nvPr/>
        </p:nvSpPr>
        <p:spPr>
          <a:xfrm>
            <a:off x="11481979" y="931035"/>
            <a:ext cx="35960" cy="35960"/>
          </a:xfrm>
          <a:prstGeom prst="ellipse">
            <a:avLst/>
          </a:prstGeom>
          <a:solidFill>
            <a:srgbClr val="000000"/>
          </a:solidFill>
          <a:ln/>
        </p:spPr>
      </p:sp>
      <p:sp>
        <p:nvSpPr>
          <p:cNvPr id="69" name="Shape 67"/>
          <p:cNvSpPr/>
          <p:nvPr/>
        </p:nvSpPr>
        <p:spPr>
          <a:xfrm>
            <a:off x="11211987" y="974695"/>
            <a:ext cx="34961" cy="34961"/>
          </a:xfrm>
          <a:prstGeom prst="ellipse">
            <a:avLst/>
          </a:prstGeom>
          <a:solidFill>
            <a:srgbClr val="000000"/>
          </a:solidFill>
          <a:ln/>
        </p:spPr>
      </p:sp>
      <p:sp>
        <p:nvSpPr>
          <p:cNvPr id="70" name="Shape 68"/>
          <p:cNvSpPr/>
          <p:nvPr/>
        </p:nvSpPr>
        <p:spPr>
          <a:xfrm>
            <a:off x="11398461" y="974695"/>
            <a:ext cx="34961" cy="34961"/>
          </a:xfrm>
          <a:prstGeom prst="ellipse">
            <a:avLst/>
          </a:prstGeom>
          <a:solidFill>
            <a:srgbClr val="000000"/>
          </a:solidFill>
          <a:ln/>
        </p:spPr>
      </p:sp>
      <p:sp>
        <p:nvSpPr>
          <p:cNvPr id="71" name="Shape 69"/>
          <p:cNvSpPr/>
          <p:nvPr/>
        </p:nvSpPr>
        <p:spPr>
          <a:xfrm>
            <a:off x="11304837" y="988501"/>
            <a:ext cx="35627" cy="35627"/>
          </a:xfrm>
          <a:prstGeom prst="ellipse">
            <a:avLst/>
          </a:prstGeom>
          <a:solidFill>
            <a:srgbClr val="000000"/>
          </a:solidFill>
          <a:ln/>
        </p:spPr>
      </p:sp>
      <p:sp>
        <p:nvSpPr>
          <p:cNvPr id="72" name="Text 70"/>
          <p:cNvSpPr/>
          <p:nvPr/>
        </p:nvSpPr>
        <p:spPr>
          <a:xfrm>
            <a:off x="548640" y="411480"/>
            <a:ext cx="10088575" cy="777240"/>
          </a:xfrm>
          <a:prstGeom prst="rect">
            <a:avLst/>
          </a:prstGeom>
          <a:noFill/>
          <a:ln/>
        </p:spPr>
        <p:txBody>
          <a:bodyPr wrap="square" lIns="0" tIns="0" rIns="0" bIns="0" rtlCol="0" anchor="ctr"/>
          <a:lstStyle/>
          <a:p>
            <a:pPr algn="l" indent="0" marL="0">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Kies je vraag op edu.nl/n4kfh</a:t>
            </a:r>
            <a:endParaRPr lang="en-US" sz="3400" dirty="0"/>
          </a:p>
        </p:txBody>
      </p:sp>
      <p:pic>
        <p:nvPicPr>
          <p:cNvPr id="73" name="Image 0" descr="QR-code naar edu.nl/n4kfh">    </p:cNvPr>
          <p:cNvPicPr>
            <a:picLocks noChangeAspect="1"/>
          </p:cNvPicPr>
          <p:nvPr/>
        </p:nvPicPr>
        <p:blipFill>
          <a:blip r:embed="rId1"/>
          <a:stretch>
            <a:fillRect/>
          </a:stretch>
        </p:blipFill>
        <p:spPr>
          <a:xfrm>
            <a:off x="1912468" y="1371600"/>
            <a:ext cx="4343400" cy="4343400"/>
          </a:xfrm>
          <a:prstGeom prst="rect">
            <a:avLst/>
          </a:prstGeom>
        </p:spPr>
      </p:pic>
      <p:sp>
        <p:nvSpPr>
          <p:cNvPr id="74" name="Text 71"/>
          <p:cNvSpPr/>
          <p:nvPr/>
        </p:nvSpPr>
        <p:spPr>
          <a:xfrm>
            <a:off x="548640" y="5852160"/>
            <a:ext cx="7071055" cy="365760"/>
          </a:xfrm>
          <a:prstGeom prst="rect">
            <a:avLst/>
          </a:prstGeom>
          <a:noFill/>
          <a:ln/>
        </p:spPr>
        <p:txBody>
          <a:bodyPr wrap="square" lIns="0" tIns="0" rIns="0" bIns="0" rtlCol="0" anchor="t"/>
          <a:lstStyle/>
          <a:p>
            <a:pPr algn="ctr" indent="0" marL="0">
              <a:lnSpc>
                <a:spcPct val="105000"/>
              </a:lnSpc>
              <a:buNone/>
            </a:pPr>
            <a:r>
              <a:rPr lang="en-US" sz="1300" dirty="0">
                <a:solidFill>
                  <a:srgbClr val="000000"/>
                </a:solidFill>
                <a:latin typeface="General Sans" pitchFamily="34" charset="0"/>
                <a:ea typeface="General Sans" pitchFamily="34" charset="-122"/>
                <a:cs typeface="General Sans" pitchFamily="34" charset="-120"/>
              </a:rPr>
              <a:t>edu.nl/n4kfh</a:t>
            </a:r>
            <a:endParaRPr lang="en-US" sz="1300" dirty="0"/>
          </a:p>
        </p:txBody>
      </p:sp>
      <p:sp>
        <p:nvSpPr>
          <p:cNvPr id="75" name="Text 72"/>
          <p:cNvSpPr/>
          <p:nvPr/>
        </p:nvSpPr>
        <p:spPr>
          <a:xfrm>
            <a:off x="7894015" y="1463040"/>
            <a:ext cx="3749040" cy="4480560"/>
          </a:xfrm>
          <a:prstGeom prst="rect">
            <a:avLst/>
          </a:prstGeom>
          <a:noFill/>
          <a:ln/>
        </p:spPr>
        <p:txBody>
          <a:bodyPr wrap="square" lIns="0" tIns="0" rIns="0" bIns="0" rtlCol="0" anchor="t"/>
          <a:lstStyle/>
          <a:p>
            <a:pPr algn="l" indent="0" marL="0">
              <a:lnSpc>
                <a:spcPct val="105000"/>
              </a:lnSpc>
              <a:spcAft>
                <a:spcPts val="800"/>
              </a:spcAft>
              <a:buNone/>
            </a:pPr>
            <a:r>
              <a:rPr lang="en-US" sz="1800" dirty="0">
                <a:solidFill>
                  <a:srgbClr val="DD784B"/>
                </a:solidFill>
                <a:latin typeface="General Sans Semibold" pitchFamily="34" charset="0"/>
                <a:ea typeface="General Sans Semibold" pitchFamily="34" charset="-122"/>
                <a:cs typeface="General Sans Semibold" pitchFamily="34" charset="-120"/>
              </a:rPr>
              <a:t>A.</a:t>
            </a:r>
            <a:pPr algn="l" indent="0" marL="0">
              <a:lnSpc>
                <a:spcPct val="105000"/>
              </a:lnSpc>
              <a:spcAft>
                <a:spcPts val="800"/>
              </a:spcAft>
              <a:buNone/>
            </a:pPr>
            <a:r>
              <a:rPr lang="en-US" sz="1800" dirty="0">
                <a:solidFill>
                  <a:srgbClr val="000000"/>
                </a:solidFill>
                <a:latin typeface="General Sans" pitchFamily="34" charset="0"/>
                <a:ea typeface="General Sans" pitchFamily="34" charset="-122"/>
                <a:cs typeface="General Sans" pitchFamily="34" charset="-120"/>
              </a:rPr>
              <a:t> [Voorbeeldvraag A]</a:t>
            </a:r>
            <a:endParaRPr lang="en-US" sz="1800" dirty="0"/>
          </a:p>
          <a:p>
            <a:pPr algn="l" indent="0" marL="0">
              <a:lnSpc>
                <a:spcPct val="105000"/>
              </a:lnSpc>
              <a:spcAft>
                <a:spcPts val="800"/>
              </a:spcAft>
              <a:buNone/>
            </a:pPr>
            <a:r>
              <a:rPr lang="en-US" sz="1800" dirty="0">
                <a:solidFill>
                  <a:srgbClr val="DD784B"/>
                </a:solidFill>
                <a:latin typeface="General Sans Semibold" pitchFamily="34" charset="0"/>
                <a:ea typeface="General Sans Semibold" pitchFamily="34" charset="-122"/>
                <a:cs typeface="General Sans Semibold" pitchFamily="34" charset="-120"/>
              </a:rPr>
              <a:t>B.</a:t>
            </a:r>
            <a:pPr algn="l" indent="0" marL="0">
              <a:lnSpc>
                <a:spcPct val="105000"/>
              </a:lnSpc>
              <a:spcAft>
                <a:spcPts val="800"/>
              </a:spcAft>
              <a:buNone/>
            </a:pPr>
            <a:r>
              <a:rPr lang="en-US" sz="1800" dirty="0">
                <a:solidFill>
                  <a:srgbClr val="000000"/>
                </a:solidFill>
                <a:latin typeface="General Sans" pitchFamily="34" charset="0"/>
                <a:ea typeface="General Sans" pitchFamily="34" charset="-122"/>
                <a:cs typeface="General Sans" pitchFamily="34" charset="-120"/>
              </a:rPr>
              <a:t> [Voorbeeldvraag B]</a:t>
            </a:r>
            <a:endParaRPr lang="en-US" sz="1800" dirty="0"/>
          </a:p>
          <a:p>
            <a:pPr algn="l" indent="0" marL="0">
              <a:lnSpc>
                <a:spcPct val="105000"/>
              </a:lnSpc>
              <a:spcAft>
                <a:spcPts val="800"/>
              </a:spcAft>
              <a:buNone/>
            </a:pPr>
            <a:r>
              <a:rPr lang="en-US" sz="1800" dirty="0">
                <a:solidFill>
                  <a:srgbClr val="DD784B"/>
                </a:solidFill>
                <a:latin typeface="General Sans Semibold" pitchFamily="34" charset="0"/>
                <a:ea typeface="General Sans Semibold" pitchFamily="34" charset="-122"/>
                <a:cs typeface="General Sans Semibold" pitchFamily="34" charset="-120"/>
              </a:rPr>
              <a:t>Of je eigen vraag</a:t>
            </a:r>
            <a:pPr algn="l" indent="0" marL="0">
              <a:lnSpc>
                <a:spcPct val="105000"/>
              </a:lnSpc>
              <a:spcAft>
                <a:spcPts val="800"/>
              </a:spcAft>
              <a:buNone/>
            </a:pPr>
            <a:r>
              <a:rPr lang="en-US" sz="1800" dirty="0">
                <a:solidFill>
                  <a:srgbClr val="000000"/>
                </a:solidFill>
                <a:latin typeface="General Sans" pitchFamily="34" charset="0"/>
                <a:ea typeface="General Sans" pitchFamily="34" charset="-122"/>
                <a:cs typeface="General Sans" pitchFamily="34" charset="-120"/>
              </a:rPr>
              <a:t> over instroom, diploma's of instellingen.</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DD784B"/>
        </a:solidFill>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sp>
      <p:sp>
        <p:nvSpPr>
          <p:cNvPr id="3" name="Shape 1"/>
          <p:cNvSpPr/>
          <p:nvPr/>
        </p:nvSpPr>
        <p:spPr>
          <a:xfrm>
            <a:off x="11212173" y="399224"/>
            <a:ext cx="34616" cy="34616"/>
          </a:xfrm>
          <a:prstGeom prst="ellipse">
            <a:avLst/>
          </a:prstGeom>
          <a:solidFill>
            <a:srgbClr val="000000"/>
          </a:solidFill>
          <a:ln/>
        </p:spPr>
      </p:sp>
      <p:sp>
        <p:nvSpPr>
          <p:cNvPr id="4" name="Shape 2"/>
          <p:cNvSpPr/>
          <p:nvPr/>
        </p:nvSpPr>
        <p:spPr>
          <a:xfrm>
            <a:off x="11398641" y="399224"/>
            <a:ext cx="34616" cy="34616"/>
          </a:xfrm>
          <a:prstGeom prst="ellipse">
            <a:avLst/>
          </a:prstGeom>
          <a:solidFill>
            <a:srgbClr val="000000"/>
          </a:solidFill>
          <a:ln/>
        </p:spPr>
      </p:sp>
      <p:sp>
        <p:nvSpPr>
          <p:cNvPr id="5" name="Shape 3"/>
          <p:cNvSpPr/>
          <p:nvPr/>
        </p:nvSpPr>
        <p:spPr>
          <a:xfrm>
            <a:off x="11258374" y="435357"/>
            <a:ext cx="51936" cy="51936"/>
          </a:xfrm>
          <a:prstGeom prst="ellipse">
            <a:avLst/>
          </a:prstGeom>
          <a:solidFill>
            <a:srgbClr val="000000"/>
          </a:solidFill>
          <a:ln/>
        </p:spPr>
      </p:sp>
      <p:sp>
        <p:nvSpPr>
          <p:cNvPr id="6" name="Shape 4"/>
          <p:cNvSpPr/>
          <p:nvPr/>
        </p:nvSpPr>
        <p:spPr>
          <a:xfrm>
            <a:off x="11335407" y="435306"/>
            <a:ext cx="51718" cy="51718"/>
          </a:xfrm>
          <a:prstGeom prst="ellipse">
            <a:avLst/>
          </a:prstGeom>
          <a:solidFill>
            <a:srgbClr val="000000"/>
          </a:solidFill>
          <a:ln/>
        </p:spPr>
      </p:sp>
      <p:sp>
        <p:nvSpPr>
          <p:cNvPr id="7" name="Shape 5"/>
          <p:cNvSpPr/>
          <p:nvPr/>
        </p:nvSpPr>
        <p:spPr>
          <a:xfrm>
            <a:off x="11127388" y="442398"/>
            <a:ext cx="35294" cy="35294"/>
          </a:xfrm>
          <a:prstGeom prst="ellipse">
            <a:avLst/>
          </a:prstGeom>
          <a:solidFill>
            <a:srgbClr val="000000"/>
          </a:solidFill>
          <a:ln/>
        </p:spPr>
      </p:sp>
      <p:sp>
        <p:nvSpPr>
          <p:cNvPr id="8" name="Shape 6"/>
          <p:cNvSpPr/>
          <p:nvPr/>
        </p:nvSpPr>
        <p:spPr>
          <a:xfrm>
            <a:off x="11482145" y="441649"/>
            <a:ext cx="35960" cy="35960"/>
          </a:xfrm>
          <a:prstGeom prst="ellipse">
            <a:avLst/>
          </a:prstGeom>
          <a:solidFill>
            <a:srgbClr val="000000"/>
          </a:solidFill>
          <a:ln/>
        </p:spPr>
      </p:sp>
      <p:sp>
        <p:nvSpPr>
          <p:cNvPr id="9" name="Shape 7"/>
          <p:cNvSpPr/>
          <p:nvPr/>
        </p:nvSpPr>
        <p:spPr>
          <a:xfrm>
            <a:off x="11185603" y="459328"/>
            <a:ext cx="52167" cy="52167"/>
          </a:xfrm>
          <a:prstGeom prst="ellipse">
            <a:avLst/>
          </a:prstGeom>
          <a:solidFill>
            <a:srgbClr val="000000"/>
          </a:solidFill>
          <a:ln/>
        </p:spPr>
      </p:sp>
      <p:sp>
        <p:nvSpPr>
          <p:cNvPr id="10" name="Shape 8"/>
          <p:cNvSpPr/>
          <p:nvPr/>
        </p:nvSpPr>
        <p:spPr>
          <a:xfrm>
            <a:off x="11408043" y="458713"/>
            <a:ext cx="52384" cy="52384"/>
          </a:xfrm>
          <a:prstGeom prst="ellipse">
            <a:avLst/>
          </a:prstGeom>
          <a:solidFill>
            <a:srgbClr val="000000"/>
          </a:solidFill>
          <a:ln/>
        </p:spPr>
      </p:sp>
      <p:sp>
        <p:nvSpPr>
          <p:cNvPr id="11" name="Shape 9"/>
          <p:cNvSpPr/>
          <p:nvPr/>
        </p:nvSpPr>
        <p:spPr>
          <a:xfrm>
            <a:off x="11241891" y="499749"/>
            <a:ext cx="36613" cy="36613"/>
          </a:xfrm>
          <a:prstGeom prst="ellipse">
            <a:avLst/>
          </a:prstGeom>
          <a:solidFill>
            <a:srgbClr val="000000"/>
          </a:solidFill>
          <a:ln/>
        </p:spPr>
      </p:sp>
      <p:sp>
        <p:nvSpPr>
          <p:cNvPr id="12" name="Shape 10"/>
          <p:cNvSpPr/>
          <p:nvPr/>
        </p:nvSpPr>
        <p:spPr>
          <a:xfrm>
            <a:off x="11294557" y="500146"/>
            <a:ext cx="57223" cy="57223"/>
          </a:xfrm>
          <a:prstGeom prst="ellipse">
            <a:avLst/>
          </a:prstGeom>
          <a:solidFill>
            <a:srgbClr val="000000"/>
          </a:solidFill>
          <a:ln/>
        </p:spPr>
      </p:sp>
      <p:sp>
        <p:nvSpPr>
          <p:cNvPr id="13" name="Shape 11"/>
          <p:cNvSpPr/>
          <p:nvPr/>
        </p:nvSpPr>
        <p:spPr>
          <a:xfrm>
            <a:off x="11364102" y="498770"/>
            <a:ext cx="35294" cy="35294"/>
          </a:xfrm>
          <a:prstGeom prst="ellipse">
            <a:avLst/>
          </a:prstGeom>
          <a:solidFill>
            <a:srgbClr val="000000"/>
          </a:solidFill>
          <a:ln/>
        </p:spPr>
      </p:sp>
      <p:sp>
        <p:nvSpPr>
          <p:cNvPr id="14" name="Shape 12"/>
          <p:cNvSpPr/>
          <p:nvPr/>
        </p:nvSpPr>
        <p:spPr>
          <a:xfrm>
            <a:off x="11123515" y="504524"/>
            <a:ext cx="51936" cy="51936"/>
          </a:xfrm>
          <a:prstGeom prst="ellipse">
            <a:avLst/>
          </a:prstGeom>
          <a:solidFill>
            <a:srgbClr val="000000"/>
          </a:solidFill>
          <a:ln/>
        </p:spPr>
      </p:sp>
      <p:sp>
        <p:nvSpPr>
          <p:cNvPr id="15" name="Shape 13"/>
          <p:cNvSpPr/>
          <p:nvPr/>
        </p:nvSpPr>
        <p:spPr>
          <a:xfrm>
            <a:off x="11470202" y="504300"/>
            <a:ext cx="52384" cy="52384"/>
          </a:xfrm>
          <a:prstGeom prst="ellipse">
            <a:avLst/>
          </a:prstGeom>
          <a:solidFill>
            <a:srgbClr val="000000"/>
          </a:solidFill>
          <a:ln/>
        </p:spPr>
      </p:sp>
      <p:sp>
        <p:nvSpPr>
          <p:cNvPr id="16" name="Shape 14"/>
          <p:cNvSpPr/>
          <p:nvPr/>
        </p:nvSpPr>
        <p:spPr>
          <a:xfrm>
            <a:off x="11060774" y="508825"/>
            <a:ext cx="35627" cy="35627"/>
          </a:xfrm>
          <a:prstGeom prst="ellipse">
            <a:avLst/>
          </a:prstGeom>
          <a:solidFill>
            <a:srgbClr val="000000"/>
          </a:solidFill>
          <a:ln/>
        </p:spPr>
      </p:sp>
      <p:sp>
        <p:nvSpPr>
          <p:cNvPr id="17" name="Shape 15"/>
          <p:cNvSpPr/>
          <p:nvPr/>
        </p:nvSpPr>
        <p:spPr>
          <a:xfrm>
            <a:off x="11548535" y="508038"/>
            <a:ext cx="36613" cy="36613"/>
          </a:xfrm>
          <a:prstGeom prst="ellipse">
            <a:avLst/>
          </a:prstGeom>
          <a:solidFill>
            <a:srgbClr val="000000"/>
          </a:solidFill>
          <a:ln/>
        </p:spPr>
      </p:sp>
      <p:sp>
        <p:nvSpPr>
          <p:cNvPr id="18" name="Shape 16"/>
          <p:cNvSpPr/>
          <p:nvPr/>
        </p:nvSpPr>
        <p:spPr>
          <a:xfrm>
            <a:off x="11191466" y="533379"/>
            <a:ext cx="57825" cy="57825"/>
          </a:xfrm>
          <a:prstGeom prst="ellipse">
            <a:avLst/>
          </a:prstGeom>
          <a:solidFill>
            <a:srgbClr val="000000"/>
          </a:solidFill>
          <a:ln/>
        </p:spPr>
      </p:sp>
      <p:sp>
        <p:nvSpPr>
          <p:cNvPr id="19" name="Shape 17"/>
          <p:cNvSpPr/>
          <p:nvPr/>
        </p:nvSpPr>
        <p:spPr>
          <a:xfrm>
            <a:off x="11396535" y="533494"/>
            <a:ext cx="57428" cy="57428"/>
          </a:xfrm>
          <a:prstGeom prst="ellipse">
            <a:avLst/>
          </a:prstGeom>
          <a:solidFill>
            <a:srgbClr val="000000"/>
          </a:solidFill>
          <a:ln/>
        </p:spPr>
      </p:sp>
      <p:sp>
        <p:nvSpPr>
          <p:cNvPr id="20" name="Shape 18"/>
          <p:cNvSpPr/>
          <p:nvPr/>
        </p:nvSpPr>
        <p:spPr>
          <a:xfrm>
            <a:off x="11079087" y="567226"/>
            <a:ext cx="51270" cy="51270"/>
          </a:xfrm>
          <a:prstGeom prst="ellipse">
            <a:avLst/>
          </a:prstGeom>
          <a:solidFill>
            <a:srgbClr val="000000"/>
          </a:solidFill>
          <a:ln/>
        </p:spPr>
      </p:sp>
      <p:sp>
        <p:nvSpPr>
          <p:cNvPr id="21" name="Shape 19"/>
          <p:cNvSpPr/>
          <p:nvPr/>
        </p:nvSpPr>
        <p:spPr>
          <a:xfrm>
            <a:off x="11339728" y="567053"/>
            <a:ext cx="34616" cy="34616"/>
          </a:xfrm>
          <a:prstGeom prst="ellipse">
            <a:avLst/>
          </a:prstGeom>
          <a:solidFill>
            <a:srgbClr val="000000"/>
          </a:solidFill>
          <a:ln/>
        </p:spPr>
      </p:sp>
      <p:sp>
        <p:nvSpPr>
          <p:cNvPr id="22" name="Shape 20"/>
          <p:cNvSpPr/>
          <p:nvPr/>
        </p:nvSpPr>
        <p:spPr>
          <a:xfrm>
            <a:off x="11515167" y="566234"/>
            <a:ext cx="52819" cy="52819"/>
          </a:xfrm>
          <a:prstGeom prst="ellipse">
            <a:avLst/>
          </a:prstGeom>
          <a:solidFill>
            <a:srgbClr val="000000"/>
          </a:solidFill>
          <a:ln/>
        </p:spPr>
      </p:sp>
      <p:sp>
        <p:nvSpPr>
          <p:cNvPr id="23" name="Shape 21"/>
          <p:cNvSpPr/>
          <p:nvPr/>
        </p:nvSpPr>
        <p:spPr>
          <a:xfrm>
            <a:off x="11262860" y="569742"/>
            <a:ext cx="34961" cy="34961"/>
          </a:xfrm>
          <a:prstGeom prst="ellipse">
            <a:avLst/>
          </a:prstGeom>
          <a:solidFill>
            <a:srgbClr val="000000"/>
          </a:solidFill>
          <a:ln/>
        </p:spPr>
      </p:sp>
      <p:sp>
        <p:nvSpPr>
          <p:cNvPr id="24" name="Shape 22"/>
          <p:cNvSpPr/>
          <p:nvPr/>
        </p:nvSpPr>
        <p:spPr>
          <a:xfrm>
            <a:off x="11462521" y="569818"/>
            <a:ext cx="35294" cy="35294"/>
          </a:xfrm>
          <a:prstGeom prst="ellipse">
            <a:avLst/>
          </a:prstGeom>
          <a:solidFill>
            <a:srgbClr val="000000"/>
          </a:solidFill>
          <a:ln/>
        </p:spPr>
      </p:sp>
      <p:sp>
        <p:nvSpPr>
          <p:cNvPr id="25" name="Shape 23"/>
          <p:cNvSpPr/>
          <p:nvPr/>
        </p:nvSpPr>
        <p:spPr>
          <a:xfrm>
            <a:off x="11145681" y="573441"/>
            <a:ext cx="34270" cy="34270"/>
          </a:xfrm>
          <a:prstGeom prst="ellipse">
            <a:avLst/>
          </a:prstGeom>
          <a:solidFill>
            <a:srgbClr val="000000"/>
          </a:solidFill>
          <a:ln/>
        </p:spPr>
      </p:sp>
      <p:sp>
        <p:nvSpPr>
          <p:cNvPr id="26" name="Shape 24"/>
          <p:cNvSpPr/>
          <p:nvPr/>
        </p:nvSpPr>
        <p:spPr>
          <a:xfrm>
            <a:off x="11592015" y="593213"/>
            <a:ext cx="35294" cy="35294"/>
          </a:xfrm>
          <a:prstGeom prst="ellipse">
            <a:avLst/>
          </a:prstGeom>
          <a:solidFill>
            <a:srgbClr val="000000"/>
          </a:solidFill>
          <a:ln/>
        </p:spPr>
      </p:sp>
      <p:sp>
        <p:nvSpPr>
          <p:cNvPr id="27" name="Shape 25"/>
          <p:cNvSpPr/>
          <p:nvPr/>
        </p:nvSpPr>
        <p:spPr>
          <a:xfrm>
            <a:off x="11019124" y="593444"/>
            <a:ext cx="34616" cy="34616"/>
          </a:xfrm>
          <a:prstGeom prst="ellipse">
            <a:avLst/>
          </a:prstGeom>
          <a:solidFill>
            <a:srgbClr val="000000"/>
          </a:solidFill>
          <a:ln/>
        </p:spPr>
      </p:sp>
      <p:sp>
        <p:nvSpPr>
          <p:cNvPr id="28" name="Shape 26"/>
          <p:cNvSpPr/>
          <p:nvPr/>
        </p:nvSpPr>
        <p:spPr>
          <a:xfrm>
            <a:off x="11403576" y="610214"/>
            <a:ext cx="34961" cy="34961"/>
          </a:xfrm>
          <a:prstGeom prst="ellipse">
            <a:avLst/>
          </a:prstGeom>
          <a:solidFill>
            <a:srgbClr val="000000"/>
          </a:solidFill>
          <a:ln/>
        </p:spPr>
      </p:sp>
      <p:sp>
        <p:nvSpPr>
          <p:cNvPr id="29" name="Shape 27"/>
          <p:cNvSpPr/>
          <p:nvPr/>
        </p:nvSpPr>
        <p:spPr>
          <a:xfrm>
            <a:off x="11201662" y="616570"/>
            <a:ext cx="35627" cy="35627"/>
          </a:xfrm>
          <a:prstGeom prst="ellipse">
            <a:avLst/>
          </a:prstGeom>
          <a:solidFill>
            <a:srgbClr val="000000"/>
          </a:solidFill>
          <a:ln/>
        </p:spPr>
      </p:sp>
      <p:sp>
        <p:nvSpPr>
          <p:cNvPr id="30" name="Shape 28"/>
          <p:cNvSpPr/>
          <p:nvPr/>
        </p:nvSpPr>
        <p:spPr>
          <a:xfrm>
            <a:off x="11127484" y="620705"/>
            <a:ext cx="58030" cy="58030"/>
          </a:xfrm>
          <a:prstGeom prst="ellipse">
            <a:avLst/>
          </a:prstGeom>
          <a:solidFill>
            <a:srgbClr val="000000"/>
          </a:solidFill>
          <a:ln/>
        </p:spPr>
      </p:sp>
      <p:sp>
        <p:nvSpPr>
          <p:cNvPr id="31" name="Shape 29"/>
          <p:cNvSpPr/>
          <p:nvPr/>
        </p:nvSpPr>
        <p:spPr>
          <a:xfrm>
            <a:off x="11460767" y="620852"/>
            <a:ext cx="57428" cy="57428"/>
          </a:xfrm>
          <a:prstGeom prst="ellipse">
            <a:avLst/>
          </a:prstGeom>
          <a:solidFill>
            <a:srgbClr val="000000"/>
          </a:solidFill>
          <a:ln/>
        </p:spPr>
      </p:sp>
      <p:sp>
        <p:nvSpPr>
          <p:cNvPr id="32" name="Shape 30"/>
          <p:cNvSpPr/>
          <p:nvPr/>
        </p:nvSpPr>
        <p:spPr>
          <a:xfrm>
            <a:off x="11055219" y="640144"/>
            <a:ext cx="51718" cy="51718"/>
          </a:xfrm>
          <a:prstGeom prst="ellipse">
            <a:avLst/>
          </a:prstGeom>
          <a:solidFill>
            <a:srgbClr val="000000"/>
          </a:solidFill>
          <a:ln/>
        </p:spPr>
      </p:sp>
      <p:sp>
        <p:nvSpPr>
          <p:cNvPr id="33" name="Shape 31"/>
          <p:cNvSpPr/>
          <p:nvPr/>
        </p:nvSpPr>
        <p:spPr>
          <a:xfrm>
            <a:off x="11539330" y="640266"/>
            <a:ext cx="51270" cy="51270"/>
          </a:xfrm>
          <a:prstGeom prst="ellipse">
            <a:avLst/>
          </a:prstGeom>
          <a:solidFill>
            <a:srgbClr val="000000"/>
          </a:solidFill>
          <a:ln/>
        </p:spPr>
      </p:sp>
      <p:sp>
        <p:nvSpPr>
          <p:cNvPr id="34" name="Shape 32"/>
          <p:cNvSpPr/>
          <p:nvPr/>
        </p:nvSpPr>
        <p:spPr>
          <a:xfrm>
            <a:off x="11429576" y="682274"/>
            <a:ext cx="35627" cy="35627"/>
          </a:xfrm>
          <a:prstGeom prst="ellipse">
            <a:avLst/>
          </a:prstGeom>
          <a:solidFill>
            <a:srgbClr val="000000"/>
          </a:solidFill>
          <a:ln/>
        </p:spPr>
      </p:sp>
      <p:sp>
        <p:nvSpPr>
          <p:cNvPr id="35" name="Shape 33"/>
          <p:cNvSpPr/>
          <p:nvPr/>
        </p:nvSpPr>
        <p:spPr>
          <a:xfrm>
            <a:off x="11004076" y="687222"/>
            <a:ext cx="34616" cy="34616"/>
          </a:xfrm>
          <a:prstGeom prst="ellipse">
            <a:avLst/>
          </a:prstGeom>
          <a:solidFill>
            <a:srgbClr val="000000"/>
          </a:solidFill>
          <a:ln/>
        </p:spPr>
      </p:sp>
      <p:sp>
        <p:nvSpPr>
          <p:cNvPr id="36" name="Shape 34"/>
          <p:cNvSpPr/>
          <p:nvPr/>
        </p:nvSpPr>
        <p:spPr>
          <a:xfrm>
            <a:off x="11502052" y="685321"/>
            <a:ext cx="34270" cy="34270"/>
          </a:xfrm>
          <a:prstGeom prst="ellipse">
            <a:avLst/>
          </a:prstGeom>
          <a:solidFill>
            <a:srgbClr val="000000"/>
          </a:solidFill>
          <a:ln/>
        </p:spPr>
      </p:sp>
      <p:sp>
        <p:nvSpPr>
          <p:cNvPr id="37" name="Shape 35"/>
          <p:cNvSpPr/>
          <p:nvPr/>
        </p:nvSpPr>
        <p:spPr>
          <a:xfrm>
            <a:off x="11606321" y="686422"/>
            <a:ext cx="35627" cy="35627"/>
          </a:xfrm>
          <a:prstGeom prst="ellipse">
            <a:avLst/>
          </a:prstGeom>
          <a:solidFill>
            <a:srgbClr val="000000"/>
          </a:solidFill>
          <a:ln/>
        </p:spPr>
      </p:sp>
      <p:sp>
        <p:nvSpPr>
          <p:cNvPr id="38" name="Shape 36"/>
          <p:cNvSpPr/>
          <p:nvPr/>
        </p:nvSpPr>
        <p:spPr>
          <a:xfrm>
            <a:off x="11108908" y="688957"/>
            <a:ext cx="35294" cy="35294"/>
          </a:xfrm>
          <a:prstGeom prst="ellipse">
            <a:avLst/>
          </a:prstGeom>
          <a:solidFill>
            <a:srgbClr val="000000"/>
          </a:solidFill>
          <a:ln/>
        </p:spPr>
      </p:sp>
      <p:sp>
        <p:nvSpPr>
          <p:cNvPr id="39" name="Shape 37"/>
          <p:cNvSpPr/>
          <p:nvPr/>
        </p:nvSpPr>
        <p:spPr>
          <a:xfrm>
            <a:off x="11179733" y="690371"/>
            <a:ext cx="36613" cy="36613"/>
          </a:xfrm>
          <a:prstGeom prst="ellipse">
            <a:avLst/>
          </a:prstGeom>
          <a:solidFill>
            <a:srgbClr val="000000"/>
          </a:solidFill>
          <a:ln/>
        </p:spPr>
      </p:sp>
      <p:sp>
        <p:nvSpPr>
          <p:cNvPr id="40" name="Shape 38"/>
          <p:cNvSpPr/>
          <p:nvPr/>
        </p:nvSpPr>
        <p:spPr>
          <a:xfrm>
            <a:off x="11054764" y="716576"/>
            <a:ext cx="51936" cy="51936"/>
          </a:xfrm>
          <a:prstGeom prst="ellipse">
            <a:avLst/>
          </a:prstGeom>
          <a:solidFill>
            <a:srgbClr val="000000"/>
          </a:solidFill>
          <a:ln/>
        </p:spPr>
      </p:sp>
      <p:sp>
        <p:nvSpPr>
          <p:cNvPr id="41" name="Shape 39"/>
          <p:cNvSpPr/>
          <p:nvPr/>
        </p:nvSpPr>
        <p:spPr>
          <a:xfrm>
            <a:off x="11539023" y="716851"/>
            <a:ext cx="51488" cy="51488"/>
          </a:xfrm>
          <a:prstGeom prst="ellipse">
            <a:avLst/>
          </a:prstGeom>
          <a:solidFill>
            <a:srgbClr val="000000"/>
          </a:solidFill>
          <a:ln/>
        </p:spPr>
      </p:sp>
      <p:sp>
        <p:nvSpPr>
          <p:cNvPr id="42" name="Shape 40"/>
          <p:cNvSpPr/>
          <p:nvPr/>
        </p:nvSpPr>
        <p:spPr>
          <a:xfrm>
            <a:off x="11127490" y="729288"/>
            <a:ext cx="58222" cy="58222"/>
          </a:xfrm>
          <a:prstGeom prst="ellipse">
            <a:avLst/>
          </a:prstGeom>
          <a:solidFill>
            <a:srgbClr val="000000"/>
          </a:solidFill>
          <a:ln/>
        </p:spPr>
      </p:sp>
      <p:sp>
        <p:nvSpPr>
          <p:cNvPr id="43" name="Shape 41"/>
          <p:cNvSpPr/>
          <p:nvPr/>
        </p:nvSpPr>
        <p:spPr>
          <a:xfrm>
            <a:off x="11460671" y="729781"/>
            <a:ext cx="57633" cy="57633"/>
          </a:xfrm>
          <a:prstGeom prst="ellipse">
            <a:avLst/>
          </a:prstGeom>
          <a:solidFill>
            <a:srgbClr val="000000"/>
          </a:solidFill>
          <a:ln/>
        </p:spPr>
      </p:sp>
      <p:sp>
        <p:nvSpPr>
          <p:cNvPr id="44" name="Shape 42"/>
          <p:cNvSpPr/>
          <p:nvPr/>
        </p:nvSpPr>
        <p:spPr>
          <a:xfrm>
            <a:off x="11407973" y="756415"/>
            <a:ext cx="35960" cy="35960"/>
          </a:xfrm>
          <a:prstGeom prst="ellipse">
            <a:avLst/>
          </a:prstGeom>
          <a:solidFill>
            <a:srgbClr val="000000"/>
          </a:solidFill>
          <a:ln/>
        </p:spPr>
      </p:sp>
      <p:sp>
        <p:nvSpPr>
          <p:cNvPr id="45" name="Shape 43"/>
          <p:cNvSpPr/>
          <p:nvPr/>
        </p:nvSpPr>
        <p:spPr>
          <a:xfrm>
            <a:off x="11207308" y="763884"/>
            <a:ext cx="34616" cy="34616"/>
          </a:xfrm>
          <a:prstGeom prst="ellipse">
            <a:avLst/>
          </a:prstGeom>
          <a:solidFill>
            <a:srgbClr val="000000"/>
          </a:solidFill>
          <a:ln/>
        </p:spPr>
      </p:sp>
      <p:sp>
        <p:nvSpPr>
          <p:cNvPr id="46" name="Shape 44"/>
          <p:cNvSpPr/>
          <p:nvPr/>
        </p:nvSpPr>
        <p:spPr>
          <a:xfrm>
            <a:off x="11018670" y="780462"/>
            <a:ext cx="34616" cy="34616"/>
          </a:xfrm>
          <a:prstGeom prst="ellipse">
            <a:avLst/>
          </a:prstGeom>
          <a:solidFill>
            <a:srgbClr val="000000"/>
          </a:solidFill>
          <a:ln/>
        </p:spPr>
      </p:sp>
      <p:sp>
        <p:nvSpPr>
          <p:cNvPr id="47" name="Shape 45"/>
          <p:cNvSpPr/>
          <p:nvPr/>
        </p:nvSpPr>
        <p:spPr>
          <a:xfrm>
            <a:off x="11591670" y="780123"/>
            <a:ext cx="35294" cy="35294"/>
          </a:xfrm>
          <a:prstGeom prst="ellipse">
            <a:avLst/>
          </a:prstGeom>
          <a:solidFill>
            <a:srgbClr val="000000"/>
          </a:solidFill>
          <a:ln/>
        </p:spPr>
      </p:sp>
      <p:sp>
        <p:nvSpPr>
          <p:cNvPr id="48" name="Shape 46"/>
          <p:cNvSpPr/>
          <p:nvPr/>
        </p:nvSpPr>
        <p:spPr>
          <a:xfrm>
            <a:off x="11079010" y="790179"/>
            <a:ext cx="51270" cy="51270"/>
          </a:xfrm>
          <a:prstGeom prst="ellipse">
            <a:avLst/>
          </a:prstGeom>
          <a:solidFill>
            <a:srgbClr val="000000"/>
          </a:solidFill>
          <a:ln/>
        </p:spPr>
      </p:sp>
      <p:sp>
        <p:nvSpPr>
          <p:cNvPr id="49" name="Shape 47"/>
          <p:cNvSpPr/>
          <p:nvPr/>
        </p:nvSpPr>
        <p:spPr>
          <a:xfrm>
            <a:off x="11515218" y="789692"/>
            <a:ext cx="52602" cy="52602"/>
          </a:xfrm>
          <a:prstGeom prst="ellipse">
            <a:avLst/>
          </a:prstGeom>
          <a:solidFill>
            <a:srgbClr val="000000"/>
          </a:solidFill>
          <a:ln/>
        </p:spPr>
      </p:sp>
      <p:sp>
        <p:nvSpPr>
          <p:cNvPr id="50" name="Shape 48"/>
          <p:cNvSpPr/>
          <p:nvPr/>
        </p:nvSpPr>
        <p:spPr>
          <a:xfrm>
            <a:off x="11147371" y="803460"/>
            <a:ext cx="35627" cy="35627"/>
          </a:xfrm>
          <a:prstGeom prst="ellipse">
            <a:avLst/>
          </a:prstGeom>
          <a:solidFill>
            <a:srgbClr val="000000"/>
          </a:solidFill>
          <a:ln/>
        </p:spPr>
      </p:sp>
      <p:sp>
        <p:nvSpPr>
          <p:cNvPr id="51" name="Shape 49"/>
          <p:cNvSpPr/>
          <p:nvPr/>
        </p:nvSpPr>
        <p:spPr>
          <a:xfrm>
            <a:off x="11347786" y="804293"/>
            <a:ext cx="35294" cy="35294"/>
          </a:xfrm>
          <a:prstGeom prst="ellipse">
            <a:avLst/>
          </a:prstGeom>
          <a:solidFill>
            <a:srgbClr val="000000"/>
          </a:solidFill>
          <a:ln/>
        </p:spPr>
      </p:sp>
      <p:sp>
        <p:nvSpPr>
          <p:cNvPr id="52" name="Shape 50"/>
          <p:cNvSpPr/>
          <p:nvPr/>
        </p:nvSpPr>
        <p:spPr>
          <a:xfrm>
            <a:off x="11465119" y="800919"/>
            <a:ext cx="34961" cy="34961"/>
          </a:xfrm>
          <a:prstGeom prst="ellipse">
            <a:avLst/>
          </a:prstGeom>
          <a:solidFill>
            <a:srgbClr val="000000"/>
          </a:solidFill>
          <a:ln/>
        </p:spPr>
      </p:sp>
      <p:sp>
        <p:nvSpPr>
          <p:cNvPr id="53" name="Shape 51"/>
          <p:cNvSpPr/>
          <p:nvPr/>
        </p:nvSpPr>
        <p:spPr>
          <a:xfrm>
            <a:off x="11270669" y="806590"/>
            <a:ext cx="35627" cy="35627"/>
          </a:xfrm>
          <a:prstGeom prst="ellipse">
            <a:avLst/>
          </a:prstGeom>
          <a:solidFill>
            <a:srgbClr val="000000"/>
          </a:solidFill>
          <a:ln/>
        </p:spPr>
      </p:sp>
      <p:sp>
        <p:nvSpPr>
          <p:cNvPr id="54" name="Shape 52"/>
          <p:cNvSpPr/>
          <p:nvPr/>
        </p:nvSpPr>
        <p:spPr>
          <a:xfrm>
            <a:off x="11191498" y="817766"/>
            <a:ext cx="57633" cy="57633"/>
          </a:xfrm>
          <a:prstGeom prst="ellipse">
            <a:avLst/>
          </a:prstGeom>
          <a:solidFill>
            <a:srgbClr val="000000"/>
          </a:solidFill>
          <a:ln/>
        </p:spPr>
      </p:sp>
      <p:sp>
        <p:nvSpPr>
          <p:cNvPr id="55" name="Shape 53"/>
          <p:cNvSpPr/>
          <p:nvPr/>
        </p:nvSpPr>
        <p:spPr>
          <a:xfrm>
            <a:off x="11396573" y="817888"/>
            <a:ext cx="57633" cy="57633"/>
          </a:xfrm>
          <a:prstGeom prst="ellipse">
            <a:avLst/>
          </a:prstGeom>
          <a:solidFill>
            <a:srgbClr val="000000"/>
          </a:solidFill>
          <a:ln/>
        </p:spPr>
      </p:sp>
      <p:sp>
        <p:nvSpPr>
          <p:cNvPr id="56" name="Shape 54"/>
          <p:cNvSpPr/>
          <p:nvPr/>
        </p:nvSpPr>
        <p:spPr>
          <a:xfrm>
            <a:off x="11123445" y="851985"/>
            <a:ext cx="52167" cy="52167"/>
          </a:xfrm>
          <a:prstGeom prst="ellipse">
            <a:avLst/>
          </a:prstGeom>
          <a:solidFill>
            <a:srgbClr val="000000"/>
          </a:solidFill>
          <a:ln/>
        </p:spPr>
      </p:sp>
      <p:sp>
        <p:nvSpPr>
          <p:cNvPr id="57" name="Shape 55"/>
          <p:cNvSpPr/>
          <p:nvPr/>
        </p:nvSpPr>
        <p:spPr>
          <a:xfrm>
            <a:off x="11294647" y="851390"/>
            <a:ext cx="57223" cy="57223"/>
          </a:xfrm>
          <a:prstGeom prst="ellipse">
            <a:avLst/>
          </a:prstGeom>
          <a:solidFill>
            <a:srgbClr val="000000"/>
          </a:solidFill>
          <a:ln/>
        </p:spPr>
      </p:sp>
      <p:sp>
        <p:nvSpPr>
          <p:cNvPr id="58" name="Shape 56"/>
          <p:cNvSpPr/>
          <p:nvPr/>
        </p:nvSpPr>
        <p:spPr>
          <a:xfrm>
            <a:off x="11470202" y="852382"/>
            <a:ext cx="52384" cy="52384"/>
          </a:xfrm>
          <a:prstGeom prst="ellipse">
            <a:avLst/>
          </a:prstGeom>
          <a:solidFill>
            <a:srgbClr val="000000"/>
          </a:solidFill>
          <a:ln/>
        </p:spPr>
      </p:sp>
      <p:sp>
        <p:nvSpPr>
          <p:cNvPr id="59" name="Shape 57"/>
          <p:cNvSpPr/>
          <p:nvPr/>
        </p:nvSpPr>
        <p:spPr>
          <a:xfrm>
            <a:off x="11060774" y="864607"/>
            <a:ext cx="35627" cy="35627"/>
          </a:xfrm>
          <a:prstGeom prst="ellipse">
            <a:avLst/>
          </a:prstGeom>
          <a:solidFill>
            <a:srgbClr val="000000"/>
          </a:solidFill>
          <a:ln/>
        </p:spPr>
      </p:sp>
      <p:sp>
        <p:nvSpPr>
          <p:cNvPr id="60" name="Shape 58"/>
          <p:cNvSpPr/>
          <p:nvPr/>
        </p:nvSpPr>
        <p:spPr>
          <a:xfrm>
            <a:off x="11548733" y="864185"/>
            <a:ext cx="35627" cy="35627"/>
          </a:xfrm>
          <a:prstGeom prst="ellipse">
            <a:avLst/>
          </a:prstGeom>
          <a:solidFill>
            <a:srgbClr val="000000"/>
          </a:solidFill>
          <a:ln/>
        </p:spPr>
      </p:sp>
      <p:sp>
        <p:nvSpPr>
          <p:cNvPr id="61" name="Shape 59"/>
          <p:cNvSpPr/>
          <p:nvPr/>
        </p:nvSpPr>
        <p:spPr>
          <a:xfrm>
            <a:off x="11246231" y="873908"/>
            <a:ext cx="35627" cy="35627"/>
          </a:xfrm>
          <a:prstGeom prst="ellipse">
            <a:avLst/>
          </a:prstGeom>
          <a:solidFill>
            <a:srgbClr val="000000"/>
          </a:solidFill>
          <a:ln/>
        </p:spPr>
      </p:sp>
      <p:sp>
        <p:nvSpPr>
          <p:cNvPr id="62" name="Shape 60"/>
          <p:cNvSpPr/>
          <p:nvPr/>
        </p:nvSpPr>
        <p:spPr>
          <a:xfrm>
            <a:off x="11367418" y="872896"/>
            <a:ext cx="35627" cy="35627"/>
          </a:xfrm>
          <a:prstGeom prst="ellipse">
            <a:avLst/>
          </a:prstGeom>
          <a:solidFill>
            <a:srgbClr val="000000"/>
          </a:solidFill>
          <a:ln/>
        </p:spPr>
      </p:sp>
      <p:sp>
        <p:nvSpPr>
          <p:cNvPr id="63" name="Shape 61"/>
          <p:cNvSpPr/>
          <p:nvPr/>
        </p:nvSpPr>
        <p:spPr>
          <a:xfrm>
            <a:off x="11185366" y="897322"/>
            <a:ext cx="51936" cy="51936"/>
          </a:xfrm>
          <a:prstGeom prst="ellipse">
            <a:avLst/>
          </a:prstGeom>
          <a:solidFill>
            <a:srgbClr val="000000"/>
          </a:solidFill>
          <a:ln/>
        </p:spPr>
      </p:sp>
      <p:sp>
        <p:nvSpPr>
          <p:cNvPr id="64" name="Shape 62"/>
          <p:cNvSpPr/>
          <p:nvPr/>
        </p:nvSpPr>
        <p:spPr>
          <a:xfrm>
            <a:off x="11407845" y="897655"/>
            <a:ext cx="52602" cy="52602"/>
          </a:xfrm>
          <a:prstGeom prst="ellipse">
            <a:avLst/>
          </a:prstGeom>
          <a:solidFill>
            <a:srgbClr val="000000"/>
          </a:solidFill>
          <a:ln/>
        </p:spPr>
      </p:sp>
      <p:sp>
        <p:nvSpPr>
          <p:cNvPr id="65" name="Shape 63"/>
          <p:cNvSpPr/>
          <p:nvPr/>
        </p:nvSpPr>
        <p:spPr>
          <a:xfrm>
            <a:off x="11258822" y="921466"/>
            <a:ext cx="51270" cy="51270"/>
          </a:xfrm>
          <a:prstGeom prst="ellipse">
            <a:avLst/>
          </a:prstGeom>
          <a:solidFill>
            <a:srgbClr val="000000"/>
          </a:solidFill>
          <a:ln/>
        </p:spPr>
      </p:sp>
      <p:sp>
        <p:nvSpPr>
          <p:cNvPr id="66" name="Shape 64"/>
          <p:cNvSpPr/>
          <p:nvPr/>
        </p:nvSpPr>
        <p:spPr>
          <a:xfrm>
            <a:off x="11335350" y="921504"/>
            <a:ext cx="51270" cy="51270"/>
          </a:xfrm>
          <a:prstGeom prst="ellipse">
            <a:avLst/>
          </a:prstGeom>
          <a:solidFill>
            <a:srgbClr val="000000"/>
          </a:solidFill>
          <a:ln/>
        </p:spPr>
      </p:sp>
      <p:sp>
        <p:nvSpPr>
          <p:cNvPr id="67" name="Shape 65"/>
          <p:cNvSpPr/>
          <p:nvPr/>
        </p:nvSpPr>
        <p:spPr>
          <a:xfrm>
            <a:off x="11127388" y="931368"/>
            <a:ext cx="35294" cy="35294"/>
          </a:xfrm>
          <a:prstGeom prst="ellipse">
            <a:avLst/>
          </a:prstGeom>
          <a:solidFill>
            <a:srgbClr val="000000"/>
          </a:solidFill>
          <a:ln/>
        </p:spPr>
      </p:sp>
      <p:sp>
        <p:nvSpPr>
          <p:cNvPr id="68" name="Shape 66"/>
          <p:cNvSpPr/>
          <p:nvPr/>
        </p:nvSpPr>
        <p:spPr>
          <a:xfrm>
            <a:off x="11481979" y="931035"/>
            <a:ext cx="35960" cy="35960"/>
          </a:xfrm>
          <a:prstGeom prst="ellipse">
            <a:avLst/>
          </a:prstGeom>
          <a:solidFill>
            <a:srgbClr val="000000"/>
          </a:solidFill>
          <a:ln/>
        </p:spPr>
      </p:sp>
      <p:sp>
        <p:nvSpPr>
          <p:cNvPr id="69" name="Shape 67"/>
          <p:cNvSpPr/>
          <p:nvPr/>
        </p:nvSpPr>
        <p:spPr>
          <a:xfrm>
            <a:off x="11211987" y="974695"/>
            <a:ext cx="34961" cy="34961"/>
          </a:xfrm>
          <a:prstGeom prst="ellipse">
            <a:avLst/>
          </a:prstGeom>
          <a:solidFill>
            <a:srgbClr val="000000"/>
          </a:solidFill>
          <a:ln/>
        </p:spPr>
      </p:sp>
      <p:sp>
        <p:nvSpPr>
          <p:cNvPr id="70" name="Shape 68"/>
          <p:cNvSpPr/>
          <p:nvPr/>
        </p:nvSpPr>
        <p:spPr>
          <a:xfrm>
            <a:off x="11398461" y="974695"/>
            <a:ext cx="34961" cy="34961"/>
          </a:xfrm>
          <a:prstGeom prst="ellipse">
            <a:avLst/>
          </a:prstGeom>
          <a:solidFill>
            <a:srgbClr val="000000"/>
          </a:solidFill>
          <a:ln/>
        </p:spPr>
      </p:sp>
      <p:sp>
        <p:nvSpPr>
          <p:cNvPr id="71" name="Shape 69"/>
          <p:cNvSpPr/>
          <p:nvPr/>
        </p:nvSpPr>
        <p:spPr>
          <a:xfrm>
            <a:off x="11304837" y="988501"/>
            <a:ext cx="35627" cy="35627"/>
          </a:xfrm>
          <a:prstGeom prst="ellipse">
            <a:avLst/>
          </a:prstGeom>
          <a:solidFill>
            <a:srgbClr val="000000"/>
          </a:solidFill>
          <a:ln/>
        </p:spPr>
      </p:sp>
      <p:sp>
        <p:nvSpPr>
          <p:cNvPr id="72" name="Shape 70"/>
          <p:cNvSpPr/>
          <p:nvPr/>
        </p:nvSpPr>
        <p:spPr>
          <a:xfrm>
            <a:off x="548640" y="1280160"/>
            <a:ext cx="1005840" cy="1005840"/>
          </a:xfrm>
          <a:prstGeom prst="ellipse">
            <a:avLst/>
          </a:prstGeom>
          <a:solidFill>
            <a:srgbClr val="F4D9DC"/>
          </a:solidFill>
          <a:ln/>
        </p:spPr>
      </p:sp>
      <p:sp>
        <p:nvSpPr>
          <p:cNvPr id="73" name="Text 71"/>
          <p:cNvSpPr/>
          <p:nvPr/>
        </p:nvSpPr>
        <p:spPr>
          <a:xfrm>
            <a:off x="548640" y="1280160"/>
            <a:ext cx="1005840" cy="1005840"/>
          </a:xfrm>
          <a:prstGeom prst="rect">
            <a:avLst/>
          </a:prstGeom>
          <a:noFill/>
          <a:ln/>
        </p:spPr>
        <p:txBody>
          <a:bodyPr wrap="square" lIns="0" tIns="0" rIns="0" bIns="0" rtlCol="0" anchor="ctr"/>
          <a:lstStyle/>
          <a:p>
            <a:pPr algn="ctr" indent="0" marL="0">
              <a:lnSpc>
                <a:spcPct val="105000"/>
              </a:lnSpc>
              <a:buNone/>
            </a:pPr>
            <a:r>
              <a:rPr lang="en-US" sz="3200" dirty="0">
                <a:solidFill>
                  <a:srgbClr val="3D68EC"/>
                </a:solidFill>
                <a:latin typeface="General Sans Semibold" pitchFamily="34" charset="0"/>
                <a:ea typeface="General Sans Semibold" pitchFamily="34" charset="-122"/>
                <a:cs typeface="General Sans Semibold" pitchFamily="34" charset="-120"/>
              </a:rPr>
              <a:t>2</a:t>
            </a:r>
            <a:endParaRPr lang="en-US" sz="3200" dirty="0"/>
          </a:p>
        </p:txBody>
      </p:sp>
      <p:sp>
        <p:nvSpPr>
          <p:cNvPr id="74" name="Text 72"/>
          <p:cNvSpPr/>
          <p:nvPr/>
        </p:nvSpPr>
        <p:spPr>
          <a:xfrm>
            <a:off x="548640" y="2468880"/>
            <a:ext cx="7863840" cy="1828800"/>
          </a:xfrm>
          <a:prstGeom prst="rect">
            <a:avLst/>
          </a:prstGeom>
          <a:noFill/>
          <a:ln/>
        </p:spPr>
        <p:txBody>
          <a:bodyPr wrap="square" lIns="0" tIns="0" rIns="0" bIns="0" rtlCol="0" anchor="b"/>
          <a:lstStyle/>
          <a:p>
            <a:pPr algn="l" indent="0" marL="0">
              <a:lnSpc>
                <a:spcPct val="105000"/>
              </a:lnSpc>
              <a:buNone/>
            </a:pPr>
            <a:r>
              <a:rPr lang="en-US" sz="4800" dirty="0">
                <a:solidFill>
                  <a:srgbClr val="000000"/>
                </a:solidFill>
                <a:latin typeface="General Sans Semibold" pitchFamily="34" charset="0"/>
                <a:ea typeface="General Sans Semibold" pitchFamily="34" charset="-122"/>
                <a:cs typeface="General Sans Semibold" pitchFamily="34" charset="-120"/>
              </a:rPr>
              <a:t>Spiegelmoment 1: hoe beviel het?</a:t>
            </a:r>
            <a:endParaRPr lang="en-US" sz="4800" dirty="0"/>
          </a:p>
        </p:txBody>
      </p:sp>
      <p:sp>
        <p:nvSpPr>
          <p:cNvPr id="75" name="Text 73"/>
          <p:cNvSpPr/>
          <p:nvPr/>
        </p:nvSpPr>
        <p:spPr>
          <a:xfrm>
            <a:off x="548640" y="4526280"/>
            <a:ext cx="7498080" cy="1280160"/>
          </a:xfrm>
          <a:prstGeom prst="rect">
            <a:avLst/>
          </a:prstGeom>
          <a:noFill/>
          <a:ln/>
        </p:spPr>
        <p:txBody>
          <a:bodyPr wrap="square" lIns="0" tIns="0" rIns="0" bIns="0" rtlCol="0" anchor="t"/>
          <a:lstStyle/>
          <a:p>
            <a:pPr algn="l" indent="0" marL="0">
              <a:lnSpc>
                <a:spcPct val="105000"/>
              </a:lnSpc>
              <a:buNone/>
            </a:pPr>
            <a:r>
              <a:rPr lang="en-US" sz="2200" dirty="0">
                <a:solidFill>
                  <a:srgbClr val="000000"/>
                </a:solidFill>
                <a:latin typeface="Cooper Lt BT" pitchFamily="34" charset="0"/>
                <a:ea typeface="Cooper Lt BT" pitchFamily="34" charset="-122"/>
                <a:cs typeface="Cooper Lt BT" pitchFamily="34" charset="-120"/>
              </a:rPr>
              <a:t>Bespreek het met je tafel. Daarna halen we op wat we hoorden.</a:t>
            </a:r>
            <a:endParaRPr lang="en-US" sz="2200" dirty="0"/>
          </a:p>
        </p:txBody>
      </p:sp>
      <p:pic>
        <p:nvPicPr>
          <p:cNvPr id="76" name="Image 0" descr="exports/261029_dair_onderwijsdata/img/Boek puzzelstuk.png">    </p:cNvPr>
          <p:cNvPicPr>
            <a:picLocks noChangeAspect="1"/>
          </p:cNvPicPr>
          <p:nvPr/>
        </p:nvPicPr>
        <p:blipFill>
          <a:blip r:embed="rId1"/>
          <a:stretch>
            <a:fillRect/>
          </a:stretch>
        </p:blipFill>
        <p:spPr>
          <a:xfrm>
            <a:off x="8503920" y="1828800"/>
            <a:ext cx="3291840" cy="32918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EAEA"/>
        </a:solidFill>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sp>
      <p:sp>
        <p:nvSpPr>
          <p:cNvPr id="3" name="Shape 1"/>
          <p:cNvSpPr/>
          <p:nvPr/>
        </p:nvSpPr>
        <p:spPr>
          <a:xfrm>
            <a:off x="11212173" y="399224"/>
            <a:ext cx="34616" cy="34616"/>
          </a:xfrm>
          <a:prstGeom prst="ellipse">
            <a:avLst/>
          </a:prstGeom>
          <a:solidFill>
            <a:srgbClr val="000000"/>
          </a:solidFill>
          <a:ln/>
        </p:spPr>
      </p:sp>
      <p:sp>
        <p:nvSpPr>
          <p:cNvPr id="4" name="Shape 2"/>
          <p:cNvSpPr/>
          <p:nvPr/>
        </p:nvSpPr>
        <p:spPr>
          <a:xfrm>
            <a:off x="11398641" y="399224"/>
            <a:ext cx="34616" cy="34616"/>
          </a:xfrm>
          <a:prstGeom prst="ellipse">
            <a:avLst/>
          </a:prstGeom>
          <a:solidFill>
            <a:srgbClr val="000000"/>
          </a:solidFill>
          <a:ln/>
        </p:spPr>
      </p:sp>
      <p:sp>
        <p:nvSpPr>
          <p:cNvPr id="5" name="Shape 3"/>
          <p:cNvSpPr/>
          <p:nvPr/>
        </p:nvSpPr>
        <p:spPr>
          <a:xfrm>
            <a:off x="11258374" y="435357"/>
            <a:ext cx="51936" cy="51936"/>
          </a:xfrm>
          <a:prstGeom prst="ellipse">
            <a:avLst/>
          </a:prstGeom>
          <a:solidFill>
            <a:srgbClr val="000000"/>
          </a:solidFill>
          <a:ln/>
        </p:spPr>
      </p:sp>
      <p:sp>
        <p:nvSpPr>
          <p:cNvPr id="6" name="Shape 4"/>
          <p:cNvSpPr/>
          <p:nvPr/>
        </p:nvSpPr>
        <p:spPr>
          <a:xfrm>
            <a:off x="11335407" y="435306"/>
            <a:ext cx="51718" cy="51718"/>
          </a:xfrm>
          <a:prstGeom prst="ellipse">
            <a:avLst/>
          </a:prstGeom>
          <a:solidFill>
            <a:srgbClr val="000000"/>
          </a:solidFill>
          <a:ln/>
        </p:spPr>
      </p:sp>
      <p:sp>
        <p:nvSpPr>
          <p:cNvPr id="7" name="Shape 5"/>
          <p:cNvSpPr/>
          <p:nvPr/>
        </p:nvSpPr>
        <p:spPr>
          <a:xfrm>
            <a:off x="11127388" y="442398"/>
            <a:ext cx="35294" cy="35294"/>
          </a:xfrm>
          <a:prstGeom prst="ellipse">
            <a:avLst/>
          </a:prstGeom>
          <a:solidFill>
            <a:srgbClr val="000000"/>
          </a:solidFill>
          <a:ln/>
        </p:spPr>
      </p:sp>
      <p:sp>
        <p:nvSpPr>
          <p:cNvPr id="8" name="Shape 6"/>
          <p:cNvSpPr/>
          <p:nvPr/>
        </p:nvSpPr>
        <p:spPr>
          <a:xfrm>
            <a:off x="11482145" y="441649"/>
            <a:ext cx="35960" cy="35960"/>
          </a:xfrm>
          <a:prstGeom prst="ellipse">
            <a:avLst/>
          </a:prstGeom>
          <a:solidFill>
            <a:srgbClr val="000000"/>
          </a:solidFill>
          <a:ln/>
        </p:spPr>
      </p:sp>
      <p:sp>
        <p:nvSpPr>
          <p:cNvPr id="9" name="Shape 7"/>
          <p:cNvSpPr/>
          <p:nvPr/>
        </p:nvSpPr>
        <p:spPr>
          <a:xfrm>
            <a:off x="11185603" y="459328"/>
            <a:ext cx="52167" cy="52167"/>
          </a:xfrm>
          <a:prstGeom prst="ellipse">
            <a:avLst/>
          </a:prstGeom>
          <a:solidFill>
            <a:srgbClr val="000000"/>
          </a:solidFill>
          <a:ln/>
        </p:spPr>
      </p:sp>
      <p:sp>
        <p:nvSpPr>
          <p:cNvPr id="10" name="Shape 8"/>
          <p:cNvSpPr/>
          <p:nvPr/>
        </p:nvSpPr>
        <p:spPr>
          <a:xfrm>
            <a:off x="11408043" y="458713"/>
            <a:ext cx="52384" cy="52384"/>
          </a:xfrm>
          <a:prstGeom prst="ellipse">
            <a:avLst/>
          </a:prstGeom>
          <a:solidFill>
            <a:srgbClr val="000000"/>
          </a:solidFill>
          <a:ln/>
        </p:spPr>
      </p:sp>
      <p:sp>
        <p:nvSpPr>
          <p:cNvPr id="11" name="Shape 9"/>
          <p:cNvSpPr/>
          <p:nvPr/>
        </p:nvSpPr>
        <p:spPr>
          <a:xfrm>
            <a:off x="11241891" y="499749"/>
            <a:ext cx="36613" cy="36613"/>
          </a:xfrm>
          <a:prstGeom prst="ellipse">
            <a:avLst/>
          </a:prstGeom>
          <a:solidFill>
            <a:srgbClr val="000000"/>
          </a:solidFill>
          <a:ln/>
        </p:spPr>
      </p:sp>
      <p:sp>
        <p:nvSpPr>
          <p:cNvPr id="12" name="Shape 10"/>
          <p:cNvSpPr/>
          <p:nvPr/>
        </p:nvSpPr>
        <p:spPr>
          <a:xfrm>
            <a:off x="11294557" y="500146"/>
            <a:ext cx="57223" cy="57223"/>
          </a:xfrm>
          <a:prstGeom prst="ellipse">
            <a:avLst/>
          </a:prstGeom>
          <a:solidFill>
            <a:srgbClr val="000000"/>
          </a:solidFill>
          <a:ln/>
        </p:spPr>
      </p:sp>
      <p:sp>
        <p:nvSpPr>
          <p:cNvPr id="13" name="Shape 11"/>
          <p:cNvSpPr/>
          <p:nvPr/>
        </p:nvSpPr>
        <p:spPr>
          <a:xfrm>
            <a:off x="11364102" y="498770"/>
            <a:ext cx="35294" cy="35294"/>
          </a:xfrm>
          <a:prstGeom prst="ellipse">
            <a:avLst/>
          </a:prstGeom>
          <a:solidFill>
            <a:srgbClr val="000000"/>
          </a:solidFill>
          <a:ln/>
        </p:spPr>
      </p:sp>
      <p:sp>
        <p:nvSpPr>
          <p:cNvPr id="14" name="Shape 12"/>
          <p:cNvSpPr/>
          <p:nvPr/>
        </p:nvSpPr>
        <p:spPr>
          <a:xfrm>
            <a:off x="11123515" y="504524"/>
            <a:ext cx="51936" cy="51936"/>
          </a:xfrm>
          <a:prstGeom prst="ellipse">
            <a:avLst/>
          </a:prstGeom>
          <a:solidFill>
            <a:srgbClr val="000000"/>
          </a:solidFill>
          <a:ln/>
        </p:spPr>
      </p:sp>
      <p:sp>
        <p:nvSpPr>
          <p:cNvPr id="15" name="Shape 13"/>
          <p:cNvSpPr/>
          <p:nvPr/>
        </p:nvSpPr>
        <p:spPr>
          <a:xfrm>
            <a:off x="11470202" y="504300"/>
            <a:ext cx="52384" cy="52384"/>
          </a:xfrm>
          <a:prstGeom prst="ellipse">
            <a:avLst/>
          </a:prstGeom>
          <a:solidFill>
            <a:srgbClr val="000000"/>
          </a:solidFill>
          <a:ln/>
        </p:spPr>
      </p:sp>
      <p:sp>
        <p:nvSpPr>
          <p:cNvPr id="16" name="Shape 14"/>
          <p:cNvSpPr/>
          <p:nvPr/>
        </p:nvSpPr>
        <p:spPr>
          <a:xfrm>
            <a:off x="11060774" y="508825"/>
            <a:ext cx="35627" cy="35627"/>
          </a:xfrm>
          <a:prstGeom prst="ellipse">
            <a:avLst/>
          </a:prstGeom>
          <a:solidFill>
            <a:srgbClr val="000000"/>
          </a:solidFill>
          <a:ln/>
        </p:spPr>
      </p:sp>
      <p:sp>
        <p:nvSpPr>
          <p:cNvPr id="17" name="Shape 15"/>
          <p:cNvSpPr/>
          <p:nvPr/>
        </p:nvSpPr>
        <p:spPr>
          <a:xfrm>
            <a:off x="11548535" y="508038"/>
            <a:ext cx="36613" cy="36613"/>
          </a:xfrm>
          <a:prstGeom prst="ellipse">
            <a:avLst/>
          </a:prstGeom>
          <a:solidFill>
            <a:srgbClr val="000000"/>
          </a:solidFill>
          <a:ln/>
        </p:spPr>
      </p:sp>
      <p:sp>
        <p:nvSpPr>
          <p:cNvPr id="18" name="Shape 16"/>
          <p:cNvSpPr/>
          <p:nvPr/>
        </p:nvSpPr>
        <p:spPr>
          <a:xfrm>
            <a:off x="11191466" y="533379"/>
            <a:ext cx="57825" cy="57825"/>
          </a:xfrm>
          <a:prstGeom prst="ellipse">
            <a:avLst/>
          </a:prstGeom>
          <a:solidFill>
            <a:srgbClr val="000000"/>
          </a:solidFill>
          <a:ln/>
        </p:spPr>
      </p:sp>
      <p:sp>
        <p:nvSpPr>
          <p:cNvPr id="19" name="Shape 17"/>
          <p:cNvSpPr/>
          <p:nvPr/>
        </p:nvSpPr>
        <p:spPr>
          <a:xfrm>
            <a:off x="11396535" y="533494"/>
            <a:ext cx="57428" cy="57428"/>
          </a:xfrm>
          <a:prstGeom prst="ellipse">
            <a:avLst/>
          </a:prstGeom>
          <a:solidFill>
            <a:srgbClr val="000000"/>
          </a:solidFill>
          <a:ln/>
        </p:spPr>
      </p:sp>
      <p:sp>
        <p:nvSpPr>
          <p:cNvPr id="20" name="Shape 18"/>
          <p:cNvSpPr/>
          <p:nvPr/>
        </p:nvSpPr>
        <p:spPr>
          <a:xfrm>
            <a:off x="11079087" y="567226"/>
            <a:ext cx="51270" cy="51270"/>
          </a:xfrm>
          <a:prstGeom prst="ellipse">
            <a:avLst/>
          </a:prstGeom>
          <a:solidFill>
            <a:srgbClr val="000000"/>
          </a:solidFill>
          <a:ln/>
        </p:spPr>
      </p:sp>
      <p:sp>
        <p:nvSpPr>
          <p:cNvPr id="21" name="Shape 19"/>
          <p:cNvSpPr/>
          <p:nvPr/>
        </p:nvSpPr>
        <p:spPr>
          <a:xfrm>
            <a:off x="11339728" y="567053"/>
            <a:ext cx="34616" cy="34616"/>
          </a:xfrm>
          <a:prstGeom prst="ellipse">
            <a:avLst/>
          </a:prstGeom>
          <a:solidFill>
            <a:srgbClr val="000000"/>
          </a:solidFill>
          <a:ln/>
        </p:spPr>
      </p:sp>
      <p:sp>
        <p:nvSpPr>
          <p:cNvPr id="22" name="Shape 20"/>
          <p:cNvSpPr/>
          <p:nvPr/>
        </p:nvSpPr>
        <p:spPr>
          <a:xfrm>
            <a:off x="11515167" y="566234"/>
            <a:ext cx="52819" cy="52819"/>
          </a:xfrm>
          <a:prstGeom prst="ellipse">
            <a:avLst/>
          </a:prstGeom>
          <a:solidFill>
            <a:srgbClr val="000000"/>
          </a:solidFill>
          <a:ln/>
        </p:spPr>
      </p:sp>
      <p:sp>
        <p:nvSpPr>
          <p:cNvPr id="23" name="Shape 21"/>
          <p:cNvSpPr/>
          <p:nvPr/>
        </p:nvSpPr>
        <p:spPr>
          <a:xfrm>
            <a:off x="11262860" y="569742"/>
            <a:ext cx="34961" cy="34961"/>
          </a:xfrm>
          <a:prstGeom prst="ellipse">
            <a:avLst/>
          </a:prstGeom>
          <a:solidFill>
            <a:srgbClr val="000000"/>
          </a:solidFill>
          <a:ln/>
        </p:spPr>
      </p:sp>
      <p:sp>
        <p:nvSpPr>
          <p:cNvPr id="24" name="Shape 22"/>
          <p:cNvSpPr/>
          <p:nvPr/>
        </p:nvSpPr>
        <p:spPr>
          <a:xfrm>
            <a:off x="11462521" y="569818"/>
            <a:ext cx="35294" cy="35294"/>
          </a:xfrm>
          <a:prstGeom prst="ellipse">
            <a:avLst/>
          </a:prstGeom>
          <a:solidFill>
            <a:srgbClr val="000000"/>
          </a:solidFill>
          <a:ln/>
        </p:spPr>
      </p:sp>
      <p:sp>
        <p:nvSpPr>
          <p:cNvPr id="25" name="Shape 23"/>
          <p:cNvSpPr/>
          <p:nvPr/>
        </p:nvSpPr>
        <p:spPr>
          <a:xfrm>
            <a:off x="11145681" y="573441"/>
            <a:ext cx="34270" cy="34270"/>
          </a:xfrm>
          <a:prstGeom prst="ellipse">
            <a:avLst/>
          </a:prstGeom>
          <a:solidFill>
            <a:srgbClr val="000000"/>
          </a:solidFill>
          <a:ln/>
        </p:spPr>
      </p:sp>
      <p:sp>
        <p:nvSpPr>
          <p:cNvPr id="26" name="Shape 24"/>
          <p:cNvSpPr/>
          <p:nvPr/>
        </p:nvSpPr>
        <p:spPr>
          <a:xfrm>
            <a:off x="11592015" y="593213"/>
            <a:ext cx="35294" cy="35294"/>
          </a:xfrm>
          <a:prstGeom prst="ellipse">
            <a:avLst/>
          </a:prstGeom>
          <a:solidFill>
            <a:srgbClr val="000000"/>
          </a:solidFill>
          <a:ln/>
        </p:spPr>
      </p:sp>
      <p:sp>
        <p:nvSpPr>
          <p:cNvPr id="27" name="Shape 25"/>
          <p:cNvSpPr/>
          <p:nvPr/>
        </p:nvSpPr>
        <p:spPr>
          <a:xfrm>
            <a:off x="11019124" y="593444"/>
            <a:ext cx="34616" cy="34616"/>
          </a:xfrm>
          <a:prstGeom prst="ellipse">
            <a:avLst/>
          </a:prstGeom>
          <a:solidFill>
            <a:srgbClr val="000000"/>
          </a:solidFill>
          <a:ln/>
        </p:spPr>
      </p:sp>
      <p:sp>
        <p:nvSpPr>
          <p:cNvPr id="28" name="Shape 26"/>
          <p:cNvSpPr/>
          <p:nvPr/>
        </p:nvSpPr>
        <p:spPr>
          <a:xfrm>
            <a:off x="11403576" y="610214"/>
            <a:ext cx="34961" cy="34961"/>
          </a:xfrm>
          <a:prstGeom prst="ellipse">
            <a:avLst/>
          </a:prstGeom>
          <a:solidFill>
            <a:srgbClr val="000000"/>
          </a:solidFill>
          <a:ln/>
        </p:spPr>
      </p:sp>
      <p:sp>
        <p:nvSpPr>
          <p:cNvPr id="29" name="Shape 27"/>
          <p:cNvSpPr/>
          <p:nvPr/>
        </p:nvSpPr>
        <p:spPr>
          <a:xfrm>
            <a:off x="11201662" y="616570"/>
            <a:ext cx="35627" cy="35627"/>
          </a:xfrm>
          <a:prstGeom prst="ellipse">
            <a:avLst/>
          </a:prstGeom>
          <a:solidFill>
            <a:srgbClr val="000000"/>
          </a:solidFill>
          <a:ln/>
        </p:spPr>
      </p:sp>
      <p:sp>
        <p:nvSpPr>
          <p:cNvPr id="30" name="Shape 28"/>
          <p:cNvSpPr/>
          <p:nvPr/>
        </p:nvSpPr>
        <p:spPr>
          <a:xfrm>
            <a:off x="11127484" y="620705"/>
            <a:ext cx="58030" cy="58030"/>
          </a:xfrm>
          <a:prstGeom prst="ellipse">
            <a:avLst/>
          </a:prstGeom>
          <a:solidFill>
            <a:srgbClr val="000000"/>
          </a:solidFill>
          <a:ln/>
        </p:spPr>
      </p:sp>
      <p:sp>
        <p:nvSpPr>
          <p:cNvPr id="31" name="Shape 29"/>
          <p:cNvSpPr/>
          <p:nvPr/>
        </p:nvSpPr>
        <p:spPr>
          <a:xfrm>
            <a:off x="11460767" y="620852"/>
            <a:ext cx="57428" cy="57428"/>
          </a:xfrm>
          <a:prstGeom prst="ellipse">
            <a:avLst/>
          </a:prstGeom>
          <a:solidFill>
            <a:srgbClr val="000000"/>
          </a:solidFill>
          <a:ln/>
        </p:spPr>
      </p:sp>
      <p:sp>
        <p:nvSpPr>
          <p:cNvPr id="32" name="Shape 30"/>
          <p:cNvSpPr/>
          <p:nvPr/>
        </p:nvSpPr>
        <p:spPr>
          <a:xfrm>
            <a:off x="11055219" y="640144"/>
            <a:ext cx="51718" cy="51718"/>
          </a:xfrm>
          <a:prstGeom prst="ellipse">
            <a:avLst/>
          </a:prstGeom>
          <a:solidFill>
            <a:srgbClr val="000000"/>
          </a:solidFill>
          <a:ln/>
        </p:spPr>
      </p:sp>
      <p:sp>
        <p:nvSpPr>
          <p:cNvPr id="33" name="Shape 31"/>
          <p:cNvSpPr/>
          <p:nvPr/>
        </p:nvSpPr>
        <p:spPr>
          <a:xfrm>
            <a:off x="11539330" y="640266"/>
            <a:ext cx="51270" cy="51270"/>
          </a:xfrm>
          <a:prstGeom prst="ellipse">
            <a:avLst/>
          </a:prstGeom>
          <a:solidFill>
            <a:srgbClr val="000000"/>
          </a:solidFill>
          <a:ln/>
        </p:spPr>
      </p:sp>
      <p:sp>
        <p:nvSpPr>
          <p:cNvPr id="34" name="Shape 32"/>
          <p:cNvSpPr/>
          <p:nvPr/>
        </p:nvSpPr>
        <p:spPr>
          <a:xfrm>
            <a:off x="11429576" y="682274"/>
            <a:ext cx="35627" cy="35627"/>
          </a:xfrm>
          <a:prstGeom prst="ellipse">
            <a:avLst/>
          </a:prstGeom>
          <a:solidFill>
            <a:srgbClr val="000000"/>
          </a:solidFill>
          <a:ln/>
        </p:spPr>
      </p:sp>
      <p:sp>
        <p:nvSpPr>
          <p:cNvPr id="35" name="Shape 33"/>
          <p:cNvSpPr/>
          <p:nvPr/>
        </p:nvSpPr>
        <p:spPr>
          <a:xfrm>
            <a:off x="11004076" y="687222"/>
            <a:ext cx="34616" cy="34616"/>
          </a:xfrm>
          <a:prstGeom prst="ellipse">
            <a:avLst/>
          </a:prstGeom>
          <a:solidFill>
            <a:srgbClr val="000000"/>
          </a:solidFill>
          <a:ln/>
        </p:spPr>
      </p:sp>
      <p:sp>
        <p:nvSpPr>
          <p:cNvPr id="36" name="Shape 34"/>
          <p:cNvSpPr/>
          <p:nvPr/>
        </p:nvSpPr>
        <p:spPr>
          <a:xfrm>
            <a:off x="11502052" y="685321"/>
            <a:ext cx="34270" cy="34270"/>
          </a:xfrm>
          <a:prstGeom prst="ellipse">
            <a:avLst/>
          </a:prstGeom>
          <a:solidFill>
            <a:srgbClr val="000000"/>
          </a:solidFill>
          <a:ln/>
        </p:spPr>
      </p:sp>
      <p:sp>
        <p:nvSpPr>
          <p:cNvPr id="37" name="Shape 35"/>
          <p:cNvSpPr/>
          <p:nvPr/>
        </p:nvSpPr>
        <p:spPr>
          <a:xfrm>
            <a:off x="11606321" y="686422"/>
            <a:ext cx="35627" cy="35627"/>
          </a:xfrm>
          <a:prstGeom prst="ellipse">
            <a:avLst/>
          </a:prstGeom>
          <a:solidFill>
            <a:srgbClr val="000000"/>
          </a:solidFill>
          <a:ln/>
        </p:spPr>
      </p:sp>
      <p:sp>
        <p:nvSpPr>
          <p:cNvPr id="38" name="Shape 36"/>
          <p:cNvSpPr/>
          <p:nvPr/>
        </p:nvSpPr>
        <p:spPr>
          <a:xfrm>
            <a:off x="11108908" y="688957"/>
            <a:ext cx="35294" cy="35294"/>
          </a:xfrm>
          <a:prstGeom prst="ellipse">
            <a:avLst/>
          </a:prstGeom>
          <a:solidFill>
            <a:srgbClr val="000000"/>
          </a:solidFill>
          <a:ln/>
        </p:spPr>
      </p:sp>
      <p:sp>
        <p:nvSpPr>
          <p:cNvPr id="39" name="Shape 37"/>
          <p:cNvSpPr/>
          <p:nvPr/>
        </p:nvSpPr>
        <p:spPr>
          <a:xfrm>
            <a:off x="11179733" y="690371"/>
            <a:ext cx="36613" cy="36613"/>
          </a:xfrm>
          <a:prstGeom prst="ellipse">
            <a:avLst/>
          </a:prstGeom>
          <a:solidFill>
            <a:srgbClr val="000000"/>
          </a:solidFill>
          <a:ln/>
        </p:spPr>
      </p:sp>
      <p:sp>
        <p:nvSpPr>
          <p:cNvPr id="40" name="Shape 38"/>
          <p:cNvSpPr/>
          <p:nvPr/>
        </p:nvSpPr>
        <p:spPr>
          <a:xfrm>
            <a:off x="11054764" y="716576"/>
            <a:ext cx="51936" cy="51936"/>
          </a:xfrm>
          <a:prstGeom prst="ellipse">
            <a:avLst/>
          </a:prstGeom>
          <a:solidFill>
            <a:srgbClr val="000000"/>
          </a:solidFill>
          <a:ln/>
        </p:spPr>
      </p:sp>
      <p:sp>
        <p:nvSpPr>
          <p:cNvPr id="41" name="Shape 39"/>
          <p:cNvSpPr/>
          <p:nvPr/>
        </p:nvSpPr>
        <p:spPr>
          <a:xfrm>
            <a:off x="11539023" y="716851"/>
            <a:ext cx="51488" cy="51488"/>
          </a:xfrm>
          <a:prstGeom prst="ellipse">
            <a:avLst/>
          </a:prstGeom>
          <a:solidFill>
            <a:srgbClr val="000000"/>
          </a:solidFill>
          <a:ln/>
        </p:spPr>
      </p:sp>
      <p:sp>
        <p:nvSpPr>
          <p:cNvPr id="42" name="Shape 40"/>
          <p:cNvSpPr/>
          <p:nvPr/>
        </p:nvSpPr>
        <p:spPr>
          <a:xfrm>
            <a:off x="11127490" y="729288"/>
            <a:ext cx="58222" cy="58222"/>
          </a:xfrm>
          <a:prstGeom prst="ellipse">
            <a:avLst/>
          </a:prstGeom>
          <a:solidFill>
            <a:srgbClr val="000000"/>
          </a:solidFill>
          <a:ln/>
        </p:spPr>
      </p:sp>
      <p:sp>
        <p:nvSpPr>
          <p:cNvPr id="43" name="Shape 41"/>
          <p:cNvSpPr/>
          <p:nvPr/>
        </p:nvSpPr>
        <p:spPr>
          <a:xfrm>
            <a:off x="11460671" y="729781"/>
            <a:ext cx="57633" cy="57633"/>
          </a:xfrm>
          <a:prstGeom prst="ellipse">
            <a:avLst/>
          </a:prstGeom>
          <a:solidFill>
            <a:srgbClr val="000000"/>
          </a:solidFill>
          <a:ln/>
        </p:spPr>
      </p:sp>
      <p:sp>
        <p:nvSpPr>
          <p:cNvPr id="44" name="Shape 42"/>
          <p:cNvSpPr/>
          <p:nvPr/>
        </p:nvSpPr>
        <p:spPr>
          <a:xfrm>
            <a:off x="11407973" y="756415"/>
            <a:ext cx="35960" cy="35960"/>
          </a:xfrm>
          <a:prstGeom prst="ellipse">
            <a:avLst/>
          </a:prstGeom>
          <a:solidFill>
            <a:srgbClr val="000000"/>
          </a:solidFill>
          <a:ln/>
        </p:spPr>
      </p:sp>
      <p:sp>
        <p:nvSpPr>
          <p:cNvPr id="45" name="Shape 43"/>
          <p:cNvSpPr/>
          <p:nvPr/>
        </p:nvSpPr>
        <p:spPr>
          <a:xfrm>
            <a:off x="11207308" y="763884"/>
            <a:ext cx="34616" cy="34616"/>
          </a:xfrm>
          <a:prstGeom prst="ellipse">
            <a:avLst/>
          </a:prstGeom>
          <a:solidFill>
            <a:srgbClr val="000000"/>
          </a:solidFill>
          <a:ln/>
        </p:spPr>
      </p:sp>
      <p:sp>
        <p:nvSpPr>
          <p:cNvPr id="46" name="Shape 44"/>
          <p:cNvSpPr/>
          <p:nvPr/>
        </p:nvSpPr>
        <p:spPr>
          <a:xfrm>
            <a:off x="11018670" y="780462"/>
            <a:ext cx="34616" cy="34616"/>
          </a:xfrm>
          <a:prstGeom prst="ellipse">
            <a:avLst/>
          </a:prstGeom>
          <a:solidFill>
            <a:srgbClr val="000000"/>
          </a:solidFill>
          <a:ln/>
        </p:spPr>
      </p:sp>
      <p:sp>
        <p:nvSpPr>
          <p:cNvPr id="47" name="Shape 45"/>
          <p:cNvSpPr/>
          <p:nvPr/>
        </p:nvSpPr>
        <p:spPr>
          <a:xfrm>
            <a:off x="11591670" y="780123"/>
            <a:ext cx="35294" cy="35294"/>
          </a:xfrm>
          <a:prstGeom prst="ellipse">
            <a:avLst/>
          </a:prstGeom>
          <a:solidFill>
            <a:srgbClr val="000000"/>
          </a:solidFill>
          <a:ln/>
        </p:spPr>
      </p:sp>
      <p:sp>
        <p:nvSpPr>
          <p:cNvPr id="48" name="Shape 46"/>
          <p:cNvSpPr/>
          <p:nvPr/>
        </p:nvSpPr>
        <p:spPr>
          <a:xfrm>
            <a:off x="11079010" y="790179"/>
            <a:ext cx="51270" cy="51270"/>
          </a:xfrm>
          <a:prstGeom prst="ellipse">
            <a:avLst/>
          </a:prstGeom>
          <a:solidFill>
            <a:srgbClr val="000000"/>
          </a:solidFill>
          <a:ln/>
        </p:spPr>
      </p:sp>
      <p:sp>
        <p:nvSpPr>
          <p:cNvPr id="49" name="Shape 47"/>
          <p:cNvSpPr/>
          <p:nvPr/>
        </p:nvSpPr>
        <p:spPr>
          <a:xfrm>
            <a:off x="11515218" y="789692"/>
            <a:ext cx="52602" cy="52602"/>
          </a:xfrm>
          <a:prstGeom prst="ellipse">
            <a:avLst/>
          </a:prstGeom>
          <a:solidFill>
            <a:srgbClr val="000000"/>
          </a:solidFill>
          <a:ln/>
        </p:spPr>
      </p:sp>
      <p:sp>
        <p:nvSpPr>
          <p:cNvPr id="50" name="Shape 48"/>
          <p:cNvSpPr/>
          <p:nvPr/>
        </p:nvSpPr>
        <p:spPr>
          <a:xfrm>
            <a:off x="11147371" y="803460"/>
            <a:ext cx="35627" cy="35627"/>
          </a:xfrm>
          <a:prstGeom prst="ellipse">
            <a:avLst/>
          </a:prstGeom>
          <a:solidFill>
            <a:srgbClr val="000000"/>
          </a:solidFill>
          <a:ln/>
        </p:spPr>
      </p:sp>
      <p:sp>
        <p:nvSpPr>
          <p:cNvPr id="51" name="Shape 49"/>
          <p:cNvSpPr/>
          <p:nvPr/>
        </p:nvSpPr>
        <p:spPr>
          <a:xfrm>
            <a:off x="11347786" y="804293"/>
            <a:ext cx="35294" cy="35294"/>
          </a:xfrm>
          <a:prstGeom prst="ellipse">
            <a:avLst/>
          </a:prstGeom>
          <a:solidFill>
            <a:srgbClr val="000000"/>
          </a:solidFill>
          <a:ln/>
        </p:spPr>
      </p:sp>
      <p:sp>
        <p:nvSpPr>
          <p:cNvPr id="52" name="Shape 50"/>
          <p:cNvSpPr/>
          <p:nvPr/>
        </p:nvSpPr>
        <p:spPr>
          <a:xfrm>
            <a:off x="11465119" y="800919"/>
            <a:ext cx="34961" cy="34961"/>
          </a:xfrm>
          <a:prstGeom prst="ellipse">
            <a:avLst/>
          </a:prstGeom>
          <a:solidFill>
            <a:srgbClr val="000000"/>
          </a:solidFill>
          <a:ln/>
        </p:spPr>
      </p:sp>
      <p:sp>
        <p:nvSpPr>
          <p:cNvPr id="53" name="Shape 51"/>
          <p:cNvSpPr/>
          <p:nvPr/>
        </p:nvSpPr>
        <p:spPr>
          <a:xfrm>
            <a:off x="11270669" y="806590"/>
            <a:ext cx="35627" cy="35627"/>
          </a:xfrm>
          <a:prstGeom prst="ellipse">
            <a:avLst/>
          </a:prstGeom>
          <a:solidFill>
            <a:srgbClr val="000000"/>
          </a:solidFill>
          <a:ln/>
        </p:spPr>
      </p:sp>
      <p:sp>
        <p:nvSpPr>
          <p:cNvPr id="54" name="Shape 52"/>
          <p:cNvSpPr/>
          <p:nvPr/>
        </p:nvSpPr>
        <p:spPr>
          <a:xfrm>
            <a:off x="11191498" y="817766"/>
            <a:ext cx="57633" cy="57633"/>
          </a:xfrm>
          <a:prstGeom prst="ellipse">
            <a:avLst/>
          </a:prstGeom>
          <a:solidFill>
            <a:srgbClr val="000000"/>
          </a:solidFill>
          <a:ln/>
        </p:spPr>
      </p:sp>
      <p:sp>
        <p:nvSpPr>
          <p:cNvPr id="55" name="Shape 53"/>
          <p:cNvSpPr/>
          <p:nvPr/>
        </p:nvSpPr>
        <p:spPr>
          <a:xfrm>
            <a:off x="11396573" y="817888"/>
            <a:ext cx="57633" cy="57633"/>
          </a:xfrm>
          <a:prstGeom prst="ellipse">
            <a:avLst/>
          </a:prstGeom>
          <a:solidFill>
            <a:srgbClr val="000000"/>
          </a:solidFill>
          <a:ln/>
        </p:spPr>
      </p:sp>
      <p:sp>
        <p:nvSpPr>
          <p:cNvPr id="56" name="Shape 54"/>
          <p:cNvSpPr/>
          <p:nvPr/>
        </p:nvSpPr>
        <p:spPr>
          <a:xfrm>
            <a:off x="11123445" y="851985"/>
            <a:ext cx="52167" cy="52167"/>
          </a:xfrm>
          <a:prstGeom prst="ellipse">
            <a:avLst/>
          </a:prstGeom>
          <a:solidFill>
            <a:srgbClr val="000000"/>
          </a:solidFill>
          <a:ln/>
        </p:spPr>
      </p:sp>
      <p:sp>
        <p:nvSpPr>
          <p:cNvPr id="57" name="Shape 55"/>
          <p:cNvSpPr/>
          <p:nvPr/>
        </p:nvSpPr>
        <p:spPr>
          <a:xfrm>
            <a:off x="11294647" y="851390"/>
            <a:ext cx="57223" cy="57223"/>
          </a:xfrm>
          <a:prstGeom prst="ellipse">
            <a:avLst/>
          </a:prstGeom>
          <a:solidFill>
            <a:srgbClr val="000000"/>
          </a:solidFill>
          <a:ln/>
        </p:spPr>
      </p:sp>
      <p:sp>
        <p:nvSpPr>
          <p:cNvPr id="58" name="Shape 56"/>
          <p:cNvSpPr/>
          <p:nvPr/>
        </p:nvSpPr>
        <p:spPr>
          <a:xfrm>
            <a:off x="11470202" y="852382"/>
            <a:ext cx="52384" cy="52384"/>
          </a:xfrm>
          <a:prstGeom prst="ellipse">
            <a:avLst/>
          </a:prstGeom>
          <a:solidFill>
            <a:srgbClr val="000000"/>
          </a:solidFill>
          <a:ln/>
        </p:spPr>
      </p:sp>
      <p:sp>
        <p:nvSpPr>
          <p:cNvPr id="59" name="Shape 57"/>
          <p:cNvSpPr/>
          <p:nvPr/>
        </p:nvSpPr>
        <p:spPr>
          <a:xfrm>
            <a:off x="11060774" y="864607"/>
            <a:ext cx="35627" cy="35627"/>
          </a:xfrm>
          <a:prstGeom prst="ellipse">
            <a:avLst/>
          </a:prstGeom>
          <a:solidFill>
            <a:srgbClr val="000000"/>
          </a:solidFill>
          <a:ln/>
        </p:spPr>
      </p:sp>
      <p:sp>
        <p:nvSpPr>
          <p:cNvPr id="60" name="Shape 58"/>
          <p:cNvSpPr/>
          <p:nvPr/>
        </p:nvSpPr>
        <p:spPr>
          <a:xfrm>
            <a:off x="11548733" y="864185"/>
            <a:ext cx="35627" cy="35627"/>
          </a:xfrm>
          <a:prstGeom prst="ellipse">
            <a:avLst/>
          </a:prstGeom>
          <a:solidFill>
            <a:srgbClr val="000000"/>
          </a:solidFill>
          <a:ln/>
        </p:spPr>
      </p:sp>
      <p:sp>
        <p:nvSpPr>
          <p:cNvPr id="61" name="Shape 59"/>
          <p:cNvSpPr/>
          <p:nvPr/>
        </p:nvSpPr>
        <p:spPr>
          <a:xfrm>
            <a:off x="11246231" y="873908"/>
            <a:ext cx="35627" cy="35627"/>
          </a:xfrm>
          <a:prstGeom prst="ellipse">
            <a:avLst/>
          </a:prstGeom>
          <a:solidFill>
            <a:srgbClr val="000000"/>
          </a:solidFill>
          <a:ln/>
        </p:spPr>
      </p:sp>
      <p:sp>
        <p:nvSpPr>
          <p:cNvPr id="62" name="Shape 60"/>
          <p:cNvSpPr/>
          <p:nvPr/>
        </p:nvSpPr>
        <p:spPr>
          <a:xfrm>
            <a:off x="11367418" y="872896"/>
            <a:ext cx="35627" cy="35627"/>
          </a:xfrm>
          <a:prstGeom prst="ellipse">
            <a:avLst/>
          </a:prstGeom>
          <a:solidFill>
            <a:srgbClr val="000000"/>
          </a:solidFill>
          <a:ln/>
        </p:spPr>
      </p:sp>
      <p:sp>
        <p:nvSpPr>
          <p:cNvPr id="63" name="Shape 61"/>
          <p:cNvSpPr/>
          <p:nvPr/>
        </p:nvSpPr>
        <p:spPr>
          <a:xfrm>
            <a:off x="11185366" y="897322"/>
            <a:ext cx="51936" cy="51936"/>
          </a:xfrm>
          <a:prstGeom prst="ellipse">
            <a:avLst/>
          </a:prstGeom>
          <a:solidFill>
            <a:srgbClr val="000000"/>
          </a:solidFill>
          <a:ln/>
        </p:spPr>
      </p:sp>
      <p:sp>
        <p:nvSpPr>
          <p:cNvPr id="64" name="Shape 62"/>
          <p:cNvSpPr/>
          <p:nvPr/>
        </p:nvSpPr>
        <p:spPr>
          <a:xfrm>
            <a:off x="11407845" y="897655"/>
            <a:ext cx="52602" cy="52602"/>
          </a:xfrm>
          <a:prstGeom prst="ellipse">
            <a:avLst/>
          </a:prstGeom>
          <a:solidFill>
            <a:srgbClr val="000000"/>
          </a:solidFill>
          <a:ln/>
        </p:spPr>
      </p:sp>
      <p:sp>
        <p:nvSpPr>
          <p:cNvPr id="65" name="Shape 63"/>
          <p:cNvSpPr/>
          <p:nvPr/>
        </p:nvSpPr>
        <p:spPr>
          <a:xfrm>
            <a:off x="11258822" y="921466"/>
            <a:ext cx="51270" cy="51270"/>
          </a:xfrm>
          <a:prstGeom prst="ellipse">
            <a:avLst/>
          </a:prstGeom>
          <a:solidFill>
            <a:srgbClr val="000000"/>
          </a:solidFill>
          <a:ln/>
        </p:spPr>
      </p:sp>
      <p:sp>
        <p:nvSpPr>
          <p:cNvPr id="66" name="Shape 64"/>
          <p:cNvSpPr/>
          <p:nvPr/>
        </p:nvSpPr>
        <p:spPr>
          <a:xfrm>
            <a:off x="11335350" y="921504"/>
            <a:ext cx="51270" cy="51270"/>
          </a:xfrm>
          <a:prstGeom prst="ellipse">
            <a:avLst/>
          </a:prstGeom>
          <a:solidFill>
            <a:srgbClr val="000000"/>
          </a:solidFill>
          <a:ln/>
        </p:spPr>
      </p:sp>
      <p:sp>
        <p:nvSpPr>
          <p:cNvPr id="67" name="Shape 65"/>
          <p:cNvSpPr/>
          <p:nvPr/>
        </p:nvSpPr>
        <p:spPr>
          <a:xfrm>
            <a:off x="11127388" y="931368"/>
            <a:ext cx="35294" cy="35294"/>
          </a:xfrm>
          <a:prstGeom prst="ellipse">
            <a:avLst/>
          </a:prstGeom>
          <a:solidFill>
            <a:srgbClr val="000000"/>
          </a:solidFill>
          <a:ln/>
        </p:spPr>
      </p:sp>
      <p:sp>
        <p:nvSpPr>
          <p:cNvPr id="68" name="Shape 66"/>
          <p:cNvSpPr/>
          <p:nvPr/>
        </p:nvSpPr>
        <p:spPr>
          <a:xfrm>
            <a:off x="11481979" y="931035"/>
            <a:ext cx="35960" cy="35960"/>
          </a:xfrm>
          <a:prstGeom prst="ellipse">
            <a:avLst/>
          </a:prstGeom>
          <a:solidFill>
            <a:srgbClr val="000000"/>
          </a:solidFill>
          <a:ln/>
        </p:spPr>
      </p:sp>
      <p:sp>
        <p:nvSpPr>
          <p:cNvPr id="69" name="Shape 67"/>
          <p:cNvSpPr/>
          <p:nvPr/>
        </p:nvSpPr>
        <p:spPr>
          <a:xfrm>
            <a:off x="11211987" y="974695"/>
            <a:ext cx="34961" cy="34961"/>
          </a:xfrm>
          <a:prstGeom prst="ellipse">
            <a:avLst/>
          </a:prstGeom>
          <a:solidFill>
            <a:srgbClr val="000000"/>
          </a:solidFill>
          <a:ln/>
        </p:spPr>
      </p:sp>
      <p:sp>
        <p:nvSpPr>
          <p:cNvPr id="70" name="Shape 68"/>
          <p:cNvSpPr/>
          <p:nvPr/>
        </p:nvSpPr>
        <p:spPr>
          <a:xfrm>
            <a:off x="11398461" y="974695"/>
            <a:ext cx="34961" cy="34961"/>
          </a:xfrm>
          <a:prstGeom prst="ellipse">
            <a:avLst/>
          </a:prstGeom>
          <a:solidFill>
            <a:srgbClr val="000000"/>
          </a:solidFill>
          <a:ln/>
        </p:spPr>
      </p:sp>
      <p:sp>
        <p:nvSpPr>
          <p:cNvPr id="71" name="Shape 69"/>
          <p:cNvSpPr/>
          <p:nvPr/>
        </p:nvSpPr>
        <p:spPr>
          <a:xfrm>
            <a:off x="11304837" y="988501"/>
            <a:ext cx="35627" cy="35627"/>
          </a:xfrm>
          <a:prstGeom prst="ellipse">
            <a:avLst/>
          </a:prstGeom>
          <a:solidFill>
            <a:srgbClr val="000000"/>
          </a:solidFill>
          <a:ln/>
        </p:spPr>
      </p:sp>
      <p:sp>
        <p:nvSpPr>
          <p:cNvPr id="72" name="Text 70"/>
          <p:cNvSpPr/>
          <p:nvPr/>
        </p:nvSpPr>
        <p:spPr>
          <a:xfrm>
            <a:off x="548640" y="411480"/>
            <a:ext cx="10088575" cy="777240"/>
          </a:xfrm>
          <a:prstGeom prst="rect">
            <a:avLst/>
          </a:prstGeom>
          <a:noFill/>
          <a:ln/>
        </p:spPr>
        <p:txBody>
          <a:bodyPr wrap="square" lIns="0" tIns="0" rIns="0" bIns="0" rtlCol="0" anchor="ctr"/>
          <a:lstStyle/>
          <a:p>
            <a:pPr algn="l" indent="0" marL="0">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Drie vragen voor je tafel</a:t>
            </a:r>
            <a:endParaRPr lang="en-US" sz="3400" dirty="0"/>
          </a:p>
        </p:txBody>
      </p:sp>
      <p:sp>
        <p:nvSpPr>
          <p:cNvPr id="73" name="Shape 71"/>
          <p:cNvSpPr/>
          <p:nvPr/>
        </p:nvSpPr>
        <p:spPr>
          <a:xfrm>
            <a:off x="548640" y="1371600"/>
            <a:ext cx="3515258" cy="2560320"/>
          </a:xfrm>
          <a:prstGeom prst="roundRect">
            <a:avLst>
              <a:gd name="adj" fmla="val 3571"/>
            </a:avLst>
          </a:prstGeom>
          <a:solidFill>
            <a:srgbClr val="3D68EC"/>
          </a:solidFill>
          <a:ln/>
        </p:spPr>
      </p:sp>
      <p:sp>
        <p:nvSpPr>
          <p:cNvPr id="74" name="Text 72"/>
          <p:cNvSpPr/>
          <p:nvPr/>
        </p:nvSpPr>
        <p:spPr>
          <a:xfrm>
            <a:off x="822960" y="1645920"/>
            <a:ext cx="2966618" cy="691896"/>
          </a:xfrm>
          <a:prstGeom prst="rect">
            <a:avLst/>
          </a:prstGeom>
          <a:noFill/>
          <a:ln/>
        </p:spPr>
        <p:txBody>
          <a:bodyPr wrap="square" lIns="0" tIns="0" rIns="0" bIns="0" rtlCol="0" anchor="t"/>
          <a:lstStyle/>
          <a:p>
            <a:pPr algn="l" indent="0" marL="0">
              <a:lnSpc>
                <a:spcPct val="105000"/>
              </a:lnSpc>
              <a:buNone/>
            </a:pPr>
            <a:r>
              <a:rPr lang="en-US" sz="2300" dirty="0">
                <a:solidFill>
                  <a:srgbClr val="F4D9DC"/>
                </a:solidFill>
                <a:latin typeface="General Sans Semibold" pitchFamily="34" charset="0"/>
                <a:ea typeface="General Sans Semibold" pitchFamily="34" charset="-122"/>
                <a:cs typeface="General Sans Semibold" pitchFamily="34" charset="-120"/>
              </a:rPr>
              <a:t>Wat is je eerste indruk?</a:t>
            </a:r>
            <a:endParaRPr lang="en-US" sz="2300" dirty="0"/>
          </a:p>
        </p:txBody>
      </p:sp>
      <p:sp>
        <p:nvSpPr>
          <p:cNvPr id="75" name="Text 73"/>
          <p:cNvSpPr/>
          <p:nvPr/>
        </p:nvSpPr>
        <p:spPr>
          <a:xfrm>
            <a:off x="822960" y="2612136"/>
            <a:ext cx="2966618" cy="541020"/>
          </a:xfrm>
          <a:prstGeom prst="rect">
            <a:avLst/>
          </a:prstGeom>
          <a:noFill/>
          <a:ln/>
        </p:spPr>
        <p:txBody>
          <a:bodyPr wrap="square" lIns="0" tIns="0" rIns="0" bIns="0" rtlCol="0" anchor="t"/>
          <a:lstStyle/>
          <a:p>
            <a:pPr algn="l" indent="0" marL="0">
              <a:lnSpc>
                <a:spcPct val="105000"/>
              </a:lnSpc>
              <a:buNone/>
            </a:pPr>
            <a:r>
              <a:rPr lang="en-US" sz="1500" dirty="0">
                <a:solidFill>
                  <a:srgbClr val="F4D9DC"/>
                </a:solidFill>
                <a:latin typeface="General Sans" pitchFamily="34" charset="0"/>
                <a:ea typeface="General Sans" pitchFamily="34" charset="-122"/>
                <a:cs typeface="General Sans" pitchFamily="34" charset="-120"/>
              </a:rPr>
              <a:t>Wat viel op in de tool?</a:t>
            </a:r>
            <a:endParaRPr lang="en-US" sz="1500" dirty="0"/>
          </a:p>
        </p:txBody>
      </p:sp>
      <p:sp>
        <p:nvSpPr>
          <p:cNvPr id="76" name="Shape 74"/>
          <p:cNvSpPr/>
          <p:nvPr/>
        </p:nvSpPr>
        <p:spPr>
          <a:xfrm>
            <a:off x="4338218" y="1371600"/>
            <a:ext cx="3515258" cy="2560320"/>
          </a:xfrm>
          <a:prstGeom prst="roundRect">
            <a:avLst>
              <a:gd name="adj" fmla="val 3571"/>
            </a:avLst>
          </a:prstGeom>
          <a:solidFill>
            <a:srgbClr val="DD784B"/>
          </a:solidFill>
          <a:ln/>
        </p:spPr>
      </p:sp>
      <p:sp>
        <p:nvSpPr>
          <p:cNvPr id="77" name="Text 75"/>
          <p:cNvSpPr/>
          <p:nvPr/>
        </p:nvSpPr>
        <p:spPr>
          <a:xfrm>
            <a:off x="4612538" y="1645920"/>
            <a:ext cx="2966618" cy="691896"/>
          </a:xfrm>
          <a:prstGeom prst="rect">
            <a:avLst/>
          </a:prstGeom>
          <a:noFill/>
          <a:ln/>
        </p:spPr>
        <p:txBody>
          <a:bodyPr wrap="square" lIns="0" tIns="0" rIns="0" bIns="0" rtlCol="0" anchor="t"/>
          <a:lstStyle/>
          <a:p>
            <a:pPr algn="l" indent="0" marL="0">
              <a:lnSpc>
                <a:spcPct val="105000"/>
              </a:lnSpc>
              <a:buNone/>
            </a:pPr>
            <a:r>
              <a:rPr lang="en-US" sz="2300" dirty="0">
                <a:solidFill>
                  <a:srgbClr val="000000"/>
                </a:solidFill>
                <a:latin typeface="General Sans Semibold" pitchFamily="34" charset="0"/>
                <a:ea typeface="General Sans Semibold" pitchFamily="34" charset="-122"/>
                <a:cs typeface="General Sans Semibold" pitchFamily="34" charset="-120"/>
              </a:rPr>
              <a:t>Werd je vraag scherper?</a:t>
            </a:r>
            <a:endParaRPr lang="en-US" sz="2300" dirty="0"/>
          </a:p>
        </p:txBody>
      </p:sp>
      <p:sp>
        <p:nvSpPr>
          <p:cNvPr id="78" name="Text 76"/>
          <p:cNvSpPr/>
          <p:nvPr/>
        </p:nvSpPr>
        <p:spPr>
          <a:xfrm>
            <a:off x="4612538" y="2612136"/>
            <a:ext cx="2966618" cy="54102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pitchFamily="34" charset="0"/>
                <a:ea typeface="General Sans" pitchFamily="34" charset="-122"/>
                <a:cs typeface="General Sans" pitchFamily="34" charset="-120"/>
              </a:rPr>
              <a:t>Hielpen de doorvragen van de tool?</a:t>
            </a:r>
            <a:endParaRPr lang="en-US" sz="1500" dirty="0"/>
          </a:p>
        </p:txBody>
      </p:sp>
      <p:sp>
        <p:nvSpPr>
          <p:cNvPr id="79" name="Shape 77"/>
          <p:cNvSpPr/>
          <p:nvPr/>
        </p:nvSpPr>
        <p:spPr>
          <a:xfrm>
            <a:off x="8127797" y="1371600"/>
            <a:ext cx="3515258" cy="2560320"/>
          </a:xfrm>
          <a:prstGeom prst="roundRect">
            <a:avLst>
              <a:gd name="adj" fmla="val 3571"/>
            </a:avLst>
          </a:prstGeom>
          <a:solidFill>
            <a:srgbClr val="00AF81"/>
          </a:solidFill>
          <a:ln/>
        </p:spPr>
      </p:sp>
      <p:sp>
        <p:nvSpPr>
          <p:cNvPr id="80" name="Text 78"/>
          <p:cNvSpPr/>
          <p:nvPr/>
        </p:nvSpPr>
        <p:spPr>
          <a:xfrm>
            <a:off x="8402117" y="1645920"/>
            <a:ext cx="2966618" cy="691896"/>
          </a:xfrm>
          <a:prstGeom prst="rect">
            <a:avLst/>
          </a:prstGeom>
          <a:noFill/>
          <a:ln/>
        </p:spPr>
        <p:txBody>
          <a:bodyPr wrap="square" lIns="0" tIns="0" rIns="0" bIns="0" rtlCol="0" anchor="t"/>
          <a:lstStyle/>
          <a:p>
            <a:pPr algn="l" indent="0" marL="0">
              <a:lnSpc>
                <a:spcPct val="105000"/>
              </a:lnSpc>
              <a:buNone/>
            </a:pPr>
            <a:r>
              <a:rPr lang="en-US" sz="2300" dirty="0">
                <a:solidFill>
                  <a:srgbClr val="000000"/>
                </a:solidFill>
                <a:latin typeface="General Sans Semibold" pitchFamily="34" charset="0"/>
                <a:ea typeface="General Sans Semibold" pitchFamily="34" charset="-122"/>
                <a:cs typeface="General Sans Semibold" pitchFamily="34" charset="-120"/>
              </a:rPr>
              <a:t>Vertrouw je het antwoord?</a:t>
            </a:r>
            <a:endParaRPr lang="en-US" sz="2300" dirty="0"/>
          </a:p>
        </p:txBody>
      </p:sp>
      <p:sp>
        <p:nvSpPr>
          <p:cNvPr id="81" name="Text 79"/>
          <p:cNvSpPr/>
          <p:nvPr/>
        </p:nvSpPr>
        <p:spPr>
          <a:xfrm>
            <a:off x="8402117" y="2612136"/>
            <a:ext cx="2966618" cy="54102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pitchFamily="34" charset="0"/>
                <a:ea typeface="General Sans" pitchFamily="34" charset="-122"/>
                <a:cs typeface="General Sans" pitchFamily="34" charset="-120"/>
              </a:rPr>
              <a:t>Of wil je alsnog zelf in de bron kijken?</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D74B"/>
        </a:solidFill>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sp>
      <p:sp>
        <p:nvSpPr>
          <p:cNvPr id="3" name="Shape 1"/>
          <p:cNvSpPr/>
          <p:nvPr/>
        </p:nvSpPr>
        <p:spPr>
          <a:xfrm>
            <a:off x="11212173" y="399224"/>
            <a:ext cx="34616" cy="34616"/>
          </a:xfrm>
          <a:prstGeom prst="ellipse">
            <a:avLst/>
          </a:prstGeom>
          <a:solidFill>
            <a:srgbClr val="000000"/>
          </a:solidFill>
          <a:ln/>
        </p:spPr>
      </p:sp>
      <p:sp>
        <p:nvSpPr>
          <p:cNvPr id="4" name="Shape 2"/>
          <p:cNvSpPr/>
          <p:nvPr/>
        </p:nvSpPr>
        <p:spPr>
          <a:xfrm>
            <a:off x="11398641" y="399224"/>
            <a:ext cx="34616" cy="34616"/>
          </a:xfrm>
          <a:prstGeom prst="ellipse">
            <a:avLst/>
          </a:prstGeom>
          <a:solidFill>
            <a:srgbClr val="000000"/>
          </a:solidFill>
          <a:ln/>
        </p:spPr>
      </p:sp>
      <p:sp>
        <p:nvSpPr>
          <p:cNvPr id="5" name="Shape 3"/>
          <p:cNvSpPr/>
          <p:nvPr/>
        </p:nvSpPr>
        <p:spPr>
          <a:xfrm>
            <a:off x="11258374" y="435357"/>
            <a:ext cx="51936" cy="51936"/>
          </a:xfrm>
          <a:prstGeom prst="ellipse">
            <a:avLst/>
          </a:prstGeom>
          <a:solidFill>
            <a:srgbClr val="000000"/>
          </a:solidFill>
          <a:ln/>
        </p:spPr>
      </p:sp>
      <p:sp>
        <p:nvSpPr>
          <p:cNvPr id="6" name="Shape 4"/>
          <p:cNvSpPr/>
          <p:nvPr/>
        </p:nvSpPr>
        <p:spPr>
          <a:xfrm>
            <a:off x="11335407" y="435306"/>
            <a:ext cx="51718" cy="51718"/>
          </a:xfrm>
          <a:prstGeom prst="ellipse">
            <a:avLst/>
          </a:prstGeom>
          <a:solidFill>
            <a:srgbClr val="000000"/>
          </a:solidFill>
          <a:ln/>
        </p:spPr>
      </p:sp>
      <p:sp>
        <p:nvSpPr>
          <p:cNvPr id="7" name="Shape 5"/>
          <p:cNvSpPr/>
          <p:nvPr/>
        </p:nvSpPr>
        <p:spPr>
          <a:xfrm>
            <a:off x="11127388" y="442398"/>
            <a:ext cx="35294" cy="35294"/>
          </a:xfrm>
          <a:prstGeom prst="ellipse">
            <a:avLst/>
          </a:prstGeom>
          <a:solidFill>
            <a:srgbClr val="000000"/>
          </a:solidFill>
          <a:ln/>
        </p:spPr>
      </p:sp>
      <p:sp>
        <p:nvSpPr>
          <p:cNvPr id="8" name="Shape 6"/>
          <p:cNvSpPr/>
          <p:nvPr/>
        </p:nvSpPr>
        <p:spPr>
          <a:xfrm>
            <a:off x="11482145" y="441649"/>
            <a:ext cx="35960" cy="35960"/>
          </a:xfrm>
          <a:prstGeom prst="ellipse">
            <a:avLst/>
          </a:prstGeom>
          <a:solidFill>
            <a:srgbClr val="000000"/>
          </a:solidFill>
          <a:ln/>
        </p:spPr>
      </p:sp>
      <p:sp>
        <p:nvSpPr>
          <p:cNvPr id="9" name="Shape 7"/>
          <p:cNvSpPr/>
          <p:nvPr/>
        </p:nvSpPr>
        <p:spPr>
          <a:xfrm>
            <a:off x="11185603" y="459328"/>
            <a:ext cx="52167" cy="52167"/>
          </a:xfrm>
          <a:prstGeom prst="ellipse">
            <a:avLst/>
          </a:prstGeom>
          <a:solidFill>
            <a:srgbClr val="000000"/>
          </a:solidFill>
          <a:ln/>
        </p:spPr>
      </p:sp>
      <p:sp>
        <p:nvSpPr>
          <p:cNvPr id="10" name="Shape 8"/>
          <p:cNvSpPr/>
          <p:nvPr/>
        </p:nvSpPr>
        <p:spPr>
          <a:xfrm>
            <a:off x="11408043" y="458713"/>
            <a:ext cx="52384" cy="52384"/>
          </a:xfrm>
          <a:prstGeom prst="ellipse">
            <a:avLst/>
          </a:prstGeom>
          <a:solidFill>
            <a:srgbClr val="000000"/>
          </a:solidFill>
          <a:ln/>
        </p:spPr>
      </p:sp>
      <p:sp>
        <p:nvSpPr>
          <p:cNvPr id="11" name="Shape 9"/>
          <p:cNvSpPr/>
          <p:nvPr/>
        </p:nvSpPr>
        <p:spPr>
          <a:xfrm>
            <a:off x="11241891" y="499749"/>
            <a:ext cx="36613" cy="36613"/>
          </a:xfrm>
          <a:prstGeom prst="ellipse">
            <a:avLst/>
          </a:prstGeom>
          <a:solidFill>
            <a:srgbClr val="000000"/>
          </a:solidFill>
          <a:ln/>
        </p:spPr>
      </p:sp>
      <p:sp>
        <p:nvSpPr>
          <p:cNvPr id="12" name="Shape 10"/>
          <p:cNvSpPr/>
          <p:nvPr/>
        </p:nvSpPr>
        <p:spPr>
          <a:xfrm>
            <a:off x="11294557" y="500146"/>
            <a:ext cx="57223" cy="57223"/>
          </a:xfrm>
          <a:prstGeom prst="ellipse">
            <a:avLst/>
          </a:prstGeom>
          <a:solidFill>
            <a:srgbClr val="000000"/>
          </a:solidFill>
          <a:ln/>
        </p:spPr>
      </p:sp>
      <p:sp>
        <p:nvSpPr>
          <p:cNvPr id="13" name="Shape 11"/>
          <p:cNvSpPr/>
          <p:nvPr/>
        </p:nvSpPr>
        <p:spPr>
          <a:xfrm>
            <a:off x="11364102" y="498770"/>
            <a:ext cx="35294" cy="35294"/>
          </a:xfrm>
          <a:prstGeom prst="ellipse">
            <a:avLst/>
          </a:prstGeom>
          <a:solidFill>
            <a:srgbClr val="000000"/>
          </a:solidFill>
          <a:ln/>
        </p:spPr>
      </p:sp>
      <p:sp>
        <p:nvSpPr>
          <p:cNvPr id="14" name="Shape 12"/>
          <p:cNvSpPr/>
          <p:nvPr/>
        </p:nvSpPr>
        <p:spPr>
          <a:xfrm>
            <a:off x="11123515" y="504524"/>
            <a:ext cx="51936" cy="51936"/>
          </a:xfrm>
          <a:prstGeom prst="ellipse">
            <a:avLst/>
          </a:prstGeom>
          <a:solidFill>
            <a:srgbClr val="000000"/>
          </a:solidFill>
          <a:ln/>
        </p:spPr>
      </p:sp>
      <p:sp>
        <p:nvSpPr>
          <p:cNvPr id="15" name="Shape 13"/>
          <p:cNvSpPr/>
          <p:nvPr/>
        </p:nvSpPr>
        <p:spPr>
          <a:xfrm>
            <a:off x="11470202" y="504300"/>
            <a:ext cx="52384" cy="52384"/>
          </a:xfrm>
          <a:prstGeom prst="ellipse">
            <a:avLst/>
          </a:prstGeom>
          <a:solidFill>
            <a:srgbClr val="000000"/>
          </a:solidFill>
          <a:ln/>
        </p:spPr>
      </p:sp>
      <p:sp>
        <p:nvSpPr>
          <p:cNvPr id="16" name="Shape 14"/>
          <p:cNvSpPr/>
          <p:nvPr/>
        </p:nvSpPr>
        <p:spPr>
          <a:xfrm>
            <a:off x="11060774" y="508825"/>
            <a:ext cx="35627" cy="35627"/>
          </a:xfrm>
          <a:prstGeom prst="ellipse">
            <a:avLst/>
          </a:prstGeom>
          <a:solidFill>
            <a:srgbClr val="000000"/>
          </a:solidFill>
          <a:ln/>
        </p:spPr>
      </p:sp>
      <p:sp>
        <p:nvSpPr>
          <p:cNvPr id="17" name="Shape 15"/>
          <p:cNvSpPr/>
          <p:nvPr/>
        </p:nvSpPr>
        <p:spPr>
          <a:xfrm>
            <a:off x="11548535" y="508038"/>
            <a:ext cx="36613" cy="36613"/>
          </a:xfrm>
          <a:prstGeom prst="ellipse">
            <a:avLst/>
          </a:prstGeom>
          <a:solidFill>
            <a:srgbClr val="000000"/>
          </a:solidFill>
          <a:ln/>
        </p:spPr>
      </p:sp>
      <p:sp>
        <p:nvSpPr>
          <p:cNvPr id="18" name="Shape 16"/>
          <p:cNvSpPr/>
          <p:nvPr/>
        </p:nvSpPr>
        <p:spPr>
          <a:xfrm>
            <a:off x="11191466" y="533379"/>
            <a:ext cx="57825" cy="57825"/>
          </a:xfrm>
          <a:prstGeom prst="ellipse">
            <a:avLst/>
          </a:prstGeom>
          <a:solidFill>
            <a:srgbClr val="000000"/>
          </a:solidFill>
          <a:ln/>
        </p:spPr>
      </p:sp>
      <p:sp>
        <p:nvSpPr>
          <p:cNvPr id="19" name="Shape 17"/>
          <p:cNvSpPr/>
          <p:nvPr/>
        </p:nvSpPr>
        <p:spPr>
          <a:xfrm>
            <a:off x="11396535" y="533494"/>
            <a:ext cx="57428" cy="57428"/>
          </a:xfrm>
          <a:prstGeom prst="ellipse">
            <a:avLst/>
          </a:prstGeom>
          <a:solidFill>
            <a:srgbClr val="000000"/>
          </a:solidFill>
          <a:ln/>
        </p:spPr>
      </p:sp>
      <p:sp>
        <p:nvSpPr>
          <p:cNvPr id="20" name="Shape 18"/>
          <p:cNvSpPr/>
          <p:nvPr/>
        </p:nvSpPr>
        <p:spPr>
          <a:xfrm>
            <a:off x="11079087" y="567226"/>
            <a:ext cx="51270" cy="51270"/>
          </a:xfrm>
          <a:prstGeom prst="ellipse">
            <a:avLst/>
          </a:prstGeom>
          <a:solidFill>
            <a:srgbClr val="000000"/>
          </a:solidFill>
          <a:ln/>
        </p:spPr>
      </p:sp>
      <p:sp>
        <p:nvSpPr>
          <p:cNvPr id="21" name="Shape 19"/>
          <p:cNvSpPr/>
          <p:nvPr/>
        </p:nvSpPr>
        <p:spPr>
          <a:xfrm>
            <a:off x="11339728" y="567053"/>
            <a:ext cx="34616" cy="34616"/>
          </a:xfrm>
          <a:prstGeom prst="ellipse">
            <a:avLst/>
          </a:prstGeom>
          <a:solidFill>
            <a:srgbClr val="000000"/>
          </a:solidFill>
          <a:ln/>
        </p:spPr>
      </p:sp>
      <p:sp>
        <p:nvSpPr>
          <p:cNvPr id="22" name="Shape 20"/>
          <p:cNvSpPr/>
          <p:nvPr/>
        </p:nvSpPr>
        <p:spPr>
          <a:xfrm>
            <a:off x="11515167" y="566234"/>
            <a:ext cx="52819" cy="52819"/>
          </a:xfrm>
          <a:prstGeom prst="ellipse">
            <a:avLst/>
          </a:prstGeom>
          <a:solidFill>
            <a:srgbClr val="000000"/>
          </a:solidFill>
          <a:ln/>
        </p:spPr>
      </p:sp>
      <p:sp>
        <p:nvSpPr>
          <p:cNvPr id="23" name="Shape 21"/>
          <p:cNvSpPr/>
          <p:nvPr/>
        </p:nvSpPr>
        <p:spPr>
          <a:xfrm>
            <a:off x="11262860" y="569742"/>
            <a:ext cx="34961" cy="34961"/>
          </a:xfrm>
          <a:prstGeom prst="ellipse">
            <a:avLst/>
          </a:prstGeom>
          <a:solidFill>
            <a:srgbClr val="000000"/>
          </a:solidFill>
          <a:ln/>
        </p:spPr>
      </p:sp>
      <p:sp>
        <p:nvSpPr>
          <p:cNvPr id="24" name="Shape 22"/>
          <p:cNvSpPr/>
          <p:nvPr/>
        </p:nvSpPr>
        <p:spPr>
          <a:xfrm>
            <a:off x="11462521" y="569818"/>
            <a:ext cx="35294" cy="35294"/>
          </a:xfrm>
          <a:prstGeom prst="ellipse">
            <a:avLst/>
          </a:prstGeom>
          <a:solidFill>
            <a:srgbClr val="000000"/>
          </a:solidFill>
          <a:ln/>
        </p:spPr>
      </p:sp>
      <p:sp>
        <p:nvSpPr>
          <p:cNvPr id="25" name="Shape 23"/>
          <p:cNvSpPr/>
          <p:nvPr/>
        </p:nvSpPr>
        <p:spPr>
          <a:xfrm>
            <a:off x="11145681" y="573441"/>
            <a:ext cx="34270" cy="34270"/>
          </a:xfrm>
          <a:prstGeom prst="ellipse">
            <a:avLst/>
          </a:prstGeom>
          <a:solidFill>
            <a:srgbClr val="000000"/>
          </a:solidFill>
          <a:ln/>
        </p:spPr>
      </p:sp>
      <p:sp>
        <p:nvSpPr>
          <p:cNvPr id="26" name="Shape 24"/>
          <p:cNvSpPr/>
          <p:nvPr/>
        </p:nvSpPr>
        <p:spPr>
          <a:xfrm>
            <a:off x="11592015" y="593213"/>
            <a:ext cx="35294" cy="35294"/>
          </a:xfrm>
          <a:prstGeom prst="ellipse">
            <a:avLst/>
          </a:prstGeom>
          <a:solidFill>
            <a:srgbClr val="000000"/>
          </a:solidFill>
          <a:ln/>
        </p:spPr>
      </p:sp>
      <p:sp>
        <p:nvSpPr>
          <p:cNvPr id="27" name="Shape 25"/>
          <p:cNvSpPr/>
          <p:nvPr/>
        </p:nvSpPr>
        <p:spPr>
          <a:xfrm>
            <a:off x="11019124" y="593444"/>
            <a:ext cx="34616" cy="34616"/>
          </a:xfrm>
          <a:prstGeom prst="ellipse">
            <a:avLst/>
          </a:prstGeom>
          <a:solidFill>
            <a:srgbClr val="000000"/>
          </a:solidFill>
          <a:ln/>
        </p:spPr>
      </p:sp>
      <p:sp>
        <p:nvSpPr>
          <p:cNvPr id="28" name="Shape 26"/>
          <p:cNvSpPr/>
          <p:nvPr/>
        </p:nvSpPr>
        <p:spPr>
          <a:xfrm>
            <a:off x="11403576" y="610214"/>
            <a:ext cx="34961" cy="34961"/>
          </a:xfrm>
          <a:prstGeom prst="ellipse">
            <a:avLst/>
          </a:prstGeom>
          <a:solidFill>
            <a:srgbClr val="000000"/>
          </a:solidFill>
          <a:ln/>
        </p:spPr>
      </p:sp>
      <p:sp>
        <p:nvSpPr>
          <p:cNvPr id="29" name="Shape 27"/>
          <p:cNvSpPr/>
          <p:nvPr/>
        </p:nvSpPr>
        <p:spPr>
          <a:xfrm>
            <a:off x="11201662" y="616570"/>
            <a:ext cx="35627" cy="35627"/>
          </a:xfrm>
          <a:prstGeom prst="ellipse">
            <a:avLst/>
          </a:prstGeom>
          <a:solidFill>
            <a:srgbClr val="000000"/>
          </a:solidFill>
          <a:ln/>
        </p:spPr>
      </p:sp>
      <p:sp>
        <p:nvSpPr>
          <p:cNvPr id="30" name="Shape 28"/>
          <p:cNvSpPr/>
          <p:nvPr/>
        </p:nvSpPr>
        <p:spPr>
          <a:xfrm>
            <a:off x="11127484" y="620705"/>
            <a:ext cx="58030" cy="58030"/>
          </a:xfrm>
          <a:prstGeom prst="ellipse">
            <a:avLst/>
          </a:prstGeom>
          <a:solidFill>
            <a:srgbClr val="000000"/>
          </a:solidFill>
          <a:ln/>
        </p:spPr>
      </p:sp>
      <p:sp>
        <p:nvSpPr>
          <p:cNvPr id="31" name="Shape 29"/>
          <p:cNvSpPr/>
          <p:nvPr/>
        </p:nvSpPr>
        <p:spPr>
          <a:xfrm>
            <a:off x="11460767" y="620852"/>
            <a:ext cx="57428" cy="57428"/>
          </a:xfrm>
          <a:prstGeom prst="ellipse">
            <a:avLst/>
          </a:prstGeom>
          <a:solidFill>
            <a:srgbClr val="000000"/>
          </a:solidFill>
          <a:ln/>
        </p:spPr>
      </p:sp>
      <p:sp>
        <p:nvSpPr>
          <p:cNvPr id="32" name="Shape 30"/>
          <p:cNvSpPr/>
          <p:nvPr/>
        </p:nvSpPr>
        <p:spPr>
          <a:xfrm>
            <a:off x="11055219" y="640144"/>
            <a:ext cx="51718" cy="51718"/>
          </a:xfrm>
          <a:prstGeom prst="ellipse">
            <a:avLst/>
          </a:prstGeom>
          <a:solidFill>
            <a:srgbClr val="000000"/>
          </a:solidFill>
          <a:ln/>
        </p:spPr>
      </p:sp>
      <p:sp>
        <p:nvSpPr>
          <p:cNvPr id="33" name="Shape 31"/>
          <p:cNvSpPr/>
          <p:nvPr/>
        </p:nvSpPr>
        <p:spPr>
          <a:xfrm>
            <a:off x="11539330" y="640266"/>
            <a:ext cx="51270" cy="51270"/>
          </a:xfrm>
          <a:prstGeom prst="ellipse">
            <a:avLst/>
          </a:prstGeom>
          <a:solidFill>
            <a:srgbClr val="000000"/>
          </a:solidFill>
          <a:ln/>
        </p:spPr>
      </p:sp>
      <p:sp>
        <p:nvSpPr>
          <p:cNvPr id="34" name="Shape 32"/>
          <p:cNvSpPr/>
          <p:nvPr/>
        </p:nvSpPr>
        <p:spPr>
          <a:xfrm>
            <a:off x="11429576" y="682274"/>
            <a:ext cx="35627" cy="35627"/>
          </a:xfrm>
          <a:prstGeom prst="ellipse">
            <a:avLst/>
          </a:prstGeom>
          <a:solidFill>
            <a:srgbClr val="000000"/>
          </a:solidFill>
          <a:ln/>
        </p:spPr>
      </p:sp>
      <p:sp>
        <p:nvSpPr>
          <p:cNvPr id="35" name="Shape 33"/>
          <p:cNvSpPr/>
          <p:nvPr/>
        </p:nvSpPr>
        <p:spPr>
          <a:xfrm>
            <a:off x="11004076" y="687222"/>
            <a:ext cx="34616" cy="34616"/>
          </a:xfrm>
          <a:prstGeom prst="ellipse">
            <a:avLst/>
          </a:prstGeom>
          <a:solidFill>
            <a:srgbClr val="000000"/>
          </a:solidFill>
          <a:ln/>
        </p:spPr>
      </p:sp>
      <p:sp>
        <p:nvSpPr>
          <p:cNvPr id="36" name="Shape 34"/>
          <p:cNvSpPr/>
          <p:nvPr/>
        </p:nvSpPr>
        <p:spPr>
          <a:xfrm>
            <a:off x="11502052" y="685321"/>
            <a:ext cx="34270" cy="34270"/>
          </a:xfrm>
          <a:prstGeom prst="ellipse">
            <a:avLst/>
          </a:prstGeom>
          <a:solidFill>
            <a:srgbClr val="000000"/>
          </a:solidFill>
          <a:ln/>
        </p:spPr>
      </p:sp>
      <p:sp>
        <p:nvSpPr>
          <p:cNvPr id="37" name="Shape 35"/>
          <p:cNvSpPr/>
          <p:nvPr/>
        </p:nvSpPr>
        <p:spPr>
          <a:xfrm>
            <a:off x="11606321" y="686422"/>
            <a:ext cx="35627" cy="35627"/>
          </a:xfrm>
          <a:prstGeom prst="ellipse">
            <a:avLst/>
          </a:prstGeom>
          <a:solidFill>
            <a:srgbClr val="000000"/>
          </a:solidFill>
          <a:ln/>
        </p:spPr>
      </p:sp>
      <p:sp>
        <p:nvSpPr>
          <p:cNvPr id="38" name="Shape 36"/>
          <p:cNvSpPr/>
          <p:nvPr/>
        </p:nvSpPr>
        <p:spPr>
          <a:xfrm>
            <a:off x="11108908" y="688957"/>
            <a:ext cx="35294" cy="35294"/>
          </a:xfrm>
          <a:prstGeom prst="ellipse">
            <a:avLst/>
          </a:prstGeom>
          <a:solidFill>
            <a:srgbClr val="000000"/>
          </a:solidFill>
          <a:ln/>
        </p:spPr>
      </p:sp>
      <p:sp>
        <p:nvSpPr>
          <p:cNvPr id="39" name="Shape 37"/>
          <p:cNvSpPr/>
          <p:nvPr/>
        </p:nvSpPr>
        <p:spPr>
          <a:xfrm>
            <a:off x="11179733" y="690371"/>
            <a:ext cx="36613" cy="36613"/>
          </a:xfrm>
          <a:prstGeom prst="ellipse">
            <a:avLst/>
          </a:prstGeom>
          <a:solidFill>
            <a:srgbClr val="000000"/>
          </a:solidFill>
          <a:ln/>
        </p:spPr>
      </p:sp>
      <p:sp>
        <p:nvSpPr>
          <p:cNvPr id="40" name="Shape 38"/>
          <p:cNvSpPr/>
          <p:nvPr/>
        </p:nvSpPr>
        <p:spPr>
          <a:xfrm>
            <a:off x="11054764" y="716576"/>
            <a:ext cx="51936" cy="51936"/>
          </a:xfrm>
          <a:prstGeom prst="ellipse">
            <a:avLst/>
          </a:prstGeom>
          <a:solidFill>
            <a:srgbClr val="000000"/>
          </a:solidFill>
          <a:ln/>
        </p:spPr>
      </p:sp>
      <p:sp>
        <p:nvSpPr>
          <p:cNvPr id="41" name="Shape 39"/>
          <p:cNvSpPr/>
          <p:nvPr/>
        </p:nvSpPr>
        <p:spPr>
          <a:xfrm>
            <a:off x="11539023" y="716851"/>
            <a:ext cx="51488" cy="51488"/>
          </a:xfrm>
          <a:prstGeom prst="ellipse">
            <a:avLst/>
          </a:prstGeom>
          <a:solidFill>
            <a:srgbClr val="000000"/>
          </a:solidFill>
          <a:ln/>
        </p:spPr>
      </p:sp>
      <p:sp>
        <p:nvSpPr>
          <p:cNvPr id="42" name="Shape 40"/>
          <p:cNvSpPr/>
          <p:nvPr/>
        </p:nvSpPr>
        <p:spPr>
          <a:xfrm>
            <a:off x="11127490" y="729288"/>
            <a:ext cx="58222" cy="58222"/>
          </a:xfrm>
          <a:prstGeom prst="ellipse">
            <a:avLst/>
          </a:prstGeom>
          <a:solidFill>
            <a:srgbClr val="000000"/>
          </a:solidFill>
          <a:ln/>
        </p:spPr>
      </p:sp>
      <p:sp>
        <p:nvSpPr>
          <p:cNvPr id="43" name="Shape 41"/>
          <p:cNvSpPr/>
          <p:nvPr/>
        </p:nvSpPr>
        <p:spPr>
          <a:xfrm>
            <a:off x="11460671" y="729781"/>
            <a:ext cx="57633" cy="57633"/>
          </a:xfrm>
          <a:prstGeom prst="ellipse">
            <a:avLst/>
          </a:prstGeom>
          <a:solidFill>
            <a:srgbClr val="000000"/>
          </a:solidFill>
          <a:ln/>
        </p:spPr>
      </p:sp>
      <p:sp>
        <p:nvSpPr>
          <p:cNvPr id="44" name="Shape 42"/>
          <p:cNvSpPr/>
          <p:nvPr/>
        </p:nvSpPr>
        <p:spPr>
          <a:xfrm>
            <a:off x="11407973" y="756415"/>
            <a:ext cx="35960" cy="35960"/>
          </a:xfrm>
          <a:prstGeom prst="ellipse">
            <a:avLst/>
          </a:prstGeom>
          <a:solidFill>
            <a:srgbClr val="000000"/>
          </a:solidFill>
          <a:ln/>
        </p:spPr>
      </p:sp>
      <p:sp>
        <p:nvSpPr>
          <p:cNvPr id="45" name="Shape 43"/>
          <p:cNvSpPr/>
          <p:nvPr/>
        </p:nvSpPr>
        <p:spPr>
          <a:xfrm>
            <a:off x="11207308" y="763884"/>
            <a:ext cx="34616" cy="34616"/>
          </a:xfrm>
          <a:prstGeom prst="ellipse">
            <a:avLst/>
          </a:prstGeom>
          <a:solidFill>
            <a:srgbClr val="000000"/>
          </a:solidFill>
          <a:ln/>
        </p:spPr>
      </p:sp>
      <p:sp>
        <p:nvSpPr>
          <p:cNvPr id="46" name="Shape 44"/>
          <p:cNvSpPr/>
          <p:nvPr/>
        </p:nvSpPr>
        <p:spPr>
          <a:xfrm>
            <a:off x="11018670" y="780462"/>
            <a:ext cx="34616" cy="34616"/>
          </a:xfrm>
          <a:prstGeom prst="ellipse">
            <a:avLst/>
          </a:prstGeom>
          <a:solidFill>
            <a:srgbClr val="000000"/>
          </a:solidFill>
          <a:ln/>
        </p:spPr>
      </p:sp>
      <p:sp>
        <p:nvSpPr>
          <p:cNvPr id="47" name="Shape 45"/>
          <p:cNvSpPr/>
          <p:nvPr/>
        </p:nvSpPr>
        <p:spPr>
          <a:xfrm>
            <a:off x="11591670" y="780123"/>
            <a:ext cx="35294" cy="35294"/>
          </a:xfrm>
          <a:prstGeom prst="ellipse">
            <a:avLst/>
          </a:prstGeom>
          <a:solidFill>
            <a:srgbClr val="000000"/>
          </a:solidFill>
          <a:ln/>
        </p:spPr>
      </p:sp>
      <p:sp>
        <p:nvSpPr>
          <p:cNvPr id="48" name="Shape 46"/>
          <p:cNvSpPr/>
          <p:nvPr/>
        </p:nvSpPr>
        <p:spPr>
          <a:xfrm>
            <a:off x="11079010" y="790179"/>
            <a:ext cx="51270" cy="51270"/>
          </a:xfrm>
          <a:prstGeom prst="ellipse">
            <a:avLst/>
          </a:prstGeom>
          <a:solidFill>
            <a:srgbClr val="000000"/>
          </a:solidFill>
          <a:ln/>
        </p:spPr>
      </p:sp>
      <p:sp>
        <p:nvSpPr>
          <p:cNvPr id="49" name="Shape 47"/>
          <p:cNvSpPr/>
          <p:nvPr/>
        </p:nvSpPr>
        <p:spPr>
          <a:xfrm>
            <a:off x="11515218" y="789692"/>
            <a:ext cx="52602" cy="52602"/>
          </a:xfrm>
          <a:prstGeom prst="ellipse">
            <a:avLst/>
          </a:prstGeom>
          <a:solidFill>
            <a:srgbClr val="000000"/>
          </a:solidFill>
          <a:ln/>
        </p:spPr>
      </p:sp>
      <p:sp>
        <p:nvSpPr>
          <p:cNvPr id="50" name="Shape 48"/>
          <p:cNvSpPr/>
          <p:nvPr/>
        </p:nvSpPr>
        <p:spPr>
          <a:xfrm>
            <a:off x="11147371" y="803460"/>
            <a:ext cx="35627" cy="35627"/>
          </a:xfrm>
          <a:prstGeom prst="ellipse">
            <a:avLst/>
          </a:prstGeom>
          <a:solidFill>
            <a:srgbClr val="000000"/>
          </a:solidFill>
          <a:ln/>
        </p:spPr>
      </p:sp>
      <p:sp>
        <p:nvSpPr>
          <p:cNvPr id="51" name="Shape 49"/>
          <p:cNvSpPr/>
          <p:nvPr/>
        </p:nvSpPr>
        <p:spPr>
          <a:xfrm>
            <a:off x="11347786" y="804293"/>
            <a:ext cx="35294" cy="35294"/>
          </a:xfrm>
          <a:prstGeom prst="ellipse">
            <a:avLst/>
          </a:prstGeom>
          <a:solidFill>
            <a:srgbClr val="000000"/>
          </a:solidFill>
          <a:ln/>
        </p:spPr>
      </p:sp>
      <p:sp>
        <p:nvSpPr>
          <p:cNvPr id="52" name="Shape 50"/>
          <p:cNvSpPr/>
          <p:nvPr/>
        </p:nvSpPr>
        <p:spPr>
          <a:xfrm>
            <a:off x="11465119" y="800919"/>
            <a:ext cx="34961" cy="34961"/>
          </a:xfrm>
          <a:prstGeom prst="ellipse">
            <a:avLst/>
          </a:prstGeom>
          <a:solidFill>
            <a:srgbClr val="000000"/>
          </a:solidFill>
          <a:ln/>
        </p:spPr>
      </p:sp>
      <p:sp>
        <p:nvSpPr>
          <p:cNvPr id="53" name="Shape 51"/>
          <p:cNvSpPr/>
          <p:nvPr/>
        </p:nvSpPr>
        <p:spPr>
          <a:xfrm>
            <a:off x="11270669" y="806590"/>
            <a:ext cx="35627" cy="35627"/>
          </a:xfrm>
          <a:prstGeom prst="ellipse">
            <a:avLst/>
          </a:prstGeom>
          <a:solidFill>
            <a:srgbClr val="000000"/>
          </a:solidFill>
          <a:ln/>
        </p:spPr>
      </p:sp>
      <p:sp>
        <p:nvSpPr>
          <p:cNvPr id="54" name="Shape 52"/>
          <p:cNvSpPr/>
          <p:nvPr/>
        </p:nvSpPr>
        <p:spPr>
          <a:xfrm>
            <a:off x="11191498" y="817766"/>
            <a:ext cx="57633" cy="57633"/>
          </a:xfrm>
          <a:prstGeom prst="ellipse">
            <a:avLst/>
          </a:prstGeom>
          <a:solidFill>
            <a:srgbClr val="000000"/>
          </a:solidFill>
          <a:ln/>
        </p:spPr>
      </p:sp>
      <p:sp>
        <p:nvSpPr>
          <p:cNvPr id="55" name="Shape 53"/>
          <p:cNvSpPr/>
          <p:nvPr/>
        </p:nvSpPr>
        <p:spPr>
          <a:xfrm>
            <a:off x="11396573" y="817888"/>
            <a:ext cx="57633" cy="57633"/>
          </a:xfrm>
          <a:prstGeom prst="ellipse">
            <a:avLst/>
          </a:prstGeom>
          <a:solidFill>
            <a:srgbClr val="000000"/>
          </a:solidFill>
          <a:ln/>
        </p:spPr>
      </p:sp>
      <p:sp>
        <p:nvSpPr>
          <p:cNvPr id="56" name="Shape 54"/>
          <p:cNvSpPr/>
          <p:nvPr/>
        </p:nvSpPr>
        <p:spPr>
          <a:xfrm>
            <a:off x="11123445" y="851985"/>
            <a:ext cx="52167" cy="52167"/>
          </a:xfrm>
          <a:prstGeom prst="ellipse">
            <a:avLst/>
          </a:prstGeom>
          <a:solidFill>
            <a:srgbClr val="000000"/>
          </a:solidFill>
          <a:ln/>
        </p:spPr>
      </p:sp>
      <p:sp>
        <p:nvSpPr>
          <p:cNvPr id="57" name="Shape 55"/>
          <p:cNvSpPr/>
          <p:nvPr/>
        </p:nvSpPr>
        <p:spPr>
          <a:xfrm>
            <a:off x="11294647" y="851390"/>
            <a:ext cx="57223" cy="57223"/>
          </a:xfrm>
          <a:prstGeom prst="ellipse">
            <a:avLst/>
          </a:prstGeom>
          <a:solidFill>
            <a:srgbClr val="000000"/>
          </a:solidFill>
          <a:ln/>
        </p:spPr>
      </p:sp>
      <p:sp>
        <p:nvSpPr>
          <p:cNvPr id="58" name="Shape 56"/>
          <p:cNvSpPr/>
          <p:nvPr/>
        </p:nvSpPr>
        <p:spPr>
          <a:xfrm>
            <a:off x="11470202" y="852382"/>
            <a:ext cx="52384" cy="52384"/>
          </a:xfrm>
          <a:prstGeom prst="ellipse">
            <a:avLst/>
          </a:prstGeom>
          <a:solidFill>
            <a:srgbClr val="000000"/>
          </a:solidFill>
          <a:ln/>
        </p:spPr>
      </p:sp>
      <p:sp>
        <p:nvSpPr>
          <p:cNvPr id="59" name="Shape 57"/>
          <p:cNvSpPr/>
          <p:nvPr/>
        </p:nvSpPr>
        <p:spPr>
          <a:xfrm>
            <a:off x="11060774" y="864607"/>
            <a:ext cx="35627" cy="35627"/>
          </a:xfrm>
          <a:prstGeom prst="ellipse">
            <a:avLst/>
          </a:prstGeom>
          <a:solidFill>
            <a:srgbClr val="000000"/>
          </a:solidFill>
          <a:ln/>
        </p:spPr>
      </p:sp>
      <p:sp>
        <p:nvSpPr>
          <p:cNvPr id="60" name="Shape 58"/>
          <p:cNvSpPr/>
          <p:nvPr/>
        </p:nvSpPr>
        <p:spPr>
          <a:xfrm>
            <a:off x="11548733" y="864185"/>
            <a:ext cx="35627" cy="35627"/>
          </a:xfrm>
          <a:prstGeom prst="ellipse">
            <a:avLst/>
          </a:prstGeom>
          <a:solidFill>
            <a:srgbClr val="000000"/>
          </a:solidFill>
          <a:ln/>
        </p:spPr>
      </p:sp>
      <p:sp>
        <p:nvSpPr>
          <p:cNvPr id="61" name="Shape 59"/>
          <p:cNvSpPr/>
          <p:nvPr/>
        </p:nvSpPr>
        <p:spPr>
          <a:xfrm>
            <a:off x="11246231" y="873908"/>
            <a:ext cx="35627" cy="35627"/>
          </a:xfrm>
          <a:prstGeom prst="ellipse">
            <a:avLst/>
          </a:prstGeom>
          <a:solidFill>
            <a:srgbClr val="000000"/>
          </a:solidFill>
          <a:ln/>
        </p:spPr>
      </p:sp>
      <p:sp>
        <p:nvSpPr>
          <p:cNvPr id="62" name="Shape 60"/>
          <p:cNvSpPr/>
          <p:nvPr/>
        </p:nvSpPr>
        <p:spPr>
          <a:xfrm>
            <a:off x="11367418" y="872896"/>
            <a:ext cx="35627" cy="35627"/>
          </a:xfrm>
          <a:prstGeom prst="ellipse">
            <a:avLst/>
          </a:prstGeom>
          <a:solidFill>
            <a:srgbClr val="000000"/>
          </a:solidFill>
          <a:ln/>
        </p:spPr>
      </p:sp>
      <p:sp>
        <p:nvSpPr>
          <p:cNvPr id="63" name="Shape 61"/>
          <p:cNvSpPr/>
          <p:nvPr/>
        </p:nvSpPr>
        <p:spPr>
          <a:xfrm>
            <a:off x="11185366" y="897322"/>
            <a:ext cx="51936" cy="51936"/>
          </a:xfrm>
          <a:prstGeom prst="ellipse">
            <a:avLst/>
          </a:prstGeom>
          <a:solidFill>
            <a:srgbClr val="000000"/>
          </a:solidFill>
          <a:ln/>
        </p:spPr>
      </p:sp>
      <p:sp>
        <p:nvSpPr>
          <p:cNvPr id="64" name="Shape 62"/>
          <p:cNvSpPr/>
          <p:nvPr/>
        </p:nvSpPr>
        <p:spPr>
          <a:xfrm>
            <a:off x="11407845" y="897655"/>
            <a:ext cx="52602" cy="52602"/>
          </a:xfrm>
          <a:prstGeom prst="ellipse">
            <a:avLst/>
          </a:prstGeom>
          <a:solidFill>
            <a:srgbClr val="000000"/>
          </a:solidFill>
          <a:ln/>
        </p:spPr>
      </p:sp>
      <p:sp>
        <p:nvSpPr>
          <p:cNvPr id="65" name="Shape 63"/>
          <p:cNvSpPr/>
          <p:nvPr/>
        </p:nvSpPr>
        <p:spPr>
          <a:xfrm>
            <a:off x="11258822" y="921466"/>
            <a:ext cx="51270" cy="51270"/>
          </a:xfrm>
          <a:prstGeom prst="ellipse">
            <a:avLst/>
          </a:prstGeom>
          <a:solidFill>
            <a:srgbClr val="000000"/>
          </a:solidFill>
          <a:ln/>
        </p:spPr>
      </p:sp>
      <p:sp>
        <p:nvSpPr>
          <p:cNvPr id="66" name="Shape 64"/>
          <p:cNvSpPr/>
          <p:nvPr/>
        </p:nvSpPr>
        <p:spPr>
          <a:xfrm>
            <a:off x="11335350" y="921504"/>
            <a:ext cx="51270" cy="51270"/>
          </a:xfrm>
          <a:prstGeom prst="ellipse">
            <a:avLst/>
          </a:prstGeom>
          <a:solidFill>
            <a:srgbClr val="000000"/>
          </a:solidFill>
          <a:ln/>
        </p:spPr>
      </p:sp>
      <p:sp>
        <p:nvSpPr>
          <p:cNvPr id="67" name="Shape 65"/>
          <p:cNvSpPr/>
          <p:nvPr/>
        </p:nvSpPr>
        <p:spPr>
          <a:xfrm>
            <a:off x="11127388" y="931368"/>
            <a:ext cx="35294" cy="35294"/>
          </a:xfrm>
          <a:prstGeom prst="ellipse">
            <a:avLst/>
          </a:prstGeom>
          <a:solidFill>
            <a:srgbClr val="000000"/>
          </a:solidFill>
          <a:ln/>
        </p:spPr>
      </p:sp>
      <p:sp>
        <p:nvSpPr>
          <p:cNvPr id="68" name="Shape 66"/>
          <p:cNvSpPr/>
          <p:nvPr/>
        </p:nvSpPr>
        <p:spPr>
          <a:xfrm>
            <a:off x="11481979" y="931035"/>
            <a:ext cx="35960" cy="35960"/>
          </a:xfrm>
          <a:prstGeom prst="ellipse">
            <a:avLst/>
          </a:prstGeom>
          <a:solidFill>
            <a:srgbClr val="000000"/>
          </a:solidFill>
          <a:ln/>
        </p:spPr>
      </p:sp>
      <p:sp>
        <p:nvSpPr>
          <p:cNvPr id="69" name="Shape 67"/>
          <p:cNvSpPr/>
          <p:nvPr/>
        </p:nvSpPr>
        <p:spPr>
          <a:xfrm>
            <a:off x="11211987" y="974695"/>
            <a:ext cx="34961" cy="34961"/>
          </a:xfrm>
          <a:prstGeom prst="ellipse">
            <a:avLst/>
          </a:prstGeom>
          <a:solidFill>
            <a:srgbClr val="000000"/>
          </a:solidFill>
          <a:ln/>
        </p:spPr>
      </p:sp>
      <p:sp>
        <p:nvSpPr>
          <p:cNvPr id="70" name="Shape 68"/>
          <p:cNvSpPr/>
          <p:nvPr/>
        </p:nvSpPr>
        <p:spPr>
          <a:xfrm>
            <a:off x="11398461" y="974695"/>
            <a:ext cx="34961" cy="34961"/>
          </a:xfrm>
          <a:prstGeom prst="ellipse">
            <a:avLst/>
          </a:prstGeom>
          <a:solidFill>
            <a:srgbClr val="000000"/>
          </a:solidFill>
          <a:ln/>
        </p:spPr>
      </p:sp>
      <p:sp>
        <p:nvSpPr>
          <p:cNvPr id="71" name="Shape 69"/>
          <p:cNvSpPr/>
          <p:nvPr/>
        </p:nvSpPr>
        <p:spPr>
          <a:xfrm>
            <a:off x="11304837" y="988501"/>
            <a:ext cx="35627" cy="35627"/>
          </a:xfrm>
          <a:prstGeom prst="ellipse">
            <a:avLst/>
          </a:prstGeom>
          <a:solidFill>
            <a:srgbClr val="000000"/>
          </a:solidFill>
          <a:ln/>
        </p:spPr>
      </p:sp>
      <p:sp>
        <p:nvSpPr>
          <p:cNvPr id="72" name="Text 70"/>
          <p:cNvSpPr/>
          <p:nvPr/>
        </p:nvSpPr>
        <p:spPr>
          <a:xfrm>
            <a:off x="548640" y="2468880"/>
            <a:ext cx="7863840" cy="1828800"/>
          </a:xfrm>
          <a:prstGeom prst="rect">
            <a:avLst/>
          </a:prstGeom>
          <a:noFill/>
          <a:ln/>
        </p:spPr>
        <p:txBody>
          <a:bodyPr wrap="square" lIns="0" tIns="0" rIns="0" bIns="0" rtlCol="0" anchor="b"/>
          <a:lstStyle/>
          <a:p>
            <a:pPr algn="l" indent="0" marL="0">
              <a:lnSpc>
                <a:spcPct val="105000"/>
              </a:lnSpc>
              <a:buNone/>
            </a:pPr>
            <a:r>
              <a:rPr lang="en-US" sz="4800" dirty="0">
                <a:solidFill>
                  <a:srgbClr val="3D68EC"/>
                </a:solidFill>
                <a:latin typeface="General Sans Semibold" pitchFamily="34" charset="0"/>
                <a:ea typeface="General Sans Semibold" pitchFamily="34" charset="-122"/>
                <a:cs typeface="General Sans Semibold" pitchFamily="34" charset="-120"/>
              </a:rPr>
              <a:t>Demo: van antwoord naar rapport</a:t>
            </a:r>
            <a:endParaRPr lang="en-US" sz="4800" dirty="0"/>
          </a:p>
        </p:txBody>
      </p:sp>
      <p:sp>
        <p:nvSpPr>
          <p:cNvPr id="73" name="Text 71"/>
          <p:cNvSpPr/>
          <p:nvPr/>
        </p:nvSpPr>
        <p:spPr>
          <a:xfrm>
            <a:off x="548640" y="4526280"/>
            <a:ext cx="7498080" cy="1280160"/>
          </a:xfrm>
          <a:prstGeom prst="rect">
            <a:avLst/>
          </a:prstGeom>
          <a:noFill/>
          <a:ln/>
        </p:spPr>
        <p:txBody>
          <a:bodyPr wrap="square" lIns="0" tIns="0" rIns="0" bIns="0" rtlCol="0" anchor="t"/>
          <a:lstStyle/>
          <a:p>
            <a:pPr algn="l" indent="0" marL="0">
              <a:lnSpc>
                <a:spcPct val="105000"/>
              </a:lnSpc>
              <a:buNone/>
            </a:pPr>
            <a:r>
              <a:rPr lang="en-US" sz="2200" dirty="0">
                <a:solidFill>
                  <a:srgbClr val="000000"/>
                </a:solidFill>
                <a:latin typeface="Cooper Lt BT" pitchFamily="34" charset="0"/>
                <a:ea typeface="Cooper Lt BT" pitchFamily="34" charset="-122"/>
                <a:cs typeface="Cooper Lt BT" pitchFamily="34" charset="-120"/>
              </a:rPr>
              <a:t>Kijk hoe je van een antwoord een rapport maakt, met bron en grafiek.</a:t>
            </a:r>
            <a:endParaRPr lang="en-US" sz="2200" dirty="0"/>
          </a:p>
        </p:txBody>
      </p:sp>
      <p:pic>
        <p:nvPicPr>
          <p:cNvPr id="74" name="Image 0" descr="exports/261029_dair_onderwijsdata/img/Document.png">    </p:cNvPr>
          <p:cNvPicPr>
            <a:picLocks noChangeAspect="1"/>
          </p:cNvPicPr>
          <p:nvPr/>
        </p:nvPicPr>
        <p:blipFill>
          <a:blip r:embed="rId1"/>
          <a:stretch>
            <a:fillRect/>
          </a:stretch>
        </p:blipFill>
        <p:spPr>
          <a:xfrm>
            <a:off x="8503920" y="1828800"/>
            <a:ext cx="3291840" cy="32918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AF81"/>
        </a:solidFill>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sp>
      <p:sp>
        <p:nvSpPr>
          <p:cNvPr id="3" name="Shape 1"/>
          <p:cNvSpPr/>
          <p:nvPr/>
        </p:nvSpPr>
        <p:spPr>
          <a:xfrm>
            <a:off x="11212173" y="399224"/>
            <a:ext cx="34616" cy="34616"/>
          </a:xfrm>
          <a:prstGeom prst="ellipse">
            <a:avLst/>
          </a:prstGeom>
          <a:solidFill>
            <a:srgbClr val="000000"/>
          </a:solidFill>
          <a:ln/>
        </p:spPr>
      </p:sp>
      <p:sp>
        <p:nvSpPr>
          <p:cNvPr id="4" name="Shape 2"/>
          <p:cNvSpPr/>
          <p:nvPr/>
        </p:nvSpPr>
        <p:spPr>
          <a:xfrm>
            <a:off x="11398641" y="399224"/>
            <a:ext cx="34616" cy="34616"/>
          </a:xfrm>
          <a:prstGeom prst="ellipse">
            <a:avLst/>
          </a:prstGeom>
          <a:solidFill>
            <a:srgbClr val="000000"/>
          </a:solidFill>
          <a:ln/>
        </p:spPr>
      </p:sp>
      <p:sp>
        <p:nvSpPr>
          <p:cNvPr id="5" name="Shape 3"/>
          <p:cNvSpPr/>
          <p:nvPr/>
        </p:nvSpPr>
        <p:spPr>
          <a:xfrm>
            <a:off x="11258374" y="435357"/>
            <a:ext cx="51936" cy="51936"/>
          </a:xfrm>
          <a:prstGeom prst="ellipse">
            <a:avLst/>
          </a:prstGeom>
          <a:solidFill>
            <a:srgbClr val="000000"/>
          </a:solidFill>
          <a:ln/>
        </p:spPr>
      </p:sp>
      <p:sp>
        <p:nvSpPr>
          <p:cNvPr id="6" name="Shape 4"/>
          <p:cNvSpPr/>
          <p:nvPr/>
        </p:nvSpPr>
        <p:spPr>
          <a:xfrm>
            <a:off x="11335407" y="435306"/>
            <a:ext cx="51718" cy="51718"/>
          </a:xfrm>
          <a:prstGeom prst="ellipse">
            <a:avLst/>
          </a:prstGeom>
          <a:solidFill>
            <a:srgbClr val="000000"/>
          </a:solidFill>
          <a:ln/>
        </p:spPr>
      </p:sp>
      <p:sp>
        <p:nvSpPr>
          <p:cNvPr id="7" name="Shape 5"/>
          <p:cNvSpPr/>
          <p:nvPr/>
        </p:nvSpPr>
        <p:spPr>
          <a:xfrm>
            <a:off x="11127388" y="442398"/>
            <a:ext cx="35294" cy="35294"/>
          </a:xfrm>
          <a:prstGeom prst="ellipse">
            <a:avLst/>
          </a:prstGeom>
          <a:solidFill>
            <a:srgbClr val="000000"/>
          </a:solidFill>
          <a:ln/>
        </p:spPr>
      </p:sp>
      <p:sp>
        <p:nvSpPr>
          <p:cNvPr id="8" name="Shape 6"/>
          <p:cNvSpPr/>
          <p:nvPr/>
        </p:nvSpPr>
        <p:spPr>
          <a:xfrm>
            <a:off x="11482145" y="441649"/>
            <a:ext cx="35960" cy="35960"/>
          </a:xfrm>
          <a:prstGeom prst="ellipse">
            <a:avLst/>
          </a:prstGeom>
          <a:solidFill>
            <a:srgbClr val="000000"/>
          </a:solidFill>
          <a:ln/>
        </p:spPr>
      </p:sp>
      <p:sp>
        <p:nvSpPr>
          <p:cNvPr id="9" name="Shape 7"/>
          <p:cNvSpPr/>
          <p:nvPr/>
        </p:nvSpPr>
        <p:spPr>
          <a:xfrm>
            <a:off x="11185603" y="459328"/>
            <a:ext cx="52167" cy="52167"/>
          </a:xfrm>
          <a:prstGeom prst="ellipse">
            <a:avLst/>
          </a:prstGeom>
          <a:solidFill>
            <a:srgbClr val="000000"/>
          </a:solidFill>
          <a:ln/>
        </p:spPr>
      </p:sp>
      <p:sp>
        <p:nvSpPr>
          <p:cNvPr id="10" name="Shape 8"/>
          <p:cNvSpPr/>
          <p:nvPr/>
        </p:nvSpPr>
        <p:spPr>
          <a:xfrm>
            <a:off x="11408043" y="458713"/>
            <a:ext cx="52384" cy="52384"/>
          </a:xfrm>
          <a:prstGeom prst="ellipse">
            <a:avLst/>
          </a:prstGeom>
          <a:solidFill>
            <a:srgbClr val="000000"/>
          </a:solidFill>
          <a:ln/>
        </p:spPr>
      </p:sp>
      <p:sp>
        <p:nvSpPr>
          <p:cNvPr id="11" name="Shape 9"/>
          <p:cNvSpPr/>
          <p:nvPr/>
        </p:nvSpPr>
        <p:spPr>
          <a:xfrm>
            <a:off x="11241891" y="499749"/>
            <a:ext cx="36613" cy="36613"/>
          </a:xfrm>
          <a:prstGeom prst="ellipse">
            <a:avLst/>
          </a:prstGeom>
          <a:solidFill>
            <a:srgbClr val="000000"/>
          </a:solidFill>
          <a:ln/>
        </p:spPr>
      </p:sp>
      <p:sp>
        <p:nvSpPr>
          <p:cNvPr id="12" name="Shape 10"/>
          <p:cNvSpPr/>
          <p:nvPr/>
        </p:nvSpPr>
        <p:spPr>
          <a:xfrm>
            <a:off x="11294557" y="500146"/>
            <a:ext cx="57223" cy="57223"/>
          </a:xfrm>
          <a:prstGeom prst="ellipse">
            <a:avLst/>
          </a:prstGeom>
          <a:solidFill>
            <a:srgbClr val="000000"/>
          </a:solidFill>
          <a:ln/>
        </p:spPr>
      </p:sp>
      <p:sp>
        <p:nvSpPr>
          <p:cNvPr id="13" name="Shape 11"/>
          <p:cNvSpPr/>
          <p:nvPr/>
        </p:nvSpPr>
        <p:spPr>
          <a:xfrm>
            <a:off x="11364102" y="498770"/>
            <a:ext cx="35294" cy="35294"/>
          </a:xfrm>
          <a:prstGeom prst="ellipse">
            <a:avLst/>
          </a:prstGeom>
          <a:solidFill>
            <a:srgbClr val="000000"/>
          </a:solidFill>
          <a:ln/>
        </p:spPr>
      </p:sp>
      <p:sp>
        <p:nvSpPr>
          <p:cNvPr id="14" name="Shape 12"/>
          <p:cNvSpPr/>
          <p:nvPr/>
        </p:nvSpPr>
        <p:spPr>
          <a:xfrm>
            <a:off x="11123515" y="504524"/>
            <a:ext cx="51936" cy="51936"/>
          </a:xfrm>
          <a:prstGeom prst="ellipse">
            <a:avLst/>
          </a:prstGeom>
          <a:solidFill>
            <a:srgbClr val="000000"/>
          </a:solidFill>
          <a:ln/>
        </p:spPr>
      </p:sp>
      <p:sp>
        <p:nvSpPr>
          <p:cNvPr id="15" name="Shape 13"/>
          <p:cNvSpPr/>
          <p:nvPr/>
        </p:nvSpPr>
        <p:spPr>
          <a:xfrm>
            <a:off x="11470202" y="504300"/>
            <a:ext cx="52384" cy="52384"/>
          </a:xfrm>
          <a:prstGeom prst="ellipse">
            <a:avLst/>
          </a:prstGeom>
          <a:solidFill>
            <a:srgbClr val="000000"/>
          </a:solidFill>
          <a:ln/>
        </p:spPr>
      </p:sp>
      <p:sp>
        <p:nvSpPr>
          <p:cNvPr id="16" name="Shape 14"/>
          <p:cNvSpPr/>
          <p:nvPr/>
        </p:nvSpPr>
        <p:spPr>
          <a:xfrm>
            <a:off x="11060774" y="508825"/>
            <a:ext cx="35627" cy="35627"/>
          </a:xfrm>
          <a:prstGeom prst="ellipse">
            <a:avLst/>
          </a:prstGeom>
          <a:solidFill>
            <a:srgbClr val="000000"/>
          </a:solidFill>
          <a:ln/>
        </p:spPr>
      </p:sp>
      <p:sp>
        <p:nvSpPr>
          <p:cNvPr id="17" name="Shape 15"/>
          <p:cNvSpPr/>
          <p:nvPr/>
        </p:nvSpPr>
        <p:spPr>
          <a:xfrm>
            <a:off x="11548535" y="508038"/>
            <a:ext cx="36613" cy="36613"/>
          </a:xfrm>
          <a:prstGeom prst="ellipse">
            <a:avLst/>
          </a:prstGeom>
          <a:solidFill>
            <a:srgbClr val="000000"/>
          </a:solidFill>
          <a:ln/>
        </p:spPr>
      </p:sp>
      <p:sp>
        <p:nvSpPr>
          <p:cNvPr id="18" name="Shape 16"/>
          <p:cNvSpPr/>
          <p:nvPr/>
        </p:nvSpPr>
        <p:spPr>
          <a:xfrm>
            <a:off x="11191466" y="533379"/>
            <a:ext cx="57825" cy="57825"/>
          </a:xfrm>
          <a:prstGeom prst="ellipse">
            <a:avLst/>
          </a:prstGeom>
          <a:solidFill>
            <a:srgbClr val="000000"/>
          </a:solidFill>
          <a:ln/>
        </p:spPr>
      </p:sp>
      <p:sp>
        <p:nvSpPr>
          <p:cNvPr id="19" name="Shape 17"/>
          <p:cNvSpPr/>
          <p:nvPr/>
        </p:nvSpPr>
        <p:spPr>
          <a:xfrm>
            <a:off x="11396535" y="533494"/>
            <a:ext cx="57428" cy="57428"/>
          </a:xfrm>
          <a:prstGeom prst="ellipse">
            <a:avLst/>
          </a:prstGeom>
          <a:solidFill>
            <a:srgbClr val="000000"/>
          </a:solidFill>
          <a:ln/>
        </p:spPr>
      </p:sp>
      <p:sp>
        <p:nvSpPr>
          <p:cNvPr id="20" name="Shape 18"/>
          <p:cNvSpPr/>
          <p:nvPr/>
        </p:nvSpPr>
        <p:spPr>
          <a:xfrm>
            <a:off x="11079087" y="567226"/>
            <a:ext cx="51270" cy="51270"/>
          </a:xfrm>
          <a:prstGeom prst="ellipse">
            <a:avLst/>
          </a:prstGeom>
          <a:solidFill>
            <a:srgbClr val="000000"/>
          </a:solidFill>
          <a:ln/>
        </p:spPr>
      </p:sp>
      <p:sp>
        <p:nvSpPr>
          <p:cNvPr id="21" name="Shape 19"/>
          <p:cNvSpPr/>
          <p:nvPr/>
        </p:nvSpPr>
        <p:spPr>
          <a:xfrm>
            <a:off x="11339728" y="567053"/>
            <a:ext cx="34616" cy="34616"/>
          </a:xfrm>
          <a:prstGeom prst="ellipse">
            <a:avLst/>
          </a:prstGeom>
          <a:solidFill>
            <a:srgbClr val="000000"/>
          </a:solidFill>
          <a:ln/>
        </p:spPr>
      </p:sp>
      <p:sp>
        <p:nvSpPr>
          <p:cNvPr id="22" name="Shape 20"/>
          <p:cNvSpPr/>
          <p:nvPr/>
        </p:nvSpPr>
        <p:spPr>
          <a:xfrm>
            <a:off x="11515167" y="566234"/>
            <a:ext cx="52819" cy="52819"/>
          </a:xfrm>
          <a:prstGeom prst="ellipse">
            <a:avLst/>
          </a:prstGeom>
          <a:solidFill>
            <a:srgbClr val="000000"/>
          </a:solidFill>
          <a:ln/>
        </p:spPr>
      </p:sp>
      <p:sp>
        <p:nvSpPr>
          <p:cNvPr id="23" name="Shape 21"/>
          <p:cNvSpPr/>
          <p:nvPr/>
        </p:nvSpPr>
        <p:spPr>
          <a:xfrm>
            <a:off x="11262860" y="569742"/>
            <a:ext cx="34961" cy="34961"/>
          </a:xfrm>
          <a:prstGeom prst="ellipse">
            <a:avLst/>
          </a:prstGeom>
          <a:solidFill>
            <a:srgbClr val="000000"/>
          </a:solidFill>
          <a:ln/>
        </p:spPr>
      </p:sp>
      <p:sp>
        <p:nvSpPr>
          <p:cNvPr id="24" name="Shape 22"/>
          <p:cNvSpPr/>
          <p:nvPr/>
        </p:nvSpPr>
        <p:spPr>
          <a:xfrm>
            <a:off x="11462521" y="569818"/>
            <a:ext cx="35294" cy="35294"/>
          </a:xfrm>
          <a:prstGeom prst="ellipse">
            <a:avLst/>
          </a:prstGeom>
          <a:solidFill>
            <a:srgbClr val="000000"/>
          </a:solidFill>
          <a:ln/>
        </p:spPr>
      </p:sp>
      <p:sp>
        <p:nvSpPr>
          <p:cNvPr id="25" name="Shape 23"/>
          <p:cNvSpPr/>
          <p:nvPr/>
        </p:nvSpPr>
        <p:spPr>
          <a:xfrm>
            <a:off x="11145681" y="573441"/>
            <a:ext cx="34270" cy="34270"/>
          </a:xfrm>
          <a:prstGeom prst="ellipse">
            <a:avLst/>
          </a:prstGeom>
          <a:solidFill>
            <a:srgbClr val="000000"/>
          </a:solidFill>
          <a:ln/>
        </p:spPr>
      </p:sp>
      <p:sp>
        <p:nvSpPr>
          <p:cNvPr id="26" name="Shape 24"/>
          <p:cNvSpPr/>
          <p:nvPr/>
        </p:nvSpPr>
        <p:spPr>
          <a:xfrm>
            <a:off x="11592015" y="593213"/>
            <a:ext cx="35294" cy="35294"/>
          </a:xfrm>
          <a:prstGeom prst="ellipse">
            <a:avLst/>
          </a:prstGeom>
          <a:solidFill>
            <a:srgbClr val="000000"/>
          </a:solidFill>
          <a:ln/>
        </p:spPr>
      </p:sp>
      <p:sp>
        <p:nvSpPr>
          <p:cNvPr id="27" name="Shape 25"/>
          <p:cNvSpPr/>
          <p:nvPr/>
        </p:nvSpPr>
        <p:spPr>
          <a:xfrm>
            <a:off x="11019124" y="593444"/>
            <a:ext cx="34616" cy="34616"/>
          </a:xfrm>
          <a:prstGeom prst="ellipse">
            <a:avLst/>
          </a:prstGeom>
          <a:solidFill>
            <a:srgbClr val="000000"/>
          </a:solidFill>
          <a:ln/>
        </p:spPr>
      </p:sp>
      <p:sp>
        <p:nvSpPr>
          <p:cNvPr id="28" name="Shape 26"/>
          <p:cNvSpPr/>
          <p:nvPr/>
        </p:nvSpPr>
        <p:spPr>
          <a:xfrm>
            <a:off x="11403576" y="610214"/>
            <a:ext cx="34961" cy="34961"/>
          </a:xfrm>
          <a:prstGeom prst="ellipse">
            <a:avLst/>
          </a:prstGeom>
          <a:solidFill>
            <a:srgbClr val="000000"/>
          </a:solidFill>
          <a:ln/>
        </p:spPr>
      </p:sp>
      <p:sp>
        <p:nvSpPr>
          <p:cNvPr id="29" name="Shape 27"/>
          <p:cNvSpPr/>
          <p:nvPr/>
        </p:nvSpPr>
        <p:spPr>
          <a:xfrm>
            <a:off x="11201662" y="616570"/>
            <a:ext cx="35627" cy="35627"/>
          </a:xfrm>
          <a:prstGeom prst="ellipse">
            <a:avLst/>
          </a:prstGeom>
          <a:solidFill>
            <a:srgbClr val="000000"/>
          </a:solidFill>
          <a:ln/>
        </p:spPr>
      </p:sp>
      <p:sp>
        <p:nvSpPr>
          <p:cNvPr id="30" name="Shape 28"/>
          <p:cNvSpPr/>
          <p:nvPr/>
        </p:nvSpPr>
        <p:spPr>
          <a:xfrm>
            <a:off x="11127484" y="620705"/>
            <a:ext cx="58030" cy="58030"/>
          </a:xfrm>
          <a:prstGeom prst="ellipse">
            <a:avLst/>
          </a:prstGeom>
          <a:solidFill>
            <a:srgbClr val="000000"/>
          </a:solidFill>
          <a:ln/>
        </p:spPr>
      </p:sp>
      <p:sp>
        <p:nvSpPr>
          <p:cNvPr id="31" name="Shape 29"/>
          <p:cNvSpPr/>
          <p:nvPr/>
        </p:nvSpPr>
        <p:spPr>
          <a:xfrm>
            <a:off x="11460767" y="620852"/>
            <a:ext cx="57428" cy="57428"/>
          </a:xfrm>
          <a:prstGeom prst="ellipse">
            <a:avLst/>
          </a:prstGeom>
          <a:solidFill>
            <a:srgbClr val="000000"/>
          </a:solidFill>
          <a:ln/>
        </p:spPr>
      </p:sp>
      <p:sp>
        <p:nvSpPr>
          <p:cNvPr id="32" name="Shape 30"/>
          <p:cNvSpPr/>
          <p:nvPr/>
        </p:nvSpPr>
        <p:spPr>
          <a:xfrm>
            <a:off x="11055219" y="640144"/>
            <a:ext cx="51718" cy="51718"/>
          </a:xfrm>
          <a:prstGeom prst="ellipse">
            <a:avLst/>
          </a:prstGeom>
          <a:solidFill>
            <a:srgbClr val="000000"/>
          </a:solidFill>
          <a:ln/>
        </p:spPr>
      </p:sp>
      <p:sp>
        <p:nvSpPr>
          <p:cNvPr id="33" name="Shape 31"/>
          <p:cNvSpPr/>
          <p:nvPr/>
        </p:nvSpPr>
        <p:spPr>
          <a:xfrm>
            <a:off x="11539330" y="640266"/>
            <a:ext cx="51270" cy="51270"/>
          </a:xfrm>
          <a:prstGeom prst="ellipse">
            <a:avLst/>
          </a:prstGeom>
          <a:solidFill>
            <a:srgbClr val="000000"/>
          </a:solidFill>
          <a:ln/>
        </p:spPr>
      </p:sp>
      <p:sp>
        <p:nvSpPr>
          <p:cNvPr id="34" name="Shape 32"/>
          <p:cNvSpPr/>
          <p:nvPr/>
        </p:nvSpPr>
        <p:spPr>
          <a:xfrm>
            <a:off x="11429576" y="682274"/>
            <a:ext cx="35627" cy="35627"/>
          </a:xfrm>
          <a:prstGeom prst="ellipse">
            <a:avLst/>
          </a:prstGeom>
          <a:solidFill>
            <a:srgbClr val="000000"/>
          </a:solidFill>
          <a:ln/>
        </p:spPr>
      </p:sp>
      <p:sp>
        <p:nvSpPr>
          <p:cNvPr id="35" name="Shape 33"/>
          <p:cNvSpPr/>
          <p:nvPr/>
        </p:nvSpPr>
        <p:spPr>
          <a:xfrm>
            <a:off x="11004076" y="687222"/>
            <a:ext cx="34616" cy="34616"/>
          </a:xfrm>
          <a:prstGeom prst="ellipse">
            <a:avLst/>
          </a:prstGeom>
          <a:solidFill>
            <a:srgbClr val="000000"/>
          </a:solidFill>
          <a:ln/>
        </p:spPr>
      </p:sp>
      <p:sp>
        <p:nvSpPr>
          <p:cNvPr id="36" name="Shape 34"/>
          <p:cNvSpPr/>
          <p:nvPr/>
        </p:nvSpPr>
        <p:spPr>
          <a:xfrm>
            <a:off x="11502052" y="685321"/>
            <a:ext cx="34270" cy="34270"/>
          </a:xfrm>
          <a:prstGeom prst="ellipse">
            <a:avLst/>
          </a:prstGeom>
          <a:solidFill>
            <a:srgbClr val="000000"/>
          </a:solidFill>
          <a:ln/>
        </p:spPr>
      </p:sp>
      <p:sp>
        <p:nvSpPr>
          <p:cNvPr id="37" name="Shape 35"/>
          <p:cNvSpPr/>
          <p:nvPr/>
        </p:nvSpPr>
        <p:spPr>
          <a:xfrm>
            <a:off x="11606321" y="686422"/>
            <a:ext cx="35627" cy="35627"/>
          </a:xfrm>
          <a:prstGeom prst="ellipse">
            <a:avLst/>
          </a:prstGeom>
          <a:solidFill>
            <a:srgbClr val="000000"/>
          </a:solidFill>
          <a:ln/>
        </p:spPr>
      </p:sp>
      <p:sp>
        <p:nvSpPr>
          <p:cNvPr id="38" name="Shape 36"/>
          <p:cNvSpPr/>
          <p:nvPr/>
        </p:nvSpPr>
        <p:spPr>
          <a:xfrm>
            <a:off x="11108908" y="688957"/>
            <a:ext cx="35294" cy="35294"/>
          </a:xfrm>
          <a:prstGeom prst="ellipse">
            <a:avLst/>
          </a:prstGeom>
          <a:solidFill>
            <a:srgbClr val="000000"/>
          </a:solidFill>
          <a:ln/>
        </p:spPr>
      </p:sp>
      <p:sp>
        <p:nvSpPr>
          <p:cNvPr id="39" name="Shape 37"/>
          <p:cNvSpPr/>
          <p:nvPr/>
        </p:nvSpPr>
        <p:spPr>
          <a:xfrm>
            <a:off x="11179733" y="690371"/>
            <a:ext cx="36613" cy="36613"/>
          </a:xfrm>
          <a:prstGeom prst="ellipse">
            <a:avLst/>
          </a:prstGeom>
          <a:solidFill>
            <a:srgbClr val="000000"/>
          </a:solidFill>
          <a:ln/>
        </p:spPr>
      </p:sp>
      <p:sp>
        <p:nvSpPr>
          <p:cNvPr id="40" name="Shape 38"/>
          <p:cNvSpPr/>
          <p:nvPr/>
        </p:nvSpPr>
        <p:spPr>
          <a:xfrm>
            <a:off x="11054764" y="716576"/>
            <a:ext cx="51936" cy="51936"/>
          </a:xfrm>
          <a:prstGeom prst="ellipse">
            <a:avLst/>
          </a:prstGeom>
          <a:solidFill>
            <a:srgbClr val="000000"/>
          </a:solidFill>
          <a:ln/>
        </p:spPr>
      </p:sp>
      <p:sp>
        <p:nvSpPr>
          <p:cNvPr id="41" name="Shape 39"/>
          <p:cNvSpPr/>
          <p:nvPr/>
        </p:nvSpPr>
        <p:spPr>
          <a:xfrm>
            <a:off x="11539023" y="716851"/>
            <a:ext cx="51488" cy="51488"/>
          </a:xfrm>
          <a:prstGeom prst="ellipse">
            <a:avLst/>
          </a:prstGeom>
          <a:solidFill>
            <a:srgbClr val="000000"/>
          </a:solidFill>
          <a:ln/>
        </p:spPr>
      </p:sp>
      <p:sp>
        <p:nvSpPr>
          <p:cNvPr id="42" name="Shape 40"/>
          <p:cNvSpPr/>
          <p:nvPr/>
        </p:nvSpPr>
        <p:spPr>
          <a:xfrm>
            <a:off x="11127490" y="729288"/>
            <a:ext cx="58222" cy="58222"/>
          </a:xfrm>
          <a:prstGeom prst="ellipse">
            <a:avLst/>
          </a:prstGeom>
          <a:solidFill>
            <a:srgbClr val="000000"/>
          </a:solidFill>
          <a:ln/>
        </p:spPr>
      </p:sp>
      <p:sp>
        <p:nvSpPr>
          <p:cNvPr id="43" name="Shape 41"/>
          <p:cNvSpPr/>
          <p:nvPr/>
        </p:nvSpPr>
        <p:spPr>
          <a:xfrm>
            <a:off x="11460671" y="729781"/>
            <a:ext cx="57633" cy="57633"/>
          </a:xfrm>
          <a:prstGeom prst="ellipse">
            <a:avLst/>
          </a:prstGeom>
          <a:solidFill>
            <a:srgbClr val="000000"/>
          </a:solidFill>
          <a:ln/>
        </p:spPr>
      </p:sp>
      <p:sp>
        <p:nvSpPr>
          <p:cNvPr id="44" name="Shape 42"/>
          <p:cNvSpPr/>
          <p:nvPr/>
        </p:nvSpPr>
        <p:spPr>
          <a:xfrm>
            <a:off x="11407973" y="756415"/>
            <a:ext cx="35960" cy="35960"/>
          </a:xfrm>
          <a:prstGeom prst="ellipse">
            <a:avLst/>
          </a:prstGeom>
          <a:solidFill>
            <a:srgbClr val="000000"/>
          </a:solidFill>
          <a:ln/>
        </p:spPr>
      </p:sp>
      <p:sp>
        <p:nvSpPr>
          <p:cNvPr id="45" name="Shape 43"/>
          <p:cNvSpPr/>
          <p:nvPr/>
        </p:nvSpPr>
        <p:spPr>
          <a:xfrm>
            <a:off x="11207308" y="763884"/>
            <a:ext cx="34616" cy="34616"/>
          </a:xfrm>
          <a:prstGeom prst="ellipse">
            <a:avLst/>
          </a:prstGeom>
          <a:solidFill>
            <a:srgbClr val="000000"/>
          </a:solidFill>
          <a:ln/>
        </p:spPr>
      </p:sp>
      <p:sp>
        <p:nvSpPr>
          <p:cNvPr id="46" name="Shape 44"/>
          <p:cNvSpPr/>
          <p:nvPr/>
        </p:nvSpPr>
        <p:spPr>
          <a:xfrm>
            <a:off x="11018670" y="780462"/>
            <a:ext cx="34616" cy="34616"/>
          </a:xfrm>
          <a:prstGeom prst="ellipse">
            <a:avLst/>
          </a:prstGeom>
          <a:solidFill>
            <a:srgbClr val="000000"/>
          </a:solidFill>
          <a:ln/>
        </p:spPr>
      </p:sp>
      <p:sp>
        <p:nvSpPr>
          <p:cNvPr id="47" name="Shape 45"/>
          <p:cNvSpPr/>
          <p:nvPr/>
        </p:nvSpPr>
        <p:spPr>
          <a:xfrm>
            <a:off x="11591670" y="780123"/>
            <a:ext cx="35294" cy="35294"/>
          </a:xfrm>
          <a:prstGeom prst="ellipse">
            <a:avLst/>
          </a:prstGeom>
          <a:solidFill>
            <a:srgbClr val="000000"/>
          </a:solidFill>
          <a:ln/>
        </p:spPr>
      </p:sp>
      <p:sp>
        <p:nvSpPr>
          <p:cNvPr id="48" name="Shape 46"/>
          <p:cNvSpPr/>
          <p:nvPr/>
        </p:nvSpPr>
        <p:spPr>
          <a:xfrm>
            <a:off x="11079010" y="790179"/>
            <a:ext cx="51270" cy="51270"/>
          </a:xfrm>
          <a:prstGeom prst="ellipse">
            <a:avLst/>
          </a:prstGeom>
          <a:solidFill>
            <a:srgbClr val="000000"/>
          </a:solidFill>
          <a:ln/>
        </p:spPr>
      </p:sp>
      <p:sp>
        <p:nvSpPr>
          <p:cNvPr id="49" name="Shape 47"/>
          <p:cNvSpPr/>
          <p:nvPr/>
        </p:nvSpPr>
        <p:spPr>
          <a:xfrm>
            <a:off x="11515218" y="789692"/>
            <a:ext cx="52602" cy="52602"/>
          </a:xfrm>
          <a:prstGeom prst="ellipse">
            <a:avLst/>
          </a:prstGeom>
          <a:solidFill>
            <a:srgbClr val="000000"/>
          </a:solidFill>
          <a:ln/>
        </p:spPr>
      </p:sp>
      <p:sp>
        <p:nvSpPr>
          <p:cNvPr id="50" name="Shape 48"/>
          <p:cNvSpPr/>
          <p:nvPr/>
        </p:nvSpPr>
        <p:spPr>
          <a:xfrm>
            <a:off x="11147371" y="803460"/>
            <a:ext cx="35627" cy="35627"/>
          </a:xfrm>
          <a:prstGeom prst="ellipse">
            <a:avLst/>
          </a:prstGeom>
          <a:solidFill>
            <a:srgbClr val="000000"/>
          </a:solidFill>
          <a:ln/>
        </p:spPr>
      </p:sp>
      <p:sp>
        <p:nvSpPr>
          <p:cNvPr id="51" name="Shape 49"/>
          <p:cNvSpPr/>
          <p:nvPr/>
        </p:nvSpPr>
        <p:spPr>
          <a:xfrm>
            <a:off x="11347786" y="804293"/>
            <a:ext cx="35294" cy="35294"/>
          </a:xfrm>
          <a:prstGeom prst="ellipse">
            <a:avLst/>
          </a:prstGeom>
          <a:solidFill>
            <a:srgbClr val="000000"/>
          </a:solidFill>
          <a:ln/>
        </p:spPr>
      </p:sp>
      <p:sp>
        <p:nvSpPr>
          <p:cNvPr id="52" name="Shape 50"/>
          <p:cNvSpPr/>
          <p:nvPr/>
        </p:nvSpPr>
        <p:spPr>
          <a:xfrm>
            <a:off x="11465119" y="800919"/>
            <a:ext cx="34961" cy="34961"/>
          </a:xfrm>
          <a:prstGeom prst="ellipse">
            <a:avLst/>
          </a:prstGeom>
          <a:solidFill>
            <a:srgbClr val="000000"/>
          </a:solidFill>
          <a:ln/>
        </p:spPr>
      </p:sp>
      <p:sp>
        <p:nvSpPr>
          <p:cNvPr id="53" name="Shape 51"/>
          <p:cNvSpPr/>
          <p:nvPr/>
        </p:nvSpPr>
        <p:spPr>
          <a:xfrm>
            <a:off x="11270669" y="806590"/>
            <a:ext cx="35627" cy="35627"/>
          </a:xfrm>
          <a:prstGeom prst="ellipse">
            <a:avLst/>
          </a:prstGeom>
          <a:solidFill>
            <a:srgbClr val="000000"/>
          </a:solidFill>
          <a:ln/>
        </p:spPr>
      </p:sp>
      <p:sp>
        <p:nvSpPr>
          <p:cNvPr id="54" name="Shape 52"/>
          <p:cNvSpPr/>
          <p:nvPr/>
        </p:nvSpPr>
        <p:spPr>
          <a:xfrm>
            <a:off x="11191498" y="817766"/>
            <a:ext cx="57633" cy="57633"/>
          </a:xfrm>
          <a:prstGeom prst="ellipse">
            <a:avLst/>
          </a:prstGeom>
          <a:solidFill>
            <a:srgbClr val="000000"/>
          </a:solidFill>
          <a:ln/>
        </p:spPr>
      </p:sp>
      <p:sp>
        <p:nvSpPr>
          <p:cNvPr id="55" name="Shape 53"/>
          <p:cNvSpPr/>
          <p:nvPr/>
        </p:nvSpPr>
        <p:spPr>
          <a:xfrm>
            <a:off x="11396573" y="817888"/>
            <a:ext cx="57633" cy="57633"/>
          </a:xfrm>
          <a:prstGeom prst="ellipse">
            <a:avLst/>
          </a:prstGeom>
          <a:solidFill>
            <a:srgbClr val="000000"/>
          </a:solidFill>
          <a:ln/>
        </p:spPr>
      </p:sp>
      <p:sp>
        <p:nvSpPr>
          <p:cNvPr id="56" name="Shape 54"/>
          <p:cNvSpPr/>
          <p:nvPr/>
        </p:nvSpPr>
        <p:spPr>
          <a:xfrm>
            <a:off x="11123445" y="851985"/>
            <a:ext cx="52167" cy="52167"/>
          </a:xfrm>
          <a:prstGeom prst="ellipse">
            <a:avLst/>
          </a:prstGeom>
          <a:solidFill>
            <a:srgbClr val="000000"/>
          </a:solidFill>
          <a:ln/>
        </p:spPr>
      </p:sp>
      <p:sp>
        <p:nvSpPr>
          <p:cNvPr id="57" name="Shape 55"/>
          <p:cNvSpPr/>
          <p:nvPr/>
        </p:nvSpPr>
        <p:spPr>
          <a:xfrm>
            <a:off x="11294647" y="851390"/>
            <a:ext cx="57223" cy="57223"/>
          </a:xfrm>
          <a:prstGeom prst="ellipse">
            <a:avLst/>
          </a:prstGeom>
          <a:solidFill>
            <a:srgbClr val="000000"/>
          </a:solidFill>
          <a:ln/>
        </p:spPr>
      </p:sp>
      <p:sp>
        <p:nvSpPr>
          <p:cNvPr id="58" name="Shape 56"/>
          <p:cNvSpPr/>
          <p:nvPr/>
        </p:nvSpPr>
        <p:spPr>
          <a:xfrm>
            <a:off x="11470202" y="852382"/>
            <a:ext cx="52384" cy="52384"/>
          </a:xfrm>
          <a:prstGeom prst="ellipse">
            <a:avLst/>
          </a:prstGeom>
          <a:solidFill>
            <a:srgbClr val="000000"/>
          </a:solidFill>
          <a:ln/>
        </p:spPr>
      </p:sp>
      <p:sp>
        <p:nvSpPr>
          <p:cNvPr id="59" name="Shape 57"/>
          <p:cNvSpPr/>
          <p:nvPr/>
        </p:nvSpPr>
        <p:spPr>
          <a:xfrm>
            <a:off x="11060774" y="864607"/>
            <a:ext cx="35627" cy="35627"/>
          </a:xfrm>
          <a:prstGeom prst="ellipse">
            <a:avLst/>
          </a:prstGeom>
          <a:solidFill>
            <a:srgbClr val="000000"/>
          </a:solidFill>
          <a:ln/>
        </p:spPr>
      </p:sp>
      <p:sp>
        <p:nvSpPr>
          <p:cNvPr id="60" name="Shape 58"/>
          <p:cNvSpPr/>
          <p:nvPr/>
        </p:nvSpPr>
        <p:spPr>
          <a:xfrm>
            <a:off x="11548733" y="864185"/>
            <a:ext cx="35627" cy="35627"/>
          </a:xfrm>
          <a:prstGeom prst="ellipse">
            <a:avLst/>
          </a:prstGeom>
          <a:solidFill>
            <a:srgbClr val="000000"/>
          </a:solidFill>
          <a:ln/>
        </p:spPr>
      </p:sp>
      <p:sp>
        <p:nvSpPr>
          <p:cNvPr id="61" name="Shape 59"/>
          <p:cNvSpPr/>
          <p:nvPr/>
        </p:nvSpPr>
        <p:spPr>
          <a:xfrm>
            <a:off x="11246231" y="873908"/>
            <a:ext cx="35627" cy="35627"/>
          </a:xfrm>
          <a:prstGeom prst="ellipse">
            <a:avLst/>
          </a:prstGeom>
          <a:solidFill>
            <a:srgbClr val="000000"/>
          </a:solidFill>
          <a:ln/>
        </p:spPr>
      </p:sp>
      <p:sp>
        <p:nvSpPr>
          <p:cNvPr id="62" name="Shape 60"/>
          <p:cNvSpPr/>
          <p:nvPr/>
        </p:nvSpPr>
        <p:spPr>
          <a:xfrm>
            <a:off x="11367418" y="872896"/>
            <a:ext cx="35627" cy="35627"/>
          </a:xfrm>
          <a:prstGeom prst="ellipse">
            <a:avLst/>
          </a:prstGeom>
          <a:solidFill>
            <a:srgbClr val="000000"/>
          </a:solidFill>
          <a:ln/>
        </p:spPr>
      </p:sp>
      <p:sp>
        <p:nvSpPr>
          <p:cNvPr id="63" name="Shape 61"/>
          <p:cNvSpPr/>
          <p:nvPr/>
        </p:nvSpPr>
        <p:spPr>
          <a:xfrm>
            <a:off x="11185366" y="897322"/>
            <a:ext cx="51936" cy="51936"/>
          </a:xfrm>
          <a:prstGeom prst="ellipse">
            <a:avLst/>
          </a:prstGeom>
          <a:solidFill>
            <a:srgbClr val="000000"/>
          </a:solidFill>
          <a:ln/>
        </p:spPr>
      </p:sp>
      <p:sp>
        <p:nvSpPr>
          <p:cNvPr id="64" name="Shape 62"/>
          <p:cNvSpPr/>
          <p:nvPr/>
        </p:nvSpPr>
        <p:spPr>
          <a:xfrm>
            <a:off x="11407845" y="897655"/>
            <a:ext cx="52602" cy="52602"/>
          </a:xfrm>
          <a:prstGeom prst="ellipse">
            <a:avLst/>
          </a:prstGeom>
          <a:solidFill>
            <a:srgbClr val="000000"/>
          </a:solidFill>
          <a:ln/>
        </p:spPr>
      </p:sp>
      <p:sp>
        <p:nvSpPr>
          <p:cNvPr id="65" name="Shape 63"/>
          <p:cNvSpPr/>
          <p:nvPr/>
        </p:nvSpPr>
        <p:spPr>
          <a:xfrm>
            <a:off x="11258822" y="921466"/>
            <a:ext cx="51270" cy="51270"/>
          </a:xfrm>
          <a:prstGeom prst="ellipse">
            <a:avLst/>
          </a:prstGeom>
          <a:solidFill>
            <a:srgbClr val="000000"/>
          </a:solidFill>
          <a:ln/>
        </p:spPr>
      </p:sp>
      <p:sp>
        <p:nvSpPr>
          <p:cNvPr id="66" name="Shape 64"/>
          <p:cNvSpPr/>
          <p:nvPr/>
        </p:nvSpPr>
        <p:spPr>
          <a:xfrm>
            <a:off x="11335350" y="921504"/>
            <a:ext cx="51270" cy="51270"/>
          </a:xfrm>
          <a:prstGeom prst="ellipse">
            <a:avLst/>
          </a:prstGeom>
          <a:solidFill>
            <a:srgbClr val="000000"/>
          </a:solidFill>
          <a:ln/>
        </p:spPr>
      </p:sp>
      <p:sp>
        <p:nvSpPr>
          <p:cNvPr id="67" name="Shape 65"/>
          <p:cNvSpPr/>
          <p:nvPr/>
        </p:nvSpPr>
        <p:spPr>
          <a:xfrm>
            <a:off x="11127388" y="931368"/>
            <a:ext cx="35294" cy="35294"/>
          </a:xfrm>
          <a:prstGeom prst="ellipse">
            <a:avLst/>
          </a:prstGeom>
          <a:solidFill>
            <a:srgbClr val="000000"/>
          </a:solidFill>
          <a:ln/>
        </p:spPr>
      </p:sp>
      <p:sp>
        <p:nvSpPr>
          <p:cNvPr id="68" name="Shape 66"/>
          <p:cNvSpPr/>
          <p:nvPr/>
        </p:nvSpPr>
        <p:spPr>
          <a:xfrm>
            <a:off x="11481979" y="931035"/>
            <a:ext cx="35960" cy="35960"/>
          </a:xfrm>
          <a:prstGeom prst="ellipse">
            <a:avLst/>
          </a:prstGeom>
          <a:solidFill>
            <a:srgbClr val="000000"/>
          </a:solidFill>
          <a:ln/>
        </p:spPr>
      </p:sp>
      <p:sp>
        <p:nvSpPr>
          <p:cNvPr id="69" name="Shape 67"/>
          <p:cNvSpPr/>
          <p:nvPr/>
        </p:nvSpPr>
        <p:spPr>
          <a:xfrm>
            <a:off x="11211987" y="974695"/>
            <a:ext cx="34961" cy="34961"/>
          </a:xfrm>
          <a:prstGeom prst="ellipse">
            <a:avLst/>
          </a:prstGeom>
          <a:solidFill>
            <a:srgbClr val="000000"/>
          </a:solidFill>
          <a:ln/>
        </p:spPr>
      </p:sp>
      <p:sp>
        <p:nvSpPr>
          <p:cNvPr id="70" name="Shape 68"/>
          <p:cNvSpPr/>
          <p:nvPr/>
        </p:nvSpPr>
        <p:spPr>
          <a:xfrm>
            <a:off x="11398461" y="974695"/>
            <a:ext cx="34961" cy="34961"/>
          </a:xfrm>
          <a:prstGeom prst="ellipse">
            <a:avLst/>
          </a:prstGeom>
          <a:solidFill>
            <a:srgbClr val="000000"/>
          </a:solidFill>
          <a:ln/>
        </p:spPr>
      </p:sp>
      <p:sp>
        <p:nvSpPr>
          <p:cNvPr id="71" name="Shape 69"/>
          <p:cNvSpPr/>
          <p:nvPr/>
        </p:nvSpPr>
        <p:spPr>
          <a:xfrm>
            <a:off x="11304837" y="988501"/>
            <a:ext cx="35627" cy="35627"/>
          </a:xfrm>
          <a:prstGeom prst="ellipse">
            <a:avLst/>
          </a:prstGeom>
          <a:solidFill>
            <a:srgbClr val="000000"/>
          </a:solidFill>
          <a:ln/>
        </p:spPr>
      </p:sp>
      <p:sp>
        <p:nvSpPr>
          <p:cNvPr id="72" name="Shape 70"/>
          <p:cNvSpPr/>
          <p:nvPr/>
        </p:nvSpPr>
        <p:spPr>
          <a:xfrm>
            <a:off x="548640" y="1280160"/>
            <a:ext cx="1005840" cy="1005840"/>
          </a:xfrm>
          <a:prstGeom prst="ellipse">
            <a:avLst/>
          </a:prstGeom>
          <a:solidFill>
            <a:srgbClr val="F4D9DC"/>
          </a:solidFill>
          <a:ln/>
        </p:spPr>
      </p:sp>
      <p:sp>
        <p:nvSpPr>
          <p:cNvPr id="73" name="Text 71"/>
          <p:cNvSpPr/>
          <p:nvPr/>
        </p:nvSpPr>
        <p:spPr>
          <a:xfrm>
            <a:off x="548640" y="1280160"/>
            <a:ext cx="1005840" cy="1005840"/>
          </a:xfrm>
          <a:prstGeom prst="rect">
            <a:avLst/>
          </a:prstGeom>
          <a:noFill/>
          <a:ln/>
        </p:spPr>
        <p:txBody>
          <a:bodyPr wrap="square" lIns="0" tIns="0" rIns="0" bIns="0" rtlCol="0" anchor="ctr"/>
          <a:lstStyle/>
          <a:p>
            <a:pPr algn="ctr" indent="0" marL="0">
              <a:lnSpc>
                <a:spcPct val="105000"/>
              </a:lnSpc>
              <a:buNone/>
            </a:pPr>
            <a:r>
              <a:rPr lang="en-US" sz="3200" dirty="0">
                <a:solidFill>
                  <a:srgbClr val="3D68EC"/>
                </a:solidFill>
                <a:latin typeface="General Sans Semibold" pitchFamily="34" charset="0"/>
                <a:ea typeface="General Sans Semibold" pitchFamily="34" charset="-122"/>
                <a:cs typeface="General Sans Semibold" pitchFamily="34" charset="-120"/>
              </a:rPr>
              <a:t>3</a:t>
            </a:r>
            <a:endParaRPr lang="en-US" sz="3200" dirty="0"/>
          </a:p>
        </p:txBody>
      </p:sp>
      <p:sp>
        <p:nvSpPr>
          <p:cNvPr id="74" name="Text 72"/>
          <p:cNvSpPr/>
          <p:nvPr/>
        </p:nvSpPr>
        <p:spPr>
          <a:xfrm>
            <a:off x="548640" y="2468880"/>
            <a:ext cx="7863840" cy="1828800"/>
          </a:xfrm>
          <a:prstGeom prst="rect">
            <a:avLst/>
          </a:prstGeom>
          <a:noFill/>
          <a:ln/>
        </p:spPr>
        <p:txBody>
          <a:bodyPr wrap="square" lIns="0" tIns="0" rIns="0" bIns="0" rtlCol="0" anchor="b"/>
          <a:lstStyle/>
          <a:p>
            <a:pPr algn="l" indent="0" marL="0">
              <a:lnSpc>
                <a:spcPct val="105000"/>
              </a:lnSpc>
              <a:buNone/>
            </a:pPr>
            <a:r>
              <a:rPr lang="en-US" sz="4800" dirty="0">
                <a:solidFill>
                  <a:srgbClr val="F4D9DC"/>
                </a:solidFill>
                <a:latin typeface="General Sans Semibold" pitchFamily="34" charset="0"/>
                <a:ea typeface="General Sans Semibold" pitchFamily="34" charset="-122"/>
                <a:cs typeface="General Sans Semibold" pitchFamily="34" charset="-120"/>
              </a:rPr>
              <a:t>Ronde 2: genereer een rapport</a:t>
            </a:r>
            <a:endParaRPr lang="en-US" sz="4800" dirty="0"/>
          </a:p>
        </p:txBody>
      </p:sp>
      <p:sp>
        <p:nvSpPr>
          <p:cNvPr id="75" name="Text 73"/>
          <p:cNvSpPr/>
          <p:nvPr/>
        </p:nvSpPr>
        <p:spPr>
          <a:xfrm>
            <a:off x="548640" y="4526280"/>
            <a:ext cx="7498080" cy="1280160"/>
          </a:xfrm>
          <a:prstGeom prst="rect">
            <a:avLst/>
          </a:prstGeom>
          <a:noFill/>
          <a:ln/>
        </p:spPr>
        <p:txBody>
          <a:bodyPr wrap="square" lIns="0" tIns="0" rIns="0" bIns="0" rtlCol="0" anchor="t"/>
          <a:lstStyle/>
          <a:p>
            <a:pPr algn="l" indent="0" marL="0">
              <a:lnSpc>
                <a:spcPct val="105000"/>
              </a:lnSpc>
              <a:buNone/>
            </a:pPr>
            <a:r>
              <a:rPr lang="en-US" sz="2200" dirty="0">
                <a:solidFill>
                  <a:srgbClr val="000000"/>
                </a:solidFill>
                <a:latin typeface="Cooper Lt BT" pitchFamily="34" charset="0"/>
                <a:ea typeface="Cooper Lt BT" pitchFamily="34" charset="-122"/>
                <a:cs typeface="Cooper Lt BT" pitchFamily="34" charset="-120"/>
              </a:rPr>
              <a:t>20 minuten, weer in tweetallen. Maak een rapport en beoordeel het.</a:t>
            </a:r>
            <a:endParaRPr lang="en-US" sz="2200" dirty="0"/>
          </a:p>
        </p:txBody>
      </p:sp>
      <p:pic>
        <p:nvPicPr>
          <p:cNvPr id="76" name="Image 0" descr="exports/261029_dair_onderwijsdata/img/Vaantje geel met vink.png">    </p:cNvPr>
          <p:cNvPicPr>
            <a:picLocks noChangeAspect="1"/>
          </p:cNvPicPr>
          <p:nvPr/>
        </p:nvPicPr>
        <p:blipFill>
          <a:blip r:embed="rId1"/>
          <a:stretch>
            <a:fillRect/>
          </a:stretch>
        </p:blipFill>
        <p:spPr>
          <a:xfrm>
            <a:off x="8503920" y="1828800"/>
            <a:ext cx="3291840" cy="32918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CCEEE6"/>
        </a:solidFill>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sp>
      <p:sp>
        <p:nvSpPr>
          <p:cNvPr id="3" name="Shape 1"/>
          <p:cNvSpPr/>
          <p:nvPr/>
        </p:nvSpPr>
        <p:spPr>
          <a:xfrm>
            <a:off x="11212173" y="399224"/>
            <a:ext cx="34616" cy="34616"/>
          </a:xfrm>
          <a:prstGeom prst="ellipse">
            <a:avLst/>
          </a:prstGeom>
          <a:solidFill>
            <a:srgbClr val="000000"/>
          </a:solidFill>
          <a:ln/>
        </p:spPr>
      </p:sp>
      <p:sp>
        <p:nvSpPr>
          <p:cNvPr id="4" name="Shape 2"/>
          <p:cNvSpPr/>
          <p:nvPr/>
        </p:nvSpPr>
        <p:spPr>
          <a:xfrm>
            <a:off x="11398641" y="399224"/>
            <a:ext cx="34616" cy="34616"/>
          </a:xfrm>
          <a:prstGeom prst="ellipse">
            <a:avLst/>
          </a:prstGeom>
          <a:solidFill>
            <a:srgbClr val="000000"/>
          </a:solidFill>
          <a:ln/>
        </p:spPr>
      </p:sp>
      <p:sp>
        <p:nvSpPr>
          <p:cNvPr id="5" name="Shape 3"/>
          <p:cNvSpPr/>
          <p:nvPr/>
        </p:nvSpPr>
        <p:spPr>
          <a:xfrm>
            <a:off x="11258374" y="435357"/>
            <a:ext cx="51936" cy="51936"/>
          </a:xfrm>
          <a:prstGeom prst="ellipse">
            <a:avLst/>
          </a:prstGeom>
          <a:solidFill>
            <a:srgbClr val="000000"/>
          </a:solidFill>
          <a:ln/>
        </p:spPr>
      </p:sp>
      <p:sp>
        <p:nvSpPr>
          <p:cNvPr id="6" name="Shape 4"/>
          <p:cNvSpPr/>
          <p:nvPr/>
        </p:nvSpPr>
        <p:spPr>
          <a:xfrm>
            <a:off x="11335407" y="435306"/>
            <a:ext cx="51718" cy="51718"/>
          </a:xfrm>
          <a:prstGeom prst="ellipse">
            <a:avLst/>
          </a:prstGeom>
          <a:solidFill>
            <a:srgbClr val="000000"/>
          </a:solidFill>
          <a:ln/>
        </p:spPr>
      </p:sp>
      <p:sp>
        <p:nvSpPr>
          <p:cNvPr id="7" name="Shape 5"/>
          <p:cNvSpPr/>
          <p:nvPr/>
        </p:nvSpPr>
        <p:spPr>
          <a:xfrm>
            <a:off x="11127388" y="442398"/>
            <a:ext cx="35294" cy="35294"/>
          </a:xfrm>
          <a:prstGeom prst="ellipse">
            <a:avLst/>
          </a:prstGeom>
          <a:solidFill>
            <a:srgbClr val="000000"/>
          </a:solidFill>
          <a:ln/>
        </p:spPr>
      </p:sp>
      <p:sp>
        <p:nvSpPr>
          <p:cNvPr id="8" name="Shape 6"/>
          <p:cNvSpPr/>
          <p:nvPr/>
        </p:nvSpPr>
        <p:spPr>
          <a:xfrm>
            <a:off x="11482145" y="441649"/>
            <a:ext cx="35960" cy="35960"/>
          </a:xfrm>
          <a:prstGeom prst="ellipse">
            <a:avLst/>
          </a:prstGeom>
          <a:solidFill>
            <a:srgbClr val="000000"/>
          </a:solidFill>
          <a:ln/>
        </p:spPr>
      </p:sp>
      <p:sp>
        <p:nvSpPr>
          <p:cNvPr id="9" name="Shape 7"/>
          <p:cNvSpPr/>
          <p:nvPr/>
        </p:nvSpPr>
        <p:spPr>
          <a:xfrm>
            <a:off x="11185603" y="459328"/>
            <a:ext cx="52167" cy="52167"/>
          </a:xfrm>
          <a:prstGeom prst="ellipse">
            <a:avLst/>
          </a:prstGeom>
          <a:solidFill>
            <a:srgbClr val="000000"/>
          </a:solidFill>
          <a:ln/>
        </p:spPr>
      </p:sp>
      <p:sp>
        <p:nvSpPr>
          <p:cNvPr id="10" name="Shape 8"/>
          <p:cNvSpPr/>
          <p:nvPr/>
        </p:nvSpPr>
        <p:spPr>
          <a:xfrm>
            <a:off x="11408043" y="458713"/>
            <a:ext cx="52384" cy="52384"/>
          </a:xfrm>
          <a:prstGeom prst="ellipse">
            <a:avLst/>
          </a:prstGeom>
          <a:solidFill>
            <a:srgbClr val="000000"/>
          </a:solidFill>
          <a:ln/>
        </p:spPr>
      </p:sp>
      <p:sp>
        <p:nvSpPr>
          <p:cNvPr id="11" name="Shape 9"/>
          <p:cNvSpPr/>
          <p:nvPr/>
        </p:nvSpPr>
        <p:spPr>
          <a:xfrm>
            <a:off x="11241891" y="499749"/>
            <a:ext cx="36613" cy="36613"/>
          </a:xfrm>
          <a:prstGeom prst="ellipse">
            <a:avLst/>
          </a:prstGeom>
          <a:solidFill>
            <a:srgbClr val="000000"/>
          </a:solidFill>
          <a:ln/>
        </p:spPr>
      </p:sp>
      <p:sp>
        <p:nvSpPr>
          <p:cNvPr id="12" name="Shape 10"/>
          <p:cNvSpPr/>
          <p:nvPr/>
        </p:nvSpPr>
        <p:spPr>
          <a:xfrm>
            <a:off x="11294557" y="500146"/>
            <a:ext cx="57223" cy="57223"/>
          </a:xfrm>
          <a:prstGeom prst="ellipse">
            <a:avLst/>
          </a:prstGeom>
          <a:solidFill>
            <a:srgbClr val="000000"/>
          </a:solidFill>
          <a:ln/>
        </p:spPr>
      </p:sp>
      <p:sp>
        <p:nvSpPr>
          <p:cNvPr id="13" name="Shape 11"/>
          <p:cNvSpPr/>
          <p:nvPr/>
        </p:nvSpPr>
        <p:spPr>
          <a:xfrm>
            <a:off x="11364102" y="498770"/>
            <a:ext cx="35294" cy="35294"/>
          </a:xfrm>
          <a:prstGeom prst="ellipse">
            <a:avLst/>
          </a:prstGeom>
          <a:solidFill>
            <a:srgbClr val="000000"/>
          </a:solidFill>
          <a:ln/>
        </p:spPr>
      </p:sp>
      <p:sp>
        <p:nvSpPr>
          <p:cNvPr id="14" name="Shape 12"/>
          <p:cNvSpPr/>
          <p:nvPr/>
        </p:nvSpPr>
        <p:spPr>
          <a:xfrm>
            <a:off x="11123515" y="504524"/>
            <a:ext cx="51936" cy="51936"/>
          </a:xfrm>
          <a:prstGeom prst="ellipse">
            <a:avLst/>
          </a:prstGeom>
          <a:solidFill>
            <a:srgbClr val="000000"/>
          </a:solidFill>
          <a:ln/>
        </p:spPr>
      </p:sp>
      <p:sp>
        <p:nvSpPr>
          <p:cNvPr id="15" name="Shape 13"/>
          <p:cNvSpPr/>
          <p:nvPr/>
        </p:nvSpPr>
        <p:spPr>
          <a:xfrm>
            <a:off x="11470202" y="504300"/>
            <a:ext cx="52384" cy="52384"/>
          </a:xfrm>
          <a:prstGeom prst="ellipse">
            <a:avLst/>
          </a:prstGeom>
          <a:solidFill>
            <a:srgbClr val="000000"/>
          </a:solidFill>
          <a:ln/>
        </p:spPr>
      </p:sp>
      <p:sp>
        <p:nvSpPr>
          <p:cNvPr id="16" name="Shape 14"/>
          <p:cNvSpPr/>
          <p:nvPr/>
        </p:nvSpPr>
        <p:spPr>
          <a:xfrm>
            <a:off x="11060774" y="508825"/>
            <a:ext cx="35627" cy="35627"/>
          </a:xfrm>
          <a:prstGeom prst="ellipse">
            <a:avLst/>
          </a:prstGeom>
          <a:solidFill>
            <a:srgbClr val="000000"/>
          </a:solidFill>
          <a:ln/>
        </p:spPr>
      </p:sp>
      <p:sp>
        <p:nvSpPr>
          <p:cNvPr id="17" name="Shape 15"/>
          <p:cNvSpPr/>
          <p:nvPr/>
        </p:nvSpPr>
        <p:spPr>
          <a:xfrm>
            <a:off x="11548535" y="508038"/>
            <a:ext cx="36613" cy="36613"/>
          </a:xfrm>
          <a:prstGeom prst="ellipse">
            <a:avLst/>
          </a:prstGeom>
          <a:solidFill>
            <a:srgbClr val="000000"/>
          </a:solidFill>
          <a:ln/>
        </p:spPr>
      </p:sp>
      <p:sp>
        <p:nvSpPr>
          <p:cNvPr id="18" name="Shape 16"/>
          <p:cNvSpPr/>
          <p:nvPr/>
        </p:nvSpPr>
        <p:spPr>
          <a:xfrm>
            <a:off x="11191466" y="533379"/>
            <a:ext cx="57825" cy="57825"/>
          </a:xfrm>
          <a:prstGeom prst="ellipse">
            <a:avLst/>
          </a:prstGeom>
          <a:solidFill>
            <a:srgbClr val="000000"/>
          </a:solidFill>
          <a:ln/>
        </p:spPr>
      </p:sp>
      <p:sp>
        <p:nvSpPr>
          <p:cNvPr id="19" name="Shape 17"/>
          <p:cNvSpPr/>
          <p:nvPr/>
        </p:nvSpPr>
        <p:spPr>
          <a:xfrm>
            <a:off x="11396535" y="533494"/>
            <a:ext cx="57428" cy="57428"/>
          </a:xfrm>
          <a:prstGeom prst="ellipse">
            <a:avLst/>
          </a:prstGeom>
          <a:solidFill>
            <a:srgbClr val="000000"/>
          </a:solidFill>
          <a:ln/>
        </p:spPr>
      </p:sp>
      <p:sp>
        <p:nvSpPr>
          <p:cNvPr id="20" name="Shape 18"/>
          <p:cNvSpPr/>
          <p:nvPr/>
        </p:nvSpPr>
        <p:spPr>
          <a:xfrm>
            <a:off x="11079087" y="567226"/>
            <a:ext cx="51270" cy="51270"/>
          </a:xfrm>
          <a:prstGeom prst="ellipse">
            <a:avLst/>
          </a:prstGeom>
          <a:solidFill>
            <a:srgbClr val="000000"/>
          </a:solidFill>
          <a:ln/>
        </p:spPr>
      </p:sp>
      <p:sp>
        <p:nvSpPr>
          <p:cNvPr id="21" name="Shape 19"/>
          <p:cNvSpPr/>
          <p:nvPr/>
        </p:nvSpPr>
        <p:spPr>
          <a:xfrm>
            <a:off x="11339728" y="567053"/>
            <a:ext cx="34616" cy="34616"/>
          </a:xfrm>
          <a:prstGeom prst="ellipse">
            <a:avLst/>
          </a:prstGeom>
          <a:solidFill>
            <a:srgbClr val="000000"/>
          </a:solidFill>
          <a:ln/>
        </p:spPr>
      </p:sp>
      <p:sp>
        <p:nvSpPr>
          <p:cNvPr id="22" name="Shape 20"/>
          <p:cNvSpPr/>
          <p:nvPr/>
        </p:nvSpPr>
        <p:spPr>
          <a:xfrm>
            <a:off x="11515167" y="566234"/>
            <a:ext cx="52819" cy="52819"/>
          </a:xfrm>
          <a:prstGeom prst="ellipse">
            <a:avLst/>
          </a:prstGeom>
          <a:solidFill>
            <a:srgbClr val="000000"/>
          </a:solidFill>
          <a:ln/>
        </p:spPr>
      </p:sp>
      <p:sp>
        <p:nvSpPr>
          <p:cNvPr id="23" name="Shape 21"/>
          <p:cNvSpPr/>
          <p:nvPr/>
        </p:nvSpPr>
        <p:spPr>
          <a:xfrm>
            <a:off x="11262860" y="569742"/>
            <a:ext cx="34961" cy="34961"/>
          </a:xfrm>
          <a:prstGeom prst="ellipse">
            <a:avLst/>
          </a:prstGeom>
          <a:solidFill>
            <a:srgbClr val="000000"/>
          </a:solidFill>
          <a:ln/>
        </p:spPr>
      </p:sp>
      <p:sp>
        <p:nvSpPr>
          <p:cNvPr id="24" name="Shape 22"/>
          <p:cNvSpPr/>
          <p:nvPr/>
        </p:nvSpPr>
        <p:spPr>
          <a:xfrm>
            <a:off x="11462521" y="569818"/>
            <a:ext cx="35294" cy="35294"/>
          </a:xfrm>
          <a:prstGeom prst="ellipse">
            <a:avLst/>
          </a:prstGeom>
          <a:solidFill>
            <a:srgbClr val="000000"/>
          </a:solidFill>
          <a:ln/>
        </p:spPr>
      </p:sp>
      <p:sp>
        <p:nvSpPr>
          <p:cNvPr id="25" name="Shape 23"/>
          <p:cNvSpPr/>
          <p:nvPr/>
        </p:nvSpPr>
        <p:spPr>
          <a:xfrm>
            <a:off x="11145681" y="573441"/>
            <a:ext cx="34270" cy="34270"/>
          </a:xfrm>
          <a:prstGeom prst="ellipse">
            <a:avLst/>
          </a:prstGeom>
          <a:solidFill>
            <a:srgbClr val="000000"/>
          </a:solidFill>
          <a:ln/>
        </p:spPr>
      </p:sp>
      <p:sp>
        <p:nvSpPr>
          <p:cNvPr id="26" name="Shape 24"/>
          <p:cNvSpPr/>
          <p:nvPr/>
        </p:nvSpPr>
        <p:spPr>
          <a:xfrm>
            <a:off x="11592015" y="593213"/>
            <a:ext cx="35294" cy="35294"/>
          </a:xfrm>
          <a:prstGeom prst="ellipse">
            <a:avLst/>
          </a:prstGeom>
          <a:solidFill>
            <a:srgbClr val="000000"/>
          </a:solidFill>
          <a:ln/>
        </p:spPr>
      </p:sp>
      <p:sp>
        <p:nvSpPr>
          <p:cNvPr id="27" name="Shape 25"/>
          <p:cNvSpPr/>
          <p:nvPr/>
        </p:nvSpPr>
        <p:spPr>
          <a:xfrm>
            <a:off x="11019124" y="593444"/>
            <a:ext cx="34616" cy="34616"/>
          </a:xfrm>
          <a:prstGeom prst="ellipse">
            <a:avLst/>
          </a:prstGeom>
          <a:solidFill>
            <a:srgbClr val="000000"/>
          </a:solidFill>
          <a:ln/>
        </p:spPr>
      </p:sp>
      <p:sp>
        <p:nvSpPr>
          <p:cNvPr id="28" name="Shape 26"/>
          <p:cNvSpPr/>
          <p:nvPr/>
        </p:nvSpPr>
        <p:spPr>
          <a:xfrm>
            <a:off x="11403576" y="610214"/>
            <a:ext cx="34961" cy="34961"/>
          </a:xfrm>
          <a:prstGeom prst="ellipse">
            <a:avLst/>
          </a:prstGeom>
          <a:solidFill>
            <a:srgbClr val="000000"/>
          </a:solidFill>
          <a:ln/>
        </p:spPr>
      </p:sp>
      <p:sp>
        <p:nvSpPr>
          <p:cNvPr id="29" name="Shape 27"/>
          <p:cNvSpPr/>
          <p:nvPr/>
        </p:nvSpPr>
        <p:spPr>
          <a:xfrm>
            <a:off x="11201662" y="616570"/>
            <a:ext cx="35627" cy="35627"/>
          </a:xfrm>
          <a:prstGeom prst="ellipse">
            <a:avLst/>
          </a:prstGeom>
          <a:solidFill>
            <a:srgbClr val="000000"/>
          </a:solidFill>
          <a:ln/>
        </p:spPr>
      </p:sp>
      <p:sp>
        <p:nvSpPr>
          <p:cNvPr id="30" name="Shape 28"/>
          <p:cNvSpPr/>
          <p:nvPr/>
        </p:nvSpPr>
        <p:spPr>
          <a:xfrm>
            <a:off x="11127484" y="620705"/>
            <a:ext cx="58030" cy="58030"/>
          </a:xfrm>
          <a:prstGeom prst="ellipse">
            <a:avLst/>
          </a:prstGeom>
          <a:solidFill>
            <a:srgbClr val="000000"/>
          </a:solidFill>
          <a:ln/>
        </p:spPr>
      </p:sp>
      <p:sp>
        <p:nvSpPr>
          <p:cNvPr id="31" name="Shape 29"/>
          <p:cNvSpPr/>
          <p:nvPr/>
        </p:nvSpPr>
        <p:spPr>
          <a:xfrm>
            <a:off x="11460767" y="620852"/>
            <a:ext cx="57428" cy="57428"/>
          </a:xfrm>
          <a:prstGeom prst="ellipse">
            <a:avLst/>
          </a:prstGeom>
          <a:solidFill>
            <a:srgbClr val="000000"/>
          </a:solidFill>
          <a:ln/>
        </p:spPr>
      </p:sp>
      <p:sp>
        <p:nvSpPr>
          <p:cNvPr id="32" name="Shape 30"/>
          <p:cNvSpPr/>
          <p:nvPr/>
        </p:nvSpPr>
        <p:spPr>
          <a:xfrm>
            <a:off x="11055219" y="640144"/>
            <a:ext cx="51718" cy="51718"/>
          </a:xfrm>
          <a:prstGeom prst="ellipse">
            <a:avLst/>
          </a:prstGeom>
          <a:solidFill>
            <a:srgbClr val="000000"/>
          </a:solidFill>
          <a:ln/>
        </p:spPr>
      </p:sp>
      <p:sp>
        <p:nvSpPr>
          <p:cNvPr id="33" name="Shape 31"/>
          <p:cNvSpPr/>
          <p:nvPr/>
        </p:nvSpPr>
        <p:spPr>
          <a:xfrm>
            <a:off x="11539330" y="640266"/>
            <a:ext cx="51270" cy="51270"/>
          </a:xfrm>
          <a:prstGeom prst="ellipse">
            <a:avLst/>
          </a:prstGeom>
          <a:solidFill>
            <a:srgbClr val="000000"/>
          </a:solidFill>
          <a:ln/>
        </p:spPr>
      </p:sp>
      <p:sp>
        <p:nvSpPr>
          <p:cNvPr id="34" name="Shape 32"/>
          <p:cNvSpPr/>
          <p:nvPr/>
        </p:nvSpPr>
        <p:spPr>
          <a:xfrm>
            <a:off x="11429576" y="682274"/>
            <a:ext cx="35627" cy="35627"/>
          </a:xfrm>
          <a:prstGeom prst="ellipse">
            <a:avLst/>
          </a:prstGeom>
          <a:solidFill>
            <a:srgbClr val="000000"/>
          </a:solidFill>
          <a:ln/>
        </p:spPr>
      </p:sp>
      <p:sp>
        <p:nvSpPr>
          <p:cNvPr id="35" name="Shape 33"/>
          <p:cNvSpPr/>
          <p:nvPr/>
        </p:nvSpPr>
        <p:spPr>
          <a:xfrm>
            <a:off x="11004076" y="687222"/>
            <a:ext cx="34616" cy="34616"/>
          </a:xfrm>
          <a:prstGeom prst="ellipse">
            <a:avLst/>
          </a:prstGeom>
          <a:solidFill>
            <a:srgbClr val="000000"/>
          </a:solidFill>
          <a:ln/>
        </p:spPr>
      </p:sp>
      <p:sp>
        <p:nvSpPr>
          <p:cNvPr id="36" name="Shape 34"/>
          <p:cNvSpPr/>
          <p:nvPr/>
        </p:nvSpPr>
        <p:spPr>
          <a:xfrm>
            <a:off x="11502052" y="685321"/>
            <a:ext cx="34270" cy="34270"/>
          </a:xfrm>
          <a:prstGeom prst="ellipse">
            <a:avLst/>
          </a:prstGeom>
          <a:solidFill>
            <a:srgbClr val="000000"/>
          </a:solidFill>
          <a:ln/>
        </p:spPr>
      </p:sp>
      <p:sp>
        <p:nvSpPr>
          <p:cNvPr id="37" name="Shape 35"/>
          <p:cNvSpPr/>
          <p:nvPr/>
        </p:nvSpPr>
        <p:spPr>
          <a:xfrm>
            <a:off x="11606321" y="686422"/>
            <a:ext cx="35627" cy="35627"/>
          </a:xfrm>
          <a:prstGeom prst="ellipse">
            <a:avLst/>
          </a:prstGeom>
          <a:solidFill>
            <a:srgbClr val="000000"/>
          </a:solidFill>
          <a:ln/>
        </p:spPr>
      </p:sp>
      <p:sp>
        <p:nvSpPr>
          <p:cNvPr id="38" name="Shape 36"/>
          <p:cNvSpPr/>
          <p:nvPr/>
        </p:nvSpPr>
        <p:spPr>
          <a:xfrm>
            <a:off x="11108908" y="688957"/>
            <a:ext cx="35294" cy="35294"/>
          </a:xfrm>
          <a:prstGeom prst="ellipse">
            <a:avLst/>
          </a:prstGeom>
          <a:solidFill>
            <a:srgbClr val="000000"/>
          </a:solidFill>
          <a:ln/>
        </p:spPr>
      </p:sp>
      <p:sp>
        <p:nvSpPr>
          <p:cNvPr id="39" name="Shape 37"/>
          <p:cNvSpPr/>
          <p:nvPr/>
        </p:nvSpPr>
        <p:spPr>
          <a:xfrm>
            <a:off x="11179733" y="690371"/>
            <a:ext cx="36613" cy="36613"/>
          </a:xfrm>
          <a:prstGeom prst="ellipse">
            <a:avLst/>
          </a:prstGeom>
          <a:solidFill>
            <a:srgbClr val="000000"/>
          </a:solidFill>
          <a:ln/>
        </p:spPr>
      </p:sp>
      <p:sp>
        <p:nvSpPr>
          <p:cNvPr id="40" name="Shape 38"/>
          <p:cNvSpPr/>
          <p:nvPr/>
        </p:nvSpPr>
        <p:spPr>
          <a:xfrm>
            <a:off x="11054764" y="716576"/>
            <a:ext cx="51936" cy="51936"/>
          </a:xfrm>
          <a:prstGeom prst="ellipse">
            <a:avLst/>
          </a:prstGeom>
          <a:solidFill>
            <a:srgbClr val="000000"/>
          </a:solidFill>
          <a:ln/>
        </p:spPr>
      </p:sp>
      <p:sp>
        <p:nvSpPr>
          <p:cNvPr id="41" name="Shape 39"/>
          <p:cNvSpPr/>
          <p:nvPr/>
        </p:nvSpPr>
        <p:spPr>
          <a:xfrm>
            <a:off x="11539023" y="716851"/>
            <a:ext cx="51488" cy="51488"/>
          </a:xfrm>
          <a:prstGeom prst="ellipse">
            <a:avLst/>
          </a:prstGeom>
          <a:solidFill>
            <a:srgbClr val="000000"/>
          </a:solidFill>
          <a:ln/>
        </p:spPr>
      </p:sp>
      <p:sp>
        <p:nvSpPr>
          <p:cNvPr id="42" name="Shape 40"/>
          <p:cNvSpPr/>
          <p:nvPr/>
        </p:nvSpPr>
        <p:spPr>
          <a:xfrm>
            <a:off x="11127490" y="729288"/>
            <a:ext cx="58222" cy="58222"/>
          </a:xfrm>
          <a:prstGeom prst="ellipse">
            <a:avLst/>
          </a:prstGeom>
          <a:solidFill>
            <a:srgbClr val="000000"/>
          </a:solidFill>
          <a:ln/>
        </p:spPr>
      </p:sp>
      <p:sp>
        <p:nvSpPr>
          <p:cNvPr id="43" name="Shape 41"/>
          <p:cNvSpPr/>
          <p:nvPr/>
        </p:nvSpPr>
        <p:spPr>
          <a:xfrm>
            <a:off x="11460671" y="729781"/>
            <a:ext cx="57633" cy="57633"/>
          </a:xfrm>
          <a:prstGeom prst="ellipse">
            <a:avLst/>
          </a:prstGeom>
          <a:solidFill>
            <a:srgbClr val="000000"/>
          </a:solidFill>
          <a:ln/>
        </p:spPr>
      </p:sp>
      <p:sp>
        <p:nvSpPr>
          <p:cNvPr id="44" name="Shape 42"/>
          <p:cNvSpPr/>
          <p:nvPr/>
        </p:nvSpPr>
        <p:spPr>
          <a:xfrm>
            <a:off x="11407973" y="756415"/>
            <a:ext cx="35960" cy="35960"/>
          </a:xfrm>
          <a:prstGeom prst="ellipse">
            <a:avLst/>
          </a:prstGeom>
          <a:solidFill>
            <a:srgbClr val="000000"/>
          </a:solidFill>
          <a:ln/>
        </p:spPr>
      </p:sp>
      <p:sp>
        <p:nvSpPr>
          <p:cNvPr id="45" name="Shape 43"/>
          <p:cNvSpPr/>
          <p:nvPr/>
        </p:nvSpPr>
        <p:spPr>
          <a:xfrm>
            <a:off x="11207308" y="763884"/>
            <a:ext cx="34616" cy="34616"/>
          </a:xfrm>
          <a:prstGeom prst="ellipse">
            <a:avLst/>
          </a:prstGeom>
          <a:solidFill>
            <a:srgbClr val="000000"/>
          </a:solidFill>
          <a:ln/>
        </p:spPr>
      </p:sp>
      <p:sp>
        <p:nvSpPr>
          <p:cNvPr id="46" name="Shape 44"/>
          <p:cNvSpPr/>
          <p:nvPr/>
        </p:nvSpPr>
        <p:spPr>
          <a:xfrm>
            <a:off x="11018670" y="780462"/>
            <a:ext cx="34616" cy="34616"/>
          </a:xfrm>
          <a:prstGeom prst="ellipse">
            <a:avLst/>
          </a:prstGeom>
          <a:solidFill>
            <a:srgbClr val="000000"/>
          </a:solidFill>
          <a:ln/>
        </p:spPr>
      </p:sp>
      <p:sp>
        <p:nvSpPr>
          <p:cNvPr id="47" name="Shape 45"/>
          <p:cNvSpPr/>
          <p:nvPr/>
        </p:nvSpPr>
        <p:spPr>
          <a:xfrm>
            <a:off x="11591670" y="780123"/>
            <a:ext cx="35294" cy="35294"/>
          </a:xfrm>
          <a:prstGeom prst="ellipse">
            <a:avLst/>
          </a:prstGeom>
          <a:solidFill>
            <a:srgbClr val="000000"/>
          </a:solidFill>
          <a:ln/>
        </p:spPr>
      </p:sp>
      <p:sp>
        <p:nvSpPr>
          <p:cNvPr id="48" name="Shape 46"/>
          <p:cNvSpPr/>
          <p:nvPr/>
        </p:nvSpPr>
        <p:spPr>
          <a:xfrm>
            <a:off x="11079010" y="790179"/>
            <a:ext cx="51270" cy="51270"/>
          </a:xfrm>
          <a:prstGeom prst="ellipse">
            <a:avLst/>
          </a:prstGeom>
          <a:solidFill>
            <a:srgbClr val="000000"/>
          </a:solidFill>
          <a:ln/>
        </p:spPr>
      </p:sp>
      <p:sp>
        <p:nvSpPr>
          <p:cNvPr id="49" name="Shape 47"/>
          <p:cNvSpPr/>
          <p:nvPr/>
        </p:nvSpPr>
        <p:spPr>
          <a:xfrm>
            <a:off x="11515218" y="789692"/>
            <a:ext cx="52602" cy="52602"/>
          </a:xfrm>
          <a:prstGeom prst="ellipse">
            <a:avLst/>
          </a:prstGeom>
          <a:solidFill>
            <a:srgbClr val="000000"/>
          </a:solidFill>
          <a:ln/>
        </p:spPr>
      </p:sp>
      <p:sp>
        <p:nvSpPr>
          <p:cNvPr id="50" name="Shape 48"/>
          <p:cNvSpPr/>
          <p:nvPr/>
        </p:nvSpPr>
        <p:spPr>
          <a:xfrm>
            <a:off x="11147371" y="803460"/>
            <a:ext cx="35627" cy="35627"/>
          </a:xfrm>
          <a:prstGeom prst="ellipse">
            <a:avLst/>
          </a:prstGeom>
          <a:solidFill>
            <a:srgbClr val="000000"/>
          </a:solidFill>
          <a:ln/>
        </p:spPr>
      </p:sp>
      <p:sp>
        <p:nvSpPr>
          <p:cNvPr id="51" name="Shape 49"/>
          <p:cNvSpPr/>
          <p:nvPr/>
        </p:nvSpPr>
        <p:spPr>
          <a:xfrm>
            <a:off x="11347786" y="804293"/>
            <a:ext cx="35294" cy="35294"/>
          </a:xfrm>
          <a:prstGeom prst="ellipse">
            <a:avLst/>
          </a:prstGeom>
          <a:solidFill>
            <a:srgbClr val="000000"/>
          </a:solidFill>
          <a:ln/>
        </p:spPr>
      </p:sp>
      <p:sp>
        <p:nvSpPr>
          <p:cNvPr id="52" name="Shape 50"/>
          <p:cNvSpPr/>
          <p:nvPr/>
        </p:nvSpPr>
        <p:spPr>
          <a:xfrm>
            <a:off x="11465119" y="800919"/>
            <a:ext cx="34961" cy="34961"/>
          </a:xfrm>
          <a:prstGeom prst="ellipse">
            <a:avLst/>
          </a:prstGeom>
          <a:solidFill>
            <a:srgbClr val="000000"/>
          </a:solidFill>
          <a:ln/>
        </p:spPr>
      </p:sp>
      <p:sp>
        <p:nvSpPr>
          <p:cNvPr id="53" name="Shape 51"/>
          <p:cNvSpPr/>
          <p:nvPr/>
        </p:nvSpPr>
        <p:spPr>
          <a:xfrm>
            <a:off x="11270669" y="806590"/>
            <a:ext cx="35627" cy="35627"/>
          </a:xfrm>
          <a:prstGeom prst="ellipse">
            <a:avLst/>
          </a:prstGeom>
          <a:solidFill>
            <a:srgbClr val="000000"/>
          </a:solidFill>
          <a:ln/>
        </p:spPr>
      </p:sp>
      <p:sp>
        <p:nvSpPr>
          <p:cNvPr id="54" name="Shape 52"/>
          <p:cNvSpPr/>
          <p:nvPr/>
        </p:nvSpPr>
        <p:spPr>
          <a:xfrm>
            <a:off x="11191498" y="817766"/>
            <a:ext cx="57633" cy="57633"/>
          </a:xfrm>
          <a:prstGeom prst="ellipse">
            <a:avLst/>
          </a:prstGeom>
          <a:solidFill>
            <a:srgbClr val="000000"/>
          </a:solidFill>
          <a:ln/>
        </p:spPr>
      </p:sp>
      <p:sp>
        <p:nvSpPr>
          <p:cNvPr id="55" name="Shape 53"/>
          <p:cNvSpPr/>
          <p:nvPr/>
        </p:nvSpPr>
        <p:spPr>
          <a:xfrm>
            <a:off x="11396573" y="817888"/>
            <a:ext cx="57633" cy="57633"/>
          </a:xfrm>
          <a:prstGeom prst="ellipse">
            <a:avLst/>
          </a:prstGeom>
          <a:solidFill>
            <a:srgbClr val="000000"/>
          </a:solidFill>
          <a:ln/>
        </p:spPr>
      </p:sp>
      <p:sp>
        <p:nvSpPr>
          <p:cNvPr id="56" name="Shape 54"/>
          <p:cNvSpPr/>
          <p:nvPr/>
        </p:nvSpPr>
        <p:spPr>
          <a:xfrm>
            <a:off x="11123445" y="851985"/>
            <a:ext cx="52167" cy="52167"/>
          </a:xfrm>
          <a:prstGeom prst="ellipse">
            <a:avLst/>
          </a:prstGeom>
          <a:solidFill>
            <a:srgbClr val="000000"/>
          </a:solidFill>
          <a:ln/>
        </p:spPr>
      </p:sp>
      <p:sp>
        <p:nvSpPr>
          <p:cNvPr id="57" name="Shape 55"/>
          <p:cNvSpPr/>
          <p:nvPr/>
        </p:nvSpPr>
        <p:spPr>
          <a:xfrm>
            <a:off x="11294647" y="851390"/>
            <a:ext cx="57223" cy="57223"/>
          </a:xfrm>
          <a:prstGeom prst="ellipse">
            <a:avLst/>
          </a:prstGeom>
          <a:solidFill>
            <a:srgbClr val="000000"/>
          </a:solidFill>
          <a:ln/>
        </p:spPr>
      </p:sp>
      <p:sp>
        <p:nvSpPr>
          <p:cNvPr id="58" name="Shape 56"/>
          <p:cNvSpPr/>
          <p:nvPr/>
        </p:nvSpPr>
        <p:spPr>
          <a:xfrm>
            <a:off x="11470202" y="852382"/>
            <a:ext cx="52384" cy="52384"/>
          </a:xfrm>
          <a:prstGeom prst="ellipse">
            <a:avLst/>
          </a:prstGeom>
          <a:solidFill>
            <a:srgbClr val="000000"/>
          </a:solidFill>
          <a:ln/>
        </p:spPr>
      </p:sp>
      <p:sp>
        <p:nvSpPr>
          <p:cNvPr id="59" name="Shape 57"/>
          <p:cNvSpPr/>
          <p:nvPr/>
        </p:nvSpPr>
        <p:spPr>
          <a:xfrm>
            <a:off x="11060774" y="864607"/>
            <a:ext cx="35627" cy="35627"/>
          </a:xfrm>
          <a:prstGeom prst="ellipse">
            <a:avLst/>
          </a:prstGeom>
          <a:solidFill>
            <a:srgbClr val="000000"/>
          </a:solidFill>
          <a:ln/>
        </p:spPr>
      </p:sp>
      <p:sp>
        <p:nvSpPr>
          <p:cNvPr id="60" name="Shape 58"/>
          <p:cNvSpPr/>
          <p:nvPr/>
        </p:nvSpPr>
        <p:spPr>
          <a:xfrm>
            <a:off x="11548733" y="864185"/>
            <a:ext cx="35627" cy="35627"/>
          </a:xfrm>
          <a:prstGeom prst="ellipse">
            <a:avLst/>
          </a:prstGeom>
          <a:solidFill>
            <a:srgbClr val="000000"/>
          </a:solidFill>
          <a:ln/>
        </p:spPr>
      </p:sp>
      <p:sp>
        <p:nvSpPr>
          <p:cNvPr id="61" name="Shape 59"/>
          <p:cNvSpPr/>
          <p:nvPr/>
        </p:nvSpPr>
        <p:spPr>
          <a:xfrm>
            <a:off x="11246231" y="873908"/>
            <a:ext cx="35627" cy="35627"/>
          </a:xfrm>
          <a:prstGeom prst="ellipse">
            <a:avLst/>
          </a:prstGeom>
          <a:solidFill>
            <a:srgbClr val="000000"/>
          </a:solidFill>
          <a:ln/>
        </p:spPr>
      </p:sp>
      <p:sp>
        <p:nvSpPr>
          <p:cNvPr id="62" name="Shape 60"/>
          <p:cNvSpPr/>
          <p:nvPr/>
        </p:nvSpPr>
        <p:spPr>
          <a:xfrm>
            <a:off x="11367418" y="872896"/>
            <a:ext cx="35627" cy="35627"/>
          </a:xfrm>
          <a:prstGeom prst="ellipse">
            <a:avLst/>
          </a:prstGeom>
          <a:solidFill>
            <a:srgbClr val="000000"/>
          </a:solidFill>
          <a:ln/>
        </p:spPr>
      </p:sp>
      <p:sp>
        <p:nvSpPr>
          <p:cNvPr id="63" name="Shape 61"/>
          <p:cNvSpPr/>
          <p:nvPr/>
        </p:nvSpPr>
        <p:spPr>
          <a:xfrm>
            <a:off x="11185366" y="897322"/>
            <a:ext cx="51936" cy="51936"/>
          </a:xfrm>
          <a:prstGeom prst="ellipse">
            <a:avLst/>
          </a:prstGeom>
          <a:solidFill>
            <a:srgbClr val="000000"/>
          </a:solidFill>
          <a:ln/>
        </p:spPr>
      </p:sp>
      <p:sp>
        <p:nvSpPr>
          <p:cNvPr id="64" name="Shape 62"/>
          <p:cNvSpPr/>
          <p:nvPr/>
        </p:nvSpPr>
        <p:spPr>
          <a:xfrm>
            <a:off x="11407845" y="897655"/>
            <a:ext cx="52602" cy="52602"/>
          </a:xfrm>
          <a:prstGeom prst="ellipse">
            <a:avLst/>
          </a:prstGeom>
          <a:solidFill>
            <a:srgbClr val="000000"/>
          </a:solidFill>
          <a:ln/>
        </p:spPr>
      </p:sp>
      <p:sp>
        <p:nvSpPr>
          <p:cNvPr id="65" name="Shape 63"/>
          <p:cNvSpPr/>
          <p:nvPr/>
        </p:nvSpPr>
        <p:spPr>
          <a:xfrm>
            <a:off x="11258822" y="921466"/>
            <a:ext cx="51270" cy="51270"/>
          </a:xfrm>
          <a:prstGeom prst="ellipse">
            <a:avLst/>
          </a:prstGeom>
          <a:solidFill>
            <a:srgbClr val="000000"/>
          </a:solidFill>
          <a:ln/>
        </p:spPr>
      </p:sp>
      <p:sp>
        <p:nvSpPr>
          <p:cNvPr id="66" name="Shape 64"/>
          <p:cNvSpPr/>
          <p:nvPr/>
        </p:nvSpPr>
        <p:spPr>
          <a:xfrm>
            <a:off x="11335350" y="921504"/>
            <a:ext cx="51270" cy="51270"/>
          </a:xfrm>
          <a:prstGeom prst="ellipse">
            <a:avLst/>
          </a:prstGeom>
          <a:solidFill>
            <a:srgbClr val="000000"/>
          </a:solidFill>
          <a:ln/>
        </p:spPr>
      </p:sp>
      <p:sp>
        <p:nvSpPr>
          <p:cNvPr id="67" name="Shape 65"/>
          <p:cNvSpPr/>
          <p:nvPr/>
        </p:nvSpPr>
        <p:spPr>
          <a:xfrm>
            <a:off x="11127388" y="931368"/>
            <a:ext cx="35294" cy="35294"/>
          </a:xfrm>
          <a:prstGeom prst="ellipse">
            <a:avLst/>
          </a:prstGeom>
          <a:solidFill>
            <a:srgbClr val="000000"/>
          </a:solidFill>
          <a:ln/>
        </p:spPr>
      </p:sp>
      <p:sp>
        <p:nvSpPr>
          <p:cNvPr id="68" name="Shape 66"/>
          <p:cNvSpPr/>
          <p:nvPr/>
        </p:nvSpPr>
        <p:spPr>
          <a:xfrm>
            <a:off x="11481979" y="931035"/>
            <a:ext cx="35960" cy="35960"/>
          </a:xfrm>
          <a:prstGeom prst="ellipse">
            <a:avLst/>
          </a:prstGeom>
          <a:solidFill>
            <a:srgbClr val="000000"/>
          </a:solidFill>
          <a:ln/>
        </p:spPr>
      </p:sp>
      <p:sp>
        <p:nvSpPr>
          <p:cNvPr id="69" name="Shape 67"/>
          <p:cNvSpPr/>
          <p:nvPr/>
        </p:nvSpPr>
        <p:spPr>
          <a:xfrm>
            <a:off x="11211987" y="974695"/>
            <a:ext cx="34961" cy="34961"/>
          </a:xfrm>
          <a:prstGeom prst="ellipse">
            <a:avLst/>
          </a:prstGeom>
          <a:solidFill>
            <a:srgbClr val="000000"/>
          </a:solidFill>
          <a:ln/>
        </p:spPr>
      </p:sp>
      <p:sp>
        <p:nvSpPr>
          <p:cNvPr id="70" name="Shape 68"/>
          <p:cNvSpPr/>
          <p:nvPr/>
        </p:nvSpPr>
        <p:spPr>
          <a:xfrm>
            <a:off x="11398461" y="974695"/>
            <a:ext cx="34961" cy="34961"/>
          </a:xfrm>
          <a:prstGeom prst="ellipse">
            <a:avLst/>
          </a:prstGeom>
          <a:solidFill>
            <a:srgbClr val="000000"/>
          </a:solidFill>
          <a:ln/>
        </p:spPr>
      </p:sp>
      <p:sp>
        <p:nvSpPr>
          <p:cNvPr id="71" name="Shape 69"/>
          <p:cNvSpPr/>
          <p:nvPr/>
        </p:nvSpPr>
        <p:spPr>
          <a:xfrm>
            <a:off x="11304837" y="988501"/>
            <a:ext cx="35627" cy="35627"/>
          </a:xfrm>
          <a:prstGeom prst="ellipse">
            <a:avLst/>
          </a:prstGeom>
          <a:solidFill>
            <a:srgbClr val="000000"/>
          </a:solidFill>
          <a:ln/>
        </p:spPr>
      </p:sp>
      <p:sp>
        <p:nvSpPr>
          <p:cNvPr id="72" name="Text 70"/>
          <p:cNvSpPr/>
          <p:nvPr/>
        </p:nvSpPr>
        <p:spPr>
          <a:xfrm>
            <a:off x="548640" y="411480"/>
            <a:ext cx="10088575" cy="777240"/>
          </a:xfrm>
          <a:prstGeom prst="rect">
            <a:avLst/>
          </a:prstGeom>
          <a:noFill/>
          <a:ln/>
        </p:spPr>
        <p:txBody>
          <a:bodyPr wrap="square" lIns="0" tIns="0" rIns="0" bIns="0" rtlCol="0" anchor="ctr"/>
          <a:lstStyle/>
          <a:p>
            <a:pPr algn="l" indent="0" marL="0">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Maak een rapport</a:t>
            </a:r>
            <a:endParaRPr lang="en-US" sz="3400" dirty="0"/>
          </a:p>
        </p:txBody>
      </p:sp>
      <p:sp>
        <p:nvSpPr>
          <p:cNvPr id="73" name="Shape 71"/>
          <p:cNvSpPr/>
          <p:nvPr/>
        </p:nvSpPr>
        <p:spPr>
          <a:xfrm>
            <a:off x="548640" y="1371600"/>
            <a:ext cx="5410048" cy="2560320"/>
          </a:xfrm>
          <a:prstGeom prst="roundRect">
            <a:avLst>
              <a:gd name="adj" fmla="val 3571"/>
            </a:avLst>
          </a:prstGeom>
          <a:solidFill>
            <a:srgbClr val="3D68EC"/>
          </a:solidFill>
          <a:ln/>
        </p:spPr>
      </p:sp>
      <p:sp>
        <p:nvSpPr>
          <p:cNvPr id="74" name="Shape 72"/>
          <p:cNvSpPr/>
          <p:nvPr/>
        </p:nvSpPr>
        <p:spPr>
          <a:xfrm>
            <a:off x="822960" y="1645920"/>
            <a:ext cx="548640" cy="548640"/>
          </a:xfrm>
          <a:prstGeom prst="ellipse">
            <a:avLst/>
          </a:prstGeom>
          <a:solidFill>
            <a:srgbClr val="F4D74B"/>
          </a:solidFill>
          <a:ln/>
        </p:spPr>
      </p:sp>
      <p:sp>
        <p:nvSpPr>
          <p:cNvPr id="75" name="Text 73"/>
          <p:cNvSpPr/>
          <p:nvPr/>
        </p:nvSpPr>
        <p:spPr>
          <a:xfrm>
            <a:off x="822960" y="1645920"/>
            <a:ext cx="548640" cy="548640"/>
          </a:xfrm>
          <a:prstGeom prst="rect">
            <a:avLst/>
          </a:prstGeom>
          <a:noFill/>
          <a:ln/>
        </p:spPr>
        <p:txBody>
          <a:bodyPr wrap="square" lIns="0" tIns="0" rIns="0" bIns="0" rtlCol="0" anchor="ctr"/>
          <a:lstStyle/>
          <a:p>
            <a:pPr algn="ctr" indent="0" marL="0">
              <a:lnSpc>
                <a:spcPct val="105000"/>
              </a:lnSpc>
              <a:buNone/>
            </a:pPr>
            <a:r>
              <a:rPr lang="en-US" sz="2000" dirty="0">
                <a:solidFill>
                  <a:srgbClr val="3D68EC"/>
                </a:solidFill>
                <a:latin typeface="General Sans Semibold" pitchFamily="34" charset="0"/>
                <a:ea typeface="General Sans Semibold" pitchFamily="34" charset="-122"/>
                <a:cs typeface="General Sans Semibold" pitchFamily="34" charset="-120"/>
              </a:rPr>
              <a:t>A</a:t>
            </a:r>
            <a:endParaRPr lang="en-US" sz="2000" dirty="0"/>
          </a:p>
        </p:txBody>
      </p:sp>
      <p:sp>
        <p:nvSpPr>
          <p:cNvPr id="76" name="Shape 74"/>
          <p:cNvSpPr/>
          <p:nvPr/>
        </p:nvSpPr>
        <p:spPr>
          <a:xfrm>
            <a:off x="1508760" y="1719072"/>
            <a:ext cx="4175608" cy="402336"/>
          </a:xfrm>
          <a:prstGeom prst="roundRect">
            <a:avLst>
              <a:gd name="adj" fmla="val 113636"/>
            </a:avLst>
          </a:prstGeom>
          <a:solidFill>
            <a:srgbClr val="F4D74B"/>
          </a:solidFill>
          <a:ln/>
        </p:spPr>
      </p:sp>
      <p:sp>
        <p:nvSpPr>
          <p:cNvPr id="77" name="Text 75"/>
          <p:cNvSpPr/>
          <p:nvPr/>
        </p:nvSpPr>
        <p:spPr>
          <a:xfrm>
            <a:off x="1600200" y="1719072"/>
            <a:ext cx="3992728" cy="402336"/>
          </a:xfrm>
          <a:prstGeom prst="rect">
            <a:avLst/>
          </a:prstGeom>
          <a:noFill/>
          <a:ln/>
        </p:spPr>
        <p:txBody>
          <a:bodyPr wrap="square" lIns="0" tIns="0" rIns="0" bIns="0" rtlCol="0" anchor="ctr"/>
          <a:lstStyle/>
          <a:p>
            <a:pPr algn="ctr" indent="0" marL="0">
              <a:lnSpc>
                <a:spcPct val="105000"/>
              </a:lnSpc>
              <a:buNone/>
            </a:pPr>
            <a:r>
              <a:rPr lang="en-US" sz="1200" dirty="0">
                <a:solidFill>
                  <a:srgbClr val="3D68EC"/>
                </a:solidFill>
                <a:latin typeface="General Sans Semibold" pitchFamily="34" charset="0"/>
                <a:ea typeface="General Sans Semibold" pitchFamily="34" charset="-122"/>
                <a:cs typeface="General Sans Semibold" pitchFamily="34" charset="-120"/>
              </a:rPr>
              <a:t>Je vraag uit ronde 1</a:t>
            </a:r>
            <a:endParaRPr lang="en-US" sz="1200" dirty="0"/>
          </a:p>
        </p:txBody>
      </p:sp>
      <p:sp>
        <p:nvSpPr>
          <p:cNvPr id="78" name="Text 76"/>
          <p:cNvSpPr/>
          <p:nvPr/>
        </p:nvSpPr>
        <p:spPr>
          <a:xfrm>
            <a:off x="822960" y="2423160"/>
            <a:ext cx="4861408" cy="338328"/>
          </a:xfrm>
          <a:prstGeom prst="rect">
            <a:avLst/>
          </a:prstGeom>
          <a:noFill/>
          <a:ln/>
        </p:spPr>
        <p:txBody>
          <a:bodyPr wrap="square" lIns="0" tIns="0" rIns="0" bIns="0" rtlCol="0" anchor="t"/>
          <a:lstStyle/>
          <a:p>
            <a:pPr algn="l" indent="0" marL="0">
              <a:lnSpc>
                <a:spcPct val="105000"/>
              </a:lnSpc>
              <a:buNone/>
            </a:pPr>
            <a:r>
              <a:rPr lang="en-US" sz="2200" dirty="0">
                <a:solidFill>
                  <a:srgbClr val="F4D9DC"/>
                </a:solidFill>
                <a:latin typeface="General Sans Semibold" pitchFamily="34" charset="0"/>
                <a:ea typeface="General Sans Semibold" pitchFamily="34" charset="-122"/>
                <a:cs typeface="General Sans Semibold" pitchFamily="34" charset="-120"/>
              </a:rPr>
              <a:t>Vraag om een rapport</a:t>
            </a:r>
            <a:endParaRPr lang="en-US" sz="2200" dirty="0"/>
          </a:p>
        </p:txBody>
      </p:sp>
      <p:sp>
        <p:nvSpPr>
          <p:cNvPr id="79" name="Text 77"/>
          <p:cNvSpPr/>
          <p:nvPr/>
        </p:nvSpPr>
        <p:spPr>
          <a:xfrm>
            <a:off x="822960" y="3035808"/>
            <a:ext cx="4861408" cy="541020"/>
          </a:xfrm>
          <a:prstGeom prst="rect">
            <a:avLst/>
          </a:prstGeom>
          <a:noFill/>
          <a:ln/>
        </p:spPr>
        <p:txBody>
          <a:bodyPr wrap="square" lIns="0" tIns="0" rIns="0" bIns="0" rtlCol="0" anchor="t"/>
          <a:lstStyle/>
          <a:p>
            <a:pPr algn="l" indent="0" marL="0">
              <a:lnSpc>
                <a:spcPct val="105000"/>
              </a:lnSpc>
              <a:buNone/>
            </a:pPr>
            <a:r>
              <a:rPr lang="en-US" sz="1500" dirty="0">
                <a:solidFill>
                  <a:srgbClr val="F4D9DC"/>
                </a:solidFill>
                <a:latin typeface="General Sans" pitchFamily="34" charset="0"/>
                <a:ea typeface="General Sans" pitchFamily="34" charset="-122"/>
                <a:cs typeface="General Sans" pitchFamily="34" charset="-120"/>
              </a:rPr>
              <a:t>Vraag de tool om een rapport bij je antwoord uit ronde 1.</a:t>
            </a:r>
            <a:endParaRPr lang="en-US" sz="1500" dirty="0"/>
          </a:p>
        </p:txBody>
      </p:sp>
      <p:sp>
        <p:nvSpPr>
          <p:cNvPr id="80" name="Shape 78"/>
          <p:cNvSpPr/>
          <p:nvPr/>
        </p:nvSpPr>
        <p:spPr>
          <a:xfrm>
            <a:off x="6233008" y="1371600"/>
            <a:ext cx="5410048" cy="2560320"/>
          </a:xfrm>
          <a:prstGeom prst="roundRect">
            <a:avLst>
              <a:gd name="adj" fmla="val 3571"/>
            </a:avLst>
          </a:prstGeom>
          <a:solidFill>
            <a:srgbClr val="DD784B"/>
          </a:solidFill>
          <a:ln/>
        </p:spPr>
      </p:sp>
      <p:sp>
        <p:nvSpPr>
          <p:cNvPr id="81" name="Shape 79"/>
          <p:cNvSpPr/>
          <p:nvPr/>
        </p:nvSpPr>
        <p:spPr>
          <a:xfrm>
            <a:off x="6507328" y="1645920"/>
            <a:ext cx="548640" cy="548640"/>
          </a:xfrm>
          <a:prstGeom prst="ellipse">
            <a:avLst/>
          </a:prstGeom>
          <a:solidFill>
            <a:srgbClr val="F4D9DC"/>
          </a:solidFill>
          <a:ln/>
        </p:spPr>
      </p:sp>
      <p:sp>
        <p:nvSpPr>
          <p:cNvPr id="82" name="Text 80"/>
          <p:cNvSpPr/>
          <p:nvPr/>
        </p:nvSpPr>
        <p:spPr>
          <a:xfrm>
            <a:off x="6507328" y="1645920"/>
            <a:ext cx="548640" cy="548640"/>
          </a:xfrm>
          <a:prstGeom prst="rect">
            <a:avLst/>
          </a:prstGeom>
          <a:noFill/>
          <a:ln/>
        </p:spPr>
        <p:txBody>
          <a:bodyPr wrap="square" lIns="0" tIns="0" rIns="0" bIns="0" rtlCol="0" anchor="ctr"/>
          <a:lstStyle/>
          <a:p>
            <a:pPr algn="ctr" indent="0" marL="0">
              <a:lnSpc>
                <a:spcPct val="105000"/>
              </a:lnSpc>
              <a:buNone/>
            </a:pPr>
            <a:r>
              <a:rPr lang="en-US" sz="2000" dirty="0">
                <a:solidFill>
                  <a:srgbClr val="000000"/>
                </a:solidFill>
                <a:latin typeface="General Sans Semibold" pitchFamily="34" charset="0"/>
                <a:ea typeface="General Sans Semibold" pitchFamily="34" charset="-122"/>
                <a:cs typeface="General Sans Semibold" pitchFamily="34" charset="-120"/>
              </a:rPr>
              <a:t>B</a:t>
            </a:r>
            <a:endParaRPr lang="en-US" sz="2000" dirty="0"/>
          </a:p>
        </p:txBody>
      </p:sp>
      <p:sp>
        <p:nvSpPr>
          <p:cNvPr id="83" name="Shape 81"/>
          <p:cNvSpPr/>
          <p:nvPr/>
        </p:nvSpPr>
        <p:spPr>
          <a:xfrm>
            <a:off x="7193128" y="1719072"/>
            <a:ext cx="4175608" cy="402336"/>
          </a:xfrm>
          <a:prstGeom prst="roundRect">
            <a:avLst>
              <a:gd name="adj" fmla="val 113636"/>
            </a:avLst>
          </a:prstGeom>
          <a:solidFill>
            <a:srgbClr val="F4D9DC"/>
          </a:solidFill>
          <a:ln/>
        </p:spPr>
      </p:sp>
      <p:sp>
        <p:nvSpPr>
          <p:cNvPr id="84" name="Text 82"/>
          <p:cNvSpPr/>
          <p:nvPr/>
        </p:nvSpPr>
        <p:spPr>
          <a:xfrm>
            <a:off x="7284568" y="1719072"/>
            <a:ext cx="3992728" cy="402336"/>
          </a:xfrm>
          <a:prstGeom prst="rect">
            <a:avLst/>
          </a:prstGeom>
          <a:noFill/>
          <a:ln/>
        </p:spPr>
        <p:txBody>
          <a:bodyPr wrap="square" lIns="0" tIns="0" rIns="0" bIns="0" rtlCol="0" anchor="ctr"/>
          <a:lstStyle/>
          <a:p>
            <a:pPr algn="ctr" indent="0" marL="0">
              <a:lnSpc>
                <a:spcPct val="105000"/>
              </a:lnSpc>
              <a:buNone/>
            </a:pPr>
            <a:r>
              <a:rPr lang="en-US" sz="1200" dirty="0">
                <a:solidFill>
                  <a:srgbClr val="000000"/>
                </a:solidFill>
                <a:latin typeface="General Sans Semibold" pitchFamily="34" charset="0"/>
                <a:ea typeface="General Sans Semibold" pitchFamily="34" charset="-122"/>
                <a:cs typeface="General Sans Semibold" pitchFamily="34" charset="-120"/>
              </a:rPr>
              <a:t>Klaargezet</a:t>
            </a:r>
            <a:endParaRPr lang="en-US" sz="1200" dirty="0"/>
          </a:p>
        </p:txBody>
      </p:sp>
      <p:sp>
        <p:nvSpPr>
          <p:cNvPr id="85" name="Text 83"/>
          <p:cNvSpPr/>
          <p:nvPr/>
        </p:nvSpPr>
        <p:spPr>
          <a:xfrm>
            <a:off x="6507328" y="2423160"/>
            <a:ext cx="4861408" cy="338328"/>
          </a:xfrm>
          <a:prstGeom prst="rect">
            <a:avLst/>
          </a:prstGeom>
          <a:noFill/>
          <a:ln/>
        </p:spPr>
        <p:txBody>
          <a:bodyPr wrap="square" lIns="0" tIns="0" rIns="0" bIns="0" rtlCol="0" anchor="t"/>
          <a:lstStyle/>
          <a:p>
            <a:pPr algn="l" indent="0" marL="0">
              <a:lnSpc>
                <a:spcPct val="105000"/>
              </a:lnSpc>
              <a:buNone/>
            </a:pPr>
            <a:r>
              <a:rPr lang="en-US" sz="2200" dirty="0">
                <a:solidFill>
                  <a:srgbClr val="000000"/>
                </a:solidFill>
                <a:latin typeface="General Sans Semibold" pitchFamily="34" charset="0"/>
                <a:ea typeface="General Sans Semibold" pitchFamily="34" charset="-122"/>
                <a:cs typeface="General Sans Semibold" pitchFamily="34" charset="-120"/>
              </a:rPr>
              <a:t>Een rapport van ons</a:t>
            </a:r>
            <a:endParaRPr lang="en-US" sz="2200" dirty="0"/>
          </a:p>
        </p:txBody>
      </p:sp>
      <p:sp>
        <p:nvSpPr>
          <p:cNvPr id="86" name="Text 84"/>
          <p:cNvSpPr/>
          <p:nvPr/>
        </p:nvSpPr>
        <p:spPr>
          <a:xfrm>
            <a:off x="6507328" y="3035808"/>
            <a:ext cx="4861408" cy="54102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pitchFamily="34" charset="0"/>
                <a:ea typeface="General Sans" pitchFamily="34" charset="-122"/>
                <a:cs typeface="General Sans" pitchFamily="34" charset="-120"/>
              </a:rPr>
              <a:t>Vastgelopen? Bekijk een rapport dat klaarstaat.</a:t>
            </a:r>
            <a:endParaRPr lang="en-US" sz="1500" dirty="0"/>
          </a:p>
        </p:txBody>
      </p:sp>
      <p:sp>
        <p:nvSpPr>
          <p:cNvPr id="87" name="Text 85"/>
          <p:cNvSpPr/>
          <p:nvPr/>
        </p:nvSpPr>
        <p:spPr>
          <a:xfrm>
            <a:off x="548640" y="4114800"/>
            <a:ext cx="11094415" cy="457200"/>
          </a:xfrm>
          <a:prstGeom prst="rect">
            <a:avLst/>
          </a:prstGeom>
          <a:noFill/>
          <a:ln/>
        </p:spPr>
        <p:txBody>
          <a:bodyPr wrap="square" lIns="0" tIns="0" rIns="0" bIns="0" rtlCol="0" anchor="t"/>
          <a:lstStyle/>
          <a:p>
            <a:pPr algn="l" indent="0" marL="0">
              <a:lnSpc>
                <a:spcPct val="105000"/>
              </a:lnSpc>
              <a:buNone/>
            </a:pPr>
            <a:r>
              <a:rPr lang="en-US" sz="1800" dirty="0">
                <a:solidFill>
                  <a:srgbClr val="00AF81"/>
                </a:solidFill>
                <a:latin typeface="General Sans Semibold" pitchFamily="34" charset="0"/>
                <a:ea typeface="General Sans Semibold" pitchFamily="34" charset="-122"/>
                <a:cs typeface="General Sans Semibold" pitchFamily="34" charset="-120"/>
              </a:rPr>
              <a:t>Daarna:</a:t>
            </a:r>
            <a:pPr algn="l" indent="0" marL="0">
              <a:lnSpc>
                <a:spcPct val="105000"/>
              </a:lnSpc>
              <a:buNone/>
            </a:pPr>
            <a:r>
              <a:rPr lang="en-US" sz="1800" dirty="0">
                <a:solidFill>
                  <a:srgbClr val="000000"/>
                </a:solidFill>
                <a:latin typeface="General Sans" pitchFamily="34" charset="0"/>
                <a:ea typeface="General Sans" pitchFamily="34" charset="-122"/>
                <a:cs typeface="General Sans" pitchFamily="34" charset="-120"/>
              </a:rPr>
              <a:t> beoordeel het rapport en geef feedback in de tool.</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EAEA"/>
        </a:solidFill>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sp>
      <p:sp>
        <p:nvSpPr>
          <p:cNvPr id="3" name="Shape 1"/>
          <p:cNvSpPr/>
          <p:nvPr/>
        </p:nvSpPr>
        <p:spPr>
          <a:xfrm>
            <a:off x="11212173" y="399224"/>
            <a:ext cx="34616" cy="34616"/>
          </a:xfrm>
          <a:prstGeom prst="ellipse">
            <a:avLst/>
          </a:prstGeom>
          <a:solidFill>
            <a:srgbClr val="000000"/>
          </a:solidFill>
          <a:ln/>
        </p:spPr>
      </p:sp>
      <p:sp>
        <p:nvSpPr>
          <p:cNvPr id="4" name="Shape 2"/>
          <p:cNvSpPr/>
          <p:nvPr/>
        </p:nvSpPr>
        <p:spPr>
          <a:xfrm>
            <a:off x="11398641" y="399224"/>
            <a:ext cx="34616" cy="34616"/>
          </a:xfrm>
          <a:prstGeom prst="ellipse">
            <a:avLst/>
          </a:prstGeom>
          <a:solidFill>
            <a:srgbClr val="000000"/>
          </a:solidFill>
          <a:ln/>
        </p:spPr>
      </p:sp>
      <p:sp>
        <p:nvSpPr>
          <p:cNvPr id="5" name="Shape 3"/>
          <p:cNvSpPr/>
          <p:nvPr/>
        </p:nvSpPr>
        <p:spPr>
          <a:xfrm>
            <a:off x="11258374" y="435357"/>
            <a:ext cx="51936" cy="51936"/>
          </a:xfrm>
          <a:prstGeom prst="ellipse">
            <a:avLst/>
          </a:prstGeom>
          <a:solidFill>
            <a:srgbClr val="000000"/>
          </a:solidFill>
          <a:ln/>
        </p:spPr>
      </p:sp>
      <p:sp>
        <p:nvSpPr>
          <p:cNvPr id="6" name="Shape 4"/>
          <p:cNvSpPr/>
          <p:nvPr/>
        </p:nvSpPr>
        <p:spPr>
          <a:xfrm>
            <a:off x="11335407" y="435306"/>
            <a:ext cx="51718" cy="51718"/>
          </a:xfrm>
          <a:prstGeom prst="ellipse">
            <a:avLst/>
          </a:prstGeom>
          <a:solidFill>
            <a:srgbClr val="000000"/>
          </a:solidFill>
          <a:ln/>
        </p:spPr>
      </p:sp>
      <p:sp>
        <p:nvSpPr>
          <p:cNvPr id="7" name="Shape 5"/>
          <p:cNvSpPr/>
          <p:nvPr/>
        </p:nvSpPr>
        <p:spPr>
          <a:xfrm>
            <a:off x="11127388" y="442398"/>
            <a:ext cx="35294" cy="35294"/>
          </a:xfrm>
          <a:prstGeom prst="ellipse">
            <a:avLst/>
          </a:prstGeom>
          <a:solidFill>
            <a:srgbClr val="000000"/>
          </a:solidFill>
          <a:ln/>
        </p:spPr>
      </p:sp>
      <p:sp>
        <p:nvSpPr>
          <p:cNvPr id="8" name="Shape 6"/>
          <p:cNvSpPr/>
          <p:nvPr/>
        </p:nvSpPr>
        <p:spPr>
          <a:xfrm>
            <a:off x="11482145" y="441649"/>
            <a:ext cx="35960" cy="35960"/>
          </a:xfrm>
          <a:prstGeom prst="ellipse">
            <a:avLst/>
          </a:prstGeom>
          <a:solidFill>
            <a:srgbClr val="000000"/>
          </a:solidFill>
          <a:ln/>
        </p:spPr>
      </p:sp>
      <p:sp>
        <p:nvSpPr>
          <p:cNvPr id="9" name="Shape 7"/>
          <p:cNvSpPr/>
          <p:nvPr/>
        </p:nvSpPr>
        <p:spPr>
          <a:xfrm>
            <a:off x="11185603" y="459328"/>
            <a:ext cx="52167" cy="52167"/>
          </a:xfrm>
          <a:prstGeom prst="ellipse">
            <a:avLst/>
          </a:prstGeom>
          <a:solidFill>
            <a:srgbClr val="000000"/>
          </a:solidFill>
          <a:ln/>
        </p:spPr>
      </p:sp>
      <p:sp>
        <p:nvSpPr>
          <p:cNvPr id="10" name="Shape 8"/>
          <p:cNvSpPr/>
          <p:nvPr/>
        </p:nvSpPr>
        <p:spPr>
          <a:xfrm>
            <a:off x="11408043" y="458713"/>
            <a:ext cx="52384" cy="52384"/>
          </a:xfrm>
          <a:prstGeom prst="ellipse">
            <a:avLst/>
          </a:prstGeom>
          <a:solidFill>
            <a:srgbClr val="000000"/>
          </a:solidFill>
          <a:ln/>
        </p:spPr>
      </p:sp>
      <p:sp>
        <p:nvSpPr>
          <p:cNvPr id="11" name="Shape 9"/>
          <p:cNvSpPr/>
          <p:nvPr/>
        </p:nvSpPr>
        <p:spPr>
          <a:xfrm>
            <a:off x="11241891" y="499749"/>
            <a:ext cx="36613" cy="36613"/>
          </a:xfrm>
          <a:prstGeom prst="ellipse">
            <a:avLst/>
          </a:prstGeom>
          <a:solidFill>
            <a:srgbClr val="000000"/>
          </a:solidFill>
          <a:ln/>
        </p:spPr>
      </p:sp>
      <p:sp>
        <p:nvSpPr>
          <p:cNvPr id="12" name="Shape 10"/>
          <p:cNvSpPr/>
          <p:nvPr/>
        </p:nvSpPr>
        <p:spPr>
          <a:xfrm>
            <a:off x="11294557" y="500146"/>
            <a:ext cx="57223" cy="57223"/>
          </a:xfrm>
          <a:prstGeom prst="ellipse">
            <a:avLst/>
          </a:prstGeom>
          <a:solidFill>
            <a:srgbClr val="000000"/>
          </a:solidFill>
          <a:ln/>
        </p:spPr>
      </p:sp>
      <p:sp>
        <p:nvSpPr>
          <p:cNvPr id="13" name="Shape 11"/>
          <p:cNvSpPr/>
          <p:nvPr/>
        </p:nvSpPr>
        <p:spPr>
          <a:xfrm>
            <a:off x="11364102" y="498770"/>
            <a:ext cx="35294" cy="35294"/>
          </a:xfrm>
          <a:prstGeom prst="ellipse">
            <a:avLst/>
          </a:prstGeom>
          <a:solidFill>
            <a:srgbClr val="000000"/>
          </a:solidFill>
          <a:ln/>
        </p:spPr>
      </p:sp>
      <p:sp>
        <p:nvSpPr>
          <p:cNvPr id="14" name="Shape 12"/>
          <p:cNvSpPr/>
          <p:nvPr/>
        </p:nvSpPr>
        <p:spPr>
          <a:xfrm>
            <a:off x="11123515" y="504524"/>
            <a:ext cx="51936" cy="51936"/>
          </a:xfrm>
          <a:prstGeom prst="ellipse">
            <a:avLst/>
          </a:prstGeom>
          <a:solidFill>
            <a:srgbClr val="000000"/>
          </a:solidFill>
          <a:ln/>
        </p:spPr>
      </p:sp>
      <p:sp>
        <p:nvSpPr>
          <p:cNvPr id="15" name="Shape 13"/>
          <p:cNvSpPr/>
          <p:nvPr/>
        </p:nvSpPr>
        <p:spPr>
          <a:xfrm>
            <a:off x="11470202" y="504300"/>
            <a:ext cx="52384" cy="52384"/>
          </a:xfrm>
          <a:prstGeom prst="ellipse">
            <a:avLst/>
          </a:prstGeom>
          <a:solidFill>
            <a:srgbClr val="000000"/>
          </a:solidFill>
          <a:ln/>
        </p:spPr>
      </p:sp>
      <p:sp>
        <p:nvSpPr>
          <p:cNvPr id="16" name="Shape 14"/>
          <p:cNvSpPr/>
          <p:nvPr/>
        </p:nvSpPr>
        <p:spPr>
          <a:xfrm>
            <a:off x="11060774" y="508825"/>
            <a:ext cx="35627" cy="35627"/>
          </a:xfrm>
          <a:prstGeom prst="ellipse">
            <a:avLst/>
          </a:prstGeom>
          <a:solidFill>
            <a:srgbClr val="000000"/>
          </a:solidFill>
          <a:ln/>
        </p:spPr>
      </p:sp>
      <p:sp>
        <p:nvSpPr>
          <p:cNvPr id="17" name="Shape 15"/>
          <p:cNvSpPr/>
          <p:nvPr/>
        </p:nvSpPr>
        <p:spPr>
          <a:xfrm>
            <a:off x="11548535" y="508038"/>
            <a:ext cx="36613" cy="36613"/>
          </a:xfrm>
          <a:prstGeom prst="ellipse">
            <a:avLst/>
          </a:prstGeom>
          <a:solidFill>
            <a:srgbClr val="000000"/>
          </a:solidFill>
          <a:ln/>
        </p:spPr>
      </p:sp>
      <p:sp>
        <p:nvSpPr>
          <p:cNvPr id="18" name="Shape 16"/>
          <p:cNvSpPr/>
          <p:nvPr/>
        </p:nvSpPr>
        <p:spPr>
          <a:xfrm>
            <a:off x="11191466" y="533379"/>
            <a:ext cx="57825" cy="57825"/>
          </a:xfrm>
          <a:prstGeom prst="ellipse">
            <a:avLst/>
          </a:prstGeom>
          <a:solidFill>
            <a:srgbClr val="000000"/>
          </a:solidFill>
          <a:ln/>
        </p:spPr>
      </p:sp>
      <p:sp>
        <p:nvSpPr>
          <p:cNvPr id="19" name="Shape 17"/>
          <p:cNvSpPr/>
          <p:nvPr/>
        </p:nvSpPr>
        <p:spPr>
          <a:xfrm>
            <a:off x="11396535" y="533494"/>
            <a:ext cx="57428" cy="57428"/>
          </a:xfrm>
          <a:prstGeom prst="ellipse">
            <a:avLst/>
          </a:prstGeom>
          <a:solidFill>
            <a:srgbClr val="000000"/>
          </a:solidFill>
          <a:ln/>
        </p:spPr>
      </p:sp>
      <p:sp>
        <p:nvSpPr>
          <p:cNvPr id="20" name="Shape 18"/>
          <p:cNvSpPr/>
          <p:nvPr/>
        </p:nvSpPr>
        <p:spPr>
          <a:xfrm>
            <a:off x="11079087" y="567226"/>
            <a:ext cx="51270" cy="51270"/>
          </a:xfrm>
          <a:prstGeom prst="ellipse">
            <a:avLst/>
          </a:prstGeom>
          <a:solidFill>
            <a:srgbClr val="000000"/>
          </a:solidFill>
          <a:ln/>
        </p:spPr>
      </p:sp>
      <p:sp>
        <p:nvSpPr>
          <p:cNvPr id="21" name="Shape 19"/>
          <p:cNvSpPr/>
          <p:nvPr/>
        </p:nvSpPr>
        <p:spPr>
          <a:xfrm>
            <a:off x="11339728" y="567053"/>
            <a:ext cx="34616" cy="34616"/>
          </a:xfrm>
          <a:prstGeom prst="ellipse">
            <a:avLst/>
          </a:prstGeom>
          <a:solidFill>
            <a:srgbClr val="000000"/>
          </a:solidFill>
          <a:ln/>
        </p:spPr>
      </p:sp>
      <p:sp>
        <p:nvSpPr>
          <p:cNvPr id="22" name="Shape 20"/>
          <p:cNvSpPr/>
          <p:nvPr/>
        </p:nvSpPr>
        <p:spPr>
          <a:xfrm>
            <a:off x="11515167" y="566234"/>
            <a:ext cx="52819" cy="52819"/>
          </a:xfrm>
          <a:prstGeom prst="ellipse">
            <a:avLst/>
          </a:prstGeom>
          <a:solidFill>
            <a:srgbClr val="000000"/>
          </a:solidFill>
          <a:ln/>
        </p:spPr>
      </p:sp>
      <p:sp>
        <p:nvSpPr>
          <p:cNvPr id="23" name="Shape 21"/>
          <p:cNvSpPr/>
          <p:nvPr/>
        </p:nvSpPr>
        <p:spPr>
          <a:xfrm>
            <a:off x="11262860" y="569742"/>
            <a:ext cx="34961" cy="34961"/>
          </a:xfrm>
          <a:prstGeom prst="ellipse">
            <a:avLst/>
          </a:prstGeom>
          <a:solidFill>
            <a:srgbClr val="000000"/>
          </a:solidFill>
          <a:ln/>
        </p:spPr>
      </p:sp>
      <p:sp>
        <p:nvSpPr>
          <p:cNvPr id="24" name="Shape 22"/>
          <p:cNvSpPr/>
          <p:nvPr/>
        </p:nvSpPr>
        <p:spPr>
          <a:xfrm>
            <a:off x="11462521" y="569818"/>
            <a:ext cx="35294" cy="35294"/>
          </a:xfrm>
          <a:prstGeom prst="ellipse">
            <a:avLst/>
          </a:prstGeom>
          <a:solidFill>
            <a:srgbClr val="000000"/>
          </a:solidFill>
          <a:ln/>
        </p:spPr>
      </p:sp>
      <p:sp>
        <p:nvSpPr>
          <p:cNvPr id="25" name="Shape 23"/>
          <p:cNvSpPr/>
          <p:nvPr/>
        </p:nvSpPr>
        <p:spPr>
          <a:xfrm>
            <a:off x="11145681" y="573441"/>
            <a:ext cx="34270" cy="34270"/>
          </a:xfrm>
          <a:prstGeom prst="ellipse">
            <a:avLst/>
          </a:prstGeom>
          <a:solidFill>
            <a:srgbClr val="000000"/>
          </a:solidFill>
          <a:ln/>
        </p:spPr>
      </p:sp>
      <p:sp>
        <p:nvSpPr>
          <p:cNvPr id="26" name="Shape 24"/>
          <p:cNvSpPr/>
          <p:nvPr/>
        </p:nvSpPr>
        <p:spPr>
          <a:xfrm>
            <a:off x="11592015" y="593213"/>
            <a:ext cx="35294" cy="35294"/>
          </a:xfrm>
          <a:prstGeom prst="ellipse">
            <a:avLst/>
          </a:prstGeom>
          <a:solidFill>
            <a:srgbClr val="000000"/>
          </a:solidFill>
          <a:ln/>
        </p:spPr>
      </p:sp>
      <p:sp>
        <p:nvSpPr>
          <p:cNvPr id="27" name="Shape 25"/>
          <p:cNvSpPr/>
          <p:nvPr/>
        </p:nvSpPr>
        <p:spPr>
          <a:xfrm>
            <a:off x="11019124" y="593444"/>
            <a:ext cx="34616" cy="34616"/>
          </a:xfrm>
          <a:prstGeom prst="ellipse">
            <a:avLst/>
          </a:prstGeom>
          <a:solidFill>
            <a:srgbClr val="000000"/>
          </a:solidFill>
          <a:ln/>
        </p:spPr>
      </p:sp>
      <p:sp>
        <p:nvSpPr>
          <p:cNvPr id="28" name="Shape 26"/>
          <p:cNvSpPr/>
          <p:nvPr/>
        </p:nvSpPr>
        <p:spPr>
          <a:xfrm>
            <a:off x="11403576" y="610214"/>
            <a:ext cx="34961" cy="34961"/>
          </a:xfrm>
          <a:prstGeom prst="ellipse">
            <a:avLst/>
          </a:prstGeom>
          <a:solidFill>
            <a:srgbClr val="000000"/>
          </a:solidFill>
          <a:ln/>
        </p:spPr>
      </p:sp>
      <p:sp>
        <p:nvSpPr>
          <p:cNvPr id="29" name="Shape 27"/>
          <p:cNvSpPr/>
          <p:nvPr/>
        </p:nvSpPr>
        <p:spPr>
          <a:xfrm>
            <a:off x="11201662" y="616570"/>
            <a:ext cx="35627" cy="35627"/>
          </a:xfrm>
          <a:prstGeom prst="ellipse">
            <a:avLst/>
          </a:prstGeom>
          <a:solidFill>
            <a:srgbClr val="000000"/>
          </a:solidFill>
          <a:ln/>
        </p:spPr>
      </p:sp>
      <p:sp>
        <p:nvSpPr>
          <p:cNvPr id="30" name="Shape 28"/>
          <p:cNvSpPr/>
          <p:nvPr/>
        </p:nvSpPr>
        <p:spPr>
          <a:xfrm>
            <a:off x="11127484" y="620705"/>
            <a:ext cx="58030" cy="58030"/>
          </a:xfrm>
          <a:prstGeom prst="ellipse">
            <a:avLst/>
          </a:prstGeom>
          <a:solidFill>
            <a:srgbClr val="000000"/>
          </a:solidFill>
          <a:ln/>
        </p:spPr>
      </p:sp>
      <p:sp>
        <p:nvSpPr>
          <p:cNvPr id="31" name="Shape 29"/>
          <p:cNvSpPr/>
          <p:nvPr/>
        </p:nvSpPr>
        <p:spPr>
          <a:xfrm>
            <a:off x="11460767" y="620852"/>
            <a:ext cx="57428" cy="57428"/>
          </a:xfrm>
          <a:prstGeom prst="ellipse">
            <a:avLst/>
          </a:prstGeom>
          <a:solidFill>
            <a:srgbClr val="000000"/>
          </a:solidFill>
          <a:ln/>
        </p:spPr>
      </p:sp>
      <p:sp>
        <p:nvSpPr>
          <p:cNvPr id="32" name="Shape 30"/>
          <p:cNvSpPr/>
          <p:nvPr/>
        </p:nvSpPr>
        <p:spPr>
          <a:xfrm>
            <a:off x="11055219" y="640144"/>
            <a:ext cx="51718" cy="51718"/>
          </a:xfrm>
          <a:prstGeom prst="ellipse">
            <a:avLst/>
          </a:prstGeom>
          <a:solidFill>
            <a:srgbClr val="000000"/>
          </a:solidFill>
          <a:ln/>
        </p:spPr>
      </p:sp>
      <p:sp>
        <p:nvSpPr>
          <p:cNvPr id="33" name="Shape 31"/>
          <p:cNvSpPr/>
          <p:nvPr/>
        </p:nvSpPr>
        <p:spPr>
          <a:xfrm>
            <a:off x="11539330" y="640266"/>
            <a:ext cx="51270" cy="51270"/>
          </a:xfrm>
          <a:prstGeom prst="ellipse">
            <a:avLst/>
          </a:prstGeom>
          <a:solidFill>
            <a:srgbClr val="000000"/>
          </a:solidFill>
          <a:ln/>
        </p:spPr>
      </p:sp>
      <p:sp>
        <p:nvSpPr>
          <p:cNvPr id="34" name="Shape 32"/>
          <p:cNvSpPr/>
          <p:nvPr/>
        </p:nvSpPr>
        <p:spPr>
          <a:xfrm>
            <a:off x="11429576" y="682274"/>
            <a:ext cx="35627" cy="35627"/>
          </a:xfrm>
          <a:prstGeom prst="ellipse">
            <a:avLst/>
          </a:prstGeom>
          <a:solidFill>
            <a:srgbClr val="000000"/>
          </a:solidFill>
          <a:ln/>
        </p:spPr>
      </p:sp>
      <p:sp>
        <p:nvSpPr>
          <p:cNvPr id="35" name="Shape 33"/>
          <p:cNvSpPr/>
          <p:nvPr/>
        </p:nvSpPr>
        <p:spPr>
          <a:xfrm>
            <a:off x="11004076" y="687222"/>
            <a:ext cx="34616" cy="34616"/>
          </a:xfrm>
          <a:prstGeom prst="ellipse">
            <a:avLst/>
          </a:prstGeom>
          <a:solidFill>
            <a:srgbClr val="000000"/>
          </a:solidFill>
          <a:ln/>
        </p:spPr>
      </p:sp>
      <p:sp>
        <p:nvSpPr>
          <p:cNvPr id="36" name="Shape 34"/>
          <p:cNvSpPr/>
          <p:nvPr/>
        </p:nvSpPr>
        <p:spPr>
          <a:xfrm>
            <a:off x="11502052" y="685321"/>
            <a:ext cx="34270" cy="34270"/>
          </a:xfrm>
          <a:prstGeom prst="ellipse">
            <a:avLst/>
          </a:prstGeom>
          <a:solidFill>
            <a:srgbClr val="000000"/>
          </a:solidFill>
          <a:ln/>
        </p:spPr>
      </p:sp>
      <p:sp>
        <p:nvSpPr>
          <p:cNvPr id="37" name="Shape 35"/>
          <p:cNvSpPr/>
          <p:nvPr/>
        </p:nvSpPr>
        <p:spPr>
          <a:xfrm>
            <a:off x="11606321" y="686422"/>
            <a:ext cx="35627" cy="35627"/>
          </a:xfrm>
          <a:prstGeom prst="ellipse">
            <a:avLst/>
          </a:prstGeom>
          <a:solidFill>
            <a:srgbClr val="000000"/>
          </a:solidFill>
          <a:ln/>
        </p:spPr>
      </p:sp>
      <p:sp>
        <p:nvSpPr>
          <p:cNvPr id="38" name="Shape 36"/>
          <p:cNvSpPr/>
          <p:nvPr/>
        </p:nvSpPr>
        <p:spPr>
          <a:xfrm>
            <a:off x="11108908" y="688957"/>
            <a:ext cx="35294" cy="35294"/>
          </a:xfrm>
          <a:prstGeom prst="ellipse">
            <a:avLst/>
          </a:prstGeom>
          <a:solidFill>
            <a:srgbClr val="000000"/>
          </a:solidFill>
          <a:ln/>
        </p:spPr>
      </p:sp>
      <p:sp>
        <p:nvSpPr>
          <p:cNvPr id="39" name="Shape 37"/>
          <p:cNvSpPr/>
          <p:nvPr/>
        </p:nvSpPr>
        <p:spPr>
          <a:xfrm>
            <a:off x="11179733" y="690371"/>
            <a:ext cx="36613" cy="36613"/>
          </a:xfrm>
          <a:prstGeom prst="ellipse">
            <a:avLst/>
          </a:prstGeom>
          <a:solidFill>
            <a:srgbClr val="000000"/>
          </a:solidFill>
          <a:ln/>
        </p:spPr>
      </p:sp>
      <p:sp>
        <p:nvSpPr>
          <p:cNvPr id="40" name="Shape 38"/>
          <p:cNvSpPr/>
          <p:nvPr/>
        </p:nvSpPr>
        <p:spPr>
          <a:xfrm>
            <a:off x="11054764" y="716576"/>
            <a:ext cx="51936" cy="51936"/>
          </a:xfrm>
          <a:prstGeom prst="ellipse">
            <a:avLst/>
          </a:prstGeom>
          <a:solidFill>
            <a:srgbClr val="000000"/>
          </a:solidFill>
          <a:ln/>
        </p:spPr>
      </p:sp>
      <p:sp>
        <p:nvSpPr>
          <p:cNvPr id="41" name="Shape 39"/>
          <p:cNvSpPr/>
          <p:nvPr/>
        </p:nvSpPr>
        <p:spPr>
          <a:xfrm>
            <a:off x="11539023" y="716851"/>
            <a:ext cx="51488" cy="51488"/>
          </a:xfrm>
          <a:prstGeom prst="ellipse">
            <a:avLst/>
          </a:prstGeom>
          <a:solidFill>
            <a:srgbClr val="000000"/>
          </a:solidFill>
          <a:ln/>
        </p:spPr>
      </p:sp>
      <p:sp>
        <p:nvSpPr>
          <p:cNvPr id="42" name="Shape 40"/>
          <p:cNvSpPr/>
          <p:nvPr/>
        </p:nvSpPr>
        <p:spPr>
          <a:xfrm>
            <a:off x="11127490" y="729288"/>
            <a:ext cx="58222" cy="58222"/>
          </a:xfrm>
          <a:prstGeom prst="ellipse">
            <a:avLst/>
          </a:prstGeom>
          <a:solidFill>
            <a:srgbClr val="000000"/>
          </a:solidFill>
          <a:ln/>
        </p:spPr>
      </p:sp>
      <p:sp>
        <p:nvSpPr>
          <p:cNvPr id="43" name="Shape 41"/>
          <p:cNvSpPr/>
          <p:nvPr/>
        </p:nvSpPr>
        <p:spPr>
          <a:xfrm>
            <a:off x="11460671" y="729781"/>
            <a:ext cx="57633" cy="57633"/>
          </a:xfrm>
          <a:prstGeom prst="ellipse">
            <a:avLst/>
          </a:prstGeom>
          <a:solidFill>
            <a:srgbClr val="000000"/>
          </a:solidFill>
          <a:ln/>
        </p:spPr>
      </p:sp>
      <p:sp>
        <p:nvSpPr>
          <p:cNvPr id="44" name="Shape 42"/>
          <p:cNvSpPr/>
          <p:nvPr/>
        </p:nvSpPr>
        <p:spPr>
          <a:xfrm>
            <a:off x="11407973" y="756415"/>
            <a:ext cx="35960" cy="35960"/>
          </a:xfrm>
          <a:prstGeom prst="ellipse">
            <a:avLst/>
          </a:prstGeom>
          <a:solidFill>
            <a:srgbClr val="000000"/>
          </a:solidFill>
          <a:ln/>
        </p:spPr>
      </p:sp>
      <p:sp>
        <p:nvSpPr>
          <p:cNvPr id="45" name="Shape 43"/>
          <p:cNvSpPr/>
          <p:nvPr/>
        </p:nvSpPr>
        <p:spPr>
          <a:xfrm>
            <a:off x="11207308" y="763884"/>
            <a:ext cx="34616" cy="34616"/>
          </a:xfrm>
          <a:prstGeom prst="ellipse">
            <a:avLst/>
          </a:prstGeom>
          <a:solidFill>
            <a:srgbClr val="000000"/>
          </a:solidFill>
          <a:ln/>
        </p:spPr>
      </p:sp>
      <p:sp>
        <p:nvSpPr>
          <p:cNvPr id="46" name="Shape 44"/>
          <p:cNvSpPr/>
          <p:nvPr/>
        </p:nvSpPr>
        <p:spPr>
          <a:xfrm>
            <a:off x="11018670" y="780462"/>
            <a:ext cx="34616" cy="34616"/>
          </a:xfrm>
          <a:prstGeom prst="ellipse">
            <a:avLst/>
          </a:prstGeom>
          <a:solidFill>
            <a:srgbClr val="000000"/>
          </a:solidFill>
          <a:ln/>
        </p:spPr>
      </p:sp>
      <p:sp>
        <p:nvSpPr>
          <p:cNvPr id="47" name="Shape 45"/>
          <p:cNvSpPr/>
          <p:nvPr/>
        </p:nvSpPr>
        <p:spPr>
          <a:xfrm>
            <a:off x="11591670" y="780123"/>
            <a:ext cx="35294" cy="35294"/>
          </a:xfrm>
          <a:prstGeom prst="ellipse">
            <a:avLst/>
          </a:prstGeom>
          <a:solidFill>
            <a:srgbClr val="000000"/>
          </a:solidFill>
          <a:ln/>
        </p:spPr>
      </p:sp>
      <p:sp>
        <p:nvSpPr>
          <p:cNvPr id="48" name="Shape 46"/>
          <p:cNvSpPr/>
          <p:nvPr/>
        </p:nvSpPr>
        <p:spPr>
          <a:xfrm>
            <a:off x="11079010" y="790179"/>
            <a:ext cx="51270" cy="51270"/>
          </a:xfrm>
          <a:prstGeom prst="ellipse">
            <a:avLst/>
          </a:prstGeom>
          <a:solidFill>
            <a:srgbClr val="000000"/>
          </a:solidFill>
          <a:ln/>
        </p:spPr>
      </p:sp>
      <p:sp>
        <p:nvSpPr>
          <p:cNvPr id="49" name="Shape 47"/>
          <p:cNvSpPr/>
          <p:nvPr/>
        </p:nvSpPr>
        <p:spPr>
          <a:xfrm>
            <a:off x="11515218" y="789692"/>
            <a:ext cx="52602" cy="52602"/>
          </a:xfrm>
          <a:prstGeom prst="ellipse">
            <a:avLst/>
          </a:prstGeom>
          <a:solidFill>
            <a:srgbClr val="000000"/>
          </a:solidFill>
          <a:ln/>
        </p:spPr>
      </p:sp>
      <p:sp>
        <p:nvSpPr>
          <p:cNvPr id="50" name="Shape 48"/>
          <p:cNvSpPr/>
          <p:nvPr/>
        </p:nvSpPr>
        <p:spPr>
          <a:xfrm>
            <a:off x="11147371" y="803460"/>
            <a:ext cx="35627" cy="35627"/>
          </a:xfrm>
          <a:prstGeom prst="ellipse">
            <a:avLst/>
          </a:prstGeom>
          <a:solidFill>
            <a:srgbClr val="000000"/>
          </a:solidFill>
          <a:ln/>
        </p:spPr>
      </p:sp>
      <p:sp>
        <p:nvSpPr>
          <p:cNvPr id="51" name="Shape 49"/>
          <p:cNvSpPr/>
          <p:nvPr/>
        </p:nvSpPr>
        <p:spPr>
          <a:xfrm>
            <a:off x="11347786" y="804293"/>
            <a:ext cx="35294" cy="35294"/>
          </a:xfrm>
          <a:prstGeom prst="ellipse">
            <a:avLst/>
          </a:prstGeom>
          <a:solidFill>
            <a:srgbClr val="000000"/>
          </a:solidFill>
          <a:ln/>
        </p:spPr>
      </p:sp>
      <p:sp>
        <p:nvSpPr>
          <p:cNvPr id="52" name="Shape 50"/>
          <p:cNvSpPr/>
          <p:nvPr/>
        </p:nvSpPr>
        <p:spPr>
          <a:xfrm>
            <a:off x="11465119" y="800919"/>
            <a:ext cx="34961" cy="34961"/>
          </a:xfrm>
          <a:prstGeom prst="ellipse">
            <a:avLst/>
          </a:prstGeom>
          <a:solidFill>
            <a:srgbClr val="000000"/>
          </a:solidFill>
          <a:ln/>
        </p:spPr>
      </p:sp>
      <p:sp>
        <p:nvSpPr>
          <p:cNvPr id="53" name="Shape 51"/>
          <p:cNvSpPr/>
          <p:nvPr/>
        </p:nvSpPr>
        <p:spPr>
          <a:xfrm>
            <a:off x="11270669" y="806590"/>
            <a:ext cx="35627" cy="35627"/>
          </a:xfrm>
          <a:prstGeom prst="ellipse">
            <a:avLst/>
          </a:prstGeom>
          <a:solidFill>
            <a:srgbClr val="000000"/>
          </a:solidFill>
          <a:ln/>
        </p:spPr>
      </p:sp>
      <p:sp>
        <p:nvSpPr>
          <p:cNvPr id="54" name="Shape 52"/>
          <p:cNvSpPr/>
          <p:nvPr/>
        </p:nvSpPr>
        <p:spPr>
          <a:xfrm>
            <a:off x="11191498" y="817766"/>
            <a:ext cx="57633" cy="57633"/>
          </a:xfrm>
          <a:prstGeom prst="ellipse">
            <a:avLst/>
          </a:prstGeom>
          <a:solidFill>
            <a:srgbClr val="000000"/>
          </a:solidFill>
          <a:ln/>
        </p:spPr>
      </p:sp>
      <p:sp>
        <p:nvSpPr>
          <p:cNvPr id="55" name="Shape 53"/>
          <p:cNvSpPr/>
          <p:nvPr/>
        </p:nvSpPr>
        <p:spPr>
          <a:xfrm>
            <a:off x="11396573" y="817888"/>
            <a:ext cx="57633" cy="57633"/>
          </a:xfrm>
          <a:prstGeom prst="ellipse">
            <a:avLst/>
          </a:prstGeom>
          <a:solidFill>
            <a:srgbClr val="000000"/>
          </a:solidFill>
          <a:ln/>
        </p:spPr>
      </p:sp>
      <p:sp>
        <p:nvSpPr>
          <p:cNvPr id="56" name="Shape 54"/>
          <p:cNvSpPr/>
          <p:nvPr/>
        </p:nvSpPr>
        <p:spPr>
          <a:xfrm>
            <a:off x="11123445" y="851985"/>
            <a:ext cx="52167" cy="52167"/>
          </a:xfrm>
          <a:prstGeom prst="ellipse">
            <a:avLst/>
          </a:prstGeom>
          <a:solidFill>
            <a:srgbClr val="000000"/>
          </a:solidFill>
          <a:ln/>
        </p:spPr>
      </p:sp>
      <p:sp>
        <p:nvSpPr>
          <p:cNvPr id="57" name="Shape 55"/>
          <p:cNvSpPr/>
          <p:nvPr/>
        </p:nvSpPr>
        <p:spPr>
          <a:xfrm>
            <a:off x="11294647" y="851390"/>
            <a:ext cx="57223" cy="57223"/>
          </a:xfrm>
          <a:prstGeom prst="ellipse">
            <a:avLst/>
          </a:prstGeom>
          <a:solidFill>
            <a:srgbClr val="000000"/>
          </a:solidFill>
          <a:ln/>
        </p:spPr>
      </p:sp>
      <p:sp>
        <p:nvSpPr>
          <p:cNvPr id="58" name="Shape 56"/>
          <p:cNvSpPr/>
          <p:nvPr/>
        </p:nvSpPr>
        <p:spPr>
          <a:xfrm>
            <a:off x="11470202" y="852382"/>
            <a:ext cx="52384" cy="52384"/>
          </a:xfrm>
          <a:prstGeom prst="ellipse">
            <a:avLst/>
          </a:prstGeom>
          <a:solidFill>
            <a:srgbClr val="000000"/>
          </a:solidFill>
          <a:ln/>
        </p:spPr>
      </p:sp>
      <p:sp>
        <p:nvSpPr>
          <p:cNvPr id="59" name="Shape 57"/>
          <p:cNvSpPr/>
          <p:nvPr/>
        </p:nvSpPr>
        <p:spPr>
          <a:xfrm>
            <a:off x="11060774" y="864607"/>
            <a:ext cx="35627" cy="35627"/>
          </a:xfrm>
          <a:prstGeom prst="ellipse">
            <a:avLst/>
          </a:prstGeom>
          <a:solidFill>
            <a:srgbClr val="000000"/>
          </a:solidFill>
          <a:ln/>
        </p:spPr>
      </p:sp>
      <p:sp>
        <p:nvSpPr>
          <p:cNvPr id="60" name="Shape 58"/>
          <p:cNvSpPr/>
          <p:nvPr/>
        </p:nvSpPr>
        <p:spPr>
          <a:xfrm>
            <a:off x="11548733" y="864185"/>
            <a:ext cx="35627" cy="35627"/>
          </a:xfrm>
          <a:prstGeom prst="ellipse">
            <a:avLst/>
          </a:prstGeom>
          <a:solidFill>
            <a:srgbClr val="000000"/>
          </a:solidFill>
          <a:ln/>
        </p:spPr>
      </p:sp>
      <p:sp>
        <p:nvSpPr>
          <p:cNvPr id="61" name="Shape 59"/>
          <p:cNvSpPr/>
          <p:nvPr/>
        </p:nvSpPr>
        <p:spPr>
          <a:xfrm>
            <a:off x="11246231" y="873908"/>
            <a:ext cx="35627" cy="35627"/>
          </a:xfrm>
          <a:prstGeom prst="ellipse">
            <a:avLst/>
          </a:prstGeom>
          <a:solidFill>
            <a:srgbClr val="000000"/>
          </a:solidFill>
          <a:ln/>
        </p:spPr>
      </p:sp>
      <p:sp>
        <p:nvSpPr>
          <p:cNvPr id="62" name="Shape 60"/>
          <p:cNvSpPr/>
          <p:nvPr/>
        </p:nvSpPr>
        <p:spPr>
          <a:xfrm>
            <a:off x="11367418" y="872896"/>
            <a:ext cx="35627" cy="35627"/>
          </a:xfrm>
          <a:prstGeom prst="ellipse">
            <a:avLst/>
          </a:prstGeom>
          <a:solidFill>
            <a:srgbClr val="000000"/>
          </a:solidFill>
          <a:ln/>
        </p:spPr>
      </p:sp>
      <p:sp>
        <p:nvSpPr>
          <p:cNvPr id="63" name="Shape 61"/>
          <p:cNvSpPr/>
          <p:nvPr/>
        </p:nvSpPr>
        <p:spPr>
          <a:xfrm>
            <a:off x="11185366" y="897322"/>
            <a:ext cx="51936" cy="51936"/>
          </a:xfrm>
          <a:prstGeom prst="ellipse">
            <a:avLst/>
          </a:prstGeom>
          <a:solidFill>
            <a:srgbClr val="000000"/>
          </a:solidFill>
          <a:ln/>
        </p:spPr>
      </p:sp>
      <p:sp>
        <p:nvSpPr>
          <p:cNvPr id="64" name="Shape 62"/>
          <p:cNvSpPr/>
          <p:nvPr/>
        </p:nvSpPr>
        <p:spPr>
          <a:xfrm>
            <a:off x="11407845" y="897655"/>
            <a:ext cx="52602" cy="52602"/>
          </a:xfrm>
          <a:prstGeom prst="ellipse">
            <a:avLst/>
          </a:prstGeom>
          <a:solidFill>
            <a:srgbClr val="000000"/>
          </a:solidFill>
          <a:ln/>
        </p:spPr>
      </p:sp>
      <p:sp>
        <p:nvSpPr>
          <p:cNvPr id="65" name="Shape 63"/>
          <p:cNvSpPr/>
          <p:nvPr/>
        </p:nvSpPr>
        <p:spPr>
          <a:xfrm>
            <a:off x="11258822" y="921466"/>
            <a:ext cx="51270" cy="51270"/>
          </a:xfrm>
          <a:prstGeom prst="ellipse">
            <a:avLst/>
          </a:prstGeom>
          <a:solidFill>
            <a:srgbClr val="000000"/>
          </a:solidFill>
          <a:ln/>
        </p:spPr>
      </p:sp>
      <p:sp>
        <p:nvSpPr>
          <p:cNvPr id="66" name="Shape 64"/>
          <p:cNvSpPr/>
          <p:nvPr/>
        </p:nvSpPr>
        <p:spPr>
          <a:xfrm>
            <a:off x="11335350" y="921504"/>
            <a:ext cx="51270" cy="51270"/>
          </a:xfrm>
          <a:prstGeom prst="ellipse">
            <a:avLst/>
          </a:prstGeom>
          <a:solidFill>
            <a:srgbClr val="000000"/>
          </a:solidFill>
          <a:ln/>
        </p:spPr>
      </p:sp>
      <p:sp>
        <p:nvSpPr>
          <p:cNvPr id="67" name="Shape 65"/>
          <p:cNvSpPr/>
          <p:nvPr/>
        </p:nvSpPr>
        <p:spPr>
          <a:xfrm>
            <a:off x="11127388" y="931368"/>
            <a:ext cx="35294" cy="35294"/>
          </a:xfrm>
          <a:prstGeom prst="ellipse">
            <a:avLst/>
          </a:prstGeom>
          <a:solidFill>
            <a:srgbClr val="000000"/>
          </a:solidFill>
          <a:ln/>
        </p:spPr>
      </p:sp>
      <p:sp>
        <p:nvSpPr>
          <p:cNvPr id="68" name="Shape 66"/>
          <p:cNvSpPr/>
          <p:nvPr/>
        </p:nvSpPr>
        <p:spPr>
          <a:xfrm>
            <a:off x="11481979" y="931035"/>
            <a:ext cx="35960" cy="35960"/>
          </a:xfrm>
          <a:prstGeom prst="ellipse">
            <a:avLst/>
          </a:prstGeom>
          <a:solidFill>
            <a:srgbClr val="000000"/>
          </a:solidFill>
          <a:ln/>
        </p:spPr>
      </p:sp>
      <p:sp>
        <p:nvSpPr>
          <p:cNvPr id="69" name="Shape 67"/>
          <p:cNvSpPr/>
          <p:nvPr/>
        </p:nvSpPr>
        <p:spPr>
          <a:xfrm>
            <a:off x="11211987" y="974695"/>
            <a:ext cx="34961" cy="34961"/>
          </a:xfrm>
          <a:prstGeom prst="ellipse">
            <a:avLst/>
          </a:prstGeom>
          <a:solidFill>
            <a:srgbClr val="000000"/>
          </a:solidFill>
          <a:ln/>
        </p:spPr>
      </p:sp>
      <p:sp>
        <p:nvSpPr>
          <p:cNvPr id="70" name="Shape 68"/>
          <p:cNvSpPr/>
          <p:nvPr/>
        </p:nvSpPr>
        <p:spPr>
          <a:xfrm>
            <a:off x="11398461" y="974695"/>
            <a:ext cx="34961" cy="34961"/>
          </a:xfrm>
          <a:prstGeom prst="ellipse">
            <a:avLst/>
          </a:prstGeom>
          <a:solidFill>
            <a:srgbClr val="000000"/>
          </a:solidFill>
          <a:ln/>
        </p:spPr>
      </p:sp>
      <p:sp>
        <p:nvSpPr>
          <p:cNvPr id="71" name="Shape 69"/>
          <p:cNvSpPr/>
          <p:nvPr/>
        </p:nvSpPr>
        <p:spPr>
          <a:xfrm>
            <a:off x="11304837" y="988501"/>
            <a:ext cx="35627" cy="35627"/>
          </a:xfrm>
          <a:prstGeom prst="ellipse">
            <a:avLst/>
          </a:prstGeom>
          <a:solidFill>
            <a:srgbClr val="000000"/>
          </a:solidFill>
          <a:ln/>
        </p:spPr>
      </p:sp>
      <p:sp>
        <p:nvSpPr>
          <p:cNvPr id="72" name="Text 70"/>
          <p:cNvSpPr/>
          <p:nvPr/>
        </p:nvSpPr>
        <p:spPr>
          <a:xfrm>
            <a:off x="548640" y="411480"/>
            <a:ext cx="10088575" cy="777240"/>
          </a:xfrm>
          <a:prstGeom prst="rect">
            <a:avLst/>
          </a:prstGeom>
          <a:noFill/>
          <a:ln/>
        </p:spPr>
        <p:txBody>
          <a:bodyPr wrap="square" lIns="0" tIns="0" rIns="0" bIns="0" rtlCol="0" anchor="ctr"/>
          <a:lstStyle/>
          <a:p>
            <a:pPr algn="l" indent="0" marL="0">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Beoordeel je rapport en geef feedback</a:t>
            </a:r>
            <a:endParaRPr lang="en-US" sz="3400" dirty="0"/>
          </a:p>
        </p:txBody>
      </p:sp>
      <p:sp>
        <p:nvSpPr>
          <p:cNvPr id="73" name="Shape 71"/>
          <p:cNvSpPr/>
          <p:nvPr/>
        </p:nvSpPr>
        <p:spPr>
          <a:xfrm>
            <a:off x="548640" y="1371600"/>
            <a:ext cx="3515258" cy="2560320"/>
          </a:xfrm>
          <a:prstGeom prst="roundRect">
            <a:avLst>
              <a:gd name="adj" fmla="val 3571"/>
            </a:avLst>
          </a:prstGeom>
          <a:solidFill>
            <a:srgbClr val="3D68EC"/>
          </a:solidFill>
          <a:ln/>
        </p:spPr>
      </p:sp>
      <p:sp>
        <p:nvSpPr>
          <p:cNvPr id="74" name="Text 72"/>
          <p:cNvSpPr/>
          <p:nvPr/>
        </p:nvSpPr>
        <p:spPr>
          <a:xfrm>
            <a:off x="822960" y="1645920"/>
            <a:ext cx="2966618" cy="691896"/>
          </a:xfrm>
          <a:prstGeom prst="rect">
            <a:avLst/>
          </a:prstGeom>
          <a:noFill/>
          <a:ln/>
        </p:spPr>
        <p:txBody>
          <a:bodyPr wrap="square" lIns="0" tIns="0" rIns="0" bIns="0" rtlCol="0" anchor="t"/>
          <a:lstStyle/>
          <a:p>
            <a:pPr algn="l" indent="0" marL="0">
              <a:lnSpc>
                <a:spcPct val="105000"/>
              </a:lnSpc>
              <a:buNone/>
            </a:pPr>
            <a:r>
              <a:rPr lang="en-US" sz="2300" dirty="0">
                <a:solidFill>
                  <a:srgbClr val="F4D9DC"/>
                </a:solidFill>
                <a:latin typeface="General Sans Semibold" pitchFamily="34" charset="0"/>
                <a:ea typeface="General Sans Semibold" pitchFamily="34" charset="-122"/>
                <a:cs typeface="General Sans Semibold" pitchFamily="34" charset="-120"/>
              </a:rPr>
              <a:t>Zou je het rapport zo delen?</a:t>
            </a:r>
            <a:endParaRPr lang="en-US" sz="2300" dirty="0"/>
          </a:p>
        </p:txBody>
      </p:sp>
      <p:sp>
        <p:nvSpPr>
          <p:cNvPr id="75" name="Text 73"/>
          <p:cNvSpPr/>
          <p:nvPr/>
        </p:nvSpPr>
        <p:spPr>
          <a:xfrm>
            <a:off x="822960" y="2612136"/>
            <a:ext cx="2966618" cy="541020"/>
          </a:xfrm>
          <a:prstGeom prst="rect">
            <a:avLst/>
          </a:prstGeom>
          <a:noFill/>
          <a:ln/>
        </p:spPr>
        <p:txBody>
          <a:bodyPr wrap="square" lIns="0" tIns="0" rIns="0" bIns="0" rtlCol="0" anchor="t"/>
          <a:lstStyle/>
          <a:p>
            <a:pPr algn="l" indent="0" marL="0">
              <a:lnSpc>
                <a:spcPct val="105000"/>
              </a:lnSpc>
              <a:buNone/>
            </a:pPr>
            <a:r>
              <a:rPr lang="en-US" sz="1500" dirty="0">
                <a:solidFill>
                  <a:srgbClr val="F4D9DC"/>
                </a:solidFill>
                <a:latin typeface="General Sans" pitchFamily="34" charset="0"/>
                <a:ea typeface="General Sans" pitchFamily="34" charset="-122"/>
                <a:cs typeface="General Sans" pitchFamily="34" charset="-120"/>
              </a:rPr>
              <a:t>Met een collega of je leidinggevende?</a:t>
            </a:r>
            <a:endParaRPr lang="en-US" sz="1500" dirty="0"/>
          </a:p>
        </p:txBody>
      </p:sp>
      <p:sp>
        <p:nvSpPr>
          <p:cNvPr id="76" name="Shape 74"/>
          <p:cNvSpPr/>
          <p:nvPr/>
        </p:nvSpPr>
        <p:spPr>
          <a:xfrm>
            <a:off x="4338218" y="1371600"/>
            <a:ext cx="3515258" cy="2560320"/>
          </a:xfrm>
          <a:prstGeom prst="roundRect">
            <a:avLst>
              <a:gd name="adj" fmla="val 3571"/>
            </a:avLst>
          </a:prstGeom>
          <a:solidFill>
            <a:srgbClr val="DD784B"/>
          </a:solidFill>
          <a:ln/>
        </p:spPr>
      </p:sp>
      <p:sp>
        <p:nvSpPr>
          <p:cNvPr id="77" name="Text 75"/>
          <p:cNvSpPr/>
          <p:nvPr/>
        </p:nvSpPr>
        <p:spPr>
          <a:xfrm>
            <a:off x="4612538" y="1645920"/>
            <a:ext cx="2966618" cy="691896"/>
          </a:xfrm>
          <a:prstGeom prst="rect">
            <a:avLst/>
          </a:prstGeom>
          <a:noFill/>
          <a:ln/>
        </p:spPr>
        <p:txBody>
          <a:bodyPr wrap="square" lIns="0" tIns="0" rIns="0" bIns="0" rtlCol="0" anchor="t"/>
          <a:lstStyle/>
          <a:p>
            <a:pPr algn="l" indent="0" marL="0">
              <a:lnSpc>
                <a:spcPct val="105000"/>
              </a:lnSpc>
              <a:buNone/>
            </a:pPr>
            <a:r>
              <a:rPr lang="en-US" sz="2300" dirty="0">
                <a:solidFill>
                  <a:srgbClr val="000000"/>
                </a:solidFill>
                <a:latin typeface="General Sans Semibold" pitchFamily="34" charset="0"/>
                <a:ea typeface="General Sans Semibold" pitchFamily="34" charset="-122"/>
                <a:cs typeface="General Sans Semibold" pitchFamily="34" charset="-120"/>
              </a:rPr>
              <a:t>Mist er iets in het rapport?</a:t>
            </a:r>
            <a:endParaRPr lang="en-US" sz="2300" dirty="0"/>
          </a:p>
        </p:txBody>
      </p:sp>
      <p:sp>
        <p:nvSpPr>
          <p:cNvPr id="78" name="Text 76"/>
          <p:cNvSpPr/>
          <p:nvPr/>
        </p:nvSpPr>
        <p:spPr>
          <a:xfrm>
            <a:off x="4612538" y="2612136"/>
            <a:ext cx="2966618" cy="54102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pitchFamily="34" charset="0"/>
                <a:ea typeface="General Sans" pitchFamily="34" charset="-122"/>
                <a:cs typeface="General Sans" pitchFamily="34" charset="-120"/>
              </a:rPr>
              <a:t>Een bron, een uitsplitsing, een toelichting?</a:t>
            </a:r>
            <a:endParaRPr lang="en-US" sz="1500" dirty="0"/>
          </a:p>
        </p:txBody>
      </p:sp>
      <p:sp>
        <p:nvSpPr>
          <p:cNvPr id="79" name="Shape 77"/>
          <p:cNvSpPr/>
          <p:nvPr/>
        </p:nvSpPr>
        <p:spPr>
          <a:xfrm>
            <a:off x="8127797" y="1371600"/>
            <a:ext cx="3515258" cy="2560320"/>
          </a:xfrm>
          <a:prstGeom prst="roundRect">
            <a:avLst>
              <a:gd name="adj" fmla="val 3571"/>
            </a:avLst>
          </a:prstGeom>
          <a:solidFill>
            <a:srgbClr val="00AF81"/>
          </a:solidFill>
          <a:ln/>
        </p:spPr>
      </p:sp>
      <p:sp>
        <p:nvSpPr>
          <p:cNvPr id="80" name="Text 78"/>
          <p:cNvSpPr/>
          <p:nvPr/>
        </p:nvSpPr>
        <p:spPr>
          <a:xfrm>
            <a:off x="8402117" y="1645920"/>
            <a:ext cx="2966618" cy="691896"/>
          </a:xfrm>
          <a:prstGeom prst="rect">
            <a:avLst/>
          </a:prstGeom>
          <a:noFill/>
          <a:ln/>
        </p:spPr>
        <p:txBody>
          <a:bodyPr wrap="square" lIns="0" tIns="0" rIns="0" bIns="0" rtlCol="0" anchor="t"/>
          <a:lstStyle/>
          <a:p>
            <a:pPr algn="l" indent="0" marL="0">
              <a:lnSpc>
                <a:spcPct val="105000"/>
              </a:lnSpc>
              <a:buNone/>
            </a:pPr>
            <a:r>
              <a:rPr lang="en-US" sz="2300" dirty="0">
                <a:solidFill>
                  <a:srgbClr val="000000"/>
                </a:solidFill>
                <a:latin typeface="General Sans Semibold" pitchFamily="34" charset="0"/>
                <a:ea typeface="General Sans Semibold" pitchFamily="34" charset="-122"/>
                <a:cs typeface="General Sans Semibold" pitchFamily="34" charset="-120"/>
              </a:rPr>
              <a:t>Wat zou je willen verbeteren?</a:t>
            </a:r>
            <a:endParaRPr lang="en-US" sz="2300" dirty="0"/>
          </a:p>
        </p:txBody>
      </p:sp>
      <p:sp>
        <p:nvSpPr>
          <p:cNvPr id="81" name="Text 79"/>
          <p:cNvSpPr/>
          <p:nvPr/>
        </p:nvSpPr>
        <p:spPr>
          <a:xfrm>
            <a:off x="8402117" y="2612136"/>
            <a:ext cx="2966618" cy="54102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pitchFamily="34" charset="0"/>
                <a:ea typeface="General Sans" pitchFamily="34" charset="-122"/>
                <a:cs typeface="General Sans" pitchFamily="34" charset="-120"/>
              </a:rPr>
              <a:t>Aan het rapport of aan de tool?</a:t>
            </a:r>
            <a:endParaRPr lang="en-US" sz="1500" dirty="0"/>
          </a:p>
        </p:txBody>
      </p:sp>
      <p:sp>
        <p:nvSpPr>
          <p:cNvPr id="82" name="Text 80"/>
          <p:cNvSpPr/>
          <p:nvPr/>
        </p:nvSpPr>
        <p:spPr>
          <a:xfrm>
            <a:off x="548640" y="4114800"/>
            <a:ext cx="11094415" cy="457200"/>
          </a:xfrm>
          <a:prstGeom prst="rect">
            <a:avLst/>
          </a:prstGeom>
          <a:noFill/>
          <a:ln/>
        </p:spPr>
        <p:txBody>
          <a:bodyPr wrap="square" lIns="0" tIns="0" rIns="0" bIns="0" rtlCol="0" anchor="t"/>
          <a:lstStyle/>
          <a:p>
            <a:pPr algn="l" indent="0" marL="0">
              <a:lnSpc>
                <a:spcPct val="105000"/>
              </a:lnSpc>
              <a:buNone/>
            </a:pPr>
            <a:r>
              <a:rPr lang="en-US" sz="1800" dirty="0">
                <a:solidFill>
                  <a:srgbClr val="DD784B"/>
                </a:solidFill>
                <a:latin typeface="General Sans Semibold" pitchFamily="34" charset="0"/>
                <a:ea typeface="General Sans Semibold" pitchFamily="34" charset="-122"/>
                <a:cs typeface="General Sans Semibold" pitchFamily="34" charset="-120"/>
              </a:rPr>
              <a:t>Geef feedback in de tool:</a:t>
            </a:r>
            <a:pPr algn="l" indent="0" marL="0">
              <a:lnSpc>
                <a:spcPct val="105000"/>
              </a:lnSpc>
              <a:buNone/>
            </a:pPr>
            <a:r>
              <a:rPr lang="en-US" sz="1800" dirty="0">
                <a:solidFill>
                  <a:srgbClr val="000000"/>
                </a:solidFill>
                <a:latin typeface="General Sans" pitchFamily="34" charset="0"/>
                <a:ea typeface="General Sans" pitchFamily="34" charset="-122"/>
                <a:cs typeface="General Sans" pitchFamily="34" charset="-120"/>
              </a:rPr>
              <a:t> het formulier staat bij elk rapport.</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DD784B"/>
        </a:solidFill>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sp>
      <p:sp>
        <p:nvSpPr>
          <p:cNvPr id="3" name="Shape 1"/>
          <p:cNvSpPr/>
          <p:nvPr/>
        </p:nvSpPr>
        <p:spPr>
          <a:xfrm>
            <a:off x="11212173" y="399224"/>
            <a:ext cx="34616" cy="34616"/>
          </a:xfrm>
          <a:prstGeom prst="ellipse">
            <a:avLst/>
          </a:prstGeom>
          <a:solidFill>
            <a:srgbClr val="000000"/>
          </a:solidFill>
          <a:ln/>
        </p:spPr>
      </p:sp>
      <p:sp>
        <p:nvSpPr>
          <p:cNvPr id="4" name="Shape 2"/>
          <p:cNvSpPr/>
          <p:nvPr/>
        </p:nvSpPr>
        <p:spPr>
          <a:xfrm>
            <a:off x="11398641" y="399224"/>
            <a:ext cx="34616" cy="34616"/>
          </a:xfrm>
          <a:prstGeom prst="ellipse">
            <a:avLst/>
          </a:prstGeom>
          <a:solidFill>
            <a:srgbClr val="000000"/>
          </a:solidFill>
          <a:ln/>
        </p:spPr>
      </p:sp>
      <p:sp>
        <p:nvSpPr>
          <p:cNvPr id="5" name="Shape 3"/>
          <p:cNvSpPr/>
          <p:nvPr/>
        </p:nvSpPr>
        <p:spPr>
          <a:xfrm>
            <a:off x="11258374" y="435357"/>
            <a:ext cx="51936" cy="51936"/>
          </a:xfrm>
          <a:prstGeom prst="ellipse">
            <a:avLst/>
          </a:prstGeom>
          <a:solidFill>
            <a:srgbClr val="000000"/>
          </a:solidFill>
          <a:ln/>
        </p:spPr>
      </p:sp>
      <p:sp>
        <p:nvSpPr>
          <p:cNvPr id="6" name="Shape 4"/>
          <p:cNvSpPr/>
          <p:nvPr/>
        </p:nvSpPr>
        <p:spPr>
          <a:xfrm>
            <a:off x="11335407" y="435306"/>
            <a:ext cx="51718" cy="51718"/>
          </a:xfrm>
          <a:prstGeom prst="ellipse">
            <a:avLst/>
          </a:prstGeom>
          <a:solidFill>
            <a:srgbClr val="000000"/>
          </a:solidFill>
          <a:ln/>
        </p:spPr>
      </p:sp>
      <p:sp>
        <p:nvSpPr>
          <p:cNvPr id="7" name="Shape 5"/>
          <p:cNvSpPr/>
          <p:nvPr/>
        </p:nvSpPr>
        <p:spPr>
          <a:xfrm>
            <a:off x="11127388" y="442398"/>
            <a:ext cx="35294" cy="35294"/>
          </a:xfrm>
          <a:prstGeom prst="ellipse">
            <a:avLst/>
          </a:prstGeom>
          <a:solidFill>
            <a:srgbClr val="000000"/>
          </a:solidFill>
          <a:ln/>
        </p:spPr>
      </p:sp>
      <p:sp>
        <p:nvSpPr>
          <p:cNvPr id="8" name="Shape 6"/>
          <p:cNvSpPr/>
          <p:nvPr/>
        </p:nvSpPr>
        <p:spPr>
          <a:xfrm>
            <a:off x="11482145" y="441649"/>
            <a:ext cx="35960" cy="35960"/>
          </a:xfrm>
          <a:prstGeom prst="ellipse">
            <a:avLst/>
          </a:prstGeom>
          <a:solidFill>
            <a:srgbClr val="000000"/>
          </a:solidFill>
          <a:ln/>
        </p:spPr>
      </p:sp>
      <p:sp>
        <p:nvSpPr>
          <p:cNvPr id="9" name="Shape 7"/>
          <p:cNvSpPr/>
          <p:nvPr/>
        </p:nvSpPr>
        <p:spPr>
          <a:xfrm>
            <a:off x="11185603" y="459328"/>
            <a:ext cx="52167" cy="52167"/>
          </a:xfrm>
          <a:prstGeom prst="ellipse">
            <a:avLst/>
          </a:prstGeom>
          <a:solidFill>
            <a:srgbClr val="000000"/>
          </a:solidFill>
          <a:ln/>
        </p:spPr>
      </p:sp>
      <p:sp>
        <p:nvSpPr>
          <p:cNvPr id="10" name="Shape 8"/>
          <p:cNvSpPr/>
          <p:nvPr/>
        </p:nvSpPr>
        <p:spPr>
          <a:xfrm>
            <a:off x="11408043" y="458713"/>
            <a:ext cx="52384" cy="52384"/>
          </a:xfrm>
          <a:prstGeom prst="ellipse">
            <a:avLst/>
          </a:prstGeom>
          <a:solidFill>
            <a:srgbClr val="000000"/>
          </a:solidFill>
          <a:ln/>
        </p:spPr>
      </p:sp>
      <p:sp>
        <p:nvSpPr>
          <p:cNvPr id="11" name="Shape 9"/>
          <p:cNvSpPr/>
          <p:nvPr/>
        </p:nvSpPr>
        <p:spPr>
          <a:xfrm>
            <a:off x="11241891" y="499749"/>
            <a:ext cx="36613" cy="36613"/>
          </a:xfrm>
          <a:prstGeom prst="ellipse">
            <a:avLst/>
          </a:prstGeom>
          <a:solidFill>
            <a:srgbClr val="000000"/>
          </a:solidFill>
          <a:ln/>
        </p:spPr>
      </p:sp>
      <p:sp>
        <p:nvSpPr>
          <p:cNvPr id="12" name="Shape 10"/>
          <p:cNvSpPr/>
          <p:nvPr/>
        </p:nvSpPr>
        <p:spPr>
          <a:xfrm>
            <a:off x="11294557" y="500146"/>
            <a:ext cx="57223" cy="57223"/>
          </a:xfrm>
          <a:prstGeom prst="ellipse">
            <a:avLst/>
          </a:prstGeom>
          <a:solidFill>
            <a:srgbClr val="000000"/>
          </a:solidFill>
          <a:ln/>
        </p:spPr>
      </p:sp>
      <p:sp>
        <p:nvSpPr>
          <p:cNvPr id="13" name="Shape 11"/>
          <p:cNvSpPr/>
          <p:nvPr/>
        </p:nvSpPr>
        <p:spPr>
          <a:xfrm>
            <a:off x="11364102" y="498770"/>
            <a:ext cx="35294" cy="35294"/>
          </a:xfrm>
          <a:prstGeom prst="ellipse">
            <a:avLst/>
          </a:prstGeom>
          <a:solidFill>
            <a:srgbClr val="000000"/>
          </a:solidFill>
          <a:ln/>
        </p:spPr>
      </p:sp>
      <p:sp>
        <p:nvSpPr>
          <p:cNvPr id="14" name="Shape 12"/>
          <p:cNvSpPr/>
          <p:nvPr/>
        </p:nvSpPr>
        <p:spPr>
          <a:xfrm>
            <a:off x="11123515" y="504524"/>
            <a:ext cx="51936" cy="51936"/>
          </a:xfrm>
          <a:prstGeom prst="ellipse">
            <a:avLst/>
          </a:prstGeom>
          <a:solidFill>
            <a:srgbClr val="000000"/>
          </a:solidFill>
          <a:ln/>
        </p:spPr>
      </p:sp>
      <p:sp>
        <p:nvSpPr>
          <p:cNvPr id="15" name="Shape 13"/>
          <p:cNvSpPr/>
          <p:nvPr/>
        </p:nvSpPr>
        <p:spPr>
          <a:xfrm>
            <a:off x="11470202" y="504300"/>
            <a:ext cx="52384" cy="52384"/>
          </a:xfrm>
          <a:prstGeom prst="ellipse">
            <a:avLst/>
          </a:prstGeom>
          <a:solidFill>
            <a:srgbClr val="000000"/>
          </a:solidFill>
          <a:ln/>
        </p:spPr>
      </p:sp>
      <p:sp>
        <p:nvSpPr>
          <p:cNvPr id="16" name="Shape 14"/>
          <p:cNvSpPr/>
          <p:nvPr/>
        </p:nvSpPr>
        <p:spPr>
          <a:xfrm>
            <a:off x="11060774" y="508825"/>
            <a:ext cx="35627" cy="35627"/>
          </a:xfrm>
          <a:prstGeom prst="ellipse">
            <a:avLst/>
          </a:prstGeom>
          <a:solidFill>
            <a:srgbClr val="000000"/>
          </a:solidFill>
          <a:ln/>
        </p:spPr>
      </p:sp>
      <p:sp>
        <p:nvSpPr>
          <p:cNvPr id="17" name="Shape 15"/>
          <p:cNvSpPr/>
          <p:nvPr/>
        </p:nvSpPr>
        <p:spPr>
          <a:xfrm>
            <a:off x="11548535" y="508038"/>
            <a:ext cx="36613" cy="36613"/>
          </a:xfrm>
          <a:prstGeom prst="ellipse">
            <a:avLst/>
          </a:prstGeom>
          <a:solidFill>
            <a:srgbClr val="000000"/>
          </a:solidFill>
          <a:ln/>
        </p:spPr>
      </p:sp>
      <p:sp>
        <p:nvSpPr>
          <p:cNvPr id="18" name="Shape 16"/>
          <p:cNvSpPr/>
          <p:nvPr/>
        </p:nvSpPr>
        <p:spPr>
          <a:xfrm>
            <a:off x="11191466" y="533379"/>
            <a:ext cx="57825" cy="57825"/>
          </a:xfrm>
          <a:prstGeom prst="ellipse">
            <a:avLst/>
          </a:prstGeom>
          <a:solidFill>
            <a:srgbClr val="000000"/>
          </a:solidFill>
          <a:ln/>
        </p:spPr>
      </p:sp>
      <p:sp>
        <p:nvSpPr>
          <p:cNvPr id="19" name="Shape 17"/>
          <p:cNvSpPr/>
          <p:nvPr/>
        </p:nvSpPr>
        <p:spPr>
          <a:xfrm>
            <a:off x="11396535" y="533494"/>
            <a:ext cx="57428" cy="57428"/>
          </a:xfrm>
          <a:prstGeom prst="ellipse">
            <a:avLst/>
          </a:prstGeom>
          <a:solidFill>
            <a:srgbClr val="000000"/>
          </a:solidFill>
          <a:ln/>
        </p:spPr>
      </p:sp>
      <p:sp>
        <p:nvSpPr>
          <p:cNvPr id="20" name="Shape 18"/>
          <p:cNvSpPr/>
          <p:nvPr/>
        </p:nvSpPr>
        <p:spPr>
          <a:xfrm>
            <a:off x="11079087" y="567226"/>
            <a:ext cx="51270" cy="51270"/>
          </a:xfrm>
          <a:prstGeom prst="ellipse">
            <a:avLst/>
          </a:prstGeom>
          <a:solidFill>
            <a:srgbClr val="000000"/>
          </a:solidFill>
          <a:ln/>
        </p:spPr>
      </p:sp>
      <p:sp>
        <p:nvSpPr>
          <p:cNvPr id="21" name="Shape 19"/>
          <p:cNvSpPr/>
          <p:nvPr/>
        </p:nvSpPr>
        <p:spPr>
          <a:xfrm>
            <a:off x="11339728" y="567053"/>
            <a:ext cx="34616" cy="34616"/>
          </a:xfrm>
          <a:prstGeom prst="ellipse">
            <a:avLst/>
          </a:prstGeom>
          <a:solidFill>
            <a:srgbClr val="000000"/>
          </a:solidFill>
          <a:ln/>
        </p:spPr>
      </p:sp>
      <p:sp>
        <p:nvSpPr>
          <p:cNvPr id="22" name="Shape 20"/>
          <p:cNvSpPr/>
          <p:nvPr/>
        </p:nvSpPr>
        <p:spPr>
          <a:xfrm>
            <a:off x="11515167" y="566234"/>
            <a:ext cx="52819" cy="52819"/>
          </a:xfrm>
          <a:prstGeom prst="ellipse">
            <a:avLst/>
          </a:prstGeom>
          <a:solidFill>
            <a:srgbClr val="000000"/>
          </a:solidFill>
          <a:ln/>
        </p:spPr>
      </p:sp>
      <p:sp>
        <p:nvSpPr>
          <p:cNvPr id="23" name="Shape 21"/>
          <p:cNvSpPr/>
          <p:nvPr/>
        </p:nvSpPr>
        <p:spPr>
          <a:xfrm>
            <a:off x="11262860" y="569742"/>
            <a:ext cx="34961" cy="34961"/>
          </a:xfrm>
          <a:prstGeom prst="ellipse">
            <a:avLst/>
          </a:prstGeom>
          <a:solidFill>
            <a:srgbClr val="000000"/>
          </a:solidFill>
          <a:ln/>
        </p:spPr>
      </p:sp>
      <p:sp>
        <p:nvSpPr>
          <p:cNvPr id="24" name="Shape 22"/>
          <p:cNvSpPr/>
          <p:nvPr/>
        </p:nvSpPr>
        <p:spPr>
          <a:xfrm>
            <a:off x="11462521" y="569818"/>
            <a:ext cx="35294" cy="35294"/>
          </a:xfrm>
          <a:prstGeom prst="ellipse">
            <a:avLst/>
          </a:prstGeom>
          <a:solidFill>
            <a:srgbClr val="000000"/>
          </a:solidFill>
          <a:ln/>
        </p:spPr>
      </p:sp>
      <p:sp>
        <p:nvSpPr>
          <p:cNvPr id="25" name="Shape 23"/>
          <p:cNvSpPr/>
          <p:nvPr/>
        </p:nvSpPr>
        <p:spPr>
          <a:xfrm>
            <a:off x="11145681" y="573441"/>
            <a:ext cx="34270" cy="34270"/>
          </a:xfrm>
          <a:prstGeom prst="ellipse">
            <a:avLst/>
          </a:prstGeom>
          <a:solidFill>
            <a:srgbClr val="000000"/>
          </a:solidFill>
          <a:ln/>
        </p:spPr>
      </p:sp>
      <p:sp>
        <p:nvSpPr>
          <p:cNvPr id="26" name="Shape 24"/>
          <p:cNvSpPr/>
          <p:nvPr/>
        </p:nvSpPr>
        <p:spPr>
          <a:xfrm>
            <a:off x="11592015" y="593213"/>
            <a:ext cx="35294" cy="35294"/>
          </a:xfrm>
          <a:prstGeom prst="ellipse">
            <a:avLst/>
          </a:prstGeom>
          <a:solidFill>
            <a:srgbClr val="000000"/>
          </a:solidFill>
          <a:ln/>
        </p:spPr>
      </p:sp>
      <p:sp>
        <p:nvSpPr>
          <p:cNvPr id="27" name="Shape 25"/>
          <p:cNvSpPr/>
          <p:nvPr/>
        </p:nvSpPr>
        <p:spPr>
          <a:xfrm>
            <a:off x="11019124" y="593444"/>
            <a:ext cx="34616" cy="34616"/>
          </a:xfrm>
          <a:prstGeom prst="ellipse">
            <a:avLst/>
          </a:prstGeom>
          <a:solidFill>
            <a:srgbClr val="000000"/>
          </a:solidFill>
          <a:ln/>
        </p:spPr>
      </p:sp>
      <p:sp>
        <p:nvSpPr>
          <p:cNvPr id="28" name="Shape 26"/>
          <p:cNvSpPr/>
          <p:nvPr/>
        </p:nvSpPr>
        <p:spPr>
          <a:xfrm>
            <a:off x="11403576" y="610214"/>
            <a:ext cx="34961" cy="34961"/>
          </a:xfrm>
          <a:prstGeom prst="ellipse">
            <a:avLst/>
          </a:prstGeom>
          <a:solidFill>
            <a:srgbClr val="000000"/>
          </a:solidFill>
          <a:ln/>
        </p:spPr>
      </p:sp>
      <p:sp>
        <p:nvSpPr>
          <p:cNvPr id="29" name="Shape 27"/>
          <p:cNvSpPr/>
          <p:nvPr/>
        </p:nvSpPr>
        <p:spPr>
          <a:xfrm>
            <a:off x="11201662" y="616570"/>
            <a:ext cx="35627" cy="35627"/>
          </a:xfrm>
          <a:prstGeom prst="ellipse">
            <a:avLst/>
          </a:prstGeom>
          <a:solidFill>
            <a:srgbClr val="000000"/>
          </a:solidFill>
          <a:ln/>
        </p:spPr>
      </p:sp>
      <p:sp>
        <p:nvSpPr>
          <p:cNvPr id="30" name="Shape 28"/>
          <p:cNvSpPr/>
          <p:nvPr/>
        </p:nvSpPr>
        <p:spPr>
          <a:xfrm>
            <a:off x="11127484" y="620705"/>
            <a:ext cx="58030" cy="58030"/>
          </a:xfrm>
          <a:prstGeom prst="ellipse">
            <a:avLst/>
          </a:prstGeom>
          <a:solidFill>
            <a:srgbClr val="000000"/>
          </a:solidFill>
          <a:ln/>
        </p:spPr>
      </p:sp>
      <p:sp>
        <p:nvSpPr>
          <p:cNvPr id="31" name="Shape 29"/>
          <p:cNvSpPr/>
          <p:nvPr/>
        </p:nvSpPr>
        <p:spPr>
          <a:xfrm>
            <a:off x="11460767" y="620852"/>
            <a:ext cx="57428" cy="57428"/>
          </a:xfrm>
          <a:prstGeom prst="ellipse">
            <a:avLst/>
          </a:prstGeom>
          <a:solidFill>
            <a:srgbClr val="000000"/>
          </a:solidFill>
          <a:ln/>
        </p:spPr>
      </p:sp>
      <p:sp>
        <p:nvSpPr>
          <p:cNvPr id="32" name="Shape 30"/>
          <p:cNvSpPr/>
          <p:nvPr/>
        </p:nvSpPr>
        <p:spPr>
          <a:xfrm>
            <a:off x="11055219" y="640144"/>
            <a:ext cx="51718" cy="51718"/>
          </a:xfrm>
          <a:prstGeom prst="ellipse">
            <a:avLst/>
          </a:prstGeom>
          <a:solidFill>
            <a:srgbClr val="000000"/>
          </a:solidFill>
          <a:ln/>
        </p:spPr>
      </p:sp>
      <p:sp>
        <p:nvSpPr>
          <p:cNvPr id="33" name="Shape 31"/>
          <p:cNvSpPr/>
          <p:nvPr/>
        </p:nvSpPr>
        <p:spPr>
          <a:xfrm>
            <a:off x="11539330" y="640266"/>
            <a:ext cx="51270" cy="51270"/>
          </a:xfrm>
          <a:prstGeom prst="ellipse">
            <a:avLst/>
          </a:prstGeom>
          <a:solidFill>
            <a:srgbClr val="000000"/>
          </a:solidFill>
          <a:ln/>
        </p:spPr>
      </p:sp>
      <p:sp>
        <p:nvSpPr>
          <p:cNvPr id="34" name="Shape 32"/>
          <p:cNvSpPr/>
          <p:nvPr/>
        </p:nvSpPr>
        <p:spPr>
          <a:xfrm>
            <a:off x="11429576" y="682274"/>
            <a:ext cx="35627" cy="35627"/>
          </a:xfrm>
          <a:prstGeom prst="ellipse">
            <a:avLst/>
          </a:prstGeom>
          <a:solidFill>
            <a:srgbClr val="000000"/>
          </a:solidFill>
          <a:ln/>
        </p:spPr>
      </p:sp>
      <p:sp>
        <p:nvSpPr>
          <p:cNvPr id="35" name="Shape 33"/>
          <p:cNvSpPr/>
          <p:nvPr/>
        </p:nvSpPr>
        <p:spPr>
          <a:xfrm>
            <a:off x="11004076" y="687222"/>
            <a:ext cx="34616" cy="34616"/>
          </a:xfrm>
          <a:prstGeom prst="ellipse">
            <a:avLst/>
          </a:prstGeom>
          <a:solidFill>
            <a:srgbClr val="000000"/>
          </a:solidFill>
          <a:ln/>
        </p:spPr>
      </p:sp>
      <p:sp>
        <p:nvSpPr>
          <p:cNvPr id="36" name="Shape 34"/>
          <p:cNvSpPr/>
          <p:nvPr/>
        </p:nvSpPr>
        <p:spPr>
          <a:xfrm>
            <a:off x="11502052" y="685321"/>
            <a:ext cx="34270" cy="34270"/>
          </a:xfrm>
          <a:prstGeom prst="ellipse">
            <a:avLst/>
          </a:prstGeom>
          <a:solidFill>
            <a:srgbClr val="000000"/>
          </a:solidFill>
          <a:ln/>
        </p:spPr>
      </p:sp>
      <p:sp>
        <p:nvSpPr>
          <p:cNvPr id="37" name="Shape 35"/>
          <p:cNvSpPr/>
          <p:nvPr/>
        </p:nvSpPr>
        <p:spPr>
          <a:xfrm>
            <a:off x="11606321" y="686422"/>
            <a:ext cx="35627" cy="35627"/>
          </a:xfrm>
          <a:prstGeom prst="ellipse">
            <a:avLst/>
          </a:prstGeom>
          <a:solidFill>
            <a:srgbClr val="000000"/>
          </a:solidFill>
          <a:ln/>
        </p:spPr>
      </p:sp>
      <p:sp>
        <p:nvSpPr>
          <p:cNvPr id="38" name="Shape 36"/>
          <p:cNvSpPr/>
          <p:nvPr/>
        </p:nvSpPr>
        <p:spPr>
          <a:xfrm>
            <a:off x="11108908" y="688957"/>
            <a:ext cx="35294" cy="35294"/>
          </a:xfrm>
          <a:prstGeom prst="ellipse">
            <a:avLst/>
          </a:prstGeom>
          <a:solidFill>
            <a:srgbClr val="000000"/>
          </a:solidFill>
          <a:ln/>
        </p:spPr>
      </p:sp>
      <p:sp>
        <p:nvSpPr>
          <p:cNvPr id="39" name="Shape 37"/>
          <p:cNvSpPr/>
          <p:nvPr/>
        </p:nvSpPr>
        <p:spPr>
          <a:xfrm>
            <a:off x="11179733" y="690371"/>
            <a:ext cx="36613" cy="36613"/>
          </a:xfrm>
          <a:prstGeom prst="ellipse">
            <a:avLst/>
          </a:prstGeom>
          <a:solidFill>
            <a:srgbClr val="000000"/>
          </a:solidFill>
          <a:ln/>
        </p:spPr>
      </p:sp>
      <p:sp>
        <p:nvSpPr>
          <p:cNvPr id="40" name="Shape 38"/>
          <p:cNvSpPr/>
          <p:nvPr/>
        </p:nvSpPr>
        <p:spPr>
          <a:xfrm>
            <a:off x="11054764" y="716576"/>
            <a:ext cx="51936" cy="51936"/>
          </a:xfrm>
          <a:prstGeom prst="ellipse">
            <a:avLst/>
          </a:prstGeom>
          <a:solidFill>
            <a:srgbClr val="000000"/>
          </a:solidFill>
          <a:ln/>
        </p:spPr>
      </p:sp>
      <p:sp>
        <p:nvSpPr>
          <p:cNvPr id="41" name="Shape 39"/>
          <p:cNvSpPr/>
          <p:nvPr/>
        </p:nvSpPr>
        <p:spPr>
          <a:xfrm>
            <a:off x="11539023" y="716851"/>
            <a:ext cx="51488" cy="51488"/>
          </a:xfrm>
          <a:prstGeom prst="ellipse">
            <a:avLst/>
          </a:prstGeom>
          <a:solidFill>
            <a:srgbClr val="000000"/>
          </a:solidFill>
          <a:ln/>
        </p:spPr>
      </p:sp>
      <p:sp>
        <p:nvSpPr>
          <p:cNvPr id="42" name="Shape 40"/>
          <p:cNvSpPr/>
          <p:nvPr/>
        </p:nvSpPr>
        <p:spPr>
          <a:xfrm>
            <a:off x="11127490" y="729288"/>
            <a:ext cx="58222" cy="58222"/>
          </a:xfrm>
          <a:prstGeom prst="ellipse">
            <a:avLst/>
          </a:prstGeom>
          <a:solidFill>
            <a:srgbClr val="000000"/>
          </a:solidFill>
          <a:ln/>
        </p:spPr>
      </p:sp>
      <p:sp>
        <p:nvSpPr>
          <p:cNvPr id="43" name="Shape 41"/>
          <p:cNvSpPr/>
          <p:nvPr/>
        </p:nvSpPr>
        <p:spPr>
          <a:xfrm>
            <a:off x="11460671" y="729781"/>
            <a:ext cx="57633" cy="57633"/>
          </a:xfrm>
          <a:prstGeom prst="ellipse">
            <a:avLst/>
          </a:prstGeom>
          <a:solidFill>
            <a:srgbClr val="000000"/>
          </a:solidFill>
          <a:ln/>
        </p:spPr>
      </p:sp>
      <p:sp>
        <p:nvSpPr>
          <p:cNvPr id="44" name="Shape 42"/>
          <p:cNvSpPr/>
          <p:nvPr/>
        </p:nvSpPr>
        <p:spPr>
          <a:xfrm>
            <a:off x="11407973" y="756415"/>
            <a:ext cx="35960" cy="35960"/>
          </a:xfrm>
          <a:prstGeom prst="ellipse">
            <a:avLst/>
          </a:prstGeom>
          <a:solidFill>
            <a:srgbClr val="000000"/>
          </a:solidFill>
          <a:ln/>
        </p:spPr>
      </p:sp>
      <p:sp>
        <p:nvSpPr>
          <p:cNvPr id="45" name="Shape 43"/>
          <p:cNvSpPr/>
          <p:nvPr/>
        </p:nvSpPr>
        <p:spPr>
          <a:xfrm>
            <a:off x="11207308" y="763884"/>
            <a:ext cx="34616" cy="34616"/>
          </a:xfrm>
          <a:prstGeom prst="ellipse">
            <a:avLst/>
          </a:prstGeom>
          <a:solidFill>
            <a:srgbClr val="000000"/>
          </a:solidFill>
          <a:ln/>
        </p:spPr>
      </p:sp>
      <p:sp>
        <p:nvSpPr>
          <p:cNvPr id="46" name="Shape 44"/>
          <p:cNvSpPr/>
          <p:nvPr/>
        </p:nvSpPr>
        <p:spPr>
          <a:xfrm>
            <a:off x="11018670" y="780462"/>
            <a:ext cx="34616" cy="34616"/>
          </a:xfrm>
          <a:prstGeom prst="ellipse">
            <a:avLst/>
          </a:prstGeom>
          <a:solidFill>
            <a:srgbClr val="000000"/>
          </a:solidFill>
          <a:ln/>
        </p:spPr>
      </p:sp>
      <p:sp>
        <p:nvSpPr>
          <p:cNvPr id="47" name="Shape 45"/>
          <p:cNvSpPr/>
          <p:nvPr/>
        </p:nvSpPr>
        <p:spPr>
          <a:xfrm>
            <a:off x="11591670" y="780123"/>
            <a:ext cx="35294" cy="35294"/>
          </a:xfrm>
          <a:prstGeom prst="ellipse">
            <a:avLst/>
          </a:prstGeom>
          <a:solidFill>
            <a:srgbClr val="000000"/>
          </a:solidFill>
          <a:ln/>
        </p:spPr>
      </p:sp>
      <p:sp>
        <p:nvSpPr>
          <p:cNvPr id="48" name="Shape 46"/>
          <p:cNvSpPr/>
          <p:nvPr/>
        </p:nvSpPr>
        <p:spPr>
          <a:xfrm>
            <a:off x="11079010" y="790179"/>
            <a:ext cx="51270" cy="51270"/>
          </a:xfrm>
          <a:prstGeom prst="ellipse">
            <a:avLst/>
          </a:prstGeom>
          <a:solidFill>
            <a:srgbClr val="000000"/>
          </a:solidFill>
          <a:ln/>
        </p:spPr>
      </p:sp>
      <p:sp>
        <p:nvSpPr>
          <p:cNvPr id="49" name="Shape 47"/>
          <p:cNvSpPr/>
          <p:nvPr/>
        </p:nvSpPr>
        <p:spPr>
          <a:xfrm>
            <a:off x="11515218" y="789692"/>
            <a:ext cx="52602" cy="52602"/>
          </a:xfrm>
          <a:prstGeom prst="ellipse">
            <a:avLst/>
          </a:prstGeom>
          <a:solidFill>
            <a:srgbClr val="000000"/>
          </a:solidFill>
          <a:ln/>
        </p:spPr>
      </p:sp>
      <p:sp>
        <p:nvSpPr>
          <p:cNvPr id="50" name="Shape 48"/>
          <p:cNvSpPr/>
          <p:nvPr/>
        </p:nvSpPr>
        <p:spPr>
          <a:xfrm>
            <a:off x="11147371" y="803460"/>
            <a:ext cx="35627" cy="35627"/>
          </a:xfrm>
          <a:prstGeom prst="ellipse">
            <a:avLst/>
          </a:prstGeom>
          <a:solidFill>
            <a:srgbClr val="000000"/>
          </a:solidFill>
          <a:ln/>
        </p:spPr>
      </p:sp>
      <p:sp>
        <p:nvSpPr>
          <p:cNvPr id="51" name="Shape 49"/>
          <p:cNvSpPr/>
          <p:nvPr/>
        </p:nvSpPr>
        <p:spPr>
          <a:xfrm>
            <a:off x="11347786" y="804293"/>
            <a:ext cx="35294" cy="35294"/>
          </a:xfrm>
          <a:prstGeom prst="ellipse">
            <a:avLst/>
          </a:prstGeom>
          <a:solidFill>
            <a:srgbClr val="000000"/>
          </a:solidFill>
          <a:ln/>
        </p:spPr>
      </p:sp>
      <p:sp>
        <p:nvSpPr>
          <p:cNvPr id="52" name="Shape 50"/>
          <p:cNvSpPr/>
          <p:nvPr/>
        </p:nvSpPr>
        <p:spPr>
          <a:xfrm>
            <a:off x="11465119" y="800919"/>
            <a:ext cx="34961" cy="34961"/>
          </a:xfrm>
          <a:prstGeom prst="ellipse">
            <a:avLst/>
          </a:prstGeom>
          <a:solidFill>
            <a:srgbClr val="000000"/>
          </a:solidFill>
          <a:ln/>
        </p:spPr>
      </p:sp>
      <p:sp>
        <p:nvSpPr>
          <p:cNvPr id="53" name="Shape 51"/>
          <p:cNvSpPr/>
          <p:nvPr/>
        </p:nvSpPr>
        <p:spPr>
          <a:xfrm>
            <a:off x="11270669" y="806590"/>
            <a:ext cx="35627" cy="35627"/>
          </a:xfrm>
          <a:prstGeom prst="ellipse">
            <a:avLst/>
          </a:prstGeom>
          <a:solidFill>
            <a:srgbClr val="000000"/>
          </a:solidFill>
          <a:ln/>
        </p:spPr>
      </p:sp>
      <p:sp>
        <p:nvSpPr>
          <p:cNvPr id="54" name="Shape 52"/>
          <p:cNvSpPr/>
          <p:nvPr/>
        </p:nvSpPr>
        <p:spPr>
          <a:xfrm>
            <a:off x="11191498" y="817766"/>
            <a:ext cx="57633" cy="57633"/>
          </a:xfrm>
          <a:prstGeom prst="ellipse">
            <a:avLst/>
          </a:prstGeom>
          <a:solidFill>
            <a:srgbClr val="000000"/>
          </a:solidFill>
          <a:ln/>
        </p:spPr>
      </p:sp>
      <p:sp>
        <p:nvSpPr>
          <p:cNvPr id="55" name="Shape 53"/>
          <p:cNvSpPr/>
          <p:nvPr/>
        </p:nvSpPr>
        <p:spPr>
          <a:xfrm>
            <a:off x="11396573" y="817888"/>
            <a:ext cx="57633" cy="57633"/>
          </a:xfrm>
          <a:prstGeom prst="ellipse">
            <a:avLst/>
          </a:prstGeom>
          <a:solidFill>
            <a:srgbClr val="000000"/>
          </a:solidFill>
          <a:ln/>
        </p:spPr>
      </p:sp>
      <p:sp>
        <p:nvSpPr>
          <p:cNvPr id="56" name="Shape 54"/>
          <p:cNvSpPr/>
          <p:nvPr/>
        </p:nvSpPr>
        <p:spPr>
          <a:xfrm>
            <a:off x="11123445" y="851985"/>
            <a:ext cx="52167" cy="52167"/>
          </a:xfrm>
          <a:prstGeom prst="ellipse">
            <a:avLst/>
          </a:prstGeom>
          <a:solidFill>
            <a:srgbClr val="000000"/>
          </a:solidFill>
          <a:ln/>
        </p:spPr>
      </p:sp>
      <p:sp>
        <p:nvSpPr>
          <p:cNvPr id="57" name="Shape 55"/>
          <p:cNvSpPr/>
          <p:nvPr/>
        </p:nvSpPr>
        <p:spPr>
          <a:xfrm>
            <a:off x="11294647" y="851390"/>
            <a:ext cx="57223" cy="57223"/>
          </a:xfrm>
          <a:prstGeom prst="ellipse">
            <a:avLst/>
          </a:prstGeom>
          <a:solidFill>
            <a:srgbClr val="000000"/>
          </a:solidFill>
          <a:ln/>
        </p:spPr>
      </p:sp>
      <p:sp>
        <p:nvSpPr>
          <p:cNvPr id="58" name="Shape 56"/>
          <p:cNvSpPr/>
          <p:nvPr/>
        </p:nvSpPr>
        <p:spPr>
          <a:xfrm>
            <a:off x="11470202" y="852382"/>
            <a:ext cx="52384" cy="52384"/>
          </a:xfrm>
          <a:prstGeom prst="ellipse">
            <a:avLst/>
          </a:prstGeom>
          <a:solidFill>
            <a:srgbClr val="000000"/>
          </a:solidFill>
          <a:ln/>
        </p:spPr>
      </p:sp>
      <p:sp>
        <p:nvSpPr>
          <p:cNvPr id="59" name="Shape 57"/>
          <p:cNvSpPr/>
          <p:nvPr/>
        </p:nvSpPr>
        <p:spPr>
          <a:xfrm>
            <a:off x="11060774" y="864607"/>
            <a:ext cx="35627" cy="35627"/>
          </a:xfrm>
          <a:prstGeom prst="ellipse">
            <a:avLst/>
          </a:prstGeom>
          <a:solidFill>
            <a:srgbClr val="000000"/>
          </a:solidFill>
          <a:ln/>
        </p:spPr>
      </p:sp>
      <p:sp>
        <p:nvSpPr>
          <p:cNvPr id="60" name="Shape 58"/>
          <p:cNvSpPr/>
          <p:nvPr/>
        </p:nvSpPr>
        <p:spPr>
          <a:xfrm>
            <a:off x="11548733" y="864185"/>
            <a:ext cx="35627" cy="35627"/>
          </a:xfrm>
          <a:prstGeom prst="ellipse">
            <a:avLst/>
          </a:prstGeom>
          <a:solidFill>
            <a:srgbClr val="000000"/>
          </a:solidFill>
          <a:ln/>
        </p:spPr>
      </p:sp>
      <p:sp>
        <p:nvSpPr>
          <p:cNvPr id="61" name="Shape 59"/>
          <p:cNvSpPr/>
          <p:nvPr/>
        </p:nvSpPr>
        <p:spPr>
          <a:xfrm>
            <a:off x="11246231" y="873908"/>
            <a:ext cx="35627" cy="35627"/>
          </a:xfrm>
          <a:prstGeom prst="ellipse">
            <a:avLst/>
          </a:prstGeom>
          <a:solidFill>
            <a:srgbClr val="000000"/>
          </a:solidFill>
          <a:ln/>
        </p:spPr>
      </p:sp>
      <p:sp>
        <p:nvSpPr>
          <p:cNvPr id="62" name="Shape 60"/>
          <p:cNvSpPr/>
          <p:nvPr/>
        </p:nvSpPr>
        <p:spPr>
          <a:xfrm>
            <a:off x="11367418" y="872896"/>
            <a:ext cx="35627" cy="35627"/>
          </a:xfrm>
          <a:prstGeom prst="ellipse">
            <a:avLst/>
          </a:prstGeom>
          <a:solidFill>
            <a:srgbClr val="000000"/>
          </a:solidFill>
          <a:ln/>
        </p:spPr>
      </p:sp>
      <p:sp>
        <p:nvSpPr>
          <p:cNvPr id="63" name="Shape 61"/>
          <p:cNvSpPr/>
          <p:nvPr/>
        </p:nvSpPr>
        <p:spPr>
          <a:xfrm>
            <a:off x="11185366" y="897322"/>
            <a:ext cx="51936" cy="51936"/>
          </a:xfrm>
          <a:prstGeom prst="ellipse">
            <a:avLst/>
          </a:prstGeom>
          <a:solidFill>
            <a:srgbClr val="000000"/>
          </a:solidFill>
          <a:ln/>
        </p:spPr>
      </p:sp>
      <p:sp>
        <p:nvSpPr>
          <p:cNvPr id="64" name="Shape 62"/>
          <p:cNvSpPr/>
          <p:nvPr/>
        </p:nvSpPr>
        <p:spPr>
          <a:xfrm>
            <a:off x="11407845" y="897655"/>
            <a:ext cx="52602" cy="52602"/>
          </a:xfrm>
          <a:prstGeom prst="ellipse">
            <a:avLst/>
          </a:prstGeom>
          <a:solidFill>
            <a:srgbClr val="000000"/>
          </a:solidFill>
          <a:ln/>
        </p:spPr>
      </p:sp>
      <p:sp>
        <p:nvSpPr>
          <p:cNvPr id="65" name="Shape 63"/>
          <p:cNvSpPr/>
          <p:nvPr/>
        </p:nvSpPr>
        <p:spPr>
          <a:xfrm>
            <a:off x="11258822" y="921466"/>
            <a:ext cx="51270" cy="51270"/>
          </a:xfrm>
          <a:prstGeom prst="ellipse">
            <a:avLst/>
          </a:prstGeom>
          <a:solidFill>
            <a:srgbClr val="000000"/>
          </a:solidFill>
          <a:ln/>
        </p:spPr>
      </p:sp>
      <p:sp>
        <p:nvSpPr>
          <p:cNvPr id="66" name="Shape 64"/>
          <p:cNvSpPr/>
          <p:nvPr/>
        </p:nvSpPr>
        <p:spPr>
          <a:xfrm>
            <a:off x="11335350" y="921504"/>
            <a:ext cx="51270" cy="51270"/>
          </a:xfrm>
          <a:prstGeom prst="ellipse">
            <a:avLst/>
          </a:prstGeom>
          <a:solidFill>
            <a:srgbClr val="000000"/>
          </a:solidFill>
          <a:ln/>
        </p:spPr>
      </p:sp>
      <p:sp>
        <p:nvSpPr>
          <p:cNvPr id="67" name="Shape 65"/>
          <p:cNvSpPr/>
          <p:nvPr/>
        </p:nvSpPr>
        <p:spPr>
          <a:xfrm>
            <a:off x="11127388" y="931368"/>
            <a:ext cx="35294" cy="35294"/>
          </a:xfrm>
          <a:prstGeom prst="ellipse">
            <a:avLst/>
          </a:prstGeom>
          <a:solidFill>
            <a:srgbClr val="000000"/>
          </a:solidFill>
          <a:ln/>
        </p:spPr>
      </p:sp>
      <p:sp>
        <p:nvSpPr>
          <p:cNvPr id="68" name="Shape 66"/>
          <p:cNvSpPr/>
          <p:nvPr/>
        </p:nvSpPr>
        <p:spPr>
          <a:xfrm>
            <a:off x="11481979" y="931035"/>
            <a:ext cx="35960" cy="35960"/>
          </a:xfrm>
          <a:prstGeom prst="ellipse">
            <a:avLst/>
          </a:prstGeom>
          <a:solidFill>
            <a:srgbClr val="000000"/>
          </a:solidFill>
          <a:ln/>
        </p:spPr>
      </p:sp>
      <p:sp>
        <p:nvSpPr>
          <p:cNvPr id="69" name="Shape 67"/>
          <p:cNvSpPr/>
          <p:nvPr/>
        </p:nvSpPr>
        <p:spPr>
          <a:xfrm>
            <a:off x="11211987" y="974695"/>
            <a:ext cx="34961" cy="34961"/>
          </a:xfrm>
          <a:prstGeom prst="ellipse">
            <a:avLst/>
          </a:prstGeom>
          <a:solidFill>
            <a:srgbClr val="000000"/>
          </a:solidFill>
          <a:ln/>
        </p:spPr>
      </p:sp>
      <p:sp>
        <p:nvSpPr>
          <p:cNvPr id="70" name="Shape 68"/>
          <p:cNvSpPr/>
          <p:nvPr/>
        </p:nvSpPr>
        <p:spPr>
          <a:xfrm>
            <a:off x="11398461" y="974695"/>
            <a:ext cx="34961" cy="34961"/>
          </a:xfrm>
          <a:prstGeom prst="ellipse">
            <a:avLst/>
          </a:prstGeom>
          <a:solidFill>
            <a:srgbClr val="000000"/>
          </a:solidFill>
          <a:ln/>
        </p:spPr>
      </p:sp>
      <p:sp>
        <p:nvSpPr>
          <p:cNvPr id="71" name="Shape 69"/>
          <p:cNvSpPr/>
          <p:nvPr/>
        </p:nvSpPr>
        <p:spPr>
          <a:xfrm>
            <a:off x="11304837" y="988501"/>
            <a:ext cx="35627" cy="35627"/>
          </a:xfrm>
          <a:prstGeom prst="ellipse">
            <a:avLst/>
          </a:prstGeom>
          <a:solidFill>
            <a:srgbClr val="000000"/>
          </a:solidFill>
          <a:ln/>
        </p:spPr>
      </p:sp>
      <p:sp>
        <p:nvSpPr>
          <p:cNvPr id="72" name="Shape 70"/>
          <p:cNvSpPr/>
          <p:nvPr/>
        </p:nvSpPr>
        <p:spPr>
          <a:xfrm>
            <a:off x="548640" y="1280160"/>
            <a:ext cx="1005840" cy="1005840"/>
          </a:xfrm>
          <a:prstGeom prst="ellipse">
            <a:avLst/>
          </a:prstGeom>
          <a:solidFill>
            <a:srgbClr val="F4D9DC"/>
          </a:solidFill>
          <a:ln/>
        </p:spPr>
      </p:sp>
      <p:sp>
        <p:nvSpPr>
          <p:cNvPr id="73" name="Text 71"/>
          <p:cNvSpPr/>
          <p:nvPr/>
        </p:nvSpPr>
        <p:spPr>
          <a:xfrm>
            <a:off x="548640" y="1280160"/>
            <a:ext cx="1005840" cy="1005840"/>
          </a:xfrm>
          <a:prstGeom prst="rect">
            <a:avLst/>
          </a:prstGeom>
          <a:noFill/>
          <a:ln/>
        </p:spPr>
        <p:txBody>
          <a:bodyPr wrap="square" lIns="0" tIns="0" rIns="0" bIns="0" rtlCol="0" anchor="ctr"/>
          <a:lstStyle/>
          <a:p>
            <a:pPr algn="ctr" indent="0" marL="0">
              <a:lnSpc>
                <a:spcPct val="105000"/>
              </a:lnSpc>
              <a:buNone/>
            </a:pPr>
            <a:r>
              <a:rPr lang="en-US" sz="3200" dirty="0">
                <a:solidFill>
                  <a:srgbClr val="3D68EC"/>
                </a:solidFill>
                <a:latin typeface="General Sans Semibold" pitchFamily="34" charset="0"/>
                <a:ea typeface="General Sans Semibold" pitchFamily="34" charset="-122"/>
                <a:cs typeface="General Sans Semibold" pitchFamily="34" charset="-120"/>
              </a:rPr>
              <a:t>4</a:t>
            </a:r>
            <a:endParaRPr lang="en-US" sz="3200" dirty="0"/>
          </a:p>
        </p:txBody>
      </p:sp>
      <p:sp>
        <p:nvSpPr>
          <p:cNvPr id="74" name="Text 72"/>
          <p:cNvSpPr/>
          <p:nvPr/>
        </p:nvSpPr>
        <p:spPr>
          <a:xfrm>
            <a:off x="548640" y="2468880"/>
            <a:ext cx="7863840" cy="1828800"/>
          </a:xfrm>
          <a:prstGeom prst="rect">
            <a:avLst/>
          </a:prstGeom>
          <a:noFill/>
          <a:ln/>
        </p:spPr>
        <p:txBody>
          <a:bodyPr wrap="square" lIns="0" tIns="0" rIns="0" bIns="0" rtlCol="0" anchor="b"/>
          <a:lstStyle/>
          <a:p>
            <a:pPr algn="l" indent="0" marL="0">
              <a:lnSpc>
                <a:spcPct val="105000"/>
              </a:lnSpc>
              <a:buNone/>
            </a:pPr>
            <a:r>
              <a:rPr lang="en-US" sz="4800" dirty="0">
                <a:solidFill>
                  <a:srgbClr val="000000"/>
                </a:solidFill>
                <a:latin typeface="General Sans Semibold" pitchFamily="34" charset="0"/>
                <a:ea typeface="General Sans Semibold" pitchFamily="34" charset="-122"/>
                <a:cs typeface="General Sans Semibold" pitchFamily="34" charset="-120"/>
              </a:rPr>
              <a:t>Spiegelmoment 2: is het rapport compleet?</a:t>
            </a:r>
            <a:endParaRPr lang="en-US" sz="4800" dirty="0"/>
          </a:p>
        </p:txBody>
      </p:sp>
      <p:sp>
        <p:nvSpPr>
          <p:cNvPr id="75" name="Text 73"/>
          <p:cNvSpPr/>
          <p:nvPr/>
        </p:nvSpPr>
        <p:spPr>
          <a:xfrm>
            <a:off x="548640" y="4526280"/>
            <a:ext cx="7498080" cy="1280160"/>
          </a:xfrm>
          <a:prstGeom prst="rect">
            <a:avLst/>
          </a:prstGeom>
          <a:noFill/>
          <a:ln/>
        </p:spPr>
        <p:txBody>
          <a:bodyPr wrap="square" lIns="0" tIns="0" rIns="0" bIns="0" rtlCol="0" anchor="t"/>
          <a:lstStyle/>
          <a:p>
            <a:pPr algn="l" indent="0" marL="0">
              <a:lnSpc>
                <a:spcPct val="105000"/>
              </a:lnSpc>
              <a:buNone/>
            </a:pPr>
            <a:r>
              <a:rPr lang="en-US" sz="2200" dirty="0">
                <a:solidFill>
                  <a:srgbClr val="000000"/>
                </a:solidFill>
                <a:latin typeface="Cooper Lt BT" pitchFamily="34" charset="0"/>
                <a:ea typeface="Cooper Lt BT" pitchFamily="34" charset="-122"/>
                <a:cs typeface="Cooper Lt BT" pitchFamily="34" charset="-120"/>
              </a:rPr>
              <a:t>Wat mis je, wat kan beter? Zou je het doorsturen aan collega?</a:t>
            </a:r>
            <a:endParaRPr lang="en-US" sz="2200" dirty="0"/>
          </a:p>
        </p:txBody>
      </p:sp>
      <p:pic>
        <p:nvPicPr>
          <p:cNvPr id="76" name="Image 0" descr="exports/261029_dair_onderwijsdata/img/Puzzelstuk 3D.png">    </p:cNvPr>
          <p:cNvPicPr>
            <a:picLocks noChangeAspect="1"/>
          </p:cNvPicPr>
          <p:nvPr/>
        </p:nvPicPr>
        <p:blipFill>
          <a:blip r:embed="rId1"/>
          <a:stretch>
            <a:fillRect/>
          </a:stretch>
        </p:blipFill>
        <p:spPr>
          <a:xfrm>
            <a:off x="8503920" y="1828800"/>
            <a:ext cx="3291840" cy="32918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CCEEE6"/>
        </a:solidFill>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sp>
      <p:sp>
        <p:nvSpPr>
          <p:cNvPr id="3" name="Shape 1"/>
          <p:cNvSpPr/>
          <p:nvPr/>
        </p:nvSpPr>
        <p:spPr>
          <a:xfrm>
            <a:off x="11212173" y="399224"/>
            <a:ext cx="34616" cy="34616"/>
          </a:xfrm>
          <a:prstGeom prst="ellipse">
            <a:avLst/>
          </a:prstGeom>
          <a:solidFill>
            <a:srgbClr val="000000"/>
          </a:solidFill>
          <a:ln/>
        </p:spPr>
      </p:sp>
      <p:sp>
        <p:nvSpPr>
          <p:cNvPr id="4" name="Shape 2"/>
          <p:cNvSpPr/>
          <p:nvPr/>
        </p:nvSpPr>
        <p:spPr>
          <a:xfrm>
            <a:off x="11398641" y="399224"/>
            <a:ext cx="34616" cy="34616"/>
          </a:xfrm>
          <a:prstGeom prst="ellipse">
            <a:avLst/>
          </a:prstGeom>
          <a:solidFill>
            <a:srgbClr val="000000"/>
          </a:solidFill>
          <a:ln/>
        </p:spPr>
      </p:sp>
      <p:sp>
        <p:nvSpPr>
          <p:cNvPr id="5" name="Shape 3"/>
          <p:cNvSpPr/>
          <p:nvPr/>
        </p:nvSpPr>
        <p:spPr>
          <a:xfrm>
            <a:off x="11258374" y="435357"/>
            <a:ext cx="51936" cy="51936"/>
          </a:xfrm>
          <a:prstGeom prst="ellipse">
            <a:avLst/>
          </a:prstGeom>
          <a:solidFill>
            <a:srgbClr val="000000"/>
          </a:solidFill>
          <a:ln/>
        </p:spPr>
      </p:sp>
      <p:sp>
        <p:nvSpPr>
          <p:cNvPr id="6" name="Shape 4"/>
          <p:cNvSpPr/>
          <p:nvPr/>
        </p:nvSpPr>
        <p:spPr>
          <a:xfrm>
            <a:off x="11335407" y="435306"/>
            <a:ext cx="51718" cy="51718"/>
          </a:xfrm>
          <a:prstGeom prst="ellipse">
            <a:avLst/>
          </a:prstGeom>
          <a:solidFill>
            <a:srgbClr val="000000"/>
          </a:solidFill>
          <a:ln/>
        </p:spPr>
      </p:sp>
      <p:sp>
        <p:nvSpPr>
          <p:cNvPr id="7" name="Shape 5"/>
          <p:cNvSpPr/>
          <p:nvPr/>
        </p:nvSpPr>
        <p:spPr>
          <a:xfrm>
            <a:off x="11127388" y="442398"/>
            <a:ext cx="35294" cy="35294"/>
          </a:xfrm>
          <a:prstGeom prst="ellipse">
            <a:avLst/>
          </a:prstGeom>
          <a:solidFill>
            <a:srgbClr val="000000"/>
          </a:solidFill>
          <a:ln/>
        </p:spPr>
      </p:sp>
      <p:sp>
        <p:nvSpPr>
          <p:cNvPr id="8" name="Shape 6"/>
          <p:cNvSpPr/>
          <p:nvPr/>
        </p:nvSpPr>
        <p:spPr>
          <a:xfrm>
            <a:off x="11482145" y="441649"/>
            <a:ext cx="35960" cy="35960"/>
          </a:xfrm>
          <a:prstGeom prst="ellipse">
            <a:avLst/>
          </a:prstGeom>
          <a:solidFill>
            <a:srgbClr val="000000"/>
          </a:solidFill>
          <a:ln/>
        </p:spPr>
      </p:sp>
      <p:sp>
        <p:nvSpPr>
          <p:cNvPr id="9" name="Shape 7"/>
          <p:cNvSpPr/>
          <p:nvPr/>
        </p:nvSpPr>
        <p:spPr>
          <a:xfrm>
            <a:off x="11185603" y="459328"/>
            <a:ext cx="52167" cy="52167"/>
          </a:xfrm>
          <a:prstGeom prst="ellipse">
            <a:avLst/>
          </a:prstGeom>
          <a:solidFill>
            <a:srgbClr val="000000"/>
          </a:solidFill>
          <a:ln/>
        </p:spPr>
      </p:sp>
      <p:sp>
        <p:nvSpPr>
          <p:cNvPr id="10" name="Shape 8"/>
          <p:cNvSpPr/>
          <p:nvPr/>
        </p:nvSpPr>
        <p:spPr>
          <a:xfrm>
            <a:off x="11408043" y="458713"/>
            <a:ext cx="52384" cy="52384"/>
          </a:xfrm>
          <a:prstGeom prst="ellipse">
            <a:avLst/>
          </a:prstGeom>
          <a:solidFill>
            <a:srgbClr val="000000"/>
          </a:solidFill>
          <a:ln/>
        </p:spPr>
      </p:sp>
      <p:sp>
        <p:nvSpPr>
          <p:cNvPr id="11" name="Shape 9"/>
          <p:cNvSpPr/>
          <p:nvPr/>
        </p:nvSpPr>
        <p:spPr>
          <a:xfrm>
            <a:off x="11241891" y="499749"/>
            <a:ext cx="36613" cy="36613"/>
          </a:xfrm>
          <a:prstGeom prst="ellipse">
            <a:avLst/>
          </a:prstGeom>
          <a:solidFill>
            <a:srgbClr val="000000"/>
          </a:solidFill>
          <a:ln/>
        </p:spPr>
      </p:sp>
      <p:sp>
        <p:nvSpPr>
          <p:cNvPr id="12" name="Shape 10"/>
          <p:cNvSpPr/>
          <p:nvPr/>
        </p:nvSpPr>
        <p:spPr>
          <a:xfrm>
            <a:off x="11294557" y="500146"/>
            <a:ext cx="57223" cy="57223"/>
          </a:xfrm>
          <a:prstGeom prst="ellipse">
            <a:avLst/>
          </a:prstGeom>
          <a:solidFill>
            <a:srgbClr val="000000"/>
          </a:solidFill>
          <a:ln/>
        </p:spPr>
      </p:sp>
      <p:sp>
        <p:nvSpPr>
          <p:cNvPr id="13" name="Shape 11"/>
          <p:cNvSpPr/>
          <p:nvPr/>
        </p:nvSpPr>
        <p:spPr>
          <a:xfrm>
            <a:off x="11364102" y="498770"/>
            <a:ext cx="35294" cy="35294"/>
          </a:xfrm>
          <a:prstGeom prst="ellipse">
            <a:avLst/>
          </a:prstGeom>
          <a:solidFill>
            <a:srgbClr val="000000"/>
          </a:solidFill>
          <a:ln/>
        </p:spPr>
      </p:sp>
      <p:sp>
        <p:nvSpPr>
          <p:cNvPr id="14" name="Shape 12"/>
          <p:cNvSpPr/>
          <p:nvPr/>
        </p:nvSpPr>
        <p:spPr>
          <a:xfrm>
            <a:off x="11123515" y="504524"/>
            <a:ext cx="51936" cy="51936"/>
          </a:xfrm>
          <a:prstGeom prst="ellipse">
            <a:avLst/>
          </a:prstGeom>
          <a:solidFill>
            <a:srgbClr val="000000"/>
          </a:solidFill>
          <a:ln/>
        </p:spPr>
      </p:sp>
      <p:sp>
        <p:nvSpPr>
          <p:cNvPr id="15" name="Shape 13"/>
          <p:cNvSpPr/>
          <p:nvPr/>
        </p:nvSpPr>
        <p:spPr>
          <a:xfrm>
            <a:off x="11470202" y="504300"/>
            <a:ext cx="52384" cy="52384"/>
          </a:xfrm>
          <a:prstGeom prst="ellipse">
            <a:avLst/>
          </a:prstGeom>
          <a:solidFill>
            <a:srgbClr val="000000"/>
          </a:solidFill>
          <a:ln/>
        </p:spPr>
      </p:sp>
      <p:sp>
        <p:nvSpPr>
          <p:cNvPr id="16" name="Shape 14"/>
          <p:cNvSpPr/>
          <p:nvPr/>
        </p:nvSpPr>
        <p:spPr>
          <a:xfrm>
            <a:off x="11060774" y="508825"/>
            <a:ext cx="35627" cy="35627"/>
          </a:xfrm>
          <a:prstGeom prst="ellipse">
            <a:avLst/>
          </a:prstGeom>
          <a:solidFill>
            <a:srgbClr val="000000"/>
          </a:solidFill>
          <a:ln/>
        </p:spPr>
      </p:sp>
      <p:sp>
        <p:nvSpPr>
          <p:cNvPr id="17" name="Shape 15"/>
          <p:cNvSpPr/>
          <p:nvPr/>
        </p:nvSpPr>
        <p:spPr>
          <a:xfrm>
            <a:off x="11548535" y="508038"/>
            <a:ext cx="36613" cy="36613"/>
          </a:xfrm>
          <a:prstGeom prst="ellipse">
            <a:avLst/>
          </a:prstGeom>
          <a:solidFill>
            <a:srgbClr val="000000"/>
          </a:solidFill>
          <a:ln/>
        </p:spPr>
      </p:sp>
      <p:sp>
        <p:nvSpPr>
          <p:cNvPr id="18" name="Shape 16"/>
          <p:cNvSpPr/>
          <p:nvPr/>
        </p:nvSpPr>
        <p:spPr>
          <a:xfrm>
            <a:off x="11191466" y="533379"/>
            <a:ext cx="57825" cy="57825"/>
          </a:xfrm>
          <a:prstGeom prst="ellipse">
            <a:avLst/>
          </a:prstGeom>
          <a:solidFill>
            <a:srgbClr val="000000"/>
          </a:solidFill>
          <a:ln/>
        </p:spPr>
      </p:sp>
      <p:sp>
        <p:nvSpPr>
          <p:cNvPr id="19" name="Shape 17"/>
          <p:cNvSpPr/>
          <p:nvPr/>
        </p:nvSpPr>
        <p:spPr>
          <a:xfrm>
            <a:off x="11396535" y="533494"/>
            <a:ext cx="57428" cy="57428"/>
          </a:xfrm>
          <a:prstGeom prst="ellipse">
            <a:avLst/>
          </a:prstGeom>
          <a:solidFill>
            <a:srgbClr val="000000"/>
          </a:solidFill>
          <a:ln/>
        </p:spPr>
      </p:sp>
      <p:sp>
        <p:nvSpPr>
          <p:cNvPr id="20" name="Shape 18"/>
          <p:cNvSpPr/>
          <p:nvPr/>
        </p:nvSpPr>
        <p:spPr>
          <a:xfrm>
            <a:off x="11079087" y="567226"/>
            <a:ext cx="51270" cy="51270"/>
          </a:xfrm>
          <a:prstGeom prst="ellipse">
            <a:avLst/>
          </a:prstGeom>
          <a:solidFill>
            <a:srgbClr val="000000"/>
          </a:solidFill>
          <a:ln/>
        </p:spPr>
      </p:sp>
      <p:sp>
        <p:nvSpPr>
          <p:cNvPr id="21" name="Shape 19"/>
          <p:cNvSpPr/>
          <p:nvPr/>
        </p:nvSpPr>
        <p:spPr>
          <a:xfrm>
            <a:off x="11339728" y="567053"/>
            <a:ext cx="34616" cy="34616"/>
          </a:xfrm>
          <a:prstGeom prst="ellipse">
            <a:avLst/>
          </a:prstGeom>
          <a:solidFill>
            <a:srgbClr val="000000"/>
          </a:solidFill>
          <a:ln/>
        </p:spPr>
      </p:sp>
      <p:sp>
        <p:nvSpPr>
          <p:cNvPr id="22" name="Shape 20"/>
          <p:cNvSpPr/>
          <p:nvPr/>
        </p:nvSpPr>
        <p:spPr>
          <a:xfrm>
            <a:off x="11515167" y="566234"/>
            <a:ext cx="52819" cy="52819"/>
          </a:xfrm>
          <a:prstGeom prst="ellipse">
            <a:avLst/>
          </a:prstGeom>
          <a:solidFill>
            <a:srgbClr val="000000"/>
          </a:solidFill>
          <a:ln/>
        </p:spPr>
      </p:sp>
      <p:sp>
        <p:nvSpPr>
          <p:cNvPr id="23" name="Shape 21"/>
          <p:cNvSpPr/>
          <p:nvPr/>
        </p:nvSpPr>
        <p:spPr>
          <a:xfrm>
            <a:off x="11262860" y="569742"/>
            <a:ext cx="34961" cy="34961"/>
          </a:xfrm>
          <a:prstGeom prst="ellipse">
            <a:avLst/>
          </a:prstGeom>
          <a:solidFill>
            <a:srgbClr val="000000"/>
          </a:solidFill>
          <a:ln/>
        </p:spPr>
      </p:sp>
      <p:sp>
        <p:nvSpPr>
          <p:cNvPr id="24" name="Shape 22"/>
          <p:cNvSpPr/>
          <p:nvPr/>
        </p:nvSpPr>
        <p:spPr>
          <a:xfrm>
            <a:off x="11462521" y="569818"/>
            <a:ext cx="35294" cy="35294"/>
          </a:xfrm>
          <a:prstGeom prst="ellipse">
            <a:avLst/>
          </a:prstGeom>
          <a:solidFill>
            <a:srgbClr val="000000"/>
          </a:solidFill>
          <a:ln/>
        </p:spPr>
      </p:sp>
      <p:sp>
        <p:nvSpPr>
          <p:cNvPr id="25" name="Shape 23"/>
          <p:cNvSpPr/>
          <p:nvPr/>
        </p:nvSpPr>
        <p:spPr>
          <a:xfrm>
            <a:off x="11145681" y="573441"/>
            <a:ext cx="34270" cy="34270"/>
          </a:xfrm>
          <a:prstGeom prst="ellipse">
            <a:avLst/>
          </a:prstGeom>
          <a:solidFill>
            <a:srgbClr val="000000"/>
          </a:solidFill>
          <a:ln/>
        </p:spPr>
      </p:sp>
      <p:sp>
        <p:nvSpPr>
          <p:cNvPr id="26" name="Shape 24"/>
          <p:cNvSpPr/>
          <p:nvPr/>
        </p:nvSpPr>
        <p:spPr>
          <a:xfrm>
            <a:off x="11592015" y="593213"/>
            <a:ext cx="35294" cy="35294"/>
          </a:xfrm>
          <a:prstGeom prst="ellipse">
            <a:avLst/>
          </a:prstGeom>
          <a:solidFill>
            <a:srgbClr val="000000"/>
          </a:solidFill>
          <a:ln/>
        </p:spPr>
      </p:sp>
      <p:sp>
        <p:nvSpPr>
          <p:cNvPr id="27" name="Shape 25"/>
          <p:cNvSpPr/>
          <p:nvPr/>
        </p:nvSpPr>
        <p:spPr>
          <a:xfrm>
            <a:off x="11019124" y="593444"/>
            <a:ext cx="34616" cy="34616"/>
          </a:xfrm>
          <a:prstGeom prst="ellipse">
            <a:avLst/>
          </a:prstGeom>
          <a:solidFill>
            <a:srgbClr val="000000"/>
          </a:solidFill>
          <a:ln/>
        </p:spPr>
      </p:sp>
      <p:sp>
        <p:nvSpPr>
          <p:cNvPr id="28" name="Shape 26"/>
          <p:cNvSpPr/>
          <p:nvPr/>
        </p:nvSpPr>
        <p:spPr>
          <a:xfrm>
            <a:off x="11403576" y="610214"/>
            <a:ext cx="34961" cy="34961"/>
          </a:xfrm>
          <a:prstGeom prst="ellipse">
            <a:avLst/>
          </a:prstGeom>
          <a:solidFill>
            <a:srgbClr val="000000"/>
          </a:solidFill>
          <a:ln/>
        </p:spPr>
      </p:sp>
      <p:sp>
        <p:nvSpPr>
          <p:cNvPr id="29" name="Shape 27"/>
          <p:cNvSpPr/>
          <p:nvPr/>
        </p:nvSpPr>
        <p:spPr>
          <a:xfrm>
            <a:off x="11201662" y="616570"/>
            <a:ext cx="35627" cy="35627"/>
          </a:xfrm>
          <a:prstGeom prst="ellipse">
            <a:avLst/>
          </a:prstGeom>
          <a:solidFill>
            <a:srgbClr val="000000"/>
          </a:solidFill>
          <a:ln/>
        </p:spPr>
      </p:sp>
      <p:sp>
        <p:nvSpPr>
          <p:cNvPr id="30" name="Shape 28"/>
          <p:cNvSpPr/>
          <p:nvPr/>
        </p:nvSpPr>
        <p:spPr>
          <a:xfrm>
            <a:off x="11127484" y="620705"/>
            <a:ext cx="58030" cy="58030"/>
          </a:xfrm>
          <a:prstGeom prst="ellipse">
            <a:avLst/>
          </a:prstGeom>
          <a:solidFill>
            <a:srgbClr val="000000"/>
          </a:solidFill>
          <a:ln/>
        </p:spPr>
      </p:sp>
      <p:sp>
        <p:nvSpPr>
          <p:cNvPr id="31" name="Shape 29"/>
          <p:cNvSpPr/>
          <p:nvPr/>
        </p:nvSpPr>
        <p:spPr>
          <a:xfrm>
            <a:off x="11460767" y="620852"/>
            <a:ext cx="57428" cy="57428"/>
          </a:xfrm>
          <a:prstGeom prst="ellipse">
            <a:avLst/>
          </a:prstGeom>
          <a:solidFill>
            <a:srgbClr val="000000"/>
          </a:solidFill>
          <a:ln/>
        </p:spPr>
      </p:sp>
      <p:sp>
        <p:nvSpPr>
          <p:cNvPr id="32" name="Shape 30"/>
          <p:cNvSpPr/>
          <p:nvPr/>
        </p:nvSpPr>
        <p:spPr>
          <a:xfrm>
            <a:off x="11055219" y="640144"/>
            <a:ext cx="51718" cy="51718"/>
          </a:xfrm>
          <a:prstGeom prst="ellipse">
            <a:avLst/>
          </a:prstGeom>
          <a:solidFill>
            <a:srgbClr val="000000"/>
          </a:solidFill>
          <a:ln/>
        </p:spPr>
      </p:sp>
      <p:sp>
        <p:nvSpPr>
          <p:cNvPr id="33" name="Shape 31"/>
          <p:cNvSpPr/>
          <p:nvPr/>
        </p:nvSpPr>
        <p:spPr>
          <a:xfrm>
            <a:off x="11539330" y="640266"/>
            <a:ext cx="51270" cy="51270"/>
          </a:xfrm>
          <a:prstGeom prst="ellipse">
            <a:avLst/>
          </a:prstGeom>
          <a:solidFill>
            <a:srgbClr val="000000"/>
          </a:solidFill>
          <a:ln/>
        </p:spPr>
      </p:sp>
      <p:sp>
        <p:nvSpPr>
          <p:cNvPr id="34" name="Shape 32"/>
          <p:cNvSpPr/>
          <p:nvPr/>
        </p:nvSpPr>
        <p:spPr>
          <a:xfrm>
            <a:off x="11429576" y="682274"/>
            <a:ext cx="35627" cy="35627"/>
          </a:xfrm>
          <a:prstGeom prst="ellipse">
            <a:avLst/>
          </a:prstGeom>
          <a:solidFill>
            <a:srgbClr val="000000"/>
          </a:solidFill>
          <a:ln/>
        </p:spPr>
      </p:sp>
      <p:sp>
        <p:nvSpPr>
          <p:cNvPr id="35" name="Shape 33"/>
          <p:cNvSpPr/>
          <p:nvPr/>
        </p:nvSpPr>
        <p:spPr>
          <a:xfrm>
            <a:off x="11004076" y="687222"/>
            <a:ext cx="34616" cy="34616"/>
          </a:xfrm>
          <a:prstGeom prst="ellipse">
            <a:avLst/>
          </a:prstGeom>
          <a:solidFill>
            <a:srgbClr val="000000"/>
          </a:solidFill>
          <a:ln/>
        </p:spPr>
      </p:sp>
      <p:sp>
        <p:nvSpPr>
          <p:cNvPr id="36" name="Shape 34"/>
          <p:cNvSpPr/>
          <p:nvPr/>
        </p:nvSpPr>
        <p:spPr>
          <a:xfrm>
            <a:off x="11502052" y="685321"/>
            <a:ext cx="34270" cy="34270"/>
          </a:xfrm>
          <a:prstGeom prst="ellipse">
            <a:avLst/>
          </a:prstGeom>
          <a:solidFill>
            <a:srgbClr val="000000"/>
          </a:solidFill>
          <a:ln/>
        </p:spPr>
      </p:sp>
      <p:sp>
        <p:nvSpPr>
          <p:cNvPr id="37" name="Shape 35"/>
          <p:cNvSpPr/>
          <p:nvPr/>
        </p:nvSpPr>
        <p:spPr>
          <a:xfrm>
            <a:off x="11606321" y="686422"/>
            <a:ext cx="35627" cy="35627"/>
          </a:xfrm>
          <a:prstGeom prst="ellipse">
            <a:avLst/>
          </a:prstGeom>
          <a:solidFill>
            <a:srgbClr val="000000"/>
          </a:solidFill>
          <a:ln/>
        </p:spPr>
      </p:sp>
      <p:sp>
        <p:nvSpPr>
          <p:cNvPr id="38" name="Shape 36"/>
          <p:cNvSpPr/>
          <p:nvPr/>
        </p:nvSpPr>
        <p:spPr>
          <a:xfrm>
            <a:off x="11108908" y="688957"/>
            <a:ext cx="35294" cy="35294"/>
          </a:xfrm>
          <a:prstGeom prst="ellipse">
            <a:avLst/>
          </a:prstGeom>
          <a:solidFill>
            <a:srgbClr val="000000"/>
          </a:solidFill>
          <a:ln/>
        </p:spPr>
      </p:sp>
      <p:sp>
        <p:nvSpPr>
          <p:cNvPr id="39" name="Shape 37"/>
          <p:cNvSpPr/>
          <p:nvPr/>
        </p:nvSpPr>
        <p:spPr>
          <a:xfrm>
            <a:off x="11179733" y="690371"/>
            <a:ext cx="36613" cy="36613"/>
          </a:xfrm>
          <a:prstGeom prst="ellipse">
            <a:avLst/>
          </a:prstGeom>
          <a:solidFill>
            <a:srgbClr val="000000"/>
          </a:solidFill>
          <a:ln/>
        </p:spPr>
      </p:sp>
      <p:sp>
        <p:nvSpPr>
          <p:cNvPr id="40" name="Shape 38"/>
          <p:cNvSpPr/>
          <p:nvPr/>
        </p:nvSpPr>
        <p:spPr>
          <a:xfrm>
            <a:off x="11054764" y="716576"/>
            <a:ext cx="51936" cy="51936"/>
          </a:xfrm>
          <a:prstGeom prst="ellipse">
            <a:avLst/>
          </a:prstGeom>
          <a:solidFill>
            <a:srgbClr val="000000"/>
          </a:solidFill>
          <a:ln/>
        </p:spPr>
      </p:sp>
      <p:sp>
        <p:nvSpPr>
          <p:cNvPr id="41" name="Shape 39"/>
          <p:cNvSpPr/>
          <p:nvPr/>
        </p:nvSpPr>
        <p:spPr>
          <a:xfrm>
            <a:off x="11539023" y="716851"/>
            <a:ext cx="51488" cy="51488"/>
          </a:xfrm>
          <a:prstGeom prst="ellipse">
            <a:avLst/>
          </a:prstGeom>
          <a:solidFill>
            <a:srgbClr val="000000"/>
          </a:solidFill>
          <a:ln/>
        </p:spPr>
      </p:sp>
      <p:sp>
        <p:nvSpPr>
          <p:cNvPr id="42" name="Shape 40"/>
          <p:cNvSpPr/>
          <p:nvPr/>
        </p:nvSpPr>
        <p:spPr>
          <a:xfrm>
            <a:off x="11127490" y="729288"/>
            <a:ext cx="58222" cy="58222"/>
          </a:xfrm>
          <a:prstGeom prst="ellipse">
            <a:avLst/>
          </a:prstGeom>
          <a:solidFill>
            <a:srgbClr val="000000"/>
          </a:solidFill>
          <a:ln/>
        </p:spPr>
      </p:sp>
      <p:sp>
        <p:nvSpPr>
          <p:cNvPr id="43" name="Shape 41"/>
          <p:cNvSpPr/>
          <p:nvPr/>
        </p:nvSpPr>
        <p:spPr>
          <a:xfrm>
            <a:off x="11460671" y="729781"/>
            <a:ext cx="57633" cy="57633"/>
          </a:xfrm>
          <a:prstGeom prst="ellipse">
            <a:avLst/>
          </a:prstGeom>
          <a:solidFill>
            <a:srgbClr val="000000"/>
          </a:solidFill>
          <a:ln/>
        </p:spPr>
      </p:sp>
      <p:sp>
        <p:nvSpPr>
          <p:cNvPr id="44" name="Shape 42"/>
          <p:cNvSpPr/>
          <p:nvPr/>
        </p:nvSpPr>
        <p:spPr>
          <a:xfrm>
            <a:off x="11407973" y="756415"/>
            <a:ext cx="35960" cy="35960"/>
          </a:xfrm>
          <a:prstGeom prst="ellipse">
            <a:avLst/>
          </a:prstGeom>
          <a:solidFill>
            <a:srgbClr val="000000"/>
          </a:solidFill>
          <a:ln/>
        </p:spPr>
      </p:sp>
      <p:sp>
        <p:nvSpPr>
          <p:cNvPr id="45" name="Shape 43"/>
          <p:cNvSpPr/>
          <p:nvPr/>
        </p:nvSpPr>
        <p:spPr>
          <a:xfrm>
            <a:off x="11207308" y="763884"/>
            <a:ext cx="34616" cy="34616"/>
          </a:xfrm>
          <a:prstGeom prst="ellipse">
            <a:avLst/>
          </a:prstGeom>
          <a:solidFill>
            <a:srgbClr val="000000"/>
          </a:solidFill>
          <a:ln/>
        </p:spPr>
      </p:sp>
      <p:sp>
        <p:nvSpPr>
          <p:cNvPr id="46" name="Shape 44"/>
          <p:cNvSpPr/>
          <p:nvPr/>
        </p:nvSpPr>
        <p:spPr>
          <a:xfrm>
            <a:off x="11018670" y="780462"/>
            <a:ext cx="34616" cy="34616"/>
          </a:xfrm>
          <a:prstGeom prst="ellipse">
            <a:avLst/>
          </a:prstGeom>
          <a:solidFill>
            <a:srgbClr val="000000"/>
          </a:solidFill>
          <a:ln/>
        </p:spPr>
      </p:sp>
      <p:sp>
        <p:nvSpPr>
          <p:cNvPr id="47" name="Shape 45"/>
          <p:cNvSpPr/>
          <p:nvPr/>
        </p:nvSpPr>
        <p:spPr>
          <a:xfrm>
            <a:off x="11591670" y="780123"/>
            <a:ext cx="35294" cy="35294"/>
          </a:xfrm>
          <a:prstGeom prst="ellipse">
            <a:avLst/>
          </a:prstGeom>
          <a:solidFill>
            <a:srgbClr val="000000"/>
          </a:solidFill>
          <a:ln/>
        </p:spPr>
      </p:sp>
      <p:sp>
        <p:nvSpPr>
          <p:cNvPr id="48" name="Shape 46"/>
          <p:cNvSpPr/>
          <p:nvPr/>
        </p:nvSpPr>
        <p:spPr>
          <a:xfrm>
            <a:off x="11079010" y="790179"/>
            <a:ext cx="51270" cy="51270"/>
          </a:xfrm>
          <a:prstGeom prst="ellipse">
            <a:avLst/>
          </a:prstGeom>
          <a:solidFill>
            <a:srgbClr val="000000"/>
          </a:solidFill>
          <a:ln/>
        </p:spPr>
      </p:sp>
      <p:sp>
        <p:nvSpPr>
          <p:cNvPr id="49" name="Shape 47"/>
          <p:cNvSpPr/>
          <p:nvPr/>
        </p:nvSpPr>
        <p:spPr>
          <a:xfrm>
            <a:off x="11515218" y="789692"/>
            <a:ext cx="52602" cy="52602"/>
          </a:xfrm>
          <a:prstGeom prst="ellipse">
            <a:avLst/>
          </a:prstGeom>
          <a:solidFill>
            <a:srgbClr val="000000"/>
          </a:solidFill>
          <a:ln/>
        </p:spPr>
      </p:sp>
      <p:sp>
        <p:nvSpPr>
          <p:cNvPr id="50" name="Shape 48"/>
          <p:cNvSpPr/>
          <p:nvPr/>
        </p:nvSpPr>
        <p:spPr>
          <a:xfrm>
            <a:off x="11147371" y="803460"/>
            <a:ext cx="35627" cy="35627"/>
          </a:xfrm>
          <a:prstGeom prst="ellipse">
            <a:avLst/>
          </a:prstGeom>
          <a:solidFill>
            <a:srgbClr val="000000"/>
          </a:solidFill>
          <a:ln/>
        </p:spPr>
      </p:sp>
      <p:sp>
        <p:nvSpPr>
          <p:cNvPr id="51" name="Shape 49"/>
          <p:cNvSpPr/>
          <p:nvPr/>
        </p:nvSpPr>
        <p:spPr>
          <a:xfrm>
            <a:off x="11347786" y="804293"/>
            <a:ext cx="35294" cy="35294"/>
          </a:xfrm>
          <a:prstGeom prst="ellipse">
            <a:avLst/>
          </a:prstGeom>
          <a:solidFill>
            <a:srgbClr val="000000"/>
          </a:solidFill>
          <a:ln/>
        </p:spPr>
      </p:sp>
      <p:sp>
        <p:nvSpPr>
          <p:cNvPr id="52" name="Shape 50"/>
          <p:cNvSpPr/>
          <p:nvPr/>
        </p:nvSpPr>
        <p:spPr>
          <a:xfrm>
            <a:off x="11465119" y="800919"/>
            <a:ext cx="34961" cy="34961"/>
          </a:xfrm>
          <a:prstGeom prst="ellipse">
            <a:avLst/>
          </a:prstGeom>
          <a:solidFill>
            <a:srgbClr val="000000"/>
          </a:solidFill>
          <a:ln/>
        </p:spPr>
      </p:sp>
      <p:sp>
        <p:nvSpPr>
          <p:cNvPr id="53" name="Shape 51"/>
          <p:cNvSpPr/>
          <p:nvPr/>
        </p:nvSpPr>
        <p:spPr>
          <a:xfrm>
            <a:off x="11270669" y="806590"/>
            <a:ext cx="35627" cy="35627"/>
          </a:xfrm>
          <a:prstGeom prst="ellipse">
            <a:avLst/>
          </a:prstGeom>
          <a:solidFill>
            <a:srgbClr val="000000"/>
          </a:solidFill>
          <a:ln/>
        </p:spPr>
      </p:sp>
      <p:sp>
        <p:nvSpPr>
          <p:cNvPr id="54" name="Shape 52"/>
          <p:cNvSpPr/>
          <p:nvPr/>
        </p:nvSpPr>
        <p:spPr>
          <a:xfrm>
            <a:off x="11191498" y="817766"/>
            <a:ext cx="57633" cy="57633"/>
          </a:xfrm>
          <a:prstGeom prst="ellipse">
            <a:avLst/>
          </a:prstGeom>
          <a:solidFill>
            <a:srgbClr val="000000"/>
          </a:solidFill>
          <a:ln/>
        </p:spPr>
      </p:sp>
      <p:sp>
        <p:nvSpPr>
          <p:cNvPr id="55" name="Shape 53"/>
          <p:cNvSpPr/>
          <p:nvPr/>
        </p:nvSpPr>
        <p:spPr>
          <a:xfrm>
            <a:off x="11396573" y="817888"/>
            <a:ext cx="57633" cy="57633"/>
          </a:xfrm>
          <a:prstGeom prst="ellipse">
            <a:avLst/>
          </a:prstGeom>
          <a:solidFill>
            <a:srgbClr val="000000"/>
          </a:solidFill>
          <a:ln/>
        </p:spPr>
      </p:sp>
      <p:sp>
        <p:nvSpPr>
          <p:cNvPr id="56" name="Shape 54"/>
          <p:cNvSpPr/>
          <p:nvPr/>
        </p:nvSpPr>
        <p:spPr>
          <a:xfrm>
            <a:off x="11123445" y="851985"/>
            <a:ext cx="52167" cy="52167"/>
          </a:xfrm>
          <a:prstGeom prst="ellipse">
            <a:avLst/>
          </a:prstGeom>
          <a:solidFill>
            <a:srgbClr val="000000"/>
          </a:solidFill>
          <a:ln/>
        </p:spPr>
      </p:sp>
      <p:sp>
        <p:nvSpPr>
          <p:cNvPr id="57" name="Shape 55"/>
          <p:cNvSpPr/>
          <p:nvPr/>
        </p:nvSpPr>
        <p:spPr>
          <a:xfrm>
            <a:off x="11294647" y="851390"/>
            <a:ext cx="57223" cy="57223"/>
          </a:xfrm>
          <a:prstGeom prst="ellipse">
            <a:avLst/>
          </a:prstGeom>
          <a:solidFill>
            <a:srgbClr val="000000"/>
          </a:solidFill>
          <a:ln/>
        </p:spPr>
      </p:sp>
      <p:sp>
        <p:nvSpPr>
          <p:cNvPr id="58" name="Shape 56"/>
          <p:cNvSpPr/>
          <p:nvPr/>
        </p:nvSpPr>
        <p:spPr>
          <a:xfrm>
            <a:off x="11470202" y="852382"/>
            <a:ext cx="52384" cy="52384"/>
          </a:xfrm>
          <a:prstGeom prst="ellipse">
            <a:avLst/>
          </a:prstGeom>
          <a:solidFill>
            <a:srgbClr val="000000"/>
          </a:solidFill>
          <a:ln/>
        </p:spPr>
      </p:sp>
      <p:sp>
        <p:nvSpPr>
          <p:cNvPr id="59" name="Shape 57"/>
          <p:cNvSpPr/>
          <p:nvPr/>
        </p:nvSpPr>
        <p:spPr>
          <a:xfrm>
            <a:off x="11060774" y="864607"/>
            <a:ext cx="35627" cy="35627"/>
          </a:xfrm>
          <a:prstGeom prst="ellipse">
            <a:avLst/>
          </a:prstGeom>
          <a:solidFill>
            <a:srgbClr val="000000"/>
          </a:solidFill>
          <a:ln/>
        </p:spPr>
      </p:sp>
      <p:sp>
        <p:nvSpPr>
          <p:cNvPr id="60" name="Shape 58"/>
          <p:cNvSpPr/>
          <p:nvPr/>
        </p:nvSpPr>
        <p:spPr>
          <a:xfrm>
            <a:off x="11548733" y="864185"/>
            <a:ext cx="35627" cy="35627"/>
          </a:xfrm>
          <a:prstGeom prst="ellipse">
            <a:avLst/>
          </a:prstGeom>
          <a:solidFill>
            <a:srgbClr val="000000"/>
          </a:solidFill>
          <a:ln/>
        </p:spPr>
      </p:sp>
      <p:sp>
        <p:nvSpPr>
          <p:cNvPr id="61" name="Shape 59"/>
          <p:cNvSpPr/>
          <p:nvPr/>
        </p:nvSpPr>
        <p:spPr>
          <a:xfrm>
            <a:off x="11246231" y="873908"/>
            <a:ext cx="35627" cy="35627"/>
          </a:xfrm>
          <a:prstGeom prst="ellipse">
            <a:avLst/>
          </a:prstGeom>
          <a:solidFill>
            <a:srgbClr val="000000"/>
          </a:solidFill>
          <a:ln/>
        </p:spPr>
      </p:sp>
      <p:sp>
        <p:nvSpPr>
          <p:cNvPr id="62" name="Shape 60"/>
          <p:cNvSpPr/>
          <p:nvPr/>
        </p:nvSpPr>
        <p:spPr>
          <a:xfrm>
            <a:off x="11367418" y="872896"/>
            <a:ext cx="35627" cy="35627"/>
          </a:xfrm>
          <a:prstGeom prst="ellipse">
            <a:avLst/>
          </a:prstGeom>
          <a:solidFill>
            <a:srgbClr val="000000"/>
          </a:solidFill>
          <a:ln/>
        </p:spPr>
      </p:sp>
      <p:sp>
        <p:nvSpPr>
          <p:cNvPr id="63" name="Shape 61"/>
          <p:cNvSpPr/>
          <p:nvPr/>
        </p:nvSpPr>
        <p:spPr>
          <a:xfrm>
            <a:off x="11185366" y="897322"/>
            <a:ext cx="51936" cy="51936"/>
          </a:xfrm>
          <a:prstGeom prst="ellipse">
            <a:avLst/>
          </a:prstGeom>
          <a:solidFill>
            <a:srgbClr val="000000"/>
          </a:solidFill>
          <a:ln/>
        </p:spPr>
      </p:sp>
      <p:sp>
        <p:nvSpPr>
          <p:cNvPr id="64" name="Shape 62"/>
          <p:cNvSpPr/>
          <p:nvPr/>
        </p:nvSpPr>
        <p:spPr>
          <a:xfrm>
            <a:off x="11407845" y="897655"/>
            <a:ext cx="52602" cy="52602"/>
          </a:xfrm>
          <a:prstGeom prst="ellipse">
            <a:avLst/>
          </a:prstGeom>
          <a:solidFill>
            <a:srgbClr val="000000"/>
          </a:solidFill>
          <a:ln/>
        </p:spPr>
      </p:sp>
      <p:sp>
        <p:nvSpPr>
          <p:cNvPr id="65" name="Shape 63"/>
          <p:cNvSpPr/>
          <p:nvPr/>
        </p:nvSpPr>
        <p:spPr>
          <a:xfrm>
            <a:off x="11258822" y="921466"/>
            <a:ext cx="51270" cy="51270"/>
          </a:xfrm>
          <a:prstGeom prst="ellipse">
            <a:avLst/>
          </a:prstGeom>
          <a:solidFill>
            <a:srgbClr val="000000"/>
          </a:solidFill>
          <a:ln/>
        </p:spPr>
      </p:sp>
      <p:sp>
        <p:nvSpPr>
          <p:cNvPr id="66" name="Shape 64"/>
          <p:cNvSpPr/>
          <p:nvPr/>
        </p:nvSpPr>
        <p:spPr>
          <a:xfrm>
            <a:off x="11335350" y="921504"/>
            <a:ext cx="51270" cy="51270"/>
          </a:xfrm>
          <a:prstGeom prst="ellipse">
            <a:avLst/>
          </a:prstGeom>
          <a:solidFill>
            <a:srgbClr val="000000"/>
          </a:solidFill>
          <a:ln/>
        </p:spPr>
      </p:sp>
      <p:sp>
        <p:nvSpPr>
          <p:cNvPr id="67" name="Shape 65"/>
          <p:cNvSpPr/>
          <p:nvPr/>
        </p:nvSpPr>
        <p:spPr>
          <a:xfrm>
            <a:off x="11127388" y="931368"/>
            <a:ext cx="35294" cy="35294"/>
          </a:xfrm>
          <a:prstGeom prst="ellipse">
            <a:avLst/>
          </a:prstGeom>
          <a:solidFill>
            <a:srgbClr val="000000"/>
          </a:solidFill>
          <a:ln/>
        </p:spPr>
      </p:sp>
      <p:sp>
        <p:nvSpPr>
          <p:cNvPr id="68" name="Shape 66"/>
          <p:cNvSpPr/>
          <p:nvPr/>
        </p:nvSpPr>
        <p:spPr>
          <a:xfrm>
            <a:off x="11481979" y="931035"/>
            <a:ext cx="35960" cy="35960"/>
          </a:xfrm>
          <a:prstGeom prst="ellipse">
            <a:avLst/>
          </a:prstGeom>
          <a:solidFill>
            <a:srgbClr val="000000"/>
          </a:solidFill>
          <a:ln/>
        </p:spPr>
      </p:sp>
      <p:sp>
        <p:nvSpPr>
          <p:cNvPr id="69" name="Shape 67"/>
          <p:cNvSpPr/>
          <p:nvPr/>
        </p:nvSpPr>
        <p:spPr>
          <a:xfrm>
            <a:off x="11211987" y="974695"/>
            <a:ext cx="34961" cy="34961"/>
          </a:xfrm>
          <a:prstGeom prst="ellipse">
            <a:avLst/>
          </a:prstGeom>
          <a:solidFill>
            <a:srgbClr val="000000"/>
          </a:solidFill>
          <a:ln/>
        </p:spPr>
      </p:sp>
      <p:sp>
        <p:nvSpPr>
          <p:cNvPr id="70" name="Shape 68"/>
          <p:cNvSpPr/>
          <p:nvPr/>
        </p:nvSpPr>
        <p:spPr>
          <a:xfrm>
            <a:off x="11398461" y="974695"/>
            <a:ext cx="34961" cy="34961"/>
          </a:xfrm>
          <a:prstGeom prst="ellipse">
            <a:avLst/>
          </a:prstGeom>
          <a:solidFill>
            <a:srgbClr val="000000"/>
          </a:solidFill>
          <a:ln/>
        </p:spPr>
      </p:sp>
      <p:sp>
        <p:nvSpPr>
          <p:cNvPr id="71" name="Shape 69"/>
          <p:cNvSpPr/>
          <p:nvPr/>
        </p:nvSpPr>
        <p:spPr>
          <a:xfrm>
            <a:off x="11304837" y="988501"/>
            <a:ext cx="35627" cy="35627"/>
          </a:xfrm>
          <a:prstGeom prst="ellipse">
            <a:avLst/>
          </a:prstGeom>
          <a:solidFill>
            <a:srgbClr val="000000"/>
          </a:solidFill>
          <a:ln/>
        </p:spPr>
      </p:sp>
      <p:sp>
        <p:nvSpPr>
          <p:cNvPr id="72" name="Text 70"/>
          <p:cNvSpPr/>
          <p:nvPr/>
        </p:nvSpPr>
        <p:spPr>
          <a:xfrm>
            <a:off x="548640" y="411480"/>
            <a:ext cx="10088575" cy="777240"/>
          </a:xfrm>
          <a:prstGeom prst="rect">
            <a:avLst/>
          </a:prstGeom>
          <a:noFill/>
          <a:ln/>
        </p:spPr>
        <p:txBody>
          <a:bodyPr wrap="square" lIns="0" tIns="0" rIns="0" bIns="0" rtlCol="0" anchor="ctr"/>
          <a:lstStyle/>
          <a:p>
            <a:pPr algn="l" indent="0" marL="0">
              <a:lnSpc>
                <a:spcPct val="105000"/>
              </a:lnSpc>
              <a:buNone/>
            </a:pPr>
            <a:r>
              <a:rPr lang="en-US" sz="3200" dirty="0">
                <a:solidFill>
                  <a:srgbClr val="3D68EC"/>
                </a:solidFill>
                <a:latin typeface="General Sans Semibold" pitchFamily="34" charset="0"/>
                <a:ea typeface="General Sans Semibold" pitchFamily="34" charset="-122"/>
                <a:cs typeface="General Sans Semibold" pitchFamily="34" charset="-120"/>
              </a:rPr>
              <a:t>Hetzelfde principe werkt op je eigen data</a:t>
            </a:r>
            <a:endParaRPr lang="en-US" sz="3200" dirty="0"/>
          </a:p>
        </p:txBody>
      </p:sp>
      <p:sp>
        <p:nvSpPr>
          <p:cNvPr id="73" name="Text 71"/>
          <p:cNvSpPr/>
          <p:nvPr/>
        </p:nvSpPr>
        <p:spPr>
          <a:xfrm>
            <a:off x="548640" y="1463040"/>
            <a:ext cx="6309360" cy="375412"/>
          </a:xfrm>
          <a:prstGeom prst="rect">
            <a:avLst/>
          </a:prstGeom>
          <a:noFill/>
          <a:ln/>
        </p:spPr>
        <p:txBody>
          <a:bodyPr wrap="square" lIns="0" tIns="0" rIns="0" bIns="0" rtlCol="0" anchor="t"/>
          <a:lstStyle/>
          <a:p>
            <a:pPr algn="l" indent="0" marL="0">
              <a:lnSpc>
                <a:spcPct val="105000"/>
              </a:lnSpc>
              <a:buNone/>
            </a:pPr>
            <a:r>
              <a:rPr lang="en-US" sz="2200" dirty="0">
                <a:solidFill>
                  <a:srgbClr val="000000"/>
                </a:solidFill>
                <a:latin typeface="Cooper Lt BT" pitchFamily="34" charset="0"/>
                <a:ea typeface="Cooper Lt BT" pitchFamily="34" charset="-122"/>
                <a:cs typeface="Cooper Lt BT" pitchFamily="34" charset="-120"/>
              </a:rPr>
              <a:t>Vandaag was het open onderwijsdata.</a:t>
            </a:r>
            <a:endParaRPr lang="en-US" sz="2200" dirty="0"/>
          </a:p>
        </p:txBody>
      </p:sp>
      <p:sp>
        <p:nvSpPr>
          <p:cNvPr id="74" name="Shape 72"/>
          <p:cNvSpPr/>
          <p:nvPr/>
        </p:nvSpPr>
        <p:spPr>
          <a:xfrm>
            <a:off x="548640" y="2313940"/>
            <a:ext cx="201168" cy="201168"/>
          </a:xfrm>
          <a:prstGeom prst="ellipse">
            <a:avLst/>
          </a:prstGeom>
          <a:solidFill>
            <a:srgbClr val="3D68EC"/>
          </a:solidFill>
          <a:ln/>
        </p:spPr>
      </p:sp>
      <p:sp>
        <p:nvSpPr>
          <p:cNvPr id="75" name="Text 73"/>
          <p:cNvSpPr/>
          <p:nvPr/>
        </p:nvSpPr>
        <p:spPr>
          <a:xfrm>
            <a:off x="960120" y="2204212"/>
            <a:ext cx="5897880" cy="804672"/>
          </a:xfrm>
          <a:prstGeom prst="rect">
            <a:avLst/>
          </a:prstGeom>
          <a:noFill/>
          <a:ln/>
        </p:spPr>
        <p:txBody>
          <a:bodyPr wrap="square" lIns="0" tIns="0" rIns="0" bIns="0" rtlCol="0" anchor="t"/>
          <a:lstStyle/>
          <a:p>
            <a:pPr algn="l" indent="0" marL="0">
              <a:lnSpc>
                <a:spcPct val="105000"/>
              </a:lnSpc>
              <a:buNone/>
            </a:pPr>
            <a:r>
              <a:rPr lang="en-US" sz="1900" dirty="0">
                <a:solidFill>
                  <a:srgbClr val="000000"/>
                </a:solidFill>
                <a:latin typeface="General Sans" pitchFamily="34" charset="0"/>
                <a:ea typeface="General Sans" pitchFamily="34" charset="-122"/>
                <a:cs typeface="General Sans" pitchFamily="34" charset="-120"/>
              </a:rPr>
              <a:t>Dezelfde techniek, op de data van </a:t>
            </a:r>
            <a:pPr algn="l" indent="0" marL="0">
              <a:lnSpc>
                <a:spcPct val="105000"/>
              </a:lnSpc>
              <a:buNone/>
            </a:pPr>
            <a:r>
              <a:rPr lang="en-US" sz="1900" dirty="0">
                <a:solidFill>
                  <a:srgbClr val="00AF81"/>
                </a:solidFill>
                <a:latin typeface="General Sans Semibold" pitchFamily="34" charset="0"/>
                <a:ea typeface="General Sans Semibold" pitchFamily="34" charset="-122"/>
                <a:cs typeface="General Sans Semibold" pitchFamily="34" charset="-120"/>
              </a:rPr>
              <a:t>je eigen instelling</a:t>
            </a:r>
            <a:endParaRPr lang="en-US" sz="1900" dirty="0"/>
          </a:p>
        </p:txBody>
      </p:sp>
      <p:sp>
        <p:nvSpPr>
          <p:cNvPr id="76" name="Shape 74"/>
          <p:cNvSpPr/>
          <p:nvPr/>
        </p:nvSpPr>
        <p:spPr>
          <a:xfrm>
            <a:off x="548640" y="3228340"/>
            <a:ext cx="201168" cy="201168"/>
          </a:xfrm>
          <a:prstGeom prst="ellipse">
            <a:avLst/>
          </a:prstGeom>
          <a:solidFill>
            <a:srgbClr val="DD784B"/>
          </a:solidFill>
          <a:ln/>
        </p:spPr>
      </p:sp>
      <p:sp>
        <p:nvSpPr>
          <p:cNvPr id="77" name="Text 75"/>
          <p:cNvSpPr/>
          <p:nvPr/>
        </p:nvSpPr>
        <p:spPr>
          <a:xfrm>
            <a:off x="960120" y="3118612"/>
            <a:ext cx="5897880" cy="804672"/>
          </a:xfrm>
          <a:prstGeom prst="rect">
            <a:avLst/>
          </a:prstGeom>
          <a:noFill/>
          <a:ln/>
        </p:spPr>
        <p:txBody>
          <a:bodyPr wrap="square" lIns="0" tIns="0" rIns="0" bIns="0" rtlCol="0" anchor="t"/>
          <a:lstStyle/>
          <a:p>
            <a:pPr algn="l" indent="0" marL="0">
              <a:lnSpc>
                <a:spcPct val="105000"/>
              </a:lnSpc>
              <a:buNone/>
            </a:pPr>
            <a:r>
              <a:rPr lang="en-US" sz="1900" dirty="0">
                <a:solidFill>
                  <a:srgbClr val="000000"/>
                </a:solidFill>
                <a:latin typeface="General Sans" pitchFamily="34" charset="0"/>
                <a:ea typeface="General Sans" pitchFamily="34" charset="-122"/>
                <a:cs typeface="General Sans" pitchFamily="34" charset="-120"/>
              </a:rPr>
              <a:t>Werkt het best met </a:t>
            </a:r>
            <a:pPr algn="l" indent="0" marL="0">
              <a:lnSpc>
                <a:spcPct val="105000"/>
              </a:lnSpc>
              <a:buNone/>
            </a:pPr>
            <a:r>
              <a:rPr lang="en-US" sz="1900" dirty="0">
                <a:solidFill>
                  <a:srgbClr val="00AF81"/>
                </a:solidFill>
                <a:latin typeface="General Sans Semibold" pitchFamily="34" charset="0"/>
                <a:ea typeface="General Sans Semibold" pitchFamily="34" charset="-122"/>
                <a:cs typeface="General Sans Semibold" pitchFamily="34" charset="-120"/>
              </a:rPr>
              <a:t>gestandaardiseerde bestanden</a:t>
            </a:r>
            <a:pPr algn="l" indent="0" marL="0">
              <a:lnSpc>
                <a:spcPct val="105000"/>
              </a:lnSpc>
              <a:buNone/>
            </a:pPr>
            <a:r>
              <a:rPr lang="en-US" sz="1900" dirty="0">
                <a:solidFill>
                  <a:srgbClr val="000000"/>
                </a:solidFill>
                <a:latin typeface="General Sans" pitchFamily="34" charset="0"/>
                <a:ea typeface="General Sans" pitchFamily="34" charset="-122"/>
                <a:cs typeface="General Sans" pitchFamily="34" charset="-120"/>
              </a:rPr>
              <a:t>, zoals 1CijferHO en Studielink</a:t>
            </a:r>
            <a:endParaRPr lang="en-US" sz="1900" dirty="0"/>
          </a:p>
        </p:txBody>
      </p:sp>
      <p:sp>
        <p:nvSpPr>
          <p:cNvPr id="78" name="Shape 76"/>
          <p:cNvSpPr/>
          <p:nvPr/>
        </p:nvSpPr>
        <p:spPr>
          <a:xfrm>
            <a:off x="548640" y="4142740"/>
            <a:ext cx="201168" cy="201168"/>
          </a:xfrm>
          <a:prstGeom prst="ellipse">
            <a:avLst/>
          </a:prstGeom>
          <a:solidFill>
            <a:srgbClr val="00AF81"/>
          </a:solidFill>
          <a:ln/>
        </p:spPr>
      </p:sp>
      <p:sp>
        <p:nvSpPr>
          <p:cNvPr id="79" name="Text 77"/>
          <p:cNvSpPr/>
          <p:nvPr/>
        </p:nvSpPr>
        <p:spPr>
          <a:xfrm>
            <a:off x="960120" y="4033012"/>
            <a:ext cx="5897880" cy="804672"/>
          </a:xfrm>
          <a:prstGeom prst="rect">
            <a:avLst/>
          </a:prstGeom>
          <a:noFill/>
          <a:ln/>
        </p:spPr>
        <p:txBody>
          <a:bodyPr wrap="square" lIns="0" tIns="0" rIns="0" bIns="0" rtlCol="0" anchor="t"/>
          <a:lstStyle/>
          <a:p>
            <a:pPr algn="l" indent="0" marL="0">
              <a:lnSpc>
                <a:spcPct val="105000"/>
              </a:lnSpc>
              <a:buNone/>
            </a:pPr>
            <a:r>
              <a:rPr lang="en-US" sz="1900" dirty="0">
                <a:solidFill>
                  <a:srgbClr val="000000"/>
                </a:solidFill>
                <a:latin typeface="General Sans" pitchFamily="34" charset="0"/>
                <a:ea typeface="General Sans" pitchFamily="34" charset="-122"/>
                <a:cs typeface="General Sans" pitchFamily="34" charset="-120"/>
              </a:rPr>
              <a:t>Afgestemde </a:t>
            </a:r>
            <a:pPr algn="l" indent="0" marL="0">
              <a:lnSpc>
                <a:spcPct val="105000"/>
              </a:lnSpc>
              <a:buNone/>
            </a:pPr>
            <a:r>
              <a:rPr lang="en-US" sz="1900" dirty="0">
                <a:solidFill>
                  <a:srgbClr val="00AF81"/>
                </a:solidFill>
                <a:latin typeface="General Sans Semibold" pitchFamily="34" charset="0"/>
                <a:ea typeface="General Sans Semibold" pitchFamily="34" charset="-122"/>
                <a:cs typeface="General Sans Semibold" pitchFamily="34" charset="-120"/>
              </a:rPr>
              <a:t>definities</a:t>
            </a:r>
            <a:endParaRPr lang="en-US" sz="1900" dirty="0"/>
          </a:p>
        </p:txBody>
      </p:sp>
      <p:sp>
        <p:nvSpPr>
          <p:cNvPr id="80" name="Shape 78"/>
          <p:cNvSpPr/>
          <p:nvPr/>
        </p:nvSpPr>
        <p:spPr>
          <a:xfrm>
            <a:off x="548640" y="5057140"/>
            <a:ext cx="201168" cy="201168"/>
          </a:xfrm>
          <a:prstGeom prst="ellipse">
            <a:avLst/>
          </a:prstGeom>
          <a:solidFill>
            <a:srgbClr val="F4D74B"/>
          </a:solidFill>
          <a:ln/>
        </p:spPr>
      </p:sp>
      <p:sp>
        <p:nvSpPr>
          <p:cNvPr id="81" name="Text 79"/>
          <p:cNvSpPr/>
          <p:nvPr/>
        </p:nvSpPr>
        <p:spPr>
          <a:xfrm>
            <a:off x="960120" y="4947412"/>
            <a:ext cx="5897880" cy="804672"/>
          </a:xfrm>
          <a:prstGeom prst="rect">
            <a:avLst/>
          </a:prstGeom>
          <a:noFill/>
          <a:ln/>
        </p:spPr>
        <p:txBody>
          <a:bodyPr wrap="square" lIns="0" tIns="0" rIns="0" bIns="0" rtlCol="0" anchor="t"/>
          <a:lstStyle/>
          <a:p>
            <a:pPr algn="l" indent="0" marL="0">
              <a:lnSpc>
                <a:spcPct val="105000"/>
              </a:lnSpc>
              <a:buNone/>
            </a:pPr>
            <a:r>
              <a:rPr lang="en-US" sz="1900" dirty="0">
                <a:solidFill>
                  <a:srgbClr val="000000"/>
                </a:solidFill>
                <a:latin typeface="General Sans" pitchFamily="34" charset="0"/>
                <a:ea typeface="General Sans" pitchFamily="34" charset="-122"/>
                <a:cs typeface="General Sans" pitchFamily="34" charset="-120"/>
              </a:rPr>
              <a:t>Technische integratie met </a:t>
            </a:r>
            <a:pPr algn="l" indent="0" marL="0">
              <a:lnSpc>
                <a:spcPct val="105000"/>
              </a:lnSpc>
              <a:buNone/>
            </a:pPr>
            <a:r>
              <a:rPr lang="en-US" sz="1900" dirty="0">
                <a:solidFill>
                  <a:srgbClr val="00AF81"/>
                </a:solidFill>
                <a:latin typeface="General Sans Semibold" pitchFamily="34" charset="0"/>
                <a:ea typeface="General Sans Semibold" pitchFamily="34" charset="-122"/>
                <a:cs typeface="General Sans Semibold" pitchFamily="34" charset="-120"/>
              </a:rPr>
              <a:t>AI Hub van SURF</a:t>
            </a:r>
            <a:endParaRPr lang="en-US" sz="1900" dirty="0"/>
          </a:p>
        </p:txBody>
      </p:sp>
      <p:pic>
        <p:nvPicPr>
          <p:cNvPr id="82" name="Image 0" descr="exports/261029_dair_onderwijsdata/img/kunstmatigeintelligentie.png">    </p:cNvPr>
          <p:cNvPicPr>
            <a:picLocks noChangeAspect="1"/>
          </p:cNvPicPr>
          <p:nvPr/>
        </p:nvPicPr>
        <p:blipFill>
          <a:blip r:embed="rId1"/>
          <a:stretch>
            <a:fillRect/>
          </a:stretch>
        </p:blipFill>
        <p:spPr>
          <a:xfrm>
            <a:off x="7498080" y="1417320"/>
            <a:ext cx="4206240" cy="42062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D6E2FD"/>
        </a:solidFill>
      </p:bgPr>
    </p:bg>
    <p:spTree>
      <p:nvGrpSpPr>
        <p:cNvPr id="1" name=""/>
        <p:cNvGrpSpPr/>
        <p:nvPr/>
      </p:nvGrpSpPr>
      <p:grpSpPr>
        <a:xfrm>
          <a:off x="0" y="0"/>
          <a:ext cx="0" cy="0"/>
          <a:chOff x="0" y="0"/>
          <a:chExt cx="0" cy="0"/>
        </a:xfrm>
      </p:grpSpPr>
      <p:sp>
        <p:nvSpPr>
          <p:cNvPr id="2" name="Shape 0"/>
          <p:cNvSpPr/>
          <p:nvPr/>
        </p:nvSpPr>
        <p:spPr>
          <a:xfrm>
            <a:off x="11304952" y="384048"/>
            <a:ext cx="35960" cy="35960"/>
          </a:xfrm>
          <a:prstGeom prst="ellipse">
            <a:avLst/>
          </a:prstGeom>
          <a:solidFill>
            <a:srgbClr val="000000"/>
          </a:solidFill>
          <a:ln/>
        </p:spPr>
      </p:sp>
      <p:sp>
        <p:nvSpPr>
          <p:cNvPr id="3" name="Shape 1"/>
          <p:cNvSpPr/>
          <p:nvPr/>
        </p:nvSpPr>
        <p:spPr>
          <a:xfrm>
            <a:off x="11212173" y="399224"/>
            <a:ext cx="34616" cy="34616"/>
          </a:xfrm>
          <a:prstGeom prst="ellipse">
            <a:avLst/>
          </a:prstGeom>
          <a:solidFill>
            <a:srgbClr val="000000"/>
          </a:solidFill>
          <a:ln/>
        </p:spPr>
      </p:sp>
      <p:sp>
        <p:nvSpPr>
          <p:cNvPr id="4" name="Shape 2"/>
          <p:cNvSpPr/>
          <p:nvPr/>
        </p:nvSpPr>
        <p:spPr>
          <a:xfrm>
            <a:off x="11398641" y="399224"/>
            <a:ext cx="34616" cy="34616"/>
          </a:xfrm>
          <a:prstGeom prst="ellipse">
            <a:avLst/>
          </a:prstGeom>
          <a:solidFill>
            <a:srgbClr val="000000"/>
          </a:solidFill>
          <a:ln/>
        </p:spPr>
      </p:sp>
      <p:sp>
        <p:nvSpPr>
          <p:cNvPr id="5" name="Shape 3"/>
          <p:cNvSpPr/>
          <p:nvPr/>
        </p:nvSpPr>
        <p:spPr>
          <a:xfrm>
            <a:off x="11258374" y="435357"/>
            <a:ext cx="51936" cy="51936"/>
          </a:xfrm>
          <a:prstGeom prst="ellipse">
            <a:avLst/>
          </a:prstGeom>
          <a:solidFill>
            <a:srgbClr val="000000"/>
          </a:solidFill>
          <a:ln/>
        </p:spPr>
      </p:sp>
      <p:sp>
        <p:nvSpPr>
          <p:cNvPr id="6" name="Shape 4"/>
          <p:cNvSpPr/>
          <p:nvPr/>
        </p:nvSpPr>
        <p:spPr>
          <a:xfrm>
            <a:off x="11335407" y="435306"/>
            <a:ext cx="51718" cy="51718"/>
          </a:xfrm>
          <a:prstGeom prst="ellipse">
            <a:avLst/>
          </a:prstGeom>
          <a:solidFill>
            <a:srgbClr val="000000"/>
          </a:solidFill>
          <a:ln/>
        </p:spPr>
      </p:sp>
      <p:sp>
        <p:nvSpPr>
          <p:cNvPr id="7" name="Shape 5"/>
          <p:cNvSpPr/>
          <p:nvPr/>
        </p:nvSpPr>
        <p:spPr>
          <a:xfrm>
            <a:off x="11127388" y="442398"/>
            <a:ext cx="35294" cy="35294"/>
          </a:xfrm>
          <a:prstGeom prst="ellipse">
            <a:avLst/>
          </a:prstGeom>
          <a:solidFill>
            <a:srgbClr val="000000"/>
          </a:solidFill>
          <a:ln/>
        </p:spPr>
      </p:sp>
      <p:sp>
        <p:nvSpPr>
          <p:cNvPr id="8" name="Shape 6"/>
          <p:cNvSpPr/>
          <p:nvPr/>
        </p:nvSpPr>
        <p:spPr>
          <a:xfrm>
            <a:off x="11482145" y="441649"/>
            <a:ext cx="35960" cy="35960"/>
          </a:xfrm>
          <a:prstGeom prst="ellipse">
            <a:avLst/>
          </a:prstGeom>
          <a:solidFill>
            <a:srgbClr val="000000"/>
          </a:solidFill>
          <a:ln/>
        </p:spPr>
      </p:sp>
      <p:sp>
        <p:nvSpPr>
          <p:cNvPr id="9" name="Shape 7"/>
          <p:cNvSpPr/>
          <p:nvPr/>
        </p:nvSpPr>
        <p:spPr>
          <a:xfrm>
            <a:off x="11185603" y="459328"/>
            <a:ext cx="52167" cy="52167"/>
          </a:xfrm>
          <a:prstGeom prst="ellipse">
            <a:avLst/>
          </a:prstGeom>
          <a:solidFill>
            <a:srgbClr val="000000"/>
          </a:solidFill>
          <a:ln/>
        </p:spPr>
      </p:sp>
      <p:sp>
        <p:nvSpPr>
          <p:cNvPr id="10" name="Shape 8"/>
          <p:cNvSpPr/>
          <p:nvPr/>
        </p:nvSpPr>
        <p:spPr>
          <a:xfrm>
            <a:off x="11408043" y="458713"/>
            <a:ext cx="52384" cy="52384"/>
          </a:xfrm>
          <a:prstGeom prst="ellipse">
            <a:avLst/>
          </a:prstGeom>
          <a:solidFill>
            <a:srgbClr val="000000"/>
          </a:solidFill>
          <a:ln/>
        </p:spPr>
      </p:sp>
      <p:sp>
        <p:nvSpPr>
          <p:cNvPr id="11" name="Shape 9"/>
          <p:cNvSpPr/>
          <p:nvPr/>
        </p:nvSpPr>
        <p:spPr>
          <a:xfrm>
            <a:off x="11241891" y="499749"/>
            <a:ext cx="36613" cy="36613"/>
          </a:xfrm>
          <a:prstGeom prst="ellipse">
            <a:avLst/>
          </a:prstGeom>
          <a:solidFill>
            <a:srgbClr val="000000"/>
          </a:solidFill>
          <a:ln/>
        </p:spPr>
      </p:sp>
      <p:sp>
        <p:nvSpPr>
          <p:cNvPr id="12" name="Shape 10"/>
          <p:cNvSpPr/>
          <p:nvPr/>
        </p:nvSpPr>
        <p:spPr>
          <a:xfrm>
            <a:off x="11294557" y="500146"/>
            <a:ext cx="57223" cy="57223"/>
          </a:xfrm>
          <a:prstGeom prst="ellipse">
            <a:avLst/>
          </a:prstGeom>
          <a:solidFill>
            <a:srgbClr val="000000"/>
          </a:solidFill>
          <a:ln/>
        </p:spPr>
      </p:sp>
      <p:sp>
        <p:nvSpPr>
          <p:cNvPr id="13" name="Shape 11"/>
          <p:cNvSpPr/>
          <p:nvPr/>
        </p:nvSpPr>
        <p:spPr>
          <a:xfrm>
            <a:off x="11364102" y="498770"/>
            <a:ext cx="35294" cy="35294"/>
          </a:xfrm>
          <a:prstGeom prst="ellipse">
            <a:avLst/>
          </a:prstGeom>
          <a:solidFill>
            <a:srgbClr val="000000"/>
          </a:solidFill>
          <a:ln/>
        </p:spPr>
      </p:sp>
      <p:sp>
        <p:nvSpPr>
          <p:cNvPr id="14" name="Shape 12"/>
          <p:cNvSpPr/>
          <p:nvPr/>
        </p:nvSpPr>
        <p:spPr>
          <a:xfrm>
            <a:off x="11123515" y="504524"/>
            <a:ext cx="51936" cy="51936"/>
          </a:xfrm>
          <a:prstGeom prst="ellipse">
            <a:avLst/>
          </a:prstGeom>
          <a:solidFill>
            <a:srgbClr val="000000"/>
          </a:solidFill>
          <a:ln/>
        </p:spPr>
      </p:sp>
      <p:sp>
        <p:nvSpPr>
          <p:cNvPr id="15" name="Shape 13"/>
          <p:cNvSpPr/>
          <p:nvPr/>
        </p:nvSpPr>
        <p:spPr>
          <a:xfrm>
            <a:off x="11470202" y="504300"/>
            <a:ext cx="52384" cy="52384"/>
          </a:xfrm>
          <a:prstGeom prst="ellipse">
            <a:avLst/>
          </a:prstGeom>
          <a:solidFill>
            <a:srgbClr val="000000"/>
          </a:solidFill>
          <a:ln/>
        </p:spPr>
      </p:sp>
      <p:sp>
        <p:nvSpPr>
          <p:cNvPr id="16" name="Shape 14"/>
          <p:cNvSpPr/>
          <p:nvPr/>
        </p:nvSpPr>
        <p:spPr>
          <a:xfrm>
            <a:off x="11060774" y="508825"/>
            <a:ext cx="35627" cy="35627"/>
          </a:xfrm>
          <a:prstGeom prst="ellipse">
            <a:avLst/>
          </a:prstGeom>
          <a:solidFill>
            <a:srgbClr val="000000"/>
          </a:solidFill>
          <a:ln/>
        </p:spPr>
      </p:sp>
      <p:sp>
        <p:nvSpPr>
          <p:cNvPr id="17" name="Shape 15"/>
          <p:cNvSpPr/>
          <p:nvPr/>
        </p:nvSpPr>
        <p:spPr>
          <a:xfrm>
            <a:off x="11548535" y="508038"/>
            <a:ext cx="36613" cy="36613"/>
          </a:xfrm>
          <a:prstGeom prst="ellipse">
            <a:avLst/>
          </a:prstGeom>
          <a:solidFill>
            <a:srgbClr val="000000"/>
          </a:solidFill>
          <a:ln/>
        </p:spPr>
      </p:sp>
      <p:sp>
        <p:nvSpPr>
          <p:cNvPr id="18" name="Shape 16"/>
          <p:cNvSpPr/>
          <p:nvPr/>
        </p:nvSpPr>
        <p:spPr>
          <a:xfrm>
            <a:off x="11191466" y="533379"/>
            <a:ext cx="57825" cy="57825"/>
          </a:xfrm>
          <a:prstGeom prst="ellipse">
            <a:avLst/>
          </a:prstGeom>
          <a:solidFill>
            <a:srgbClr val="000000"/>
          </a:solidFill>
          <a:ln/>
        </p:spPr>
      </p:sp>
      <p:sp>
        <p:nvSpPr>
          <p:cNvPr id="19" name="Shape 17"/>
          <p:cNvSpPr/>
          <p:nvPr/>
        </p:nvSpPr>
        <p:spPr>
          <a:xfrm>
            <a:off x="11396535" y="533494"/>
            <a:ext cx="57428" cy="57428"/>
          </a:xfrm>
          <a:prstGeom prst="ellipse">
            <a:avLst/>
          </a:prstGeom>
          <a:solidFill>
            <a:srgbClr val="000000"/>
          </a:solidFill>
          <a:ln/>
        </p:spPr>
      </p:sp>
      <p:sp>
        <p:nvSpPr>
          <p:cNvPr id="20" name="Shape 18"/>
          <p:cNvSpPr/>
          <p:nvPr/>
        </p:nvSpPr>
        <p:spPr>
          <a:xfrm>
            <a:off x="11079087" y="567226"/>
            <a:ext cx="51270" cy="51270"/>
          </a:xfrm>
          <a:prstGeom prst="ellipse">
            <a:avLst/>
          </a:prstGeom>
          <a:solidFill>
            <a:srgbClr val="000000"/>
          </a:solidFill>
          <a:ln/>
        </p:spPr>
      </p:sp>
      <p:sp>
        <p:nvSpPr>
          <p:cNvPr id="21" name="Shape 19"/>
          <p:cNvSpPr/>
          <p:nvPr/>
        </p:nvSpPr>
        <p:spPr>
          <a:xfrm>
            <a:off x="11339728" y="567053"/>
            <a:ext cx="34616" cy="34616"/>
          </a:xfrm>
          <a:prstGeom prst="ellipse">
            <a:avLst/>
          </a:prstGeom>
          <a:solidFill>
            <a:srgbClr val="000000"/>
          </a:solidFill>
          <a:ln/>
        </p:spPr>
      </p:sp>
      <p:sp>
        <p:nvSpPr>
          <p:cNvPr id="22" name="Shape 20"/>
          <p:cNvSpPr/>
          <p:nvPr/>
        </p:nvSpPr>
        <p:spPr>
          <a:xfrm>
            <a:off x="11515167" y="566234"/>
            <a:ext cx="52819" cy="52819"/>
          </a:xfrm>
          <a:prstGeom prst="ellipse">
            <a:avLst/>
          </a:prstGeom>
          <a:solidFill>
            <a:srgbClr val="000000"/>
          </a:solidFill>
          <a:ln/>
        </p:spPr>
      </p:sp>
      <p:sp>
        <p:nvSpPr>
          <p:cNvPr id="23" name="Shape 21"/>
          <p:cNvSpPr/>
          <p:nvPr/>
        </p:nvSpPr>
        <p:spPr>
          <a:xfrm>
            <a:off x="11262860" y="569742"/>
            <a:ext cx="34961" cy="34961"/>
          </a:xfrm>
          <a:prstGeom prst="ellipse">
            <a:avLst/>
          </a:prstGeom>
          <a:solidFill>
            <a:srgbClr val="000000"/>
          </a:solidFill>
          <a:ln/>
        </p:spPr>
      </p:sp>
      <p:sp>
        <p:nvSpPr>
          <p:cNvPr id="24" name="Shape 22"/>
          <p:cNvSpPr/>
          <p:nvPr/>
        </p:nvSpPr>
        <p:spPr>
          <a:xfrm>
            <a:off x="11462521" y="569818"/>
            <a:ext cx="35294" cy="35294"/>
          </a:xfrm>
          <a:prstGeom prst="ellipse">
            <a:avLst/>
          </a:prstGeom>
          <a:solidFill>
            <a:srgbClr val="000000"/>
          </a:solidFill>
          <a:ln/>
        </p:spPr>
      </p:sp>
      <p:sp>
        <p:nvSpPr>
          <p:cNvPr id="25" name="Shape 23"/>
          <p:cNvSpPr/>
          <p:nvPr/>
        </p:nvSpPr>
        <p:spPr>
          <a:xfrm>
            <a:off x="11145681" y="573441"/>
            <a:ext cx="34270" cy="34270"/>
          </a:xfrm>
          <a:prstGeom prst="ellipse">
            <a:avLst/>
          </a:prstGeom>
          <a:solidFill>
            <a:srgbClr val="000000"/>
          </a:solidFill>
          <a:ln/>
        </p:spPr>
      </p:sp>
      <p:sp>
        <p:nvSpPr>
          <p:cNvPr id="26" name="Shape 24"/>
          <p:cNvSpPr/>
          <p:nvPr/>
        </p:nvSpPr>
        <p:spPr>
          <a:xfrm>
            <a:off x="11592015" y="593213"/>
            <a:ext cx="35294" cy="35294"/>
          </a:xfrm>
          <a:prstGeom prst="ellipse">
            <a:avLst/>
          </a:prstGeom>
          <a:solidFill>
            <a:srgbClr val="000000"/>
          </a:solidFill>
          <a:ln/>
        </p:spPr>
      </p:sp>
      <p:sp>
        <p:nvSpPr>
          <p:cNvPr id="27" name="Shape 25"/>
          <p:cNvSpPr/>
          <p:nvPr/>
        </p:nvSpPr>
        <p:spPr>
          <a:xfrm>
            <a:off x="11019124" y="593444"/>
            <a:ext cx="34616" cy="34616"/>
          </a:xfrm>
          <a:prstGeom prst="ellipse">
            <a:avLst/>
          </a:prstGeom>
          <a:solidFill>
            <a:srgbClr val="000000"/>
          </a:solidFill>
          <a:ln/>
        </p:spPr>
      </p:sp>
      <p:sp>
        <p:nvSpPr>
          <p:cNvPr id="28" name="Shape 26"/>
          <p:cNvSpPr/>
          <p:nvPr/>
        </p:nvSpPr>
        <p:spPr>
          <a:xfrm>
            <a:off x="11403576" y="610214"/>
            <a:ext cx="34961" cy="34961"/>
          </a:xfrm>
          <a:prstGeom prst="ellipse">
            <a:avLst/>
          </a:prstGeom>
          <a:solidFill>
            <a:srgbClr val="000000"/>
          </a:solidFill>
          <a:ln/>
        </p:spPr>
      </p:sp>
      <p:sp>
        <p:nvSpPr>
          <p:cNvPr id="29" name="Shape 27"/>
          <p:cNvSpPr/>
          <p:nvPr/>
        </p:nvSpPr>
        <p:spPr>
          <a:xfrm>
            <a:off x="11201662" y="616570"/>
            <a:ext cx="35627" cy="35627"/>
          </a:xfrm>
          <a:prstGeom prst="ellipse">
            <a:avLst/>
          </a:prstGeom>
          <a:solidFill>
            <a:srgbClr val="000000"/>
          </a:solidFill>
          <a:ln/>
        </p:spPr>
      </p:sp>
      <p:sp>
        <p:nvSpPr>
          <p:cNvPr id="30" name="Shape 28"/>
          <p:cNvSpPr/>
          <p:nvPr/>
        </p:nvSpPr>
        <p:spPr>
          <a:xfrm>
            <a:off x="11127484" y="620705"/>
            <a:ext cx="58030" cy="58030"/>
          </a:xfrm>
          <a:prstGeom prst="ellipse">
            <a:avLst/>
          </a:prstGeom>
          <a:solidFill>
            <a:srgbClr val="000000"/>
          </a:solidFill>
          <a:ln/>
        </p:spPr>
      </p:sp>
      <p:sp>
        <p:nvSpPr>
          <p:cNvPr id="31" name="Shape 29"/>
          <p:cNvSpPr/>
          <p:nvPr/>
        </p:nvSpPr>
        <p:spPr>
          <a:xfrm>
            <a:off x="11460767" y="620852"/>
            <a:ext cx="57428" cy="57428"/>
          </a:xfrm>
          <a:prstGeom prst="ellipse">
            <a:avLst/>
          </a:prstGeom>
          <a:solidFill>
            <a:srgbClr val="000000"/>
          </a:solidFill>
          <a:ln/>
        </p:spPr>
      </p:sp>
      <p:sp>
        <p:nvSpPr>
          <p:cNvPr id="32" name="Shape 30"/>
          <p:cNvSpPr/>
          <p:nvPr/>
        </p:nvSpPr>
        <p:spPr>
          <a:xfrm>
            <a:off x="11055219" y="640144"/>
            <a:ext cx="51718" cy="51718"/>
          </a:xfrm>
          <a:prstGeom prst="ellipse">
            <a:avLst/>
          </a:prstGeom>
          <a:solidFill>
            <a:srgbClr val="000000"/>
          </a:solidFill>
          <a:ln/>
        </p:spPr>
      </p:sp>
      <p:sp>
        <p:nvSpPr>
          <p:cNvPr id="33" name="Shape 31"/>
          <p:cNvSpPr/>
          <p:nvPr/>
        </p:nvSpPr>
        <p:spPr>
          <a:xfrm>
            <a:off x="11539330" y="640266"/>
            <a:ext cx="51270" cy="51270"/>
          </a:xfrm>
          <a:prstGeom prst="ellipse">
            <a:avLst/>
          </a:prstGeom>
          <a:solidFill>
            <a:srgbClr val="000000"/>
          </a:solidFill>
          <a:ln/>
        </p:spPr>
      </p:sp>
      <p:sp>
        <p:nvSpPr>
          <p:cNvPr id="34" name="Shape 32"/>
          <p:cNvSpPr/>
          <p:nvPr/>
        </p:nvSpPr>
        <p:spPr>
          <a:xfrm>
            <a:off x="11429576" y="682274"/>
            <a:ext cx="35627" cy="35627"/>
          </a:xfrm>
          <a:prstGeom prst="ellipse">
            <a:avLst/>
          </a:prstGeom>
          <a:solidFill>
            <a:srgbClr val="000000"/>
          </a:solidFill>
          <a:ln/>
        </p:spPr>
      </p:sp>
      <p:sp>
        <p:nvSpPr>
          <p:cNvPr id="35" name="Shape 33"/>
          <p:cNvSpPr/>
          <p:nvPr/>
        </p:nvSpPr>
        <p:spPr>
          <a:xfrm>
            <a:off x="11004076" y="687222"/>
            <a:ext cx="34616" cy="34616"/>
          </a:xfrm>
          <a:prstGeom prst="ellipse">
            <a:avLst/>
          </a:prstGeom>
          <a:solidFill>
            <a:srgbClr val="000000"/>
          </a:solidFill>
          <a:ln/>
        </p:spPr>
      </p:sp>
      <p:sp>
        <p:nvSpPr>
          <p:cNvPr id="36" name="Shape 34"/>
          <p:cNvSpPr/>
          <p:nvPr/>
        </p:nvSpPr>
        <p:spPr>
          <a:xfrm>
            <a:off x="11502052" y="685321"/>
            <a:ext cx="34270" cy="34270"/>
          </a:xfrm>
          <a:prstGeom prst="ellipse">
            <a:avLst/>
          </a:prstGeom>
          <a:solidFill>
            <a:srgbClr val="000000"/>
          </a:solidFill>
          <a:ln/>
        </p:spPr>
      </p:sp>
      <p:sp>
        <p:nvSpPr>
          <p:cNvPr id="37" name="Shape 35"/>
          <p:cNvSpPr/>
          <p:nvPr/>
        </p:nvSpPr>
        <p:spPr>
          <a:xfrm>
            <a:off x="11606321" y="686422"/>
            <a:ext cx="35627" cy="35627"/>
          </a:xfrm>
          <a:prstGeom prst="ellipse">
            <a:avLst/>
          </a:prstGeom>
          <a:solidFill>
            <a:srgbClr val="000000"/>
          </a:solidFill>
          <a:ln/>
        </p:spPr>
      </p:sp>
      <p:sp>
        <p:nvSpPr>
          <p:cNvPr id="38" name="Shape 36"/>
          <p:cNvSpPr/>
          <p:nvPr/>
        </p:nvSpPr>
        <p:spPr>
          <a:xfrm>
            <a:off x="11108908" y="688957"/>
            <a:ext cx="35294" cy="35294"/>
          </a:xfrm>
          <a:prstGeom prst="ellipse">
            <a:avLst/>
          </a:prstGeom>
          <a:solidFill>
            <a:srgbClr val="000000"/>
          </a:solidFill>
          <a:ln/>
        </p:spPr>
      </p:sp>
      <p:sp>
        <p:nvSpPr>
          <p:cNvPr id="39" name="Shape 37"/>
          <p:cNvSpPr/>
          <p:nvPr/>
        </p:nvSpPr>
        <p:spPr>
          <a:xfrm>
            <a:off x="11179733" y="690371"/>
            <a:ext cx="36613" cy="36613"/>
          </a:xfrm>
          <a:prstGeom prst="ellipse">
            <a:avLst/>
          </a:prstGeom>
          <a:solidFill>
            <a:srgbClr val="000000"/>
          </a:solidFill>
          <a:ln/>
        </p:spPr>
      </p:sp>
      <p:sp>
        <p:nvSpPr>
          <p:cNvPr id="40" name="Shape 38"/>
          <p:cNvSpPr/>
          <p:nvPr/>
        </p:nvSpPr>
        <p:spPr>
          <a:xfrm>
            <a:off x="11054764" y="716576"/>
            <a:ext cx="51936" cy="51936"/>
          </a:xfrm>
          <a:prstGeom prst="ellipse">
            <a:avLst/>
          </a:prstGeom>
          <a:solidFill>
            <a:srgbClr val="000000"/>
          </a:solidFill>
          <a:ln/>
        </p:spPr>
      </p:sp>
      <p:sp>
        <p:nvSpPr>
          <p:cNvPr id="41" name="Shape 39"/>
          <p:cNvSpPr/>
          <p:nvPr/>
        </p:nvSpPr>
        <p:spPr>
          <a:xfrm>
            <a:off x="11539023" y="716851"/>
            <a:ext cx="51488" cy="51488"/>
          </a:xfrm>
          <a:prstGeom prst="ellipse">
            <a:avLst/>
          </a:prstGeom>
          <a:solidFill>
            <a:srgbClr val="000000"/>
          </a:solidFill>
          <a:ln/>
        </p:spPr>
      </p:sp>
      <p:sp>
        <p:nvSpPr>
          <p:cNvPr id="42" name="Shape 40"/>
          <p:cNvSpPr/>
          <p:nvPr/>
        </p:nvSpPr>
        <p:spPr>
          <a:xfrm>
            <a:off x="11127490" y="729288"/>
            <a:ext cx="58222" cy="58222"/>
          </a:xfrm>
          <a:prstGeom prst="ellipse">
            <a:avLst/>
          </a:prstGeom>
          <a:solidFill>
            <a:srgbClr val="000000"/>
          </a:solidFill>
          <a:ln/>
        </p:spPr>
      </p:sp>
      <p:sp>
        <p:nvSpPr>
          <p:cNvPr id="43" name="Shape 41"/>
          <p:cNvSpPr/>
          <p:nvPr/>
        </p:nvSpPr>
        <p:spPr>
          <a:xfrm>
            <a:off x="11460671" y="729781"/>
            <a:ext cx="57633" cy="57633"/>
          </a:xfrm>
          <a:prstGeom prst="ellipse">
            <a:avLst/>
          </a:prstGeom>
          <a:solidFill>
            <a:srgbClr val="000000"/>
          </a:solidFill>
          <a:ln/>
        </p:spPr>
      </p:sp>
      <p:sp>
        <p:nvSpPr>
          <p:cNvPr id="44" name="Shape 42"/>
          <p:cNvSpPr/>
          <p:nvPr/>
        </p:nvSpPr>
        <p:spPr>
          <a:xfrm>
            <a:off x="11407973" y="756415"/>
            <a:ext cx="35960" cy="35960"/>
          </a:xfrm>
          <a:prstGeom prst="ellipse">
            <a:avLst/>
          </a:prstGeom>
          <a:solidFill>
            <a:srgbClr val="000000"/>
          </a:solidFill>
          <a:ln/>
        </p:spPr>
      </p:sp>
      <p:sp>
        <p:nvSpPr>
          <p:cNvPr id="45" name="Shape 43"/>
          <p:cNvSpPr/>
          <p:nvPr/>
        </p:nvSpPr>
        <p:spPr>
          <a:xfrm>
            <a:off x="11207308" y="763884"/>
            <a:ext cx="34616" cy="34616"/>
          </a:xfrm>
          <a:prstGeom prst="ellipse">
            <a:avLst/>
          </a:prstGeom>
          <a:solidFill>
            <a:srgbClr val="000000"/>
          </a:solidFill>
          <a:ln/>
        </p:spPr>
      </p:sp>
      <p:sp>
        <p:nvSpPr>
          <p:cNvPr id="46" name="Shape 44"/>
          <p:cNvSpPr/>
          <p:nvPr/>
        </p:nvSpPr>
        <p:spPr>
          <a:xfrm>
            <a:off x="11018670" y="780462"/>
            <a:ext cx="34616" cy="34616"/>
          </a:xfrm>
          <a:prstGeom prst="ellipse">
            <a:avLst/>
          </a:prstGeom>
          <a:solidFill>
            <a:srgbClr val="000000"/>
          </a:solidFill>
          <a:ln/>
        </p:spPr>
      </p:sp>
      <p:sp>
        <p:nvSpPr>
          <p:cNvPr id="47" name="Shape 45"/>
          <p:cNvSpPr/>
          <p:nvPr/>
        </p:nvSpPr>
        <p:spPr>
          <a:xfrm>
            <a:off x="11591670" y="780123"/>
            <a:ext cx="35294" cy="35294"/>
          </a:xfrm>
          <a:prstGeom prst="ellipse">
            <a:avLst/>
          </a:prstGeom>
          <a:solidFill>
            <a:srgbClr val="000000"/>
          </a:solidFill>
          <a:ln/>
        </p:spPr>
      </p:sp>
      <p:sp>
        <p:nvSpPr>
          <p:cNvPr id="48" name="Shape 46"/>
          <p:cNvSpPr/>
          <p:nvPr/>
        </p:nvSpPr>
        <p:spPr>
          <a:xfrm>
            <a:off x="11079010" y="790179"/>
            <a:ext cx="51270" cy="51270"/>
          </a:xfrm>
          <a:prstGeom prst="ellipse">
            <a:avLst/>
          </a:prstGeom>
          <a:solidFill>
            <a:srgbClr val="000000"/>
          </a:solidFill>
          <a:ln/>
        </p:spPr>
      </p:sp>
      <p:sp>
        <p:nvSpPr>
          <p:cNvPr id="49" name="Shape 47"/>
          <p:cNvSpPr/>
          <p:nvPr/>
        </p:nvSpPr>
        <p:spPr>
          <a:xfrm>
            <a:off x="11515218" y="789692"/>
            <a:ext cx="52602" cy="52602"/>
          </a:xfrm>
          <a:prstGeom prst="ellipse">
            <a:avLst/>
          </a:prstGeom>
          <a:solidFill>
            <a:srgbClr val="000000"/>
          </a:solidFill>
          <a:ln/>
        </p:spPr>
      </p:sp>
      <p:sp>
        <p:nvSpPr>
          <p:cNvPr id="50" name="Shape 48"/>
          <p:cNvSpPr/>
          <p:nvPr/>
        </p:nvSpPr>
        <p:spPr>
          <a:xfrm>
            <a:off x="11147371" y="803460"/>
            <a:ext cx="35627" cy="35627"/>
          </a:xfrm>
          <a:prstGeom prst="ellipse">
            <a:avLst/>
          </a:prstGeom>
          <a:solidFill>
            <a:srgbClr val="000000"/>
          </a:solidFill>
          <a:ln/>
        </p:spPr>
      </p:sp>
      <p:sp>
        <p:nvSpPr>
          <p:cNvPr id="51" name="Shape 49"/>
          <p:cNvSpPr/>
          <p:nvPr/>
        </p:nvSpPr>
        <p:spPr>
          <a:xfrm>
            <a:off x="11347786" y="804293"/>
            <a:ext cx="35294" cy="35294"/>
          </a:xfrm>
          <a:prstGeom prst="ellipse">
            <a:avLst/>
          </a:prstGeom>
          <a:solidFill>
            <a:srgbClr val="000000"/>
          </a:solidFill>
          <a:ln/>
        </p:spPr>
      </p:sp>
      <p:sp>
        <p:nvSpPr>
          <p:cNvPr id="52" name="Shape 50"/>
          <p:cNvSpPr/>
          <p:nvPr/>
        </p:nvSpPr>
        <p:spPr>
          <a:xfrm>
            <a:off x="11465119" y="800919"/>
            <a:ext cx="34961" cy="34961"/>
          </a:xfrm>
          <a:prstGeom prst="ellipse">
            <a:avLst/>
          </a:prstGeom>
          <a:solidFill>
            <a:srgbClr val="000000"/>
          </a:solidFill>
          <a:ln/>
        </p:spPr>
      </p:sp>
      <p:sp>
        <p:nvSpPr>
          <p:cNvPr id="53" name="Shape 51"/>
          <p:cNvSpPr/>
          <p:nvPr/>
        </p:nvSpPr>
        <p:spPr>
          <a:xfrm>
            <a:off x="11270669" y="806590"/>
            <a:ext cx="35627" cy="35627"/>
          </a:xfrm>
          <a:prstGeom prst="ellipse">
            <a:avLst/>
          </a:prstGeom>
          <a:solidFill>
            <a:srgbClr val="000000"/>
          </a:solidFill>
          <a:ln/>
        </p:spPr>
      </p:sp>
      <p:sp>
        <p:nvSpPr>
          <p:cNvPr id="54" name="Shape 52"/>
          <p:cNvSpPr/>
          <p:nvPr/>
        </p:nvSpPr>
        <p:spPr>
          <a:xfrm>
            <a:off x="11191498" y="817766"/>
            <a:ext cx="57633" cy="57633"/>
          </a:xfrm>
          <a:prstGeom prst="ellipse">
            <a:avLst/>
          </a:prstGeom>
          <a:solidFill>
            <a:srgbClr val="000000"/>
          </a:solidFill>
          <a:ln/>
        </p:spPr>
      </p:sp>
      <p:sp>
        <p:nvSpPr>
          <p:cNvPr id="55" name="Shape 53"/>
          <p:cNvSpPr/>
          <p:nvPr/>
        </p:nvSpPr>
        <p:spPr>
          <a:xfrm>
            <a:off x="11396573" y="817888"/>
            <a:ext cx="57633" cy="57633"/>
          </a:xfrm>
          <a:prstGeom prst="ellipse">
            <a:avLst/>
          </a:prstGeom>
          <a:solidFill>
            <a:srgbClr val="000000"/>
          </a:solidFill>
          <a:ln/>
        </p:spPr>
      </p:sp>
      <p:sp>
        <p:nvSpPr>
          <p:cNvPr id="56" name="Shape 54"/>
          <p:cNvSpPr/>
          <p:nvPr/>
        </p:nvSpPr>
        <p:spPr>
          <a:xfrm>
            <a:off x="11123445" y="851985"/>
            <a:ext cx="52167" cy="52167"/>
          </a:xfrm>
          <a:prstGeom prst="ellipse">
            <a:avLst/>
          </a:prstGeom>
          <a:solidFill>
            <a:srgbClr val="000000"/>
          </a:solidFill>
          <a:ln/>
        </p:spPr>
      </p:sp>
      <p:sp>
        <p:nvSpPr>
          <p:cNvPr id="57" name="Shape 55"/>
          <p:cNvSpPr/>
          <p:nvPr/>
        </p:nvSpPr>
        <p:spPr>
          <a:xfrm>
            <a:off x="11294647" y="851390"/>
            <a:ext cx="57223" cy="57223"/>
          </a:xfrm>
          <a:prstGeom prst="ellipse">
            <a:avLst/>
          </a:prstGeom>
          <a:solidFill>
            <a:srgbClr val="000000"/>
          </a:solidFill>
          <a:ln/>
        </p:spPr>
      </p:sp>
      <p:sp>
        <p:nvSpPr>
          <p:cNvPr id="58" name="Shape 56"/>
          <p:cNvSpPr/>
          <p:nvPr/>
        </p:nvSpPr>
        <p:spPr>
          <a:xfrm>
            <a:off x="11470202" y="852382"/>
            <a:ext cx="52384" cy="52384"/>
          </a:xfrm>
          <a:prstGeom prst="ellipse">
            <a:avLst/>
          </a:prstGeom>
          <a:solidFill>
            <a:srgbClr val="000000"/>
          </a:solidFill>
          <a:ln/>
        </p:spPr>
      </p:sp>
      <p:sp>
        <p:nvSpPr>
          <p:cNvPr id="59" name="Shape 57"/>
          <p:cNvSpPr/>
          <p:nvPr/>
        </p:nvSpPr>
        <p:spPr>
          <a:xfrm>
            <a:off x="11060774" y="864607"/>
            <a:ext cx="35627" cy="35627"/>
          </a:xfrm>
          <a:prstGeom prst="ellipse">
            <a:avLst/>
          </a:prstGeom>
          <a:solidFill>
            <a:srgbClr val="000000"/>
          </a:solidFill>
          <a:ln/>
        </p:spPr>
      </p:sp>
      <p:sp>
        <p:nvSpPr>
          <p:cNvPr id="60" name="Shape 58"/>
          <p:cNvSpPr/>
          <p:nvPr/>
        </p:nvSpPr>
        <p:spPr>
          <a:xfrm>
            <a:off x="11548733" y="864185"/>
            <a:ext cx="35627" cy="35627"/>
          </a:xfrm>
          <a:prstGeom prst="ellipse">
            <a:avLst/>
          </a:prstGeom>
          <a:solidFill>
            <a:srgbClr val="000000"/>
          </a:solidFill>
          <a:ln/>
        </p:spPr>
      </p:sp>
      <p:sp>
        <p:nvSpPr>
          <p:cNvPr id="61" name="Shape 59"/>
          <p:cNvSpPr/>
          <p:nvPr/>
        </p:nvSpPr>
        <p:spPr>
          <a:xfrm>
            <a:off x="11246231" y="873908"/>
            <a:ext cx="35627" cy="35627"/>
          </a:xfrm>
          <a:prstGeom prst="ellipse">
            <a:avLst/>
          </a:prstGeom>
          <a:solidFill>
            <a:srgbClr val="000000"/>
          </a:solidFill>
          <a:ln/>
        </p:spPr>
      </p:sp>
      <p:sp>
        <p:nvSpPr>
          <p:cNvPr id="62" name="Shape 60"/>
          <p:cNvSpPr/>
          <p:nvPr/>
        </p:nvSpPr>
        <p:spPr>
          <a:xfrm>
            <a:off x="11367418" y="872896"/>
            <a:ext cx="35627" cy="35627"/>
          </a:xfrm>
          <a:prstGeom prst="ellipse">
            <a:avLst/>
          </a:prstGeom>
          <a:solidFill>
            <a:srgbClr val="000000"/>
          </a:solidFill>
          <a:ln/>
        </p:spPr>
      </p:sp>
      <p:sp>
        <p:nvSpPr>
          <p:cNvPr id="63" name="Shape 61"/>
          <p:cNvSpPr/>
          <p:nvPr/>
        </p:nvSpPr>
        <p:spPr>
          <a:xfrm>
            <a:off x="11185366" y="897322"/>
            <a:ext cx="51936" cy="51936"/>
          </a:xfrm>
          <a:prstGeom prst="ellipse">
            <a:avLst/>
          </a:prstGeom>
          <a:solidFill>
            <a:srgbClr val="000000"/>
          </a:solidFill>
          <a:ln/>
        </p:spPr>
      </p:sp>
      <p:sp>
        <p:nvSpPr>
          <p:cNvPr id="64" name="Shape 62"/>
          <p:cNvSpPr/>
          <p:nvPr/>
        </p:nvSpPr>
        <p:spPr>
          <a:xfrm>
            <a:off x="11407845" y="897655"/>
            <a:ext cx="52602" cy="52602"/>
          </a:xfrm>
          <a:prstGeom prst="ellipse">
            <a:avLst/>
          </a:prstGeom>
          <a:solidFill>
            <a:srgbClr val="000000"/>
          </a:solidFill>
          <a:ln/>
        </p:spPr>
      </p:sp>
      <p:sp>
        <p:nvSpPr>
          <p:cNvPr id="65" name="Shape 63"/>
          <p:cNvSpPr/>
          <p:nvPr/>
        </p:nvSpPr>
        <p:spPr>
          <a:xfrm>
            <a:off x="11258822" y="921466"/>
            <a:ext cx="51270" cy="51270"/>
          </a:xfrm>
          <a:prstGeom prst="ellipse">
            <a:avLst/>
          </a:prstGeom>
          <a:solidFill>
            <a:srgbClr val="000000"/>
          </a:solidFill>
          <a:ln/>
        </p:spPr>
      </p:sp>
      <p:sp>
        <p:nvSpPr>
          <p:cNvPr id="66" name="Shape 64"/>
          <p:cNvSpPr/>
          <p:nvPr/>
        </p:nvSpPr>
        <p:spPr>
          <a:xfrm>
            <a:off x="11335350" y="921504"/>
            <a:ext cx="51270" cy="51270"/>
          </a:xfrm>
          <a:prstGeom prst="ellipse">
            <a:avLst/>
          </a:prstGeom>
          <a:solidFill>
            <a:srgbClr val="000000"/>
          </a:solidFill>
          <a:ln/>
        </p:spPr>
      </p:sp>
      <p:sp>
        <p:nvSpPr>
          <p:cNvPr id="67" name="Shape 65"/>
          <p:cNvSpPr/>
          <p:nvPr/>
        </p:nvSpPr>
        <p:spPr>
          <a:xfrm>
            <a:off x="11127388" y="931368"/>
            <a:ext cx="35294" cy="35294"/>
          </a:xfrm>
          <a:prstGeom prst="ellipse">
            <a:avLst/>
          </a:prstGeom>
          <a:solidFill>
            <a:srgbClr val="000000"/>
          </a:solidFill>
          <a:ln/>
        </p:spPr>
      </p:sp>
      <p:sp>
        <p:nvSpPr>
          <p:cNvPr id="68" name="Shape 66"/>
          <p:cNvSpPr/>
          <p:nvPr/>
        </p:nvSpPr>
        <p:spPr>
          <a:xfrm>
            <a:off x="11481979" y="931035"/>
            <a:ext cx="35960" cy="35960"/>
          </a:xfrm>
          <a:prstGeom prst="ellipse">
            <a:avLst/>
          </a:prstGeom>
          <a:solidFill>
            <a:srgbClr val="000000"/>
          </a:solidFill>
          <a:ln/>
        </p:spPr>
      </p:sp>
      <p:sp>
        <p:nvSpPr>
          <p:cNvPr id="69" name="Shape 67"/>
          <p:cNvSpPr/>
          <p:nvPr/>
        </p:nvSpPr>
        <p:spPr>
          <a:xfrm>
            <a:off x="11211987" y="974695"/>
            <a:ext cx="34961" cy="34961"/>
          </a:xfrm>
          <a:prstGeom prst="ellipse">
            <a:avLst/>
          </a:prstGeom>
          <a:solidFill>
            <a:srgbClr val="000000"/>
          </a:solidFill>
          <a:ln/>
        </p:spPr>
      </p:sp>
      <p:sp>
        <p:nvSpPr>
          <p:cNvPr id="70" name="Shape 68"/>
          <p:cNvSpPr/>
          <p:nvPr/>
        </p:nvSpPr>
        <p:spPr>
          <a:xfrm>
            <a:off x="11398461" y="974695"/>
            <a:ext cx="34961" cy="34961"/>
          </a:xfrm>
          <a:prstGeom prst="ellipse">
            <a:avLst/>
          </a:prstGeom>
          <a:solidFill>
            <a:srgbClr val="000000"/>
          </a:solidFill>
          <a:ln/>
        </p:spPr>
      </p:sp>
      <p:sp>
        <p:nvSpPr>
          <p:cNvPr id="71" name="Shape 69"/>
          <p:cNvSpPr/>
          <p:nvPr/>
        </p:nvSpPr>
        <p:spPr>
          <a:xfrm>
            <a:off x="11304837" y="988501"/>
            <a:ext cx="35627" cy="35627"/>
          </a:xfrm>
          <a:prstGeom prst="ellipse">
            <a:avLst/>
          </a:prstGeom>
          <a:solidFill>
            <a:srgbClr val="000000"/>
          </a:solidFill>
          <a:ln/>
        </p:spPr>
      </p:sp>
      <p:sp>
        <p:nvSpPr>
          <p:cNvPr id="72" name="Text 70"/>
          <p:cNvSpPr/>
          <p:nvPr/>
        </p:nvSpPr>
        <p:spPr>
          <a:xfrm>
            <a:off x="548640" y="411480"/>
            <a:ext cx="10088575" cy="777240"/>
          </a:xfrm>
          <a:prstGeom prst="rect">
            <a:avLst/>
          </a:prstGeom>
          <a:noFill/>
          <a:ln/>
        </p:spPr>
        <p:txBody>
          <a:bodyPr wrap="square" lIns="0" tIns="0" rIns="0" bIns="0" rtlCol="0" anchor="ctr"/>
          <a:lstStyle/>
          <a:p>
            <a:pPr algn="l" indent="0" marL="0">
              <a:lnSpc>
                <a:spcPct val="105000"/>
              </a:lnSpc>
              <a:buNone/>
            </a:pPr>
            <a:r>
              <a:rPr lang="en-US" sz="2500" dirty="0">
                <a:solidFill>
                  <a:srgbClr val="3D68EC"/>
                </a:solidFill>
                <a:latin typeface="General Sans Semibold" pitchFamily="34" charset="0"/>
                <a:ea typeface="General Sans Semibold" pitchFamily="34" charset="-122"/>
                <a:cs typeface="General Sans Semibold" pitchFamily="34" charset="-120"/>
              </a:rPr>
              <a:t>Twee types informatievoorziening, elk met een eigen rol</a:t>
            </a:r>
            <a:endParaRPr lang="en-US" sz="2500" dirty="0"/>
          </a:p>
        </p:txBody>
      </p:sp>
      <p:sp>
        <p:nvSpPr>
          <p:cNvPr id="73" name="Shape 71"/>
          <p:cNvSpPr/>
          <p:nvPr/>
        </p:nvSpPr>
        <p:spPr>
          <a:xfrm>
            <a:off x="548640" y="1371600"/>
            <a:ext cx="5410048" cy="2713482"/>
          </a:xfrm>
          <a:prstGeom prst="roundRect">
            <a:avLst>
              <a:gd name="adj" fmla="val 3180"/>
            </a:avLst>
          </a:prstGeom>
          <a:solidFill>
            <a:srgbClr val="3D68EC"/>
          </a:solidFill>
          <a:ln/>
        </p:spPr>
      </p:sp>
      <p:pic>
        <p:nvPicPr>
          <p:cNvPr id="74" name="Image 0" descr="exports/261029_dair_onderwijsdata/img/Gebouw blauw met boom.png">    </p:cNvPr>
          <p:cNvPicPr>
            <a:picLocks noChangeAspect="1"/>
          </p:cNvPicPr>
          <p:nvPr/>
        </p:nvPicPr>
        <p:blipFill>
          <a:blip r:embed="rId1"/>
          <a:stretch>
            <a:fillRect/>
          </a:stretch>
        </p:blipFill>
        <p:spPr>
          <a:xfrm>
            <a:off x="4769968" y="1554480"/>
            <a:ext cx="1005840" cy="1005840"/>
          </a:xfrm>
          <a:prstGeom prst="rect">
            <a:avLst/>
          </a:prstGeom>
        </p:spPr>
      </p:pic>
      <p:sp>
        <p:nvSpPr>
          <p:cNvPr id="75" name="Text 72"/>
          <p:cNvSpPr/>
          <p:nvPr/>
        </p:nvSpPr>
        <p:spPr>
          <a:xfrm>
            <a:off x="822960" y="1645920"/>
            <a:ext cx="4861408" cy="338328"/>
          </a:xfrm>
          <a:prstGeom prst="rect">
            <a:avLst/>
          </a:prstGeom>
          <a:noFill/>
          <a:ln/>
        </p:spPr>
        <p:txBody>
          <a:bodyPr wrap="square" lIns="0" tIns="0" rIns="0" bIns="0" rtlCol="0" anchor="t"/>
          <a:lstStyle/>
          <a:p>
            <a:pPr algn="l" indent="0" marL="0">
              <a:lnSpc>
                <a:spcPct val="105000"/>
              </a:lnSpc>
              <a:buNone/>
            </a:pPr>
            <a:r>
              <a:rPr lang="en-US" sz="2200" dirty="0">
                <a:solidFill>
                  <a:srgbClr val="F4D9DC"/>
                </a:solidFill>
                <a:latin typeface="General Sans Semibold" pitchFamily="34" charset="0"/>
                <a:ea typeface="General Sans Semibold" pitchFamily="34" charset="-122"/>
                <a:cs typeface="General Sans Semibold" pitchFamily="34" charset="-120"/>
              </a:rPr>
              <a:t>Eén bron van waarheid</a:t>
            </a:r>
            <a:endParaRPr lang="en-US" sz="2200" dirty="0"/>
          </a:p>
        </p:txBody>
      </p:sp>
      <p:sp>
        <p:nvSpPr>
          <p:cNvPr id="76" name="Text 73"/>
          <p:cNvSpPr/>
          <p:nvPr/>
        </p:nvSpPr>
        <p:spPr>
          <a:xfrm>
            <a:off x="822960" y="2258568"/>
            <a:ext cx="4861408" cy="274320"/>
          </a:xfrm>
          <a:prstGeom prst="rect">
            <a:avLst/>
          </a:prstGeom>
          <a:noFill/>
          <a:ln/>
        </p:spPr>
        <p:txBody>
          <a:bodyPr wrap="square" lIns="0" tIns="0" rIns="0" bIns="0" rtlCol="0" anchor="t"/>
          <a:lstStyle/>
          <a:p>
            <a:pPr algn="l" indent="0" marL="0">
              <a:lnSpc>
                <a:spcPct val="105000"/>
              </a:lnSpc>
              <a:buNone/>
            </a:pPr>
            <a:r>
              <a:rPr lang="en-US" sz="1100" spc="300" kern="0" dirty="0">
                <a:solidFill>
                  <a:srgbClr val="F4D74B"/>
                </a:solidFill>
                <a:latin typeface="General Sans Semibold" pitchFamily="34" charset="0"/>
                <a:ea typeface="General Sans Semibold" pitchFamily="34" charset="-122"/>
                <a:cs typeface="General Sans Semibold" pitchFamily="34" charset="-120"/>
              </a:rPr>
              <a:t>VORM</a:t>
            </a:r>
            <a:endParaRPr lang="en-US" sz="1100" dirty="0"/>
          </a:p>
        </p:txBody>
      </p:sp>
      <p:sp>
        <p:nvSpPr>
          <p:cNvPr id="77" name="Text 74"/>
          <p:cNvSpPr/>
          <p:nvPr/>
        </p:nvSpPr>
        <p:spPr>
          <a:xfrm>
            <a:off x="822960" y="2606040"/>
            <a:ext cx="4861408" cy="541020"/>
          </a:xfrm>
          <a:prstGeom prst="rect">
            <a:avLst/>
          </a:prstGeom>
          <a:noFill/>
          <a:ln/>
        </p:spPr>
        <p:txBody>
          <a:bodyPr wrap="square" lIns="0" tIns="0" rIns="0" bIns="0" rtlCol="0" anchor="t"/>
          <a:lstStyle/>
          <a:p>
            <a:pPr algn="l" indent="0" marL="0">
              <a:lnSpc>
                <a:spcPct val="105000"/>
              </a:lnSpc>
              <a:buNone/>
            </a:pPr>
            <a:r>
              <a:rPr lang="en-US" sz="1500" dirty="0">
                <a:solidFill>
                  <a:srgbClr val="F4D9DC"/>
                </a:solidFill>
                <a:latin typeface="General Sans" pitchFamily="34" charset="0"/>
                <a:ea typeface="General Sans" pitchFamily="34" charset="-122"/>
                <a:cs typeface="General Sans" pitchFamily="34" charset="-120"/>
              </a:rPr>
              <a:t>Dashboards en factsheets met afgesproken KPI's.</a:t>
            </a:r>
            <a:endParaRPr lang="en-US" sz="1500" dirty="0"/>
          </a:p>
        </p:txBody>
      </p:sp>
      <p:sp>
        <p:nvSpPr>
          <p:cNvPr id="78" name="Text 75"/>
          <p:cNvSpPr/>
          <p:nvPr/>
        </p:nvSpPr>
        <p:spPr>
          <a:xfrm>
            <a:off x="822960" y="3284220"/>
            <a:ext cx="4861408" cy="274320"/>
          </a:xfrm>
          <a:prstGeom prst="rect">
            <a:avLst/>
          </a:prstGeom>
          <a:noFill/>
          <a:ln/>
        </p:spPr>
        <p:txBody>
          <a:bodyPr wrap="square" lIns="0" tIns="0" rIns="0" bIns="0" rtlCol="0" anchor="t"/>
          <a:lstStyle/>
          <a:p>
            <a:pPr algn="l" indent="0" marL="0">
              <a:lnSpc>
                <a:spcPct val="105000"/>
              </a:lnSpc>
              <a:buNone/>
            </a:pPr>
            <a:r>
              <a:rPr lang="en-US" sz="1100" spc="300" kern="0" dirty="0">
                <a:solidFill>
                  <a:srgbClr val="F4D74B"/>
                </a:solidFill>
                <a:latin typeface="General Sans Semibold" pitchFamily="34" charset="0"/>
                <a:ea typeface="General Sans Semibold" pitchFamily="34" charset="-122"/>
                <a:cs typeface="General Sans Semibold" pitchFamily="34" charset="-120"/>
              </a:rPr>
              <a:t>KRACHT</a:t>
            </a:r>
            <a:endParaRPr lang="en-US" sz="1100" dirty="0"/>
          </a:p>
        </p:txBody>
      </p:sp>
      <p:sp>
        <p:nvSpPr>
          <p:cNvPr id="79" name="Text 76"/>
          <p:cNvSpPr/>
          <p:nvPr/>
        </p:nvSpPr>
        <p:spPr>
          <a:xfrm>
            <a:off x="822960" y="3631692"/>
            <a:ext cx="4861408" cy="316230"/>
          </a:xfrm>
          <a:prstGeom prst="rect">
            <a:avLst/>
          </a:prstGeom>
          <a:noFill/>
          <a:ln/>
        </p:spPr>
        <p:txBody>
          <a:bodyPr wrap="square" lIns="0" tIns="0" rIns="0" bIns="0" rtlCol="0" anchor="t"/>
          <a:lstStyle/>
          <a:p>
            <a:pPr algn="l" indent="0" marL="0">
              <a:lnSpc>
                <a:spcPct val="105000"/>
              </a:lnSpc>
              <a:buNone/>
            </a:pPr>
            <a:r>
              <a:rPr lang="en-US" sz="1500" dirty="0">
                <a:solidFill>
                  <a:srgbClr val="F4D9DC"/>
                </a:solidFill>
                <a:latin typeface="General Sans Semibold" pitchFamily="34" charset="0"/>
                <a:ea typeface="General Sans Semibold" pitchFamily="34" charset="-122"/>
                <a:cs typeface="General Sans Semibold" pitchFamily="34" charset="-120"/>
              </a:rPr>
              <a:t>Beheerd, getoetst, voor iedereen gelijk.</a:t>
            </a:r>
            <a:endParaRPr lang="en-US" sz="1500" dirty="0"/>
          </a:p>
        </p:txBody>
      </p:sp>
      <p:sp>
        <p:nvSpPr>
          <p:cNvPr id="80" name="Shape 77"/>
          <p:cNvSpPr/>
          <p:nvPr/>
        </p:nvSpPr>
        <p:spPr>
          <a:xfrm>
            <a:off x="6233008" y="1371600"/>
            <a:ext cx="5410048" cy="2713482"/>
          </a:xfrm>
          <a:prstGeom prst="roundRect">
            <a:avLst>
              <a:gd name="adj" fmla="val 3180"/>
            </a:avLst>
          </a:prstGeom>
          <a:solidFill>
            <a:srgbClr val="DD784B"/>
          </a:solidFill>
          <a:ln/>
        </p:spPr>
      </p:sp>
      <p:pic>
        <p:nvPicPr>
          <p:cNvPr id="81" name="Image 1" descr="exports/261029_dair_onderwijsdata/img/Document.png">    </p:cNvPr>
          <p:cNvPicPr>
            <a:picLocks noChangeAspect="1"/>
          </p:cNvPicPr>
          <p:nvPr/>
        </p:nvPicPr>
        <p:blipFill>
          <a:blip r:embed="rId2"/>
          <a:stretch>
            <a:fillRect/>
          </a:stretch>
        </p:blipFill>
        <p:spPr>
          <a:xfrm>
            <a:off x="10454335" y="1554480"/>
            <a:ext cx="1005840" cy="1005840"/>
          </a:xfrm>
          <a:prstGeom prst="rect">
            <a:avLst/>
          </a:prstGeom>
        </p:spPr>
      </p:pic>
      <p:sp>
        <p:nvSpPr>
          <p:cNvPr id="82" name="Text 78"/>
          <p:cNvSpPr/>
          <p:nvPr/>
        </p:nvSpPr>
        <p:spPr>
          <a:xfrm>
            <a:off x="6507328" y="1645920"/>
            <a:ext cx="4861408" cy="338328"/>
          </a:xfrm>
          <a:prstGeom prst="rect">
            <a:avLst/>
          </a:prstGeom>
          <a:noFill/>
          <a:ln/>
        </p:spPr>
        <p:txBody>
          <a:bodyPr wrap="square" lIns="0" tIns="0" rIns="0" bIns="0" rtlCol="0" anchor="t"/>
          <a:lstStyle/>
          <a:p>
            <a:pPr algn="l" indent="0" marL="0">
              <a:lnSpc>
                <a:spcPct val="105000"/>
              </a:lnSpc>
              <a:buNone/>
            </a:pPr>
            <a:r>
              <a:rPr lang="en-US" sz="2200" dirty="0">
                <a:solidFill>
                  <a:srgbClr val="000000"/>
                </a:solidFill>
                <a:latin typeface="General Sans Semibold" pitchFamily="34" charset="0"/>
                <a:ea typeface="General Sans Semibold" pitchFamily="34" charset="-122"/>
                <a:cs typeface="General Sans Semibold" pitchFamily="34" charset="-120"/>
              </a:rPr>
              <a:t>Zelf gemaakt rapport</a:t>
            </a:r>
            <a:endParaRPr lang="en-US" sz="2200" dirty="0"/>
          </a:p>
        </p:txBody>
      </p:sp>
      <p:sp>
        <p:nvSpPr>
          <p:cNvPr id="83" name="Text 79"/>
          <p:cNvSpPr/>
          <p:nvPr/>
        </p:nvSpPr>
        <p:spPr>
          <a:xfrm>
            <a:off x="6507328" y="2258568"/>
            <a:ext cx="4861408" cy="274320"/>
          </a:xfrm>
          <a:prstGeom prst="rect">
            <a:avLst/>
          </a:prstGeom>
          <a:noFill/>
          <a:ln/>
        </p:spPr>
        <p:txBody>
          <a:bodyPr wrap="square" lIns="0" tIns="0" rIns="0" bIns="0" rtlCol="0" anchor="t"/>
          <a:lstStyle/>
          <a:p>
            <a:pPr algn="l" indent="0" marL="0">
              <a:lnSpc>
                <a:spcPct val="105000"/>
              </a:lnSpc>
              <a:buNone/>
            </a:pPr>
            <a:r>
              <a:rPr lang="en-US" sz="1100" spc="300" kern="0" dirty="0">
                <a:solidFill>
                  <a:srgbClr val="000000"/>
                </a:solidFill>
                <a:latin typeface="General Sans Semibold" pitchFamily="34" charset="0"/>
                <a:ea typeface="General Sans Semibold" pitchFamily="34" charset="-122"/>
                <a:cs typeface="General Sans Semibold" pitchFamily="34" charset="-120"/>
              </a:rPr>
              <a:t>VORM</a:t>
            </a:r>
            <a:endParaRPr lang="en-US" sz="1100" dirty="0"/>
          </a:p>
        </p:txBody>
      </p:sp>
      <p:sp>
        <p:nvSpPr>
          <p:cNvPr id="84" name="Text 80"/>
          <p:cNvSpPr/>
          <p:nvPr/>
        </p:nvSpPr>
        <p:spPr>
          <a:xfrm>
            <a:off x="6507328" y="2606040"/>
            <a:ext cx="4861408" cy="54102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pitchFamily="34" charset="0"/>
                <a:ea typeface="General Sans" pitchFamily="34" charset="-122"/>
                <a:cs typeface="General Sans" pitchFamily="34" charset="-120"/>
              </a:rPr>
              <a:t>Eén vraag, één rapport, zelf gesteld en gedeeld.</a:t>
            </a:r>
            <a:endParaRPr lang="en-US" sz="1500" dirty="0"/>
          </a:p>
        </p:txBody>
      </p:sp>
      <p:sp>
        <p:nvSpPr>
          <p:cNvPr id="85" name="Text 81"/>
          <p:cNvSpPr/>
          <p:nvPr/>
        </p:nvSpPr>
        <p:spPr>
          <a:xfrm>
            <a:off x="6507328" y="3284220"/>
            <a:ext cx="4861408" cy="274320"/>
          </a:xfrm>
          <a:prstGeom prst="rect">
            <a:avLst/>
          </a:prstGeom>
          <a:noFill/>
          <a:ln/>
        </p:spPr>
        <p:txBody>
          <a:bodyPr wrap="square" lIns="0" tIns="0" rIns="0" bIns="0" rtlCol="0" anchor="t"/>
          <a:lstStyle/>
          <a:p>
            <a:pPr algn="l" indent="0" marL="0">
              <a:lnSpc>
                <a:spcPct val="105000"/>
              </a:lnSpc>
              <a:buNone/>
            </a:pPr>
            <a:r>
              <a:rPr lang="en-US" sz="1100" spc="300" kern="0" dirty="0">
                <a:solidFill>
                  <a:srgbClr val="000000"/>
                </a:solidFill>
                <a:latin typeface="General Sans Semibold" pitchFamily="34" charset="0"/>
                <a:ea typeface="General Sans Semibold" pitchFamily="34" charset="-122"/>
                <a:cs typeface="General Sans Semibold" pitchFamily="34" charset="-120"/>
              </a:rPr>
              <a:t>KRACHT</a:t>
            </a:r>
            <a:endParaRPr lang="en-US" sz="1100" dirty="0"/>
          </a:p>
        </p:txBody>
      </p:sp>
      <p:sp>
        <p:nvSpPr>
          <p:cNvPr id="86" name="Text 82"/>
          <p:cNvSpPr/>
          <p:nvPr/>
        </p:nvSpPr>
        <p:spPr>
          <a:xfrm>
            <a:off x="6507328" y="3631692"/>
            <a:ext cx="4861408" cy="31623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Semibold" pitchFamily="34" charset="0"/>
                <a:ea typeface="General Sans Semibold" pitchFamily="34" charset="-122"/>
                <a:cs typeface="General Sans Semibold" pitchFamily="34" charset="-120"/>
              </a:rPr>
              <a:t>Snel, zonder dat het dashboard groeit.</a:t>
            </a:r>
            <a:endParaRPr lang="en-US" sz="1500" dirty="0"/>
          </a:p>
        </p:txBody>
      </p:sp>
      <p:sp>
        <p:nvSpPr>
          <p:cNvPr id="87" name="Text 83"/>
          <p:cNvSpPr/>
          <p:nvPr/>
        </p:nvSpPr>
        <p:spPr>
          <a:xfrm>
            <a:off x="548640" y="4267962"/>
            <a:ext cx="11094415" cy="457200"/>
          </a:xfrm>
          <a:prstGeom prst="rect">
            <a:avLst/>
          </a:prstGeom>
          <a:noFill/>
          <a:ln/>
        </p:spPr>
        <p:txBody>
          <a:bodyPr wrap="square" lIns="0" tIns="0" rIns="0" bIns="0" rtlCol="0" anchor="t"/>
          <a:lstStyle/>
          <a:p>
            <a:pPr algn="l" indent="0" marL="0">
              <a:lnSpc>
                <a:spcPct val="105000"/>
              </a:lnSpc>
              <a:buNone/>
            </a:pPr>
            <a:r>
              <a:rPr lang="en-US" sz="1600" dirty="0">
                <a:solidFill>
                  <a:srgbClr val="000000"/>
                </a:solidFill>
                <a:latin typeface="General Sans" pitchFamily="34" charset="0"/>
                <a:ea typeface="General Sans" pitchFamily="34" charset="-122"/>
                <a:cs typeface="General Sans" pitchFamily="34" charset="-120"/>
              </a:rPr>
              <a:t>Afgestemde definities blijven belangrijk, </a:t>
            </a:r>
            <a:pPr algn="l" indent="0" marL="0">
              <a:lnSpc>
                <a:spcPct val="105000"/>
              </a:lnSpc>
              <a:buNone/>
            </a:pPr>
            <a:r>
              <a:rPr lang="en-US" sz="1600" dirty="0">
                <a:solidFill>
                  <a:srgbClr val="3D68EC"/>
                </a:solidFill>
                <a:latin typeface="General Sans Semibold" pitchFamily="34" charset="0"/>
                <a:ea typeface="General Sans Semibold" pitchFamily="34" charset="-122"/>
                <a:cs typeface="General Sans Semibold" pitchFamily="34" charset="-120"/>
              </a:rPr>
              <a:t>maar niet elke vraag wordt een tab in een dashboard.</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D9DC"/>
        </a:solidFill>
      </p:bgPr>
    </p:bg>
    <p:spTree>
      <p:nvGrpSpPr>
        <p:cNvPr id="1" name=""/>
        <p:cNvGrpSpPr/>
        <p:nvPr/>
      </p:nvGrpSpPr>
      <p:grpSpPr>
        <a:xfrm>
          <a:off x="0" y="0"/>
          <a:ext cx="0" cy="0"/>
          <a:chOff x="0" y="0"/>
          <a:chExt cx="0" cy="0"/>
        </a:xfrm>
      </p:grpSpPr>
      <p:sp>
        <p:nvSpPr>
          <p:cNvPr id="2" name="Text 0"/>
          <p:cNvSpPr/>
          <p:nvPr/>
        </p:nvSpPr>
        <p:spPr>
          <a:xfrm>
            <a:off x="548640" y="411480"/>
            <a:ext cx="10088575" cy="777240"/>
          </a:xfrm>
          <a:prstGeom prst="rect">
            <a:avLst/>
          </a:prstGeom>
          <a:noFill/>
          <a:ln/>
        </p:spPr>
        <p:txBody>
          <a:bodyPr wrap="square" lIns="0" tIns="0" rIns="0" bIns="0" rtlCol="0" anchor="ctr"/>
          <a:lstStyle/>
          <a:p>
            <a:pPr algn="l" indent="0" marL="0">
              <a:lnSpc>
                <a:spcPct val="105000"/>
              </a:lnSpc>
              <a:buNone/>
            </a:pPr>
            <a:r>
              <a:rPr lang="en-US" sz="3400" dirty="0">
                <a:solidFill>
                  <a:srgbClr val="3D68EC"/>
                </a:solidFill>
                <a:latin typeface="General Sans Semibold" pitchFamily="34" charset="0"/>
                <a:ea typeface="General Sans Semibold" pitchFamily="34" charset="-122"/>
                <a:cs typeface="General Sans Semibold" pitchFamily="34" charset="-120"/>
              </a:rPr>
              <a:t>Afsluiting</a:t>
            </a:r>
            <a:endParaRPr lang="en-US" sz="3400" dirty="0"/>
          </a:p>
        </p:txBody>
      </p:sp>
      <p:sp>
        <p:nvSpPr>
          <p:cNvPr id="3" name="Text 1"/>
          <p:cNvSpPr/>
          <p:nvPr/>
        </p:nvSpPr>
        <p:spPr>
          <a:xfrm>
            <a:off x="548640" y="1645920"/>
            <a:ext cx="5120640" cy="2377440"/>
          </a:xfrm>
          <a:prstGeom prst="rect">
            <a:avLst/>
          </a:prstGeom>
          <a:noFill/>
          <a:ln/>
        </p:spPr>
        <p:txBody>
          <a:bodyPr wrap="square" lIns="0" tIns="0" rIns="0" bIns="0" rtlCol="0" anchor="t"/>
          <a:lstStyle/>
          <a:p>
            <a:pPr algn="l" indent="0" marL="0">
              <a:lnSpc>
                <a:spcPct val="105000"/>
              </a:lnSpc>
              <a:buNone/>
            </a:pPr>
            <a:r>
              <a:rPr lang="en-US" sz="3500" dirty="0">
                <a:solidFill>
                  <a:srgbClr val="000000"/>
                </a:solidFill>
                <a:latin typeface="Cooper Lt BT" pitchFamily="34" charset="0"/>
                <a:ea typeface="Cooper Lt BT" pitchFamily="34" charset="-122"/>
                <a:cs typeface="Cooper Lt BT" pitchFamily="34" charset="-120"/>
              </a:rPr>
              <a:t>Welke kansen en uitdagingen zie jij voor het aanbieden van ‘praat met je data’ tools?</a:t>
            </a:r>
            <a:endParaRPr lang="en-US" sz="3500" dirty="0"/>
          </a:p>
        </p:txBody>
      </p:sp>
      <p:sp>
        <p:nvSpPr>
          <p:cNvPr id="4" name="Text 2"/>
          <p:cNvSpPr/>
          <p:nvPr/>
        </p:nvSpPr>
        <p:spPr>
          <a:xfrm>
            <a:off x="6400800" y="1600200"/>
            <a:ext cx="5242255" cy="457200"/>
          </a:xfrm>
          <a:prstGeom prst="rect">
            <a:avLst/>
          </a:prstGeom>
          <a:noFill/>
          <a:ln/>
        </p:spPr>
        <p:txBody>
          <a:bodyPr wrap="square" lIns="0" tIns="0" rIns="0" bIns="0" rtlCol="0" anchor="t"/>
          <a:lstStyle/>
          <a:p>
            <a:pPr algn="l" indent="0" marL="0">
              <a:lnSpc>
                <a:spcPct val="105000"/>
              </a:lnSpc>
              <a:buNone/>
            </a:pPr>
            <a:r>
              <a:rPr lang="en-US" sz="2200" dirty="0">
                <a:solidFill>
                  <a:srgbClr val="3D68EC"/>
                </a:solidFill>
                <a:latin typeface="General Sans Semibold" pitchFamily="34" charset="0"/>
                <a:ea typeface="General Sans Semibold" pitchFamily="34" charset="-122"/>
                <a:cs typeface="General Sans Semibold" pitchFamily="34" charset="-120"/>
              </a:rPr>
              <a:t>Doe mee</a:t>
            </a:r>
            <a:endParaRPr lang="en-US" sz="2200" dirty="0"/>
          </a:p>
        </p:txBody>
      </p:sp>
      <p:sp>
        <p:nvSpPr>
          <p:cNvPr id="5" name="Shape 3"/>
          <p:cNvSpPr/>
          <p:nvPr/>
        </p:nvSpPr>
        <p:spPr>
          <a:xfrm>
            <a:off x="6400800" y="2240280"/>
            <a:ext cx="5242255" cy="1371600"/>
          </a:xfrm>
          <a:prstGeom prst="roundRect">
            <a:avLst>
              <a:gd name="adj" fmla="val 11111"/>
            </a:avLst>
          </a:prstGeom>
          <a:solidFill>
            <a:srgbClr val="00AF81"/>
          </a:solidFill>
          <a:ln/>
        </p:spPr>
      </p:sp>
      <p:sp>
        <p:nvSpPr>
          <p:cNvPr id="6" name="Shape 4"/>
          <p:cNvSpPr/>
          <p:nvPr/>
        </p:nvSpPr>
        <p:spPr>
          <a:xfrm>
            <a:off x="6675120" y="2441448"/>
            <a:ext cx="1371600" cy="347472"/>
          </a:xfrm>
          <a:prstGeom prst="roundRect">
            <a:avLst>
              <a:gd name="adj" fmla="val 131579"/>
            </a:avLst>
          </a:prstGeom>
          <a:solidFill>
            <a:srgbClr val="F4D9DC"/>
          </a:solidFill>
          <a:ln/>
        </p:spPr>
      </p:sp>
      <p:sp>
        <p:nvSpPr>
          <p:cNvPr id="7" name="Text 5"/>
          <p:cNvSpPr/>
          <p:nvPr/>
        </p:nvSpPr>
        <p:spPr>
          <a:xfrm>
            <a:off x="6766560" y="2441448"/>
            <a:ext cx="1188720" cy="347472"/>
          </a:xfrm>
          <a:prstGeom prst="rect">
            <a:avLst/>
          </a:prstGeom>
          <a:noFill/>
          <a:ln/>
        </p:spPr>
        <p:txBody>
          <a:bodyPr wrap="square" lIns="0" tIns="0" rIns="0" bIns="0" rtlCol="0" anchor="ctr"/>
          <a:lstStyle/>
          <a:p>
            <a:pPr algn="ctr" indent="0" marL="0">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Meedenken</a:t>
            </a:r>
            <a:endParaRPr lang="en-US" sz="1100" dirty="0"/>
          </a:p>
        </p:txBody>
      </p:sp>
      <p:sp>
        <p:nvSpPr>
          <p:cNvPr id="8" name="Text 6"/>
          <p:cNvSpPr/>
          <p:nvPr/>
        </p:nvSpPr>
        <p:spPr>
          <a:xfrm>
            <a:off x="6675120" y="2880360"/>
            <a:ext cx="4693615" cy="59436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pitchFamily="34" charset="0"/>
                <a:ea typeface="General Sans" pitchFamily="34" charset="-122"/>
                <a:cs typeface="General Sans" pitchFamily="34" charset="-120"/>
              </a:rPr>
              <a:t>Wat moet de tool kunnen voor je inzet bij jouw instelling?</a:t>
            </a:r>
            <a:endParaRPr lang="en-US" sz="1500" dirty="0"/>
          </a:p>
        </p:txBody>
      </p:sp>
      <p:sp>
        <p:nvSpPr>
          <p:cNvPr id="9" name="Shape 7"/>
          <p:cNvSpPr/>
          <p:nvPr/>
        </p:nvSpPr>
        <p:spPr>
          <a:xfrm>
            <a:off x="6400800" y="3749040"/>
            <a:ext cx="5242255" cy="1371600"/>
          </a:xfrm>
          <a:prstGeom prst="roundRect">
            <a:avLst>
              <a:gd name="adj" fmla="val 11111"/>
            </a:avLst>
          </a:prstGeom>
          <a:solidFill>
            <a:srgbClr val="00AF81"/>
          </a:solidFill>
          <a:ln/>
        </p:spPr>
      </p:sp>
      <p:sp>
        <p:nvSpPr>
          <p:cNvPr id="10" name="Shape 8"/>
          <p:cNvSpPr/>
          <p:nvPr/>
        </p:nvSpPr>
        <p:spPr>
          <a:xfrm>
            <a:off x="6675120" y="3950208"/>
            <a:ext cx="1371600" cy="347472"/>
          </a:xfrm>
          <a:prstGeom prst="roundRect">
            <a:avLst>
              <a:gd name="adj" fmla="val 131579"/>
            </a:avLst>
          </a:prstGeom>
          <a:solidFill>
            <a:srgbClr val="F4D9DC"/>
          </a:solidFill>
          <a:ln/>
        </p:spPr>
      </p:sp>
      <p:sp>
        <p:nvSpPr>
          <p:cNvPr id="11" name="Text 9"/>
          <p:cNvSpPr/>
          <p:nvPr/>
        </p:nvSpPr>
        <p:spPr>
          <a:xfrm>
            <a:off x="6766560" y="3950208"/>
            <a:ext cx="1188720" cy="347472"/>
          </a:xfrm>
          <a:prstGeom prst="rect">
            <a:avLst/>
          </a:prstGeom>
          <a:noFill/>
          <a:ln/>
        </p:spPr>
        <p:txBody>
          <a:bodyPr wrap="square" lIns="0" tIns="0" rIns="0" bIns="0" rtlCol="0" anchor="ctr"/>
          <a:lstStyle/>
          <a:p>
            <a:pPr algn="ctr" indent="0" marL="0">
              <a:lnSpc>
                <a:spcPct val="105000"/>
              </a:lnSpc>
              <a:buNone/>
            </a:pPr>
            <a:r>
              <a:rPr lang="en-US" sz="1100" dirty="0">
                <a:solidFill>
                  <a:srgbClr val="000000"/>
                </a:solidFill>
                <a:latin typeface="General Sans Semibold" pitchFamily="34" charset="0"/>
                <a:ea typeface="General Sans Semibold" pitchFamily="34" charset="-122"/>
                <a:cs typeface="General Sans Semibold" pitchFamily="34" charset="-120"/>
              </a:rPr>
              <a:t>Meedoen</a:t>
            </a:r>
            <a:endParaRPr lang="en-US" sz="1100" dirty="0"/>
          </a:p>
        </p:txBody>
      </p:sp>
      <p:sp>
        <p:nvSpPr>
          <p:cNvPr id="12" name="Text 10"/>
          <p:cNvSpPr/>
          <p:nvPr/>
        </p:nvSpPr>
        <p:spPr>
          <a:xfrm>
            <a:off x="6675120" y="4389120"/>
            <a:ext cx="4693615" cy="594360"/>
          </a:xfrm>
          <a:prstGeom prst="rect">
            <a:avLst/>
          </a:prstGeom>
          <a:noFill/>
          <a:ln/>
        </p:spPr>
        <p:txBody>
          <a:bodyPr wrap="square" lIns="0" tIns="0" rIns="0" bIns="0" rtlCol="0" anchor="t"/>
          <a:lstStyle/>
          <a:p>
            <a:pPr algn="l" indent="0" marL="0">
              <a:lnSpc>
                <a:spcPct val="105000"/>
              </a:lnSpc>
              <a:buNone/>
            </a:pPr>
            <a:r>
              <a:rPr lang="en-US" sz="1500" dirty="0">
                <a:solidFill>
                  <a:srgbClr val="000000"/>
                </a:solidFill>
                <a:latin typeface="General Sans" pitchFamily="34" charset="0"/>
                <a:ea typeface="General Sans" pitchFamily="34" charset="-122"/>
                <a:cs typeface="General Sans" pitchFamily="34" charset="-120"/>
              </a:rPr>
              <a:t>Experimenteer mee in de PoC op je eigen data.</a:t>
            </a:r>
            <a:endParaRPr lang="en-US" sz="1500" dirty="0"/>
          </a:p>
        </p:txBody>
      </p:sp>
      <p:pic>
        <p:nvPicPr>
          <p:cNvPr id="13" name="Image 0" descr="Npuls">    </p:cNvPr>
          <p:cNvPicPr>
            <a:picLocks noChangeAspect="1"/>
          </p:cNvPicPr>
          <p:nvPr/>
        </p:nvPicPr>
        <p:blipFill>
          <a:blip r:embed="rId1"/>
          <a:stretch>
            <a:fillRect/>
          </a:stretch>
        </p:blipFill>
        <p:spPr>
          <a:xfrm>
            <a:off x="10454335" y="5120640"/>
            <a:ext cx="1188720" cy="118872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1600200"/>
            <a:ext cx="11094415" cy="320040"/>
          </a:xfrm>
          <a:prstGeom prst="rect">
            <a:avLst/>
          </a:prstGeom>
          <a:noFill/>
          <a:ln/>
        </p:spPr>
        <p:txBody>
          <a:bodyPr wrap="square" lIns="0" tIns="0" rIns="0" bIns="0" rtlCol="0" anchor="t"/>
          <a:lstStyle/>
          <a:p>
            <a:pPr algn="ctr" indent="0" marL="0">
              <a:lnSpc>
                <a:spcPct val="105000"/>
              </a:lnSpc>
              <a:buNone/>
            </a:pPr>
            <a:r>
              <a:rPr lang="en-US" sz="1300" spc="300" kern="0" dirty="0">
                <a:solidFill>
                  <a:srgbClr val="DD784B"/>
                </a:solidFill>
                <a:latin typeface="General Sans Semibold" pitchFamily="34" charset="0"/>
                <a:ea typeface="General Sans Semibold" pitchFamily="34" charset="-122"/>
                <a:cs typeface="General Sans Semibold" pitchFamily="34" charset="-120"/>
              </a:rPr>
              <a:t>TOT SLOT</a:t>
            </a:r>
            <a:endParaRPr lang="en-US" sz="1300" dirty="0"/>
          </a:p>
        </p:txBody>
      </p:sp>
      <p:sp>
        <p:nvSpPr>
          <p:cNvPr id="3" name="Text 1"/>
          <p:cNvSpPr/>
          <p:nvPr/>
        </p:nvSpPr>
        <p:spPr>
          <a:xfrm>
            <a:off x="548640" y="1965960"/>
            <a:ext cx="11094415" cy="868680"/>
          </a:xfrm>
          <a:prstGeom prst="rect">
            <a:avLst/>
          </a:prstGeom>
          <a:noFill/>
          <a:ln/>
        </p:spPr>
        <p:txBody>
          <a:bodyPr wrap="square" lIns="0" tIns="0" rIns="0" bIns="0" rtlCol="0" anchor="t"/>
          <a:lstStyle/>
          <a:p>
            <a:pPr algn="ctr" indent="0" marL="0">
              <a:lnSpc>
                <a:spcPct val="105000"/>
              </a:lnSpc>
              <a:buNone/>
            </a:pPr>
            <a:r>
              <a:rPr lang="en-US" sz="4400" dirty="0">
                <a:solidFill>
                  <a:srgbClr val="3D68EC"/>
                </a:solidFill>
                <a:latin typeface="General Sans Semibold" pitchFamily="34" charset="0"/>
                <a:ea typeface="General Sans Semibold" pitchFamily="34" charset="-122"/>
                <a:cs typeface="General Sans Semibold" pitchFamily="34" charset="-120"/>
              </a:rPr>
              <a:t>Blijf in contact</a:t>
            </a:r>
            <a:endParaRPr lang="en-US" sz="4400" dirty="0"/>
          </a:p>
        </p:txBody>
      </p:sp>
      <p:sp>
        <p:nvSpPr>
          <p:cNvPr id="4" name="Text 2"/>
          <p:cNvSpPr/>
          <p:nvPr/>
        </p:nvSpPr>
        <p:spPr>
          <a:xfrm>
            <a:off x="2286000" y="2880360"/>
            <a:ext cx="7619695" cy="457200"/>
          </a:xfrm>
          <a:prstGeom prst="rect">
            <a:avLst/>
          </a:prstGeom>
          <a:noFill/>
          <a:ln/>
        </p:spPr>
        <p:txBody>
          <a:bodyPr wrap="square" lIns="0" tIns="0" rIns="0" bIns="0" rtlCol="0" anchor="t"/>
          <a:lstStyle/>
          <a:p>
            <a:pPr algn="ctr" indent="0" marL="0">
              <a:lnSpc>
                <a:spcPct val="105000"/>
              </a:lnSpc>
              <a:buNone/>
            </a:pPr>
            <a:r>
              <a:rPr lang="en-US" sz="1600" dirty="0">
                <a:solidFill>
                  <a:srgbClr val="000000"/>
                </a:solidFill>
                <a:latin typeface="General Sans" pitchFamily="34" charset="0"/>
                <a:ea typeface="General Sans" pitchFamily="34" charset="-122"/>
                <a:cs typeface="General Sans" pitchFamily="34" charset="-120"/>
              </a:rPr>
              <a:t>Vragen, feedback of zin om mee te bouwen? We horen graag van je.</a:t>
            </a:r>
            <a:endParaRPr lang="en-US" sz="1600" dirty="0"/>
          </a:p>
        </p:txBody>
      </p:sp>
      <p:sp>
        <p:nvSpPr>
          <p:cNvPr id="5" name="Shape 3"/>
          <p:cNvSpPr/>
          <p:nvPr/>
        </p:nvSpPr>
        <p:spPr>
          <a:xfrm>
            <a:off x="1020928" y="3657600"/>
            <a:ext cx="3200400" cy="1234440"/>
          </a:xfrm>
          <a:prstGeom prst="roundRect">
            <a:avLst>
              <a:gd name="adj" fmla="val 10974"/>
            </a:avLst>
          </a:prstGeom>
          <a:solidFill>
            <a:srgbClr val="FFFFFF"/>
          </a:solidFill>
          <a:ln/>
        </p:spPr>
      </p:sp>
      <p:sp>
        <p:nvSpPr>
          <p:cNvPr id="6" name="Shape 4"/>
          <p:cNvSpPr/>
          <p:nvPr/>
        </p:nvSpPr>
        <p:spPr>
          <a:xfrm>
            <a:off x="1889608" y="3858768"/>
            <a:ext cx="1463040" cy="365760"/>
          </a:xfrm>
          <a:prstGeom prst="roundRect">
            <a:avLst>
              <a:gd name="adj" fmla="val 125000"/>
            </a:avLst>
          </a:prstGeom>
          <a:solidFill>
            <a:srgbClr val="3D68EC"/>
          </a:solidFill>
          <a:ln/>
        </p:spPr>
      </p:sp>
      <p:sp>
        <p:nvSpPr>
          <p:cNvPr id="7" name="Text 5"/>
          <p:cNvSpPr/>
          <p:nvPr/>
        </p:nvSpPr>
        <p:spPr>
          <a:xfrm>
            <a:off x="1981048" y="3858768"/>
            <a:ext cx="1280160" cy="365760"/>
          </a:xfrm>
          <a:prstGeom prst="rect">
            <a:avLst/>
          </a:prstGeom>
          <a:noFill/>
          <a:ln/>
        </p:spPr>
        <p:txBody>
          <a:bodyPr wrap="square" lIns="0" tIns="0" rIns="0" bIns="0" rtlCol="0" anchor="ctr"/>
          <a:lstStyle/>
          <a:p>
            <a:pPr algn="ctr" indent="0" marL="0">
              <a:lnSpc>
                <a:spcPct val="105000"/>
              </a:lnSpc>
              <a:buNone/>
            </a:pPr>
            <a:r>
              <a:rPr lang="en-US" sz="1200" dirty="0">
                <a:solidFill>
                  <a:srgbClr val="F4D9DC"/>
                </a:solidFill>
                <a:latin typeface="General Sans Semibold" pitchFamily="34" charset="0"/>
                <a:ea typeface="General Sans Semibold" pitchFamily="34" charset="-122"/>
                <a:cs typeface="General Sans Semibold" pitchFamily="34" charset="-120"/>
              </a:rPr>
              <a:t>GitHub</a:t>
            </a:r>
            <a:endParaRPr lang="en-US" sz="1200" dirty="0"/>
          </a:p>
        </p:txBody>
      </p:sp>
      <p:sp>
        <p:nvSpPr>
          <p:cNvPr id="8" name="Text 6">
            <a:hlinkClick r:id="rId2" tooltip=""/>
          </p:cNvPr>
          <p:cNvSpPr/>
          <p:nvPr/>
        </p:nvSpPr>
        <p:spPr>
          <a:xfrm>
            <a:off x="1158088" y="4370832"/>
            <a:ext cx="2926080" cy="365760"/>
          </a:xfrm>
          <a:prstGeom prst="rect">
            <a:avLst/>
          </a:prstGeom>
          <a:noFill/>
          <a:ln/>
        </p:spPr>
        <p:txBody>
          <a:bodyPr wrap="square" lIns="0" tIns="0" rIns="0" bIns="0" rtlCol="0" anchor="ctr"/>
          <a:lstStyle/>
          <a:p>
            <a:pPr algn="ctr" indent="0" marL="0">
              <a:buNone/>
            </a:pPr>
            <a:r>
              <a:rPr lang="en-US" sz="1400" u="sng" dirty="0">
                <a:solidFill>
                  <a:srgbClr val="000000"/>
                </a:solidFill>
                <a:latin typeface="General Sans" pitchFamily="34" charset="0"/>
                <a:ea typeface="General Sans" pitchFamily="34" charset="-122"/>
                <a:cs typeface="General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github.com/cedanl</a:t>
            </a:r>
            <a:endParaRPr lang="en-US" sz="1400" dirty="0"/>
          </a:p>
        </p:txBody>
      </p:sp>
      <p:sp>
        <p:nvSpPr>
          <p:cNvPr id="9" name="Shape 7"/>
          <p:cNvSpPr/>
          <p:nvPr/>
        </p:nvSpPr>
        <p:spPr>
          <a:xfrm>
            <a:off x="4495648" y="3657600"/>
            <a:ext cx="3200400" cy="1234440"/>
          </a:xfrm>
          <a:prstGeom prst="roundRect">
            <a:avLst>
              <a:gd name="adj" fmla="val 10974"/>
            </a:avLst>
          </a:prstGeom>
          <a:solidFill>
            <a:srgbClr val="FFFFFF"/>
          </a:solidFill>
          <a:ln/>
        </p:spPr>
      </p:sp>
      <p:sp>
        <p:nvSpPr>
          <p:cNvPr id="10" name="Shape 8"/>
          <p:cNvSpPr/>
          <p:nvPr/>
        </p:nvSpPr>
        <p:spPr>
          <a:xfrm>
            <a:off x="5364328" y="3858768"/>
            <a:ext cx="1463040" cy="365760"/>
          </a:xfrm>
          <a:prstGeom prst="roundRect">
            <a:avLst>
              <a:gd name="adj" fmla="val 125000"/>
            </a:avLst>
          </a:prstGeom>
          <a:solidFill>
            <a:srgbClr val="00AF81"/>
          </a:solidFill>
          <a:ln/>
        </p:spPr>
      </p:sp>
      <p:sp>
        <p:nvSpPr>
          <p:cNvPr id="11" name="Text 9"/>
          <p:cNvSpPr/>
          <p:nvPr/>
        </p:nvSpPr>
        <p:spPr>
          <a:xfrm>
            <a:off x="5455768" y="3858768"/>
            <a:ext cx="1280160" cy="365760"/>
          </a:xfrm>
          <a:prstGeom prst="rect">
            <a:avLst/>
          </a:prstGeom>
          <a:noFill/>
          <a:ln/>
        </p:spPr>
        <p:txBody>
          <a:bodyPr wrap="square" lIns="0" tIns="0" rIns="0" bIns="0" rtlCol="0" anchor="ctr"/>
          <a:lstStyle/>
          <a:p>
            <a:pPr algn="ctr" indent="0" marL="0">
              <a:lnSpc>
                <a:spcPct val="105000"/>
              </a:lnSpc>
              <a:buNone/>
            </a:pPr>
            <a:r>
              <a:rPr lang="en-US" sz="1200" dirty="0">
                <a:solidFill>
                  <a:srgbClr val="000000"/>
                </a:solidFill>
                <a:latin typeface="General Sans Semibold" pitchFamily="34" charset="0"/>
                <a:ea typeface="General Sans Semibold" pitchFamily="34" charset="-122"/>
                <a:cs typeface="General Sans Semibold" pitchFamily="34" charset="-120"/>
              </a:rPr>
              <a:t>Community</a:t>
            </a:r>
            <a:endParaRPr lang="en-US" sz="1200" dirty="0"/>
          </a:p>
        </p:txBody>
      </p:sp>
      <p:sp>
        <p:nvSpPr>
          <p:cNvPr id="12" name="Text 10">
            <a:hlinkClick r:id="rId3" tooltip=""/>
          </p:cNvPr>
          <p:cNvSpPr/>
          <p:nvPr/>
        </p:nvSpPr>
        <p:spPr>
          <a:xfrm>
            <a:off x="4632808" y="4370832"/>
            <a:ext cx="2926080" cy="365760"/>
          </a:xfrm>
          <a:prstGeom prst="rect">
            <a:avLst/>
          </a:prstGeom>
          <a:noFill/>
          <a:ln/>
        </p:spPr>
        <p:txBody>
          <a:bodyPr wrap="square" lIns="0" tIns="0" rIns="0" bIns="0" rtlCol="0" anchor="ctr"/>
          <a:lstStyle/>
          <a:p>
            <a:pPr algn="ctr" indent="0" marL="0">
              <a:buNone/>
            </a:pPr>
            <a:r>
              <a:rPr lang="en-US" sz="1400" u="sng" dirty="0">
                <a:solidFill>
                  <a:srgbClr val="000000"/>
                </a:solidFill>
                <a:latin typeface="General Sans" pitchFamily="34" charset="0"/>
                <a:ea typeface="General Sans" pitchFamily="34" charset="-122"/>
                <a:cs typeface="General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community.npuls.nl/groups/data-ai</a:t>
            </a:r>
            <a:endParaRPr lang="en-US" sz="1400" dirty="0"/>
          </a:p>
        </p:txBody>
      </p:sp>
      <p:sp>
        <p:nvSpPr>
          <p:cNvPr id="13" name="Shape 11"/>
          <p:cNvSpPr/>
          <p:nvPr/>
        </p:nvSpPr>
        <p:spPr>
          <a:xfrm>
            <a:off x="7970368" y="3657600"/>
            <a:ext cx="3200400" cy="1234440"/>
          </a:xfrm>
          <a:prstGeom prst="roundRect">
            <a:avLst>
              <a:gd name="adj" fmla="val 10974"/>
            </a:avLst>
          </a:prstGeom>
          <a:solidFill>
            <a:srgbClr val="FFFFFF"/>
          </a:solidFill>
          <a:ln/>
        </p:spPr>
      </p:sp>
      <p:sp>
        <p:nvSpPr>
          <p:cNvPr id="14" name="Shape 12"/>
          <p:cNvSpPr/>
          <p:nvPr/>
        </p:nvSpPr>
        <p:spPr>
          <a:xfrm>
            <a:off x="8839048" y="3858768"/>
            <a:ext cx="1463040" cy="365760"/>
          </a:xfrm>
          <a:prstGeom prst="roundRect">
            <a:avLst>
              <a:gd name="adj" fmla="val 125000"/>
            </a:avLst>
          </a:prstGeom>
          <a:solidFill>
            <a:srgbClr val="DD784B"/>
          </a:solidFill>
          <a:ln/>
        </p:spPr>
      </p:sp>
      <p:sp>
        <p:nvSpPr>
          <p:cNvPr id="15" name="Text 13"/>
          <p:cNvSpPr/>
          <p:nvPr/>
        </p:nvSpPr>
        <p:spPr>
          <a:xfrm>
            <a:off x="8930488" y="3858768"/>
            <a:ext cx="1280160" cy="365760"/>
          </a:xfrm>
          <a:prstGeom prst="rect">
            <a:avLst/>
          </a:prstGeom>
          <a:noFill/>
          <a:ln/>
        </p:spPr>
        <p:txBody>
          <a:bodyPr wrap="square" lIns="0" tIns="0" rIns="0" bIns="0" rtlCol="0" anchor="ctr"/>
          <a:lstStyle/>
          <a:p>
            <a:pPr algn="ctr" indent="0" marL="0">
              <a:lnSpc>
                <a:spcPct val="105000"/>
              </a:lnSpc>
              <a:buNone/>
            </a:pPr>
            <a:r>
              <a:rPr lang="en-US" sz="1200" dirty="0">
                <a:solidFill>
                  <a:srgbClr val="000000"/>
                </a:solidFill>
                <a:latin typeface="General Sans Semibold" pitchFamily="34" charset="0"/>
                <a:ea typeface="General Sans Semibold" pitchFamily="34" charset="-122"/>
                <a:cs typeface="General Sans Semibold" pitchFamily="34" charset="-120"/>
              </a:rPr>
              <a:t>Email</a:t>
            </a:r>
            <a:endParaRPr lang="en-US" sz="1200" dirty="0"/>
          </a:p>
        </p:txBody>
      </p:sp>
      <p:sp>
        <p:nvSpPr>
          <p:cNvPr id="16" name="Text 14">
            <a:hlinkClick r:id="rId4" tooltip=""/>
          </p:cNvPr>
          <p:cNvSpPr/>
          <p:nvPr/>
        </p:nvSpPr>
        <p:spPr>
          <a:xfrm>
            <a:off x="8107528" y="4370832"/>
            <a:ext cx="2926080" cy="365760"/>
          </a:xfrm>
          <a:prstGeom prst="rect">
            <a:avLst/>
          </a:prstGeom>
          <a:noFill/>
          <a:ln/>
        </p:spPr>
        <p:txBody>
          <a:bodyPr wrap="square" lIns="0" tIns="0" rIns="0" bIns="0" rtlCol="0" anchor="ctr"/>
          <a:lstStyle/>
          <a:p>
            <a:pPr algn="ctr" indent="0" marL="0">
              <a:buNone/>
            </a:pPr>
            <a:r>
              <a:rPr lang="en-US" sz="1400" u="sng" dirty="0">
                <a:solidFill>
                  <a:srgbClr val="000000"/>
                </a:solidFill>
                <a:latin typeface="General Sans" pitchFamily="34" charset="0"/>
                <a:ea typeface="General Sans" pitchFamily="34" charset="-122"/>
                <a:cs typeface="General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ceda@surf.nl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neral Sans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neral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Npuls · CEDA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Praat met je data</dc:title>
  <dc:subject>PptxGenJS Presentation</dc:subject>
  <dc:creator>CEDA</dc:creator>
  <cp:lastModifiedBy>CEDA</cp:lastModifiedBy>
  <cp:revision>1</cp:revision>
  <dcterms:created xsi:type="dcterms:W3CDTF">2026-10-21T18:18:18Z</dcterms:created>
  <dcterms:modified xsi:type="dcterms:W3CDTF">2026-10-21T18:18:18Z</dcterms:modified>
</cp:coreProperties>
</file>