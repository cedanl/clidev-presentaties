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p:restoredTop sz="94610"/>
  </p:normalViewPr>
  <p:slideViewPr>
    <p:cSldViewPr snapToGrid="0" snapToObjects="1">
      <p:cViewPr varScale="1">
        <p:scale>
          <a:sx n="155" d="100"/>
          <a:sy n="155" d="100"/>
        </p:scale>
        <p:origin x="7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7656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Dit is een inspiratiesessie: we laten zien waar we naartoe willen, met een werkende demo. Niet alles werkt vandaag al perfect, en dat is precies waarom we jullie nodig hebben. Deze sessie is voor wie vragen stelt en inzichten levert, niet voor wie programmeert. In 90 minuten stel je zelf een vraag aan open onderwijsdata, maak je er een rapport van en beoordeel je of het klopt.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in tweetallen, na elke ronde een spiegelmoment aan tafel. In ronde 1 stel je een vraag, in ronde 2 maak je er een rapport van. Benoem de framing: dit is een demo, geen product. Loopt iets vast, dan horen we dat graag.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stappen, van boven naar beneden. Verhelderen is vraagarticulatie: de tool helpt de vraag scherper te maken, net zoals jullie dat doen als een collega met een vage vraag komt. Bij het zoeken splitst het pad: vindt de tool een passende dataset, dan gaat hij rekenen; vindt hij die niet, dan zegt hij dat hij geen antwoord kan geven. Dat is minstens zo belangrijk als een goed antwoord. Het taalmodel rekent nooit zelf: elk getal komt uit code op de brondata.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is veel open onderwijsdata, maar die staat verspreid over de sites van DUO, CBS en RIO, met bestandsbeschrijvingen die voor de gemiddelde collega lastig te volgen zijn. Daarom hebben we er een laag tussen gezet: een datacatalogus met een API. Per dataset staat erin wat erin zit en voor welke sector hij bruikbaar is. Het zoeken uit de vorige slide gebeurt in die catalogus. De catalogi staan open op GitHub: cedanl.github.io/cbs-onderwijsdata en cedanl.github.io/rio-onderwijsdata.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Benadruk: er zit geen data van jullie eigen instelling in, alleen geaggregeerde data die deze drie zelf openbaar publiceren. Daarom is het veilig om mee te oefenen. Aantallen uit de README van onderwijsdata-chat (21 oktober).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met de demovraag van Steven of Amir. Back-up: de opgenomen demo. Laat drie dingen zien: de verhelderende vragen, de stappen die de tool zet, en het antwoord dat eruit rolt.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Eerst iedereen in de tool. De link verwijst naar onderwijsdata-chat.playground.sdp.surf.nl. Doe het samen met je buur. Ga door naar de volgende slide zodra de meesten zijn ingelogd.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Wie nog met de QR-code bezig is, heeft die hier nog in beeld; wie al binnen is, ziet de voorbeeldvragen. Voorbeeldvragen invullen zodra Steven en Amir ze aanleveren. Eigen vraag mag altijd, zolang het over open data gaat: geen eigen studenten. Tip voor wie vastloopt: laat de tool doorvragen.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tweetallen aan één tafel praten met elkaar, vier tot vijf minuten. Wij lopen intussen rond, luisteren mee en vragen één of twee tafels of ze straks iets willen vertellen. Daarna plenair: een handopsteek-peiling ("wie kreeg een antwoord?", "wie zou het zo delen?"), wij vertellen wat we hoorden, en één tafel die al ja zei licht kort toe. Niemand onverwacht aan het woord.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tafelgesprek. Plenair: eerst handen omhoog, dan wat wij hoorden, dan één tafel.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Tweede demo. Laat zien hoe je de tool om een rapport vraagt, wat erin staat (bron, grafiek, toelichting) en waar het feedbackformulier zit.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antwoord kwam. Laat de klaargezette rapporten zien of noem waar ze staan.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Drie vragen uit het feedbackformulier dat bij elk rapport in de tool staat. Iedereen vult het in, hier in de zaal; achteraf doet bijna niemand het meer. De antwoorden zijn meteen de opstap naar spiegelmoment 2.</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tafelgesprek, wij lopen rond, dan handen omhoog ("wie vertrouwt de cijfers?", "wie vond een fout?") en één tafel die al ja zei. Vraag vooral naar fouten die mensen vonden. Die zijn voor ons het waardevolst.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Vandaag draaide alles op open onderwijsdata. Het principe en de techniek werken op dezelfde manier op de data van je eigen instelling. Met gestandaardiseerde bestanden zoals 1CijferHO en Studielink is dat goed te bouwen, omdat elke instelling dezelfde structuur heeft. Met de AI Hub van SURF kan het taalmodel binnen de sector blijven.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dashboard kan nooit alle vragen beantwoorden; dan ga je het eindeloos uitbreiden. Specifieke vragen kunnen mensen zelf beantwoorden, met een rapportje dat ze kunnen delen. Houd het onderscheid helder: het ene is afgestemd en gefaciliteerd, het andere is een ad-hoc antwoord op een eigen vraag.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vraag voor de borrel: laat hem even hangen. Call to action: meedenken of meedoen met de PoC. Aanmelden via de feedback in de tool of via ceda@surf.nl op de volgende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mailto:ceda@surf.nl" TargetMode="External"/><Relationship Id="rId5" Type="http://schemas.openxmlformats.org/officeDocument/2006/relationships/hyperlink" Target="https://community.npuls.nl/groups/data-ai" TargetMode="External"/><Relationship Id="rId4" Type="http://schemas.openxmlformats.org/officeDocument/2006/relationships/hyperlink" Target="https://github.com/ceda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marL="0" indent="0" algn="l">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je 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 of Excel</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inspiratiesessie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lang="en-US"/>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lang="en-US"/>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lang="en-US"/>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icPr>
            <a:picLocks noChangeAspect="1"/>
          </p:cNvPicPr>
          <p:nvPr/>
        </p:nvPicPr>
        <p:blipFill>
          <a:blip r:embed="rId3"/>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Diverse </a:t>
            </a:r>
            <a:r>
              <a:rPr lang="en-US" sz="1800" dirty="0" err="1">
                <a:solidFill>
                  <a:srgbClr val="3D68EC"/>
                </a:solidFill>
                <a:latin typeface="General Sans Semibold" pitchFamily="34" charset="0"/>
                <a:ea typeface="General Sans Semibold" pitchFamily="34" charset="-122"/>
                <a:cs typeface="General Sans Semibold" pitchFamily="34" charset="-120"/>
              </a:rPr>
              <a:t>projecten</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waaronder</a:t>
            </a:r>
            <a:endParaRPr lang="en-US" sz="1800" dirty="0">
              <a:solidFill>
                <a:srgbClr val="3D68EC"/>
              </a:solidFill>
              <a:latin typeface="General Sans Semibold" pitchFamily="34" charset="0"/>
              <a:ea typeface="General Sans Semibold" pitchFamily="34" charset="-122"/>
              <a:cs typeface="General Sans Semibold" pitchFamily="34" charset="-120"/>
            </a:endParaRPr>
          </a:p>
          <a:p>
            <a:pPr marL="285750" indent="-285750" algn="l">
              <a:lnSpc>
                <a:spcPct val="105000"/>
              </a:lnSpc>
              <a:spcAft>
                <a:spcPts val="800"/>
              </a:spcAft>
              <a:buFont typeface="Arial" panose="020B0604020202020204" pitchFamily="34" charset="0"/>
              <a:buChar char="•"/>
            </a:pPr>
            <a:r>
              <a:rPr lang="en-US" sz="1800" dirty="0" err="1">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marL="285750" indent="-285750" algn="l">
              <a:lnSpc>
                <a:spcPct val="105000"/>
              </a:lnSpc>
              <a:spcAft>
                <a:spcPts val="800"/>
              </a:spcAft>
              <a:buFont typeface="Arial" panose="020B0604020202020204" pitchFamily="34" charset="0"/>
              <a:buChar char="•"/>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a:p>
            <a:pPr marL="285750" indent="-285750" algn="l">
              <a:lnSpc>
                <a:spcPct val="105000"/>
              </a:lnSpc>
              <a:spcAft>
                <a:spcPts val="800"/>
              </a:spcAft>
              <a:buFont typeface="Arial" panose="020B0604020202020204" pitchFamily="34" charset="0"/>
              <a:buChar char="•"/>
            </a:pPr>
            <a:endParaRPr lang="en-US" sz="1800" dirty="0">
              <a:solidFill>
                <a:srgbClr val="3D68EC"/>
              </a:solidFill>
              <a:latin typeface="General Sans Semibold" pitchFamily="34" charset="0"/>
              <a:ea typeface="General Sans Semibold" pitchFamily="34" charset="-122"/>
              <a:cs typeface="General Sans Semibold" pitchFamily="34" charset="-120"/>
            </a:endParaRPr>
          </a:p>
          <a:p>
            <a:pPr algn="l">
              <a:lnSpc>
                <a:spcPct val="105000"/>
              </a:lnSpc>
              <a:spcAft>
                <a:spcPts val="800"/>
              </a:spcAft>
            </a:pP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txBody>
          <a:bodyPr/>
          <a:lstStyle/>
          <a:p>
            <a:endParaRPr lang="en-US"/>
          </a:p>
        </p:txBody>
      </p:sp>
      <p:sp>
        <p:nvSpPr>
          <p:cNvPr id="75" name="Text 73"/>
          <p:cNvSpPr/>
          <p:nvPr/>
        </p:nvSpPr>
        <p:spPr>
          <a:xfrm>
            <a:off x="548640" y="2103120"/>
            <a:ext cx="2414626"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txBody>
          <a:bodyPr/>
          <a:lstStyle/>
          <a:p>
            <a:endParaRPr lang="en-US"/>
          </a:p>
        </p:txBody>
      </p:sp>
      <p:sp>
        <p:nvSpPr>
          <p:cNvPr id="77" name="Text 75"/>
          <p:cNvSpPr/>
          <p:nvPr/>
        </p:nvSpPr>
        <p:spPr>
          <a:xfrm>
            <a:off x="566928" y="3291840"/>
            <a:ext cx="232318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txBody>
          <a:bodyPr/>
          <a:lstStyle/>
          <a:p>
            <a:endParaRPr lang="en-US"/>
          </a:p>
        </p:txBody>
      </p:sp>
      <p:sp>
        <p:nvSpPr>
          <p:cNvPr id="81" name="Text 79"/>
          <p:cNvSpPr/>
          <p:nvPr/>
        </p:nvSpPr>
        <p:spPr>
          <a:xfrm>
            <a:off x="3008986" y="2103120"/>
            <a:ext cx="2414626"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txBody>
          <a:bodyPr/>
          <a:lstStyle/>
          <a:p>
            <a:endParaRPr lang="en-US"/>
          </a:p>
        </p:txBody>
      </p:sp>
      <p:sp>
        <p:nvSpPr>
          <p:cNvPr id="83" name="Text 81"/>
          <p:cNvSpPr/>
          <p:nvPr/>
        </p:nvSpPr>
        <p:spPr>
          <a:xfrm>
            <a:off x="3027274" y="3291840"/>
            <a:ext cx="232318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antwoord</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txBody>
          <a:bodyPr/>
          <a:lstStyle/>
          <a:p>
            <a:endParaRPr lang="en-US"/>
          </a:p>
        </p:txBody>
      </p:sp>
      <p:sp>
        <p:nvSpPr>
          <p:cNvPr id="86" name="Text 84"/>
          <p:cNvSpPr/>
          <p:nvPr/>
        </p:nvSpPr>
        <p:spPr>
          <a:xfrm>
            <a:off x="3027274" y="5029200"/>
            <a:ext cx="2378050"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txBody>
          <a:bodyPr/>
          <a:lstStyle/>
          <a:p>
            <a:endParaRPr lang="en-US"/>
          </a:p>
        </p:txBody>
      </p:sp>
      <p:sp>
        <p:nvSpPr>
          <p:cNvPr id="89" name="Text 87"/>
          <p:cNvSpPr/>
          <p:nvPr/>
        </p:nvSpPr>
        <p:spPr>
          <a:xfrm>
            <a:off x="5469331" y="2103120"/>
            <a:ext cx="1207313"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txBody>
          <a:bodyPr/>
          <a:lstStyle/>
          <a:p>
            <a:endParaRPr lang="en-US"/>
          </a:p>
        </p:txBody>
      </p:sp>
      <p:sp>
        <p:nvSpPr>
          <p:cNvPr id="91" name="Text 89"/>
          <p:cNvSpPr/>
          <p:nvPr/>
        </p:nvSpPr>
        <p:spPr>
          <a:xfrm>
            <a:off x="5487619" y="3291840"/>
            <a:ext cx="111587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txBody>
          <a:bodyPr/>
          <a:lstStyle/>
          <a:p>
            <a:endParaRPr lang="en-US"/>
          </a:p>
        </p:txBody>
      </p:sp>
      <p:sp>
        <p:nvSpPr>
          <p:cNvPr id="95" name="Text 93"/>
          <p:cNvSpPr/>
          <p:nvPr/>
        </p:nvSpPr>
        <p:spPr>
          <a:xfrm>
            <a:off x="6722364" y="2103120"/>
            <a:ext cx="3018282"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txBody>
          <a:bodyPr/>
          <a:lstStyle/>
          <a:p>
            <a:endParaRPr lang="en-US"/>
          </a:p>
        </p:txBody>
      </p:sp>
      <p:sp>
        <p:nvSpPr>
          <p:cNvPr id="97" name="Text 95"/>
          <p:cNvSpPr/>
          <p:nvPr/>
        </p:nvSpPr>
        <p:spPr>
          <a:xfrm>
            <a:off x="6740652" y="3291840"/>
            <a:ext cx="292684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maak een rapport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 dan zelf een rapport</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txBody>
          <a:bodyPr/>
          <a:lstStyle/>
          <a:p>
            <a:endParaRPr lang="en-US"/>
          </a:p>
        </p:txBody>
      </p:sp>
      <p:sp>
        <p:nvSpPr>
          <p:cNvPr id="101" name="Text 99"/>
          <p:cNvSpPr/>
          <p:nvPr/>
        </p:nvSpPr>
        <p:spPr>
          <a:xfrm>
            <a:off x="9786366" y="2103120"/>
            <a:ext cx="845119"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txBody>
          <a:bodyPr/>
          <a:lstStyle/>
          <a:p>
            <a:endParaRPr lang="en-US"/>
          </a:p>
        </p:txBody>
      </p:sp>
      <p:sp>
        <p:nvSpPr>
          <p:cNvPr id="103" name="Text 101"/>
          <p:cNvSpPr/>
          <p:nvPr/>
        </p:nvSpPr>
        <p:spPr>
          <a:xfrm>
            <a:off x="9804654" y="3291840"/>
            <a:ext cx="75367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txBody>
          <a:bodyPr/>
          <a:lstStyle/>
          <a:p>
            <a:endParaRPr lang="en-US"/>
          </a:p>
        </p:txBody>
      </p:sp>
      <p:sp>
        <p:nvSpPr>
          <p:cNvPr id="107" name="Text 105"/>
          <p:cNvSpPr/>
          <p:nvPr/>
        </p:nvSpPr>
        <p:spPr>
          <a:xfrm>
            <a:off x="10677205" y="2103120"/>
            <a:ext cx="965850"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txBody>
          <a:bodyPr/>
          <a:lstStyle/>
          <a:p>
            <a:endParaRPr lang="en-US"/>
          </a:p>
        </p:txBody>
      </p:sp>
      <p:sp>
        <p:nvSpPr>
          <p:cNvPr id="109" name="Text 107"/>
          <p:cNvSpPr/>
          <p:nvPr/>
        </p:nvSpPr>
        <p:spPr>
          <a:xfrm>
            <a:off x="10695493" y="3291840"/>
            <a:ext cx="874410"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txBody>
          <a:bodyPr/>
          <a:lstStyle/>
          <a:p>
            <a:endParaRPr lang="en-US"/>
          </a:p>
        </p:txBody>
      </p:sp>
      <p:sp>
        <p:nvSpPr>
          <p:cNvPr id="113" name="Text 111"/>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txBody>
          <a:bodyPr/>
          <a:lstStyle/>
          <a:p>
            <a:endParaRPr lang="en-US"/>
          </a:p>
        </p:txBody>
      </p:sp>
      <p:sp>
        <p:nvSpPr>
          <p:cNvPr id="115" name="Text 113"/>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txBody>
          <a:bodyPr/>
          <a:lstStyle/>
          <a:p>
            <a:endParaRPr lang="en-US"/>
          </a:p>
        </p:txBody>
      </p:sp>
      <p:sp>
        <p:nvSpPr>
          <p:cNvPr id="117" name="Text 115"/>
          <p:cNvSpPr/>
          <p:nvPr/>
        </p:nvSpPr>
        <p:spPr>
          <a:xfrm>
            <a:off x="4553712"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txBody>
          <a:bodyPr/>
          <a:lstStyle/>
          <a:p>
            <a:endParaRPr lang="en-US"/>
          </a:p>
        </p:txBody>
      </p:sp>
      <p:sp>
        <p:nvSpPr>
          <p:cNvPr id="119" name="Text 117"/>
          <p:cNvSpPr/>
          <p:nvPr/>
        </p:nvSpPr>
        <p:spPr>
          <a:xfrm>
            <a:off x="6611112"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
        <p:nvSpPr>
          <p:cNvPr id="120" name="Text 118"/>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Een inspiratiesessie met een werkende demo: nog niet alles werkt vandaag perfect.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lang="en-US"/>
          </a:p>
        </p:txBody>
      </p:sp>
      <p:sp>
        <p:nvSpPr>
          <p:cNvPr id="3" name="Shape 1"/>
          <p:cNvSpPr/>
          <p:nvPr/>
        </p:nvSpPr>
        <p:spPr>
          <a:xfrm>
            <a:off x="11212173" y="399224"/>
            <a:ext cx="34616" cy="34616"/>
          </a:xfrm>
          <a:prstGeom prst="ellipse">
            <a:avLst/>
          </a:prstGeom>
          <a:solidFill>
            <a:srgbClr val="F4D9DC"/>
          </a:solidFill>
          <a:ln/>
        </p:spPr>
        <p:txBody>
          <a:bodyPr/>
          <a:lstStyle/>
          <a:p>
            <a:endParaRPr lang="en-US"/>
          </a:p>
        </p:txBody>
      </p:sp>
      <p:sp>
        <p:nvSpPr>
          <p:cNvPr id="4" name="Shape 2"/>
          <p:cNvSpPr/>
          <p:nvPr/>
        </p:nvSpPr>
        <p:spPr>
          <a:xfrm>
            <a:off x="11398641" y="399224"/>
            <a:ext cx="34616" cy="34616"/>
          </a:xfrm>
          <a:prstGeom prst="ellipse">
            <a:avLst/>
          </a:prstGeom>
          <a:solidFill>
            <a:srgbClr val="F4D9DC"/>
          </a:solidFill>
          <a:ln/>
        </p:spPr>
        <p:txBody>
          <a:bodyPr/>
          <a:lstStyle/>
          <a:p>
            <a:endParaRPr lang="en-US"/>
          </a:p>
        </p:txBody>
      </p:sp>
      <p:sp>
        <p:nvSpPr>
          <p:cNvPr id="5" name="Shape 3"/>
          <p:cNvSpPr/>
          <p:nvPr/>
        </p:nvSpPr>
        <p:spPr>
          <a:xfrm>
            <a:off x="11258374" y="435357"/>
            <a:ext cx="51936" cy="51936"/>
          </a:xfrm>
          <a:prstGeom prst="ellipse">
            <a:avLst/>
          </a:prstGeom>
          <a:solidFill>
            <a:srgbClr val="F4D9DC"/>
          </a:solidFill>
          <a:ln/>
        </p:spPr>
        <p:txBody>
          <a:bodyPr/>
          <a:lstStyle/>
          <a:p>
            <a:endParaRPr lang="en-US"/>
          </a:p>
        </p:txBody>
      </p:sp>
      <p:sp>
        <p:nvSpPr>
          <p:cNvPr id="6" name="Shape 4"/>
          <p:cNvSpPr/>
          <p:nvPr/>
        </p:nvSpPr>
        <p:spPr>
          <a:xfrm>
            <a:off x="11335407" y="435306"/>
            <a:ext cx="51718" cy="51718"/>
          </a:xfrm>
          <a:prstGeom prst="ellipse">
            <a:avLst/>
          </a:prstGeom>
          <a:solidFill>
            <a:srgbClr val="F4D9DC"/>
          </a:solidFill>
          <a:ln/>
        </p:spPr>
        <p:txBody>
          <a:bodyPr/>
          <a:lstStyle/>
          <a:p>
            <a:endParaRPr lang="en-US"/>
          </a:p>
        </p:txBody>
      </p:sp>
      <p:sp>
        <p:nvSpPr>
          <p:cNvPr id="7" name="Shape 5"/>
          <p:cNvSpPr/>
          <p:nvPr/>
        </p:nvSpPr>
        <p:spPr>
          <a:xfrm>
            <a:off x="11127388" y="442398"/>
            <a:ext cx="35294" cy="35294"/>
          </a:xfrm>
          <a:prstGeom prst="ellipse">
            <a:avLst/>
          </a:prstGeom>
          <a:solidFill>
            <a:srgbClr val="F4D9DC"/>
          </a:solidFill>
          <a:ln/>
        </p:spPr>
        <p:txBody>
          <a:bodyPr/>
          <a:lstStyle/>
          <a:p>
            <a:endParaRPr lang="en-US"/>
          </a:p>
        </p:txBody>
      </p:sp>
      <p:sp>
        <p:nvSpPr>
          <p:cNvPr id="8" name="Shape 6"/>
          <p:cNvSpPr/>
          <p:nvPr/>
        </p:nvSpPr>
        <p:spPr>
          <a:xfrm>
            <a:off x="11482145" y="441649"/>
            <a:ext cx="35960" cy="35960"/>
          </a:xfrm>
          <a:prstGeom prst="ellipse">
            <a:avLst/>
          </a:prstGeom>
          <a:solidFill>
            <a:srgbClr val="F4D9DC"/>
          </a:solidFill>
          <a:ln/>
        </p:spPr>
        <p:txBody>
          <a:bodyPr/>
          <a:lstStyle/>
          <a:p>
            <a:endParaRPr lang="en-US"/>
          </a:p>
        </p:txBody>
      </p:sp>
      <p:sp>
        <p:nvSpPr>
          <p:cNvPr id="9" name="Shape 7"/>
          <p:cNvSpPr/>
          <p:nvPr/>
        </p:nvSpPr>
        <p:spPr>
          <a:xfrm>
            <a:off x="11185603" y="459328"/>
            <a:ext cx="52167" cy="52167"/>
          </a:xfrm>
          <a:prstGeom prst="ellipse">
            <a:avLst/>
          </a:prstGeom>
          <a:solidFill>
            <a:srgbClr val="F4D9DC"/>
          </a:solidFill>
          <a:ln/>
        </p:spPr>
        <p:txBody>
          <a:bodyPr/>
          <a:lstStyle/>
          <a:p>
            <a:endParaRPr lang="en-US"/>
          </a:p>
        </p:txBody>
      </p:sp>
      <p:sp>
        <p:nvSpPr>
          <p:cNvPr id="10" name="Shape 8"/>
          <p:cNvSpPr/>
          <p:nvPr/>
        </p:nvSpPr>
        <p:spPr>
          <a:xfrm>
            <a:off x="11408043" y="458713"/>
            <a:ext cx="52384" cy="52384"/>
          </a:xfrm>
          <a:prstGeom prst="ellipse">
            <a:avLst/>
          </a:prstGeom>
          <a:solidFill>
            <a:srgbClr val="F4D9DC"/>
          </a:solidFill>
          <a:ln/>
        </p:spPr>
        <p:txBody>
          <a:bodyPr/>
          <a:lstStyle/>
          <a:p>
            <a:endParaRPr lang="en-US"/>
          </a:p>
        </p:txBody>
      </p:sp>
      <p:sp>
        <p:nvSpPr>
          <p:cNvPr id="11" name="Shape 9"/>
          <p:cNvSpPr/>
          <p:nvPr/>
        </p:nvSpPr>
        <p:spPr>
          <a:xfrm>
            <a:off x="11241891" y="499749"/>
            <a:ext cx="36613" cy="36613"/>
          </a:xfrm>
          <a:prstGeom prst="ellipse">
            <a:avLst/>
          </a:prstGeom>
          <a:solidFill>
            <a:srgbClr val="F4D9DC"/>
          </a:solidFill>
          <a:ln/>
        </p:spPr>
        <p:txBody>
          <a:bodyPr/>
          <a:lstStyle/>
          <a:p>
            <a:endParaRPr lang="en-US"/>
          </a:p>
        </p:txBody>
      </p:sp>
      <p:sp>
        <p:nvSpPr>
          <p:cNvPr id="12" name="Shape 10"/>
          <p:cNvSpPr/>
          <p:nvPr/>
        </p:nvSpPr>
        <p:spPr>
          <a:xfrm>
            <a:off x="11294557" y="500146"/>
            <a:ext cx="57223" cy="57223"/>
          </a:xfrm>
          <a:prstGeom prst="ellipse">
            <a:avLst/>
          </a:prstGeom>
          <a:solidFill>
            <a:srgbClr val="F4D9DC"/>
          </a:solidFill>
          <a:ln/>
        </p:spPr>
        <p:txBody>
          <a:bodyPr/>
          <a:lstStyle/>
          <a:p>
            <a:endParaRPr lang="en-US"/>
          </a:p>
        </p:txBody>
      </p:sp>
      <p:sp>
        <p:nvSpPr>
          <p:cNvPr id="13" name="Shape 11"/>
          <p:cNvSpPr/>
          <p:nvPr/>
        </p:nvSpPr>
        <p:spPr>
          <a:xfrm>
            <a:off x="11364102" y="498770"/>
            <a:ext cx="35294" cy="35294"/>
          </a:xfrm>
          <a:prstGeom prst="ellipse">
            <a:avLst/>
          </a:prstGeom>
          <a:solidFill>
            <a:srgbClr val="F4D9DC"/>
          </a:solidFill>
          <a:ln/>
        </p:spPr>
        <p:txBody>
          <a:bodyPr/>
          <a:lstStyle/>
          <a:p>
            <a:endParaRPr lang="en-US"/>
          </a:p>
        </p:txBody>
      </p:sp>
      <p:sp>
        <p:nvSpPr>
          <p:cNvPr id="14" name="Shape 12"/>
          <p:cNvSpPr/>
          <p:nvPr/>
        </p:nvSpPr>
        <p:spPr>
          <a:xfrm>
            <a:off x="11123515" y="504524"/>
            <a:ext cx="51936" cy="51936"/>
          </a:xfrm>
          <a:prstGeom prst="ellipse">
            <a:avLst/>
          </a:prstGeom>
          <a:solidFill>
            <a:srgbClr val="F4D9DC"/>
          </a:solidFill>
          <a:ln/>
        </p:spPr>
        <p:txBody>
          <a:bodyPr/>
          <a:lstStyle/>
          <a:p>
            <a:endParaRPr lang="en-US"/>
          </a:p>
        </p:txBody>
      </p:sp>
      <p:sp>
        <p:nvSpPr>
          <p:cNvPr id="15" name="Shape 13"/>
          <p:cNvSpPr/>
          <p:nvPr/>
        </p:nvSpPr>
        <p:spPr>
          <a:xfrm>
            <a:off x="11470202" y="504300"/>
            <a:ext cx="52384" cy="52384"/>
          </a:xfrm>
          <a:prstGeom prst="ellipse">
            <a:avLst/>
          </a:prstGeom>
          <a:solidFill>
            <a:srgbClr val="F4D9DC"/>
          </a:solidFill>
          <a:ln/>
        </p:spPr>
        <p:txBody>
          <a:bodyPr/>
          <a:lstStyle/>
          <a:p>
            <a:endParaRPr lang="en-US"/>
          </a:p>
        </p:txBody>
      </p:sp>
      <p:sp>
        <p:nvSpPr>
          <p:cNvPr id="16" name="Shape 14"/>
          <p:cNvSpPr/>
          <p:nvPr/>
        </p:nvSpPr>
        <p:spPr>
          <a:xfrm>
            <a:off x="11060774" y="508825"/>
            <a:ext cx="35627" cy="35627"/>
          </a:xfrm>
          <a:prstGeom prst="ellipse">
            <a:avLst/>
          </a:prstGeom>
          <a:solidFill>
            <a:srgbClr val="F4D9DC"/>
          </a:solidFill>
          <a:ln/>
        </p:spPr>
        <p:txBody>
          <a:bodyPr/>
          <a:lstStyle/>
          <a:p>
            <a:endParaRPr lang="en-US"/>
          </a:p>
        </p:txBody>
      </p:sp>
      <p:sp>
        <p:nvSpPr>
          <p:cNvPr id="17" name="Shape 15"/>
          <p:cNvSpPr/>
          <p:nvPr/>
        </p:nvSpPr>
        <p:spPr>
          <a:xfrm>
            <a:off x="11548535" y="508038"/>
            <a:ext cx="36613" cy="36613"/>
          </a:xfrm>
          <a:prstGeom prst="ellipse">
            <a:avLst/>
          </a:prstGeom>
          <a:solidFill>
            <a:srgbClr val="F4D9DC"/>
          </a:solidFill>
          <a:ln/>
        </p:spPr>
        <p:txBody>
          <a:bodyPr/>
          <a:lstStyle/>
          <a:p>
            <a:endParaRPr lang="en-US"/>
          </a:p>
        </p:txBody>
      </p:sp>
      <p:sp>
        <p:nvSpPr>
          <p:cNvPr id="18" name="Shape 16"/>
          <p:cNvSpPr/>
          <p:nvPr/>
        </p:nvSpPr>
        <p:spPr>
          <a:xfrm>
            <a:off x="11191466" y="533379"/>
            <a:ext cx="57825" cy="57825"/>
          </a:xfrm>
          <a:prstGeom prst="ellipse">
            <a:avLst/>
          </a:prstGeom>
          <a:solidFill>
            <a:srgbClr val="F4D9DC"/>
          </a:solidFill>
          <a:ln/>
        </p:spPr>
        <p:txBody>
          <a:bodyPr/>
          <a:lstStyle/>
          <a:p>
            <a:endParaRPr lang="en-US"/>
          </a:p>
        </p:txBody>
      </p:sp>
      <p:sp>
        <p:nvSpPr>
          <p:cNvPr id="19" name="Shape 17"/>
          <p:cNvSpPr/>
          <p:nvPr/>
        </p:nvSpPr>
        <p:spPr>
          <a:xfrm>
            <a:off x="11396535" y="533494"/>
            <a:ext cx="57428" cy="57428"/>
          </a:xfrm>
          <a:prstGeom prst="ellipse">
            <a:avLst/>
          </a:prstGeom>
          <a:solidFill>
            <a:srgbClr val="F4D9DC"/>
          </a:solidFill>
          <a:ln/>
        </p:spPr>
        <p:txBody>
          <a:bodyPr/>
          <a:lstStyle/>
          <a:p>
            <a:endParaRPr lang="en-US"/>
          </a:p>
        </p:txBody>
      </p:sp>
      <p:sp>
        <p:nvSpPr>
          <p:cNvPr id="20" name="Shape 18"/>
          <p:cNvSpPr/>
          <p:nvPr/>
        </p:nvSpPr>
        <p:spPr>
          <a:xfrm>
            <a:off x="11079087" y="567226"/>
            <a:ext cx="51270" cy="51270"/>
          </a:xfrm>
          <a:prstGeom prst="ellipse">
            <a:avLst/>
          </a:prstGeom>
          <a:solidFill>
            <a:srgbClr val="F4D9DC"/>
          </a:solidFill>
          <a:ln/>
        </p:spPr>
        <p:txBody>
          <a:bodyPr/>
          <a:lstStyle/>
          <a:p>
            <a:endParaRPr lang="en-US"/>
          </a:p>
        </p:txBody>
      </p:sp>
      <p:sp>
        <p:nvSpPr>
          <p:cNvPr id="21" name="Shape 19"/>
          <p:cNvSpPr/>
          <p:nvPr/>
        </p:nvSpPr>
        <p:spPr>
          <a:xfrm>
            <a:off x="11339728" y="567053"/>
            <a:ext cx="34616" cy="34616"/>
          </a:xfrm>
          <a:prstGeom prst="ellipse">
            <a:avLst/>
          </a:prstGeom>
          <a:solidFill>
            <a:srgbClr val="F4D9DC"/>
          </a:solidFill>
          <a:ln/>
        </p:spPr>
        <p:txBody>
          <a:bodyPr/>
          <a:lstStyle/>
          <a:p>
            <a:endParaRPr lang="en-US"/>
          </a:p>
        </p:txBody>
      </p:sp>
      <p:sp>
        <p:nvSpPr>
          <p:cNvPr id="22" name="Shape 20"/>
          <p:cNvSpPr/>
          <p:nvPr/>
        </p:nvSpPr>
        <p:spPr>
          <a:xfrm>
            <a:off x="11515167" y="566234"/>
            <a:ext cx="52819" cy="52819"/>
          </a:xfrm>
          <a:prstGeom prst="ellipse">
            <a:avLst/>
          </a:prstGeom>
          <a:solidFill>
            <a:srgbClr val="F4D9DC"/>
          </a:solidFill>
          <a:ln/>
        </p:spPr>
        <p:txBody>
          <a:bodyPr/>
          <a:lstStyle/>
          <a:p>
            <a:endParaRPr lang="en-US"/>
          </a:p>
        </p:txBody>
      </p:sp>
      <p:sp>
        <p:nvSpPr>
          <p:cNvPr id="23" name="Shape 21"/>
          <p:cNvSpPr/>
          <p:nvPr/>
        </p:nvSpPr>
        <p:spPr>
          <a:xfrm>
            <a:off x="11262860" y="569742"/>
            <a:ext cx="34961" cy="34961"/>
          </a:xfrm>
          <a:prstGeom prst="ellipse">
            <a:avLst/>
          </a:prstGeom>
          <a:solidFill>
            <a:srgbClr val="F4D9DC"/>
          </a:solidFill>
          <a:ln/>
        </p:spPr>
        <p:txBody>
          <a:bodyPr/>
          <a:lstStyle/>
          <a:p>
            <a:endParaRPr lang="en-US"/>
          </a:p>
        </p:txBody>
      </p:sp>
      <p:sp>
        <p:nvSpPr>
          <p:cNvPr id="24" name="Shape 22"/>
          <p:cNvSpPr/>
          <p:nvPr/>
        </p:nvSpPr>
        <p:spPr>
          <a:xfrm>
            <a:off x="11462521" y="569818"/>
            <a:ext cx="35294" cy="35294"/>
          </a:xfrm>
          <a:prstGeom prst="ellipse">
            <a:avLst/>
          </a:prstGeom>
          <a:solidFill>
            <a:srgbClr val="F4D9DC"/>
          </a:solidFill>
          <a:ln/>
        </p:spPr>
        <p:txBody>
          <a:bodyPr/>
          <a:lstStyle/>
          <a:p>
            <a:endParaRPr lang="en-US"/>
          </a:p>
        </p:txBody>
      </p:sp>
      <p:sp>
        <p:nvSpPr>
          <p:cNvPr id="25" name="Shape 23"/>
          <p:cNvSpPr/>
          <p:nvPr/>
        </p:nvSpPr>
        <p:spPr>
          <a:xfrm>
            <a:off x="11145681" y="573441"/>
            <a:ext cx="34270" cy="34270"/>
          </a:xfrm>
          <a:prstGeom prst="ellipse">
            <a:avLst/>
          </a:prstGeom>
          <a:solidFill>
            <a:srgbClr val="F4D9DC"/>
          </a:solidFill>
          <a:ln/>
        </p:spPr>
        <p:txBody>
          <a:bodyPr/>
          <a:lstStyle/>
          <a:p>
            <a:endParaRPr lang="en-US"/>
          </a:p>
        </p:txBody>
      </p:sp>
      <p:sp>
        <p:nvSpPr>
          <p:cNvPr id="26" name="Shape 24"/>
          <p:cNvSpPr/>
          <p:nvPr/>
        </p:nvSpPr>
        <p:spPr>
          <a:xfrm>
            <a:off x="11592015" y="593213"/>
            <a:ext cx="35294" cy="35294"/>
          </a:xfrm>
          <a:prstGeom prst="ellipse">
            <a:avLst/>
          </a:prstGeom>
          <a:solidFill>
            <a:srgbClr val="F4D9DC"/>
          </a:solidFill>
          <a:ln/>
        </p:spPr>
        <p:txBody>
          <a:bodyPr/>
          <a:lstStyle/>
          <a:p>
            <a:endParaRPr lang="en-US"/>
          </a:p>
        </p:txBody>
      </p:sp>
      <p:sp>
        <p:nvSpPr>
          <p:cNvPr id="27" name="Shape 25"/>
          <p:cNvSpPr/>
          <p:nvPr/>
        </p:nvSpPr>
        <p:spPr>
          <a:xfrm>
            <a:off x="11019124" y="593444"/>
            <a:ext cx="34616" cy="34616"/>
          </a:xfrm>
          <a:prstGeom prst="ellipse">
            <a:avLst/>
          </a:prstGeom>
          <a:solidFill>
            <a:srgbClr val="F4D9DC"/>
          </a:solidFill>
          <a:ln/>
        </p:spPr>
        <p:txBody>
          <a:bodyPr/>
          <a:lstStyle/>
          <a:p>
            <a:endParaRPr lang="en-US"/>
          </a:p>
        </p:txBody>
      </p:sp>
      <p:sp>
        <p:nvSpPr>
          <p:cNvPr id="28" name="Shape 26"/>
          <p:cNvSpPr/>
          <p:nvPr/>
        </p:nvSpPr>
        <p:spPr>
          <a:xfrm>
            <a:off x="11403576" y="610214"/>
            <a:ext cx="34961" cy="34961"/>
          </a:xfrm>
          <a:prstGeom prst="ellipse">
            <a:avLst/>
          </a:prstGeom>
          <a:solidFill>
            <a:srgbClr val="F4D9DC"/>
          </a:solidFill>
          <a:ln/>
        </p:spPr>
        <p:txBody>
          <a:bodyPr/>
          <a:lstStyle/>
          <a:p>
            <a:endParaRPr lang="en-US"/>
          </a:p>
        </p:txBody>
      </p:sp>
      <p:sp>
        <p:nvSpPr>
          <p:cNvPr id="29" name="Shape 27"/>
          <p:cNvSpPr/>
          <p:nvPr/>
        </p:nvSpPr>
        <p:spPr>
          <a:xfrm>
            <a:off x="11201662" y="616570"/>
            <a:ext cx="35627" cy="35627"/>
          </a:xfrm>
          <a:prstGeom prst="ellipse">
            <a:avLst/>
          </a:prstGeom>
          <a:solidFill>
            <a:srgbClr val="F4D9DC"/>
          </a:solidFill>
          <a:ln/>
        </p:spPr>
        <p:txBody>
          <a:bodyPr/>
          <a:lstStyle/>
          <a:p>
            <a:endParaRPr lang="en-US"/>
          </a:p>
        </p:txBody>
      </p:sp>
      <p:sp>
        <p:nvSpPr>
          <p:cNvPr id="30" name="Shape 28"/>
          <p:cNvSpPr/>
          <p:nvPr/>
        </p:nvSpPr>
        <p:spPr>
          <a:xfrm>
            <a:off x="11127484" y="620705"/>
            <a:ext cx="58030" cy="58030"/>
          </a:xfrm>
          <a:prstGeom prst="ellipse">
            <a:avLst/>
          </a:prstGeom>
          <a:solidFill>
            <a:srgbClr val="F4D9DC"/>
          </a:solidFill>
          <a:ln/>
        </p:spPr>
        <p:txBody>
          <a:bodyPr/>
          <a:lstStyle/>
          <a:p>
            <a:endParaRPr lang="en-US"/>
          </a:p>
        </p:txBody>
      </p:sp>
      <p:sp>
        <p:nvSpPr>
          <p:cNvPr id="31" name="Shape 29"/>
          <p:cNvSpPr/>
          <p:nvPr/>
        </p:nvSpPr>
        <p:spPr>
          <a:xfrm>
            <a:off x="11460767" y="620852"/>
            <a:ext cx="57428" cy="57428"/>
          </a:xfrm>
          <a:prstGeom prst="ellipse">
            <a:avLst/>
          </a:prstGeom>
          <a:solidFill>
            <a:srgbClr val="F4D9DC"/>
          </a:solidFill>
          <a:ln/>
        </p:spPr>
        <p:txBody>
          <a:bodyPr/>
          <a:lstStyle/>
          <a:p>
            <a:endParaRPr lang="en-US"/>
          </a:p>
        </p:txBody>
      </p:sp>
      <p:sp>
        <p:nvSpPr>
          <p:cNvPr id="32" name="Shape 30"/>
          <p:cNvSpPr/>
          <p:nvPr/>
        </p:nvSpPr>
        <p:spPr>
          <a:xfrm>
            <a:off x="11055219" y="640144"/>
            <a:ext cx="51718" cy="51718"/>
          </a:xfrm>
          <a:prstGeom prst="ellipse">
            <a:avLst/>
          </a:prstGeom>
          <a:solidFill>
            <a:srgbClr val="F4D9DC"/>
          </a:solidFill>
          <a:ln/>
        </p:spPr>
        <p:txBody>
          <a:bodyPr/>
          <a:lstStyle/>
          <a:p>
            <a:endParaRPr lang="en-US"/>
          </a:p>
        </p:txBody>
      </p:sp>
      <p:sp>
        <p:nvSpPr>
          <p:cNvPr id="33" name="Shape 31"/>
          <p:cNvSpPr/>
          <p:nvPr/>
        </p:nvSpPr>
        <p:spPr>
          <a:xfrm>
            <a:off x="11539330" y="640266"/>
            <a:ext cx="51270" cy="51270"/>
          </a:xfrm>
          <a:prstGeom prst="ellipse">
            <a:avLst/>
          </a:prstGeom>
          <a:solidFill>
            <a:srgbClr val="F4D9DC"/>
          </a:solidFill>
          <a:ln/>
        </p:spPr>
        <p:txBody>
          <a:bodyPr/>
          <a:lstStyle/>
          <a:p>
            <a:endParaRPr lang="en-US"/>
          </a:p>
        </p:txBody>
      </p:sp>
      <p:sp>
        <p:nvSpPr>
          <p:cNvPr id="34" name="Shape 32"/>
          <p:cNvSpPr/>
          <p:nvPr/>
        </p:nvSpPr>
        <p:spPr>
          <a:xfrm>
            <a:off x="11429576" y="682274"/>
            <a:ext cx="35627" cy="35627"/>
          </a:xfrm>
          <a:prstGeom prst="ellipse">
            <a:avLst/>
          </a:prstGeom>
          <a:solidFill>
            <a:srgbClr val="F4D9DC"/>
          </a:solidFill>
          <a:ln/>
        </p:spPr>
        <p:txBody>
          <a:bodyPr/>
          <a:lstStyle/>
          <a:p>
            <a:endParaRPr lang="en-US"/>
          </a:p>
        </p:txBody>
      </p:sp>
      <p:sp>
        <p:nvSpPr>
          <p:cNvPr id="35" name="Shape 33"/>
          <p:cNvSpPr/>
          <p:nvPr/>
        </p:nvSpPr>
        <p:spPr>
          <a:xfrm>
            <a:off x="11004076" y="687222"/>
            <a:ext cx="34616" cy="34616"/>
          </a:xfrm>
          <a:prstGeom prst="ellipse">
            <a:avLst/>
          </a:prstGeom>
          <a:solidFill>
            <a:srgbClr val="F4D9DC"/>
          </a:solidFill>
          <a:ln/>
        </p:spPr>
        <p:txBody>
          <a:bodyPr/>
          <a:lstStyle/>
          <a:p>
            <a:endParaRPr lang="en-US"/>
          </a:p>
        </p:txBody>
      </p:sp>
      <p:sp>
        <p:nvSpPr>
          <p:cNvPr id="36" name="Shape 34"/>
          <p:cNvSpPr/>
          <p:nvPr/>
        </p:nvSpPr>
        <p:spPr>
          <a:xfrm>
            <a:off x="11502052" y="685321"/>
            <a:ext cx="34270" cy="34270"/>
          </a:xfrm>
          <a:prstGeom prst="ellipse">
            <a:avLst/>
          </a:prstGeom>
          <a:solidFill>
            <a:srgbClr val="F4D9DC"/>
          </a:solidFill>
          <a:ln/>
        </p:spPr>
        <p:txBody>
          <a:bodyPr/>
          <a:lstStyle/>
          <a:p>
            <a:endParaRPr lang="en-US"/>
          </a:p>
        </p:txBody>
      </p:sp>
      <p:sp>
        <p:nvSpPr>
          <p:cNvPr id="37" name="Shape 35"/>
          <p:cNvSpPr/>
          <p:nvPr/>
        </p:nvSpPr>
        <p:spPr>
          <a:xfrm>
            <a:off x="11606321" y="686422"/>
            <a:ext cx="35627" cy="35627"/>
          </a:xfrm>
          <a:prstGeom prst="ellipse">
            <a:avLst/>
          </a:prstGeom>
          <a:solidFill>
            <a:srgbClr val="F4D9DC"/>
          </a:solidFill>
          <a:ln/>
        </p:spPr>
        <p:txBody>
          <a:bodyPr/>
          <a:lstStyle/>
          <a:p>
            <a:endParaRPr lang="en-US"/>
          </a:p>
        </p:txBody>
      </p:sp>
      <p:sp>
        <p:nvSpPr>
          <p:cNvPr id="38" name="Shape 36"/>
          <p:cNvSpPr/>
          <p:nvPr/>
        </p:nvSpPr>
        <p:spPr>
          <a:xfrm>
            <a:off x="11108908" y="688957"/>
            <a:ext cx="35294" cy="35294"/>
          </a:xfrm>
          <a:prstGeom prst="ellipse">
            <a:avLst/>
          </a:prstGeom>
          <a:solidFill>
            <a:srgbClr val="F4D9DC"/>
          </a:solidFill>
          <a:ln/>
        </p:spPr>
        <p:txBody>
          <a:bodyPr/>
          <a:lstStyle/>
          <a:p>
            <a:endParaRPr lang="en-US"/>
          </a:p>
        </p:txBody>
      </p:sp>
      <p:sp>
        <p:nvSpPr>
          <p:cNvPr id="39" name="Shape 37"/>
          <p:cNvSpPr/>
          <p:nvPr/>
        </p:nvSpPr>
        <p:spPr>
          <a:xfrm>
            <a:off x="11179733" y="690371"/>
            <a:ext cx="36613" cy="36613"/>
          </a:xfrm>
          <a:prstGeom prst="ellipse">
            <a:avLst/>
          </a:prstGeom>
          <a:solidFill>
            <a:srgbClr val="F4D9DC"/>
          </a:solidFill>
          <a:ln/>
        </p:spPr>
        <p:txBody>
          <a:bodyPr/>
          <a:lstStyle/>
          <a:p>
            <a:endParaRPr lang="en-US"/>
          </a:p>
        </p:txBody>
      </p:sp>
      <p:sp>
        <p:nvSpPr>
          <p:cNvPr id="40" name="Shape 38"/>
          <p:cNvSpPr/>
          <p:nvPr/>
        </p:nvSpPr>
        <p:spPr>
          <a:xfrm>
            <a:off x="11054764" y="716576"/>
            <a:ext cx="51936" cy="51936"/>
          </a:xfrm>
          <a:prstGeom prst="ellipse">
            <a:avLst/>
          </a:prstGeom>
          <a:solidFill>
            <a:srgbClr val="F4D9DC"/>
          </a:solidFill>
          <a:ln/>
        </p:spPr>
        <p:txBody>
          <a:bodyPr/>
          <a:lstStyle/>
          <a:p>
            <a:endParaRPr lang="en-US"/>
          </a:p>
        </p:txBody>
      </p:sp>
      <p:sp>
        <p:nvSpPr>
          <p:cNvPr id="41" name="Shape 39"/>
          <p:cNvSpPr/>
          <p:nvPr/>
        </p:nvSpPr>
        <p:spPr>
          <a:xfrm>
            <a:off x="11539023" y="716851"/>
            <a:ext cx="51488" cy="51488"/>
          </a:xfrm>
          <a:prstGeom prst="ellipse">
            <a:avLst/>
          </a:prstGeom>
          <a:solidFill>
            <a:srgbClr val="F4D9DC"/>
          </a:solidFill>
          <a:ln/>
        </p:spPr>
        <p:txBody>
          <a:bodyPr/>
          <a:lstStyle/>
          <a:p>
            <a:endParaRPr lang="en-US"/>
          </a:p>
        </p:txBody>
      </p:sp>
      <p:sp>
        <p:nvSpPr>
          <p:cNvPr id="42" name="Shape 40"/>
          <p:cNvSpPr/>
          <p:nvPr/>
        </p:nvSpPr>
        <p:spPr>
          <a:xfrm>
            <a:off x="11127490" y="729288"/>
            <a:ext cx="58222" cy="58222"/>
          </a:xfrm>
          <a:prstGeom prst="ellipse">
            <a:avLst/>
          </a:prstGeom>
          <a:solidFill>
            <a:srgbClr val="F4D9DC"/>
          </a:solidFill>
          <a:ln/>
        </p:spPr>
        <p:txBody>
          <a:bodyPr/>
          <a:lstStyle/>
          <a:p>
            <a:endParaRPr lang="en-US"/>
          </a:p>
        </p:txBody>
      </p:sp>
      <p:sp>
        <p:nvSpPr>
          <p:cNvPr id="43" name="Shape 41"/>
          <p:cNvSpPr/>
          <p:nvPr/>
        </p:nvSpPr>
        <p:spPr>
          <a:xfrm>
            <a:off x="11460671" y="729781"/>
            <a:ext cx="57633" cy="57633"/>
          </a:xfrm>
          <a:prstGeom prst="ellipse">
            <a:avLst/>
          </a:prstGeom>
          <a:solidFill>
            <a:srgbClr val="F4D9DC"/>
          </a:solidFill>
          <a:ln/>
        </p:spPr>
        <p:txBody>
          <a:bodyPr/>
          <a:lstStyle/>
          <a:p>
            <a:endParaRPr lang="en-US"/>
          </a:p>
        </p:txBody>
      </p:sp>
      <p:sp>
        <p:nvSpPr>
          <p:cNvPr id="44" name="Shape 42"/>
          <p:cNvSpPr/>
          <p:nvPr/>
        </p:nvSpPr>
        <p:spPr>
          <a:xfrm>
            <a:off x="11407973" y="756415"/>
            <a:ext cx="35960" cy="35960"/>
          </a:xfrm>
          <a:prstGeom prst="ellipse">
            <a:avLst/>
          </a:prstGeom>
          <a:solidFill>
            <a:srgbClr val="F4D9DC"/>
          </a:solidFill>
          <a:ln/>
        </p:spPr>
        <p:txBody>
          <a:bodyPr/>
          <a:lstStyle/>
          <a:p>
            <a:endParaRPr lang="en-US"/>
          </a:p>
        </p:txBody>
      </p:sp>
      <p:sp>
        <p:nvSpPr>
          <p:cNvPr id="45" name="Shape 43"/>
          <p:cNvSpPr/>
          <p:nvPr/>
        </p:nvSpPr>
        <p:spPr>
          <a:xfrm>
            <a:off x="11207308" y="763884"/>
            <a:ext cx="34616" cy="34616"/>
          </a:xfrm>
          <a:prstGeom prst="ellipse">
            <a:avLst/>
          </a:prstGeom>
          <a:solidFill>
            <a:srgbClr val="F4D9DC"/>
          </a:solidFill>
          <a:ln/>
        </p:spPr>
        <p:txBody>
          <a:bodyPr/>
          <a:lstStyle/>
          <a:p>
            <a:endParaRPr lang="en-US"/>
          </a:p>
        </p:txBody>
      </p:sp>
      <p:sp>
        <p:nvSpPr>
          <p:cNvPr id="46" name="Shape 44"/>
          <p:cNvSpPr/>
          <p:nvPr/>
        </p:nvSpPr>
        <p:spPr>
          <a:xfrm>
            <a:off x="11018670" y="780462"/>
            <a:ext cx="34616" cy="34616"/>
          </a:xfrm>
          <a:prstGeom prst="ellipse">
            <a:avLst/>
          </a:prstGeom>
          <a:solidFill>
            <a:srgbClr val="F4D9DC"/>
          </a:solidFill>
          <a:ln/>
        </p:spPr>
        <p:txBody>
          <a:bodyPr/>
          <a:lstStyle/>
          <a:p>
            <a:endParaRPr lang="en-US"/>
          </a:p>
        </p:txBody>
      </p:sp>
      <p:sp>
        <p:nvSpPr>
          <p:cNvPr id="47" name="Shape 45"/>
          <p:cNvSpPr/>
          <p:nvPr/>
        </p:nvSpPr>
        <p:spPr>
          <a:xfrm>
            <a:off x="11591670" y="780123"/>
            <a:ext cx="35294" cy="35294"/>
          </a:xfrm>
          <a:prstGeom prst="ellipse">
            <a:avLst/>
          </a:prstGeom>
          <a:solidFill>
            <a:srgbClr val="F4D9DC"/>
          </a:solidFill>
          <a:ln/>
        </p:spPr>
        <p:txBody>
          <a:bodyPr/>
          <a:lstStyle/>
          <a:p>
            <a:endParaRPr lang="en-US"/>
          </a:p>
        </p:txBody>
      </p:sp>
      <p:sp>
        <p:nvSpPr>
          <p:cNvPr id="48" name="Shape 46"/>
          <p:cNvSpPr/>
          <p:nvPr/>
        </p:nvSpPr>
        <p:spPr>
          <a:xfrm>
            <a:off x="11079010" y="790179"/>
            <a:ext cx="51270" cy="51270"/>
          </a:xfrm>
          <a:prstGeom prst="ellipse">
            <a:avLst/>
          </a:prstGeom>
          <a:solidFill>
            <a:srgbClr val="F4D9DC"/>
          </a:solidFill>
          <a:ln/>
        </p:spPr>
        <p:txBody>
          <a:bodyPr/>
          <a:lstStyle/>
          <a:p>
            <a:endParaRPr lang="en-US"/>
          </a:p>
        </p:txBody>
      </p:sp>
      <p:sp>
        <p:nvSpPr>
          <p:cNvPr id="49" name="Shape 47"/>
          <p:cNvSpPr/>
          <p:nvPr/>
        </p:nvSpPr>
        <p:spPr>
          <a:xfrm>
            <a:off x="11515218" y="789692"/>
            <a:ext cx="52602" cy="52602"/>
          </a:xfrm>
          <a:prstGeom prst="ellipse">
            <a:avLst/>
          </a:prstGeom>
          <a:solidFill>
            <a:srgbClr val="F4D9DC"/>
          </a:solidFill>
          <a:ln/>
        </p:spPr>
        <p:txBody>
          <a:bodyPr/>
          <a:lstStyle/>
          <a:p>
            <a:endParaRPr lang="en-US"/>
          </a:p>
        </p:txBody>
      </p:sp>
      <p:sp>
        <p:nvSpPr>
          <p:cNvPr id="50" name="Shape 48"/>
          <p:cNvSpPr/>
          <p:nvPr/>
        </p:nvSpPr>
        <p:spPr>
          <a:xfrm>
            <a:off x="11147371" y="803460"/>
            <a:ext cx="35627" cy="35627"/>
          </a:xfrm>
          <a:prstGeom prst="ellipse">
            <a:avLst/>
          </a:prstGeom>
          <a:solidFill>
            <a:srgbClr val="F4D9DC"/>
          </a:solidFill>
          <a:ln/>
        </p:spPr>
        <p:txBody>
          <a:bodyPr/>
          <a:lstStyle/>
          <a:p>
            <a:endParaRPr lang="en-US"/>
          </a:p>
        </p:txBody>
      </p:sp>
      <p:sp>
        <p:nvSpPr>
          <p:cNvPr id="51" name="Shape 49"/>
          <p:cNvSpPr/>
          <p:nvPr/>
        </p:nvSpPr>
        <p:spPr>
          <a:xfrm>
            <a:off x="11347786" y="804293"/>
            <a:ext cx="35294" cy="35294"/>
          </a:xfrm>
          <a:prstGeom prst="ellipse">
            <a:avLst/>
          </a:prstGeom>
          <a:solidFill>
            <a:srgbClr val="F4D9DC"/>
          </a:solidFill>
          <a:ln/>
        </p:spPr>
        <p:txBody>
          <a:bodyPr/>
          <a:lstStyle/>
          <a:p>
            <a:endParaRPr lang="en-US"/>
          </a:p>
        </p:txBody>
      </p:sp>
      <p:sp>
        <p:nvSpPr>
          <p:cNvPr id="52" name="Shape 50"/>
          <p:cNvSpPr/>
          <p:nvPr/>
        </p:nvSpPr>
        <p:spPr>
          <a:xfrm>
            <a:off x="11465119" y="800919"/>
            <a:ext cx="34961" cy="34961"/>
          </a:xfrm>
          <a:prstGeom prst="ellipse">
            <a:avLst/>
          </a:prstGeom>
          <a:solidFill>
            <a:srgbClr val="F4D9DC"/>
          </a:solidFill>
          <a:ln/>
        </p:spPr>
        <p:txBody>
          <a:bodyPr/>
          <a:lstStyle/>
          <a:p>
            <a:endParaRPr lang="en-US"/>
          </a:p>
        </p:txBody>
      </p:sp>
      <p:sp>
        <p:nvSpPr>
          <p:cNvPr id="53" name="Shape 51"/>
          <p:cNvSpPr/>
          <p:nvPr/>
        </p:nvSpPr>
        <p:spPr>
          <a:xfrm>
            <a:off x="11270669" y="806590"/>
            <a:ext cx="35627" cy="35627"/>
          </a:xfrm>
          <a:prstGeom prst="ellipse">
            <a:avLst/>
          </a:prstGeom>
          <a:solidFill>
            <a:srgbClr val="F4D9DC"/>
          </a:solidFill>
          <a:ln/>
        </p:spPr>
        <p:txBody>
          <a:bodyPr/>
          <a:lstStyle/>
          <a:p>
            <a:endParaRPr lang="en-US"/>
          </a:p>
        </p:txBody>
      </p:sp>
      <p:sp>
        <p:nvSpPr>
          <p:cNvPr id="54" name="Shape 52"/>
          <p:cNvSpPr/>
          <p:nvPr/>
        </p:nvSpPr>
        <p:spPr>
          <a:xfrm>
            <a:off x="11191498" y="817766"/>
            <a:ext cx="57633" cy="57633"/>
          </a:xfrm>
          <a:prstGeom prst="ellipse">
            <a:avLst/>
          </a:prstGeom>
          <a:solidFill>
            <a:srgbClr val="F4D9DC"/>
          </a:solidFill>
          <a:ln/>
        </p:spPr>
        <p:txBody>
          <a:bodyPr/>
          <a:lstStyle/>
          <a:p>
            <a:endParaRPr lang="en-US"/>
          </a:p>
        </p:txBody>
      </p:sp>
      <p:sp>
        <p:nvSpPr>
          <p:cNvPr id="55" name="Shape 53"/>
          <p:cNvSpPr/>
          <p:nvPr/>
        </p:nvSpPr>
        <p:spPr>
          <a:xfrm>
            <a:off x="11396573" y="817888"/>
            <a:ext cx="57633" cy="57633"/>
          </a:xfrm>
          <a:prstGeom prst="ellipse">
            <a:avLst/>
          </a:prstGeom>
          <a:solidFill>
            <a:srgbClr val="F4D9DC"/>
          </a:solidFill>
          <a:ln/>
        </p:spPr>
        <p:txBody>
          <a:bodyPr/>
          <a:lstStyle/>
          <a:p>
            <a:endParaRPr lang="en-US"/>
          </a:p>
        </p:txBody>
      </p:sp>
      <p:sp>
        <p:nvSpPr>
          <p:cNvPr id="56" name="Shape 54"/>
          <p:cNvSpPr/>
          <p:nvPr/>
        </p:nvSpPr>
        <p:spPr>
          <a:xfrm>
            <a:off x="11123445" y="851985"/>
            <a:ext cx="52167" cy="52167"/>
          </a:xfrm>
          <a:prstGeom prst="ellipse">
            <a:avLst/>
          </a:prstGeom>
          <a:solidFill>
            <a:srgbClr val="F4D9DC"/>
          </a:solidFill>
          <a:ln/>
        </p:spPr>
        <p:txBody>
          <a:bodyPr/>
          <a:lstStyle/>
          <a:p>
            <a:endParaRPr lang="en-US"/>
          </a:p>
        </p:txBody>
      </p:sp>
      <p:sp>
        <p:nvSpPr>
          <p:cNvPr id="57" name="Shape 55"/>
          <p:cNvSpPr/>
          <p:nvPr/>
        </p:nvSpPr>
        <p:spPr>
          <a:xfrm>
            <a:off x="11294647" y="851390"/>
            <a:ext cx="57223" cy="57223"/>
          </a:xfrm>
          <a:prstGeom prst="ellipse">
            <a:avLst/>
          </a:prstGeom>
          <a:solidFill>
            <a:srgbClr val="F4D9DC"/>
          </a:solidFill>
          <a:ln/>
        </p:spPr>
        <p:txBody>
          <a:bodyPr/>
          <a:lstStyle/>
          <a:p>
            <a:endParaRPr lang="en-US"/>
          </a:p>
        </p:txBody>
      </p:sp>
      <p:sp>
        <p:nvSpPr>
          <p:cNvPr id="58" name="Shape 56"/>
          <p:cNvSpPr/>
          <p:nvPr/>
        </p:nvSpPr>
        <p:spPr>
          <a:xfrm>
            <a:off x="11470202" y="852382"/>
            <a:ext cx="52384" cy="52384"/>
          </a:xfrm>
          <a:prstGeom prst="ellipse">
            <a:avLst/>
          </a:prstGeom>
          <a:solidFill>
            <a:srgbClr val="F4D9DC"/>
          </a:solidFill>
          <a:ln/>
        </p:spPr>
        <p:txBody>
          <a:bodyPr/>
          <a:lstStyle/>
          <a:p>
            <a:endParaRPr lang="en-US"/>
          </a:p>
        </p:txBody>
      </p:sp>
      <p:sp>
        <p:nvSpPr>
          <p:cNvPr id="59" name="Shape 57"/>
          <p:cNvSpPr/>
          <p:nvPr/>
        </p:nvSpPr>
        <p:spPr>
          <a:xfrm>
            <a:off x="11060774" y="864607"/>
            <a:ext cx="35627" cy="35627"/>
          </a:xfrm>
          <a:prstGeom prst="ellipse">
            <a:avLst/>
          </a:prstGeom>
          <a:solidFill>
            <a:srgbClr val="F4D9DC"/>
          </a:solidFill>
          <a:ln/>
        </p:spPr>
        <p:txBody>
          <a:bodyPr/>
          <a:lstStyle/>
          <a:p>
            <a:endParaRPr lang="en-US"/>
          </a:p>
        </p:txBody>
      </p:sp>
      <p:sp>
        <p:nvSpPr>
          <p:cNvPr id="60" name="Shape 58"/>
          <p:cNvSpPr/>
          <p:nvPr/>
        </p:nvSpPr>
        <p:spPr>
          <a:xfrm>
            <a:off x="11548733" y="864185"/>
            <a:ext cx="35627" cy="35627"/>
          </a:xfrm>
          <a:prstGeom prst="ellipse">
            <a:avLst/>
          </a:prstGeom>
          <a:solidFill>
            <a:srgbClr val="F4D9DC"/>
          </a:solidFill>
          <a:ln/>
        </p:spPr>
        <p:txBody>
          <a:bodyPr/>
          <a:lstStyle/>
          <a:p>
            <a:endParaRPr lang="en-US"/>
          </a:p>
        </p:txBody>
      </p:sp>
      <p:sp>
        <p:nvSpPr>
          <p:cNvPr id="61" name="Shape 59"/>
          <p:cNvSpPr/>
          <p:nvPr/>
        </p:nvSpPr>
        <p:spPr>
          <a:xfrm>
            <a:off x="11246231" y="873908"/>
            <a:ext cx="35627" cy="35627"/>
          </a:xfrm>
          <a:prstGeom prst="ellipse">
            <a:avLst/>
          </a:prstGeom>
          <a:solidFill>
            <a:srgbClr val="F4D9DC"/>
          </a:solidFill>
          <a:ln/>
        </p:spPr>
        <p:txBody>
          <a:bodyPr/>
          <a:lstStyle/>
          <a:p>
            <a:endParaRPr lang="en-US"/>
          </a:p>
        </p:txBody>
      </p:sp>
      <p:sp>
        <p:nvSpPr>
          <p:cNvPr id="62" name="Shape 60"/>
          <p:cNvSpPr/>
          <p:nvPr/>
        </p:nvSpPr>
        <p:spPr>
          <a:xfrm>
            <a:off x="11367418" y="872896"/>
            <a:ext cx="35627" cy="35627"/>
          </a:xfrm>
          <a:prstGeom prst="ellipse">
            <a:avLst/>
          </a:prstGeom>
          <a:solidFill>
            <a:srgbClr val="F4D9DC"/>
          </a:solidFill>
          <a:ln/>
        </p:spPr>
        <p:txBody>
          <a:bodyPr/>
          <a:lstStyle/>
          <a:p>
            <a:endParaRPr lang="en-US"/>
          </a:p>
        </p:txBody>
      </p:sp>
      <p:sp>
        <p:nvSpPr>
          <p:cNvPr id="63" name="Shape 61"/>
          <p:cNvSpPr/>
          <p:nvPr/>
        </p:nvSpPr>
        <p:spPr>
          <a:xfrm>
            <a:off x="11185366" y="897322"/>
            <a:ext cx="51936" cy="51936"/>
          </a:xfrm>
          <a:prstGeom prst="ellipse">
            <a:avLst/>
          </a:prstGeom>
          <a:solidFill>
            <a:srgbClr val="F4D9DC"/>
          </a:solidFill>
          <a:ln/>
        </p:spPr>
        <p:txBody>
          <a:bodyPr/>
          <a:lstStyle/>
          <a:p>
            <a:endParaRPr lang="en-US"/>
          </a:p>
        </p:txBody>
      </p:sp>
      <p:sp>
        <p:nvSpPr>
          <p:cNvPr id="64" name="Shape 62"/>
          <p:cNvSpPr/>
          <p:nvPr/>
        </p:nvSpPr>
        <p:spPr>
          <a:xfrm>
            <a:off x="11407845" y="897655"/>
            <a:ext cx="52602" cy="52602"/>
          </a:xfrm>
          <a:prstGeom prst="ellipse">
            <a:avLst/>
          </a:prstGeom>
          <a:solidFill>
            <a:srgbClr val="F4D9DC"/>
          </a:solidFill>
          <a:ln/>
        </p:spPr>
        <p:txBody>
          <a:bodyPr/>
          <a:lstStyle/>
          <a:p>
            <a:endParaRPr lang="en-US"/>
          </a:p>
        </p:txBody>
      </p:sp>
      <p:sp>
        <p:nvSpPr>
          <p:cNvPr id="65" name="Shape 63"/>
          <p:cNvSpPr/>
          <p:nvPr/>
        </p:nvSpPr>
        <p:spPr>
          <a:xfrm>
            <a:off x="11258822" y="921466"/>
            <a:ext cx="51270" cy="51270"/>
          </a:xfrm>
          <a:prstGeom prst="ellipse">
            <a:avLst/>
          </a:prstGeom>
          <a:solidFill>
            <a:srgbClr val="F4D9DC"/>
          </a:solidFill>
          <a:ln/>
        </p:spPr>
        <p:txBody>
          <a:bodyPr/>
          <a:lstStyle/>
          <a:p>
            <a:endParaRPr lang="en-US"/>
          </a:p>
        </p:txBody>
      </p:sp>
      <p:sp>
        <p:nvSpPr>
          <p:cNvPr id="66" name="Shape 64"/>
          <p:cNvSpPr/>
          <p:nvPr/>
        </p:nvSpPr>
        <p:spPr>
          <a:xfrm>
            <a:off x="11335350" y="921504"/>
            <a:ext cx="51270" cy="51270"/>
          </a:xfrm>
          <a:prstGeom prst="ellipse">
            <a:avLst/>
          </a:prstGeom>
          <a:solidFill>
            <a:srgbClr val="F4D9DC"/>
          </a:solidFill>
          <a:ln/>
        </p:spPr>
        <p:txBody>
          <a:bodyPr/>
          <a:lstStyle/>
          <a:p>
            <a:endParaRPr lang="en-US"/>
          </a:p>
        </p:txBody>
      </p:sp>
      <p:sp>
        <p:nvSpPr>
          <p:cNvPr id="67" name="Shape 65"/>
          <p:cNvSpPr/>
          <p:nvPr/>
        </p:nvSpPr>
        <p:spPr>
          <a:xfrm>
            <a:off x="11127388" y="931368"/>
            <a:ext cx="35294" cy="35294"/>
          </a:xfrm>
          <a:prstGeom prst="ellipse">
            <a:avLst/>
          </a:prstGeom>
          <a:solidFill>
            <a:srgbClr val="F4D9DC"/>
          </a:solidFill>
          <a:ln/>
        </p:spPr>
        <p:txBody>
          <a:bodyPr/>
          <a:lstStyle/>
          <a:p>
            <a:endParaRPr lang="en-US"/>
          </a:p>
        </p:txBody>
      </p:sp>
      <p:sp>
        <p:nvSpPr>
          <p:cNvPr id="68" name="Shape 66"/>
          <p:cNvSpPr/>
          <p:nvPr/>
        </p:nvSpPr>
        <p:spPr>
          <a:xfrm>
            <a:off x="11481979" y="931035"/>
            <a:ext cx="35960" cy="35960"/>
          </a:xfrm>
          <a:prstGeom prst="ellipse">
            <a:avLst/>
          </a:prstGeom>
          <a:solidFill>
            <a:srgbClr val="F4D9DC"/>
          </a:solidFill>
          <a:ln/>
        </p:spPr>
        <p:txBody>
          <a:bodyPr/>
          <a:lstStyle/>
          <a:p>
            <a:endParaRPr lang="en-US"/>
          </a:p>
        </p:txBody>
      </p:sp>
      <p:sp>
        <p:nvSpPr>
          <p:cNvPr id="69" name="Shape 67"/>
          <p:cNvSpPr/>
          <p:nvPr/>
        </p:nvSpPr>
        <p:spPr>
          <a:xfrm>
            <a:off x="11211987" y="974695"/>
            <a:ext cx="34961" cy="34961"/>
          </a:xfrm>
          <a:prstGeom prst="ellipse">
            <a:avLst/>
          </a:prstGeom>
          <a:solidFill>
            <a:srgbClr val="F4D9DC"/>
          </a:solidFill>
          <a:ln/>
        </p:spPr>
        <p:txBody>
          <a:bodyPr/>
          <a:lstStyle/>
          <a:p>
            <a:endParaRPr lang="en-US"/>
          </a:p>
        </p:txBody>
      </p:sp>
      <p:sp>
        <p:nvSpPr>
          <p:cNvPr id="70" name="Shape 68"/>
          <p:cNvSpPr/>
          <p:nvPr/>
        </p:nvSpPr>
        <p:spPr>
          <a:xfrm>
            <a:off x="11398461" y="974695"/>
            <a:ext cx="34961" cy="34961"/>
          </a:xfrm>
          <a:prstGeom prst="ellipse">
            <a:avLst/>
          </a:prstGeom>
          <a:solidFill>
            <a:srgbClr val="F4D9DC"/>
          </a:solidFill>
          <a:ln/>
        </p:spPr>
        <p:txBody>
          <a:bodyPr/>
          <a:lstStyle/>
          <a:p>
            <a:endParaRPr lang="en-US"/>
          </a:p>
        </p:txBody>
      </p:sp>
      <p:sp>
        <p:nvSpPr>
          <p:cNvPr id="71" name="Shape 69"/>
          <p:cNvSpPr/>
          <p:nvPr/>
        </p:nvSpPr>
        <p:spPr>
          <a:xfrm>
            <a:off x="11304837" y="988501"/>
            <a:ext cx="35627" cy="35627"/>
          </a:xfrm>
          <a:prstGeom prst="ellipse">
            <a:avLst/>
          </a:prstGeom>
          <a:solidFill>
            <a:srgbClr val="F4D9DC"/>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Direct antwoord op data vragen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zoekt, rekent en geeft je antwoord.</a:t>
            </a:r>
            <a:endParaRPr lang="en-US" sz="2200" dirty="0"/>
          </a:p>
        </p:txBody>
      </p:sp>
      <p:pic>
        <p:nvPicPr>
          <p:cNvPr id="74" name="Image 0" descr="exports/261029_dair_onderwijsdata/img/gespre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Van vraag naar antwoord in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txBody>
          <a:bodyPr/>
          <a:lstStyle/>
          <a:p>
            <a:endParaRPr lang="en-US"/>
          </a:p>
        </p:txBody>
      </p:sp>
      <p:sp>
        <p:nvSpPr>
          <p:cNvPr id="74" name="Text 72"/>
          <p:cNvSpPr/>
          <p:nvPr/>
        </p:nvSpPr>
        <p:spPr>
          <a:xfrm>
            <a:off x="822960" y="14721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Vraag</a:t>
            </a:r>
            <a:endParaRPr lang="en-US" sz="1600" dirty="0"/>
          </a:p>
        </p:txBody>
      </p:sp>
      <p:sp>
        <p:nvSpPr>
          <p:cNvPr id="75" name="Text 73"/>
          <p:cNvSpPr/>
          <p:nvPr/>
        </p:nvSpPr>
        <p:spPr>
          <a:xfrm>
            <a:off x="4754880" y="14721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je stelt je vraag in gewone taal</a:t>
            </a:r>
            <a:endParaRPr lang="en-US" sz="1400" dirty="0"/>
          </a:p>
        </p:txBody>
      </p:sp>
      <p:sp>
        <p:nvSpPr>
          <p:cNvPr id="76" name="Shape 74"/>
          <p:cNvSpPr/>
          <p:nvPr/>
        </p:nvSpPr>
        <p:spPr>
          <a:xfrm>
            <a:off x="548640" y="2331720"/>
            <a:ext cx="11094415" cy="822960"/>
          </a:xfrm>
          <a:prstGeom prst="roundRect">
            <a:avLst>
              <a:gd name="adj" fmla="val 17284"/>
            </a:avLst>
          </a:prstGeom>
          <a:solidFill>
            <a:srgbClr val="FFFFFF"/>
          </a:solidFill>
          <a:ln/>
        </p:spPr>
        <p:txBody>
          <a:bodyPr/>
          <a:lstStyle/>
          <a:p>
            <a:endParaRPr lang="en-US"/>
          </a:p>
        </p:txBody>
      </p:sp>
      <p:sp>
        <p:nvSpPr>
          <p:cNvPr id="77" name="Text 75"/>
          <p:cNvSpPr/>
          <p:nvPr/>
        </p:nvSpPr>
        <p:spPr>
          <a:xfrm>
            <a:off x="822960" y="23865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8" name="Text 76"/>
          <p:cNvSpPr/>
          <p:nvPr/>
        </p:nvSpPr>
        <p:spPr>
          <a:xfrm>
            <a:off x="4754880" y="23865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400" dirty="0"/>
          </a:p>
        </p:txBody>
      </p:sp>
      <p:sp>
        <p:nvSpPr>
          <p:cNvPr id="79" name="Shape 77"/>
          <p:cNvSpPr/>
          <p:nvPr/>
        </p:nvSpPr>
        <p:spPr>
          <a:xfrm>
            <a:off x="548640" y="3246120"/>
            <a:ext cx="11094415" cy="822960"/>
          </a:xfrm>
          <a:prstGeom prst="roundRect">
            <a:avLst>
              <a:gd name="adj" fmla="val 17284"/>
            </a:avLst>
          </a:prstGeom>
          <a:solidFill>
            <a:srgbClr val="FFFFFF"/>
          </a:solidFill>
          <a:ln/>
        </p:spPr>
        <p:txBody>
          <a:bodyPr/>
          <a:lstStyle/>
          <a:p>
            <a:endParaRPr lang="en-US"/>
          </a:p>
        </p:txBody>
      </p:sp>
      <p:sp>
        <p:nvSpPr>
          <p:cNvPr id="80" name="Text 78"/>
          <p:cNvSpPr/>
          <p:nvPr/>
        </p:nvSpPr>
        <p:spPr>
          <a:xfrm>
            <a:off x="822960" y="33009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Zoeken</a:t>
            </a:r>
            <a:endParaRPr lang="en-US" sz="1600" dirty="0"/>
          </a:p>
        </p:txBody>
      </p:sp>
      <p:sp>
        <p:nvSpPr>
          <p:cNvPr id="81" name="Text 79"/>
          <p:cNvSpPr/>
          <p:nvPr/>
        </p:nvSpPr>
        <p:spPr>
          <a:xfrm>
            <a:off x="4754880" y="33009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de juiste dataset in de catalogus, met de betekenis van de kolommen</a:t>
            </a:r>
            <a:endParaRPr lang="en-US" sz="1400" dirty="0"/>
          </a:p>
        </p:txBody>
      </p:sp>
      <p:sp>
        <p:nvSpPr>
          <p:cNvPr id="82" name="Shape 80"/>
          <p:cNvSpPr/>
          <p:nvPr/>
        </p:nvSpPr>
        <p:spPr>
          <a:xfrm>
            <a:off x="548640" y="4160520"/>
            <a:ext cx="11094415" cy="822960"/>
          </a:xfrm>
          <a:prstGeom prst="roundRect">
            <a:avLst>
              <a:gd name="adj" fmla="val 17284"/>
            </a:avLst>
          </a:prstGeom>
          <a:solidFill>
            <a:srgbClr val="FFFFFF"/>
          </a:solidFill>
          <a:ln/>
        </p:spPr>
        <p:txBody>
          <a:bodyPr/>
          <a:lstStyle/>
          <a:p>
            <a:endParaRPr lang="en-US"/>
          </a:p>
        </p:txBody>
      </p:sp>
      <p:sp>
        <p:nvSpPr>
          <p:cNvPr id="83" name="Text 81"/>
          <p:cNvSpPr/>
          <p:nvPr/>
        </p:nvSpPr>
        <p:spPr>
          <a:xfrm>
            <a:off x="822960" y="42153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84" name="Text 82"/>
          <p:cNvSpPr/>
          <p:nvPr/>
        </p:nvSpPr>
        <p:spPr>
          <a:xfrm>
            <a:off x="4754880" y="42153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 de brondata, in een afgeschermde omgeving, met de code erbij</a:t>
            </a:r>
            <a:endParaRPr lang="en-US" sz="1400" dirty="0"/>
          </a:p>
        </p:txBody>
      </p:sp>
      <p:sp>
        <p:nvSpPr>
          <p:cNvPr id="85" name="Shape 83"/>
          <p:cNvSpPr/>
          <p:nvPr/>
        </p:nvSpPr>
        <p:spPr>
          <a:xfrm>
            <a:off x="548640" y="5074920"/>
            <a:ext cx="11094415" cy="822960"/>
          </a:xfrm>
          <a:prstGeom prst="roundRect">
            <a:avLst>
              <a:gd name="adj" fmla="val 17284"/>
            </a:avLst>
          </a:prstGeom>
          <a:solidFill>
            <a:srgbClr val="FFFFFF"/>
          </a:solidFill>
          <a:ln/>
        </p:spPr>
        <p:txBody>
          <a:bodyPr/>
          <a:lstStyle/>
          <a:p>
            <a:endParaRPr lang="en-US"/>
          </a:p>
        </p:txBody>
      </p:sp>
      <p:sp>
        <p:nvSpPr>
          <p:cNvPr id="86" name="Text 84"/>
          <p:cNvSpPr/>
          <p:nvPr/>
        </p:nvSpPr>
        <p:spPr>
          <a:xfrm>
            <a:off x="822960" y="51297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Antwoord</a:t>
            </a:r>
            <a:endParaRPr lang="en-US" sz="1600" dirty="0"/>
          </a:p>
        </p:txBody>
      </p:sp>
      <p:sp>
        <p:nvSpPr>
          <p:cNvPr id="87" name="Text 85"/>
          <p:cNvSpPr/>
          <p:nvPr/>
        </p:nvSpPr>
        <p:spPr>
          <a:xfrm>
            <a:off x="4754880" y="51297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met bron en grafiek, of eerlijk: hier heb ik geen data voor</a:t>
            </a:r>
            <a:endParaRPr lang="en-US" sz="1400" dirty="0"/>
          </a:p>
        </p:txBody>
      </p:sp>
      <p:sp>
        <p:nvSpPr>
          <p:cNvPr id="88" name="Text 86"/>
          <p:cNvSpPr/>
          <p:nvPr/>
        </p:nvSpPr>
        <p:spPr>
          <a:xfrm>
            <a:off x="548640" y="612648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Betekenis</a:t>
            </a:r>
            <a:r>
              <a:rPr lang="en-US" sz="1800" dirty="0">
                <a:solidFill>
                  <a:srgbClr val="000000"/>
                </a:solidFill>
                <a:latin typeface="General Sans" pitchFamily="34" charset="0"/>
                <a:ea typeface="General Sans" pitchFamily="34" charset="-122"/>
                <a:cs typeface="General Sans" pitchFamily="34" charset="-120"/>
              </a:rPr>
              <a:t> is meer dan metadata en feitelijke correctheid.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Een tussenlaag maakt de bronnen vindbaar</a:t>
            </a:r>
            <a:endParaRPr lang="en-US" sz="3200" dirty="0"/>
          </a:p>
        </p:txBody>
      </p:sp>
      <p:sp>
        <p:nvSpPr>
          <p:cNvPr id="73" name="Shape 71"/>
          <p:cNvSpPr/>
          <p:nvPr/>
        </p:nvSpPr>
        <p:spPr>
          <a:xfrm>
            <a:off x="548640" y="1371600"/>
            <a:ext cx="3393338" cy="3516630"/>
          </a:xfrm>
          <a:prstGeom prst="roundRect">
            <a:avLst>
              <a:gd name="adj" fmla="val 2033"/>
            </a:avLst>
          </a:prstGeom>
          <a:solidFill>
            <a:srgbClr val="3D68EC"/>
          </a:solidFill>
          <a:ln/>
        </p:spPr>
        <p:txBody>
          <a:bodyPr/>
          <a:lstStyle/>
          <a:p>
            <a:endParaRPr lang="en-US"/>
          </a:p>
        </p:txBody>
      </p:sp>
      <p:sp>
        <p:nvSpPr>
          <p:cNvPr id="74" name="Text 72"/>
          <p:cNvSpPr/>
          <p:nvPr/>
        </p:nvSpPr>
        <p:spPr>
          <a:xfrm>
            <a:off x="822960"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300" dirty="0"/>
          </a:p>
        </p:txBody>
      </p:sp>
      <p:sp>
        <p:nvSpPr>
          <p:cNvPr id="75" name="Text 73"/>
          <p:cNvSpPr/>
          <p:nvPr/>
        </p:nvSpPr>
        <p:spPr>
          <a:xfrm>
            <a:off x="822960"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BRONNEN</a:t>
            </a:r>
            <a:endParaRPr lang="en-US" sz="1100" dirty="0"/>
          </a:p>
        </p:txBody>
      </p:sp>
      <p:sp>
        <p:nvSpPr>
          <p:cNvPr id="76" name="Text 74"/>
          <p:cNvSpPr/>
          <p:nvPr/>
        </p:nvSpPr>
        <p:spPr>
          <a:xfrm>
            <a:off x="822960"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DUO, CBS en RIO publiceren veel open data.</a:t>
            </a:r>
            <a:endParaRPr lang="en-US" sz="1500" dirty="0"/>
          </a:p>
        </p:txBody>
      </p:sp>
      <p:sp>
        <p:nvSpPr>
          <p:cNvPr id="77" name="Text 75"/>
          <p:cNvSpPr/>
          <p:nvPr/>
        </p:nvSpPr>
        <p:spPr>
          <a:xfrm>
            <a:off x="822960"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8" name="Text 76"/>
          <p:cNvSpPr/>
          <p:nvPr/>
        </p:nvSpPr>
        <p:spPr>
          <a:xfrm>
            <a:off x="822960"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Verspreid, met lastige bestandsbeschrijvingen.</a:t>
            </a:r>
            <a:endParaRPr lang="en-US" sz="1500" dirty="0"/>
          </a:p>
        </p:txBody>
      </p:sp>
      <p:sp>
        <p:nvSpPr>
          <p:cNvPr id="79" name="Shape 77"/>
          <p:cNvSpPr/>
          <p:nvPr/>
        </p:nvSpPr>
        <p:spPr>
          <a:xfrm>
            <a:off x="4051706" y="2855595"/>
            <a:ext cx="237744" cy="548640"/>
          </a:xfrm>
          <a:prstGeom prst="chevron">
            <a:avLst/>
          </a:prstGeom>
          <a:solidFill>
            <a:srgbClr val="3D68EC"/>
          </a:solidFill>
          <a:ln/>
        </p:spPr>
        <p:txBody>
          <a:bodyPr/>
          <a:lstStyle/>
          <a:p>
            <a:endParaRPr lang="en-US"/>
          </a:p>
        </p:txBody>
      </p:sp>
      <p:sp>
        <p:nvSpPr>
          <p:cNvPr id="80" name="Shape 78"/>
          <p:cNvSpPr/>
          <p:nvPr/>
        </p:nvSpPr>
        <p:spPr>
          <a:xfrm>
            <a:off x="4399178" y="1371600"/>
            <a:ext cx="3393338" cy="3516630"/>
          </a:xfrm>
          <a:prstGeom prst="roundRect">
            <a:avLst>
              <a:gd name="adj" fmla="val 2033"/>
            </a:avLst>
          </a:prstGeom>
          <a:solidFill>
            <a:srgbClr val="DD784B"/>
          </a:solidFill>
          <a:ln/>
        </p:spPr>
        <p:txBody>
          <a:bodyPr/>
          <a:lstStyle/>
          <a:p>
            <a:endParaRPr lang="en-US"/>
          </a:p>
        </p:txBody>
      </p:sp>
      <p:sp>
        <p:nvSpPr>
          <p:cNvPr id="81" name="Text 79"/>
          <p:cNvSpPr/>
          <p:nvPr/>
        </p:nvSpPr>
        <p:spPr>
          <a:xfrm>
            <a:off x="4673498"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Datacatalogus en API</a:t>
            </a:r>
            <a:endParaRPr lang="en-US" sz="2300" dirty="0"/>
          </a:p>
        </p:txBody>
      </p:sp>
      <p:sp>
        <p:nvSpPr>
          <p:cNvPr id="82" name="Text 80"/>
          <p:cNvSpPr/>
          <p:nvPr/>
        </p:nvSpPr>
        <p:spPr>
          <a:xfrm>
            <a:off x="4673498"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TUSSENLAAG</a:t>
            </a:r>
            <a:endParaRPr lang="en-US" sz="1100" dirty="0"/>
          </a:p>
        </p:txBody>
      </p:sp>
      <p:sp>
        <p:nvSpPr>
          <p:cNvPr id="83" name="Text 81"/>
          <p:cNvSpPr/>
          <p:nvPr/>
        </p:nvSpPr>
        <p:spPr>
          <a:xfrm>
            <a:off x="4673498"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Per dataset een beschrijving: wat staat erin, voor welke sector.</a:t>
            </a:r>
            <a:endParaRPr lang="en-US" sz="1500" dirty="0"/>
          </a:p>
        </p:txBody>
      </p:sp>
      <p:sp>
        <p:nvSpPr>
          <p:cNvPr id="84" name="Text 82"/>
          <p:cNvSpPr/>
          <p:nvPr/>
        </p:nvSpPr>
        <p:spPr>
          <a:xfrm>
            <a:off x="4673498"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5" name="Text 83"/>
          <p:cNvSpPr/>
          <p:nvPr/>
        </p:nvSpPr>
        <p:spPr>
          <a:xfrm>
            <a:off x="4673498"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ingang naar alle bronnen.</a:t>
            </a:r>
            <a:endParaRPr lang="en-US" sz="1500" dirty="0"/>
          </a:p>
        </p:txBody>
      </p:sp>
      <p:sp>
        <p:nvSpPr>
          <p:cNvPr id="86" name="Shape 84"/>
          <p:cNvSpPr/>
          <p:nvPr/>
        </p:nvSpPr>
        <p:spPr>
          <a:xfrm>
            <a:off x="7902245" y="2855595"/>
            <a:ext cx="237744" cy="548640"/>
          </a:xfrm>
          <a:prstGeom prst="chevron">
            <a:avLst/>
          </a:prstGeom>
          <a:solidFill>
            <a:srgbClr val="3D68EC"/>
          </a:solidFill>
          <a:ln/>
        </p:spPr>
        <p:txBody>
          <a:bodyPr/>
          <a:lstStyle/>
          <a:p>
            <a:endParaRPr lang="en-US"/>
          </a:p>
        </p:txBody>
      </p:sp>
      <p:sp>
        <p:nvSpPr>
          <p:cNvPr id="87" name="Shape 85"/>
          <p:cNvSpPr/>
          <p:nvPr/>
        </p:nvSpPr>
        <p:spPr>
          <a:xfrm>
            <a:off x="8249717" y="1371600"/>
            <a:ext cx="3393338" cy="3516630"/>
          </a:xfrm>
          <a:prstGeom prst="roundRect">
            <a:avLst>
              <a:gd name="adj" fmla="val 2033"/>
            </a:avLst>
          </a:prstGeom>
          <a:solidFill>
            <a:srgbClr val="00AF81"/>
          </a:solidFill>
          <a:ln/>
        </p:spPr>
        <p:txBody>
          <a:bodyPr/>
          <a:lstStyle/>
          <a:p>
            <a:endParaRPr lang="en-US"/>
          </a:p>
        </p:txBody>
      </p:sp>
      <p:sp>
        <p:nvSpPr>
          <p:cNvPr id="88" name="Text 86"/>
          <p:cNvSpPr/>
          <p:nvPr/>
        </p:nvSpPr>
        <p:spPr>
          <a:xfrm>
            <a:off x="8524037"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Vraag en antwoord</a:t>
            </a:r>
            <a:endParaRPr lang="en-US" sz="2300" dirty="0"/>
          </a:p>
        </p:txBody>
      </p:sp>
      <p:sp>
        <p:nvSpPr>
          <p:cNvPr id="89" name="Text 87"/>
          <p:cNvSpPr/>
          <p:nvPr/>
        </p:nvSpPr>
        <p:spPr>
          <a:xfrm>
            <a:off x="8524037"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CHAT</a:t>
            </a:r>
            <a:endParaRPr lang="en-US" sz="1100" dirty="0"/>
          </a:p>
        </p:txBody>
      </p:sp>
      <p:sp>
        <p:nvSpPr>
          <p:cNvPr id="90" name="Text 88"/>
          <p:cNvSpPr/>
          <p:nvPr/>
        </p:nvSpPr>
        <p:spPr>
          <a:xfrm>
            <a:off x="8524037"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zoekt in de catalogus en haalt de data via de API.</a:t>
            </a:r>
            <a:endParaRPr lang="en-US" sz="1500" dirty="0"/>
          </a:p>
        </p:txBody>
      </p:sp>
      <p:sp>
        <p:nvSpPr>
          <p:cNvPr id="91" name="Text 89"/>
          <p:cNvSpPr/>
          <p:nvPr/>
        </p:nvSpPr>
        <p:spPr>
          <a:xfrm>
            <a:off x="8524037"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RESULTAAT</a:t>
            </a:r>
            <a:endParaRPr lang="en-US" sz="1100" dirty="0"/>
          </a:p>
        </p:txBody>
      </p:sp>
      <p:sp>
        <p:nvSpPr>
          <p:cNvPr id="92" name="Text 90"/>
          <p:cNvSpPr/>
          <p:nvPr/>
        </p:nvSpPr>
        <p:spPr>
          <a:xfrm>
            <a:off x="8524037"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Vragen in gewone taal.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D9D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txBody>
          <a:bodyPr/>
          <a:lstStyle/>
          <a:p>
            <a:endParaRPr lang="en-US"/>
          </a:p>
        </p:txBody>
      </p:sp>
      <p:sp>
        <p:nvSpPr>
          <p:cNvPr id="74" name="Text 72"/>
          <p:cNvSpPr/>
          <p:nvPr/>
        </p:nvSpPr>
        <p:spPr>
          <a:xfrm>
            <a:off x="822960"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123</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txBody>
          <a:bodyPr/>
          <a:lstStyle/>
          <a:p>
            <a:endParaRPr lang="en-US"/>
          </a:p>
        </p:txBody>
      </p:sp>
      <p:sp>
        <p:nvSpPr>
          <p:cNvPr id="78" name="Text 76"/>
          <p:cNvSpPr/>
          <p:nvPr/>
        </p:nvSpPr>
        <p:spPr>
          <a:xfrm>
            <a:off x="4594250"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15</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txBody>
          <a:bodyPr/>
          <a:lstStyle/>
          <a:p>
            <a:endParaRPr lang="en-US"/>
          </a:p>
        </p:txBody>
      </p:sp>
      <p:sp>
        <p:nvSpPr>
          <p:cNvPr id="82" name="Text 80"/>
          <p:cNvSpPr/>
          <p:nvPr/>
        </p:nvSpPr>
        <p:spPr>
          <a:xfrm>
            <a:off x="8365541"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8</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txBody>
          <a:bodyPr/>
          <a:lstStyle/>
          <a:p>
            <a:endParaRPr lang="en-US"/>
          </a:p>
        </p:txBody>
      </p:sp>
      <p:sp>
        <p:nvSpPr>
          <p:cNvPr id="86" name="Text 84"/>
          <p:cNvSpPr/>
          <p:nvPr/>
        </p:nvSpPr>
        <p:spPr>
          <a:xfrm>
            <a:off x="868680" y="4122928"/>
            <a:ext cx="10454335" cy="777240"/>
          </a:xfrm>
          <a:prstGeom prst="rect">
            <a:avLst/>
          </a:prstGeom>
          <a:noFill/>
          <a:ln/>
        </p:spPr>
        <p:txBody>
          <a:bodyPr wrap="square" lIns="0" tIns="0" rIns="0" bIns="0" rtlCol="0" anchor="ctr"/>
          <a:lstStyle/>
          <a:p>
            <a:pPr marL="0" indent="0" algn="l">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Alleen geaggregeerde open data:</a:t>
            </a:r>
            <a:r>
              <a:rPr lang="en-US" sz="1600" dirty="0">
                <a:solidFill>
                  <a:srgbClr val="000000"/>
                </a:solidFill>
                <a:latin typeface="General Sans" pitchFamily="34" charset="0"/>
                <a:ea typeface="General Sans" pitchFamily="34" charset="-122"/>
                <a:cs typeface="General Sans" pitchFamily="34" charset="-120"/>
              </a:rPr>
              <a:t> wat CBS, DUO en RIO zelf publiceren. Geen data van je eigen instelling, geen persoonsgegevens.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Demo: van vraag naar antwoord</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de tool eerst je vraag scherper maakt en pas dan gaat rekenen.</a:t>
            </a:r>
            <a:endParaRPr lang="en-US" sz="2200" dirty="0"/>
          </a:p>
        </p:txBody>
      </p:sp>
      <p:pic>
        <p:nvPicPr>
          <p:cNvPr id="74" name="Image 0" descr="exports/261029_dair_onderwijsdata/img/Laptop met beel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lang="en-US"/>
          </a:p>
        </p:txBody>
      </p:sp>
      <p:sp>
        <p:nvSpPr>
          <p:cNvPr id="3" name="Shape 1"/>
          <p:cNvSpPr/>
          <p:nvPr/>
        </p:nvSpPr>
        <p:spPr>
          <a:xfrm>
            <a:off x="11212173" y="399224"/>
            <a:ext cx="34616" cy="34616"/>
          </a:xfrm>
          <a:prstGeom prst="ellipse">
            <a:avLst/>
          </a:prstGeom>
          <a:solidFill>
            <a:srgbClr val="F4D9DC"/>
          </a:solidFill>
          <a:ln/>
        </p:spPr>
        <p:txBody>
          <a:bodyPr/>
          <a:lstStyle/>
          <a:p>
            <a:endParaRPr lang="en-US"/>
          </a:p>
        </p:txBody>
      </p:sp>
      <p:sp>
        <p:nvSpPr>
          <p:cNvPr id="4" name="Shape 2"/>
          <p:cNvSpPr/>
          <p:nvPr/>
        </p:nvSpPr>
        <p:spPr>
          <a:xfrm>
            <a:off x="11398641" y="399224"/>
            <a:ext cx="34616" cy="34616"/>
          </a:xfrm>
          <a:prstGeom prst="ellipse">
            <a:avLst/>
          </a:prstGeom>
          <a:solidFill>
            <a:srgbClr val="F4D9DC"/>
          </a:solidFill>
          <a:ln/>
        </p:spPr>
        <p:txBody>
          <a:bodyPr/>
          <a:lstStyle/>
          <a:p>
            <a:endParaRPr lang="en-US"/>
          </a:p>
        </p:txBody>
      </p:sp>
      <p:sp>
        <p:nvSpPr>
          <p:cNvPr id="5" name="Shape 3"/>
          <p:cNvSpPr/>
          <p:nvPr/>
        </p:nvSpPr>
        <p:spPr>
          <a:xfrm>
            <a:off x="11258374" y="435357"/>
            <a:ext cx="51936" cy="51936"/>
          </a:xfrm>
          <a:prstGeom prst="ellipse">
            <a:avLst/>
          </a:prstGeom>
          <a:solidFill>
            <a:srgbClr val="F4D9DC"/>
          </a:solidFill>
          <a:ln/>
        </p:spPr>
        <p:txBody>
          <a:bodyPr/>
          <a:lstStyle/>
          <a:p>
            <a:endParaRPr lang="en-US"/>
          </a:p>
        </p:txBody>
      </p:sp>
      <p:sp>
        <p:nvSpPr>
          <p:cNvPr id="6" name="Shape 4"/>
          <p:cNvSpPr/>
          <p:nvPr/>
        </p:nvSpPr>
        <p:spPr>
          <a:xfrm>
            <a:off x="11335407" y="435306"/>
            <a:ext cx="51718" cy="51718"/>
          </a:xfrm>
          <a:prstGeom prst="ellipse">
            <a:avLst/>
          </a:prstGeom>
          <a:solidFill>
            <a:srgbClr val="F4D9DC"/>
          </a:solidFill>
          <a:ln/>
        </p:spPr>
        <p:txBody>
          <a:bodyPr/>
          <a:lstStyle/>
          <a:p>
            <a:endParaRPr lang="en-US"/>
          </a:p>
        </p:txBody>
      </p:sp>
      <p:sp>
        <p:nvSpPr>
          <p:cNvPr id="7" name="Shape 5"/>
          <p:cNvSpPr/>
          <p:nvPr/>
        </p:nvSpPr>
        <p:spPr>
          <a:xfrm>
            <a:off x="11127388" y="442398"/>
            <a:ext cx="35294" cy="35294"/>
          </a:xfrm>
          <a:prstGeom prst="ellipse">
            <a:avLst/>
          </a:prstGeom>
          <a:solidFill>
            <a:srgbClr val="F4D9DC"/>
          </a:solidFill>
          <a:ln/>
        </p:spPr>
        <p:txBody>
          <a:bodyPr/>
          <a:lstStyle/>
          <a:p>
            <a:endParaRPr lang="en-US"/>
          </a:p>
        </p:txBody>
      </p:sp>
      <p:sp>
        <p:nvSpPr>
          <p:cNvPr id="8" name="Shape 6"/>
          <p:cNvSpPr/>
          <p:nvPr/>
        </p:nvSpPr>
        <p:spPr>
          <a:xfrm>
            <a:off x="11482145" y="441649"/>
            <a:ext cx="35960" cy="35960"/>
          </a:xfrm>
          <a:prstGeom prst="ellipse">
            <a:avLst/>
          </a:prstGeom>
          <a:solidFill>
            <a:srgbClr val="F4D9DC"/>
          </a:solidFill>
          <a:ln/>
        </p:spPr>
        <p:txBody>
          <a:bodyPr/>
          <a:lstStyle/>
          <a:p>
            <a:endParaRPr lang="en-US"/>
          </a:p>
        </p:txBody>
      </p:sp>
      <p:sp>
        <p:nvSpPr>
          <p:cNvPr id="9" name="Shape 7"/>
          <p:cNvSpPr/>
          <p:nvPr/>
        </p:nvSpPr>
        <p:spPr>
          <a:xfrm>
            <a:off x="11185603" y="459328"/>
            <a:ext cx="52167" cy="52167"/>
          </a:xfrm>
          <a:prstGeom prst="ellipse">
            <a:avLst/>
          </a:prstGeom>
          <a:solidFill>
            <a:srgbClr val="F4D9DC"/>
          </a:solidFill>
          <a:ln/>
        </p:spPr>
        <p:txBody>
          <a:bodyPr/>
          <a:lstStyle/>
          <a:p>
            <a:endParaRPr lang="en-US"/>
          </a:p>
        </p:txBody>
      </p:sp>
      <p:sp>
        <p:nvSpPr>
          <p:cNvPr id="10" name="Shape 8"/>
          <p:cNvSpPr/>
          <p:nvPr/>
        </p:nvSpPr>
        <p:spPr>
          <a:xfrm>
            <a:off x="11408043" y="458713"/>
            <a:ext cx="52384" cy="52384"/>
          </a:xfrm>
          <a:prstGeom prst="ellipse">
            <a:avLst/>
          </a:prstGeom>
          <a:solidFill>
            <a:srgbClr val="F4D9DC"/>
          </a:solidFill>
          <a:ln/>
        </p:spPr>
        <p:txBody>
          <a:bodyPr/>
          <a:lstStyle/>
          <a:p>
            <a:endParaRPr lang="en-US"/>
          </a:p>
        </p:txBody>
      </p:sp>
      <p:sp>
        <p:nvSpPr>
          <p:cNvPr id="11" name="Shape 9"/>
          <p:cNvSpPr/>
          <p:nvPr/>
        </p:nvSpPr>
        <p:spPr>
          <a:xfrm>
            <a:off x="11241891" y="499749"/>
            <a:ext cx="36613" cy="36613"/>
          </a:xfrm>
          <a:prstGeom prst="ellipse">
            <a:avLst/>
          </a:prstGeom>
          <a:solidFill>
            <a:srgbClr val="F4D9DC"/>
          </a:solidFill>
          <a:ln/>
        </p:spPr>
        <p:txBody>
          <a:bodyPr/>
          <a:lstStyle/>
          <a:p>
            <a:endParaRPr lang="en-US"/>
          </a:p>
        </p:txBody>
      </p:sp>
      <p:sp>
        <p:nvSpPr>
          <p:cNvPr id="12" name="Shape 10"/>
          <p:cNvSpPr/>
          <p:nvPr/>
        </p:nvSpPr>
        <p:spPr>
          <a:xfrm>
            <a:off x="11294557" y="500146"/>
            <a:ext cx="57223" cy="57223"/>
          </a:xfrm>
          <a:prstGeom prst="ellipse">
            <a:avLst/>
          </a:prstGeom>
          <a:solidFill>
            <a:srgbClr val="F4D9DC"/>
          </a:solidFill>
          <a:ln/>
        </p:spPr>
        <p:txBody>
          <a:bodyPr/>
          <a:lstStyle/>
          <a:p>
            <a:endParaRPr lang="en-US"/>
          </a:p>
        </p:txBody>
      </p:sp>
      <p:sp>
        <p:nvSpPr>
          <p:cNvPr id="13" name="Shape 11"/>
          <p:cNvSpPr/>
          <p:nvPr/>
        </p:nvSpPr>
        <p:spPr>
          <a:xfrm>
            <a:off x="11364102" y="498770"/>
            <a:ext cx="35294" cy="35294"/>
          </a:xfrm>
          <a:prstGeom prst="ellipse">
            <a:avLst/>
          </a:prstGeom>
          <a:solidFill>
            <a:srgbClr val="F4D9DC"/>
          </a:solidFill>
          <a:ln/>
        </p:spPr>
        <p:txBody>
          <a:bodyPr/>
          <a:lstStyle/>
          <a:p>
            <a:endParaRPr lang="en-US"/>
          </a:p>
        </p:txBody>
      </p:sp>
      <p:sp>
        <p:nvSpPr>
          <p:cNvPr id="14" name="Shape 12"/>
          <p:cNvSpPr/>
          <p:nvPr/>
        </p:nvSpPr>
        <p:spPr>
          <a:xfrm>
            <a:off x="11123515" y="504524"/>
            <a:ext cx="51936" cy="51936"/>
          </a:xfrm>
          <a:prstGeom prst="ellipse">
            <a:avLst/>
          </a:prstGeom>
          <a:solidFill>
            <a:srgbClr val="F4D9DC"/>
          </a:solidFill>
          <a:ln/>
        </p:spPr>
        <p:txBody>
          <a:bodyPr/>
          <a:lstStyle/>
          <a:p>
            <a:endParaRPr lang="en-US"/>
          </a:p>
        </p:txBody>
      </p:sp>
      <p:sp>
        <p:nvSpPr>
          <p:cNvPr id="15" name="Shape 13"/>
          <p:cNvSpPr/>
          <p:nvPr/>
        </p:nvSpPr>
        <p:spPr>
          <a:xfrm>
            <a:off x="11470202" y="504300"/>
            <a:ext cx="52384" cy="52384"/>
          </a:xfrm>
          <a:prstGeom prst="ellipse">
            <a:avLst/>
          </a:prstGeom>
          <a:solidFill>
            <a:srgbClr val="F4D9DC"/>
          </a:solidFill>
          <a:ln/>
        </p:spPr>
        <p:txBody>
          <a:bodyPr/>
          <a:lstStyle/>
          <a:p>
            <a:endParaRPr lang="en-US"/>
          </a:p>
        </p:txBody>
      </p:sp>
      <p:sp>
        <p:nvSpPr>
          <p:cNvPr id="16" name="Shape 14"/>
          <p:cNvSpPr/>
          <p:nvPr/>
        </p:nvSpPr>
        <p:spPr>
          <a:xfrm>
            <a:off x="11060774" y="508825"/>
            <a:ext cx="35627" cy="35627"/>
          </a:xfrm>
          <a:prstGeom prst="ellipse">
            <a:avLst/>
          </a:prstGeom>
          <a:solidFill>
            <a:srgbClr val="F4D9DC"/>
          </a:solidFill>
          <a:ln/>
        </p:spPr>
        <p:txBody>
          <a:bodyPr/>
          <a:lstStyle/>
          <a:p>
            <a:endParaRPr lang="en-US"/>
          </a:p>
        </p:txBody>
      </p:sp>
      <p:sp>
        <p:nvSpPr>
          <p:cNvPr id="17" name="Shape 15"/>
          <p:cNvSpPr/>
          <p:nvPr/>
        </p:nvSpPr>
        <p:spPr>
          <a:xfrm>
            <a:off x="11548535" y="508038"/>
            <a:ext cx="36613" cy="36613"/>
          </a:xfrm>
          <a:prstGeom prst="ellipse">
            <a:avLst/>
          </a:prstGeom>
          <a:solidFill>
            <a:srgbClr val="F4D9DC"/>
          </a:solidFill>
          <a:ln/>
        </p:spPr>
        <p:txBody>
          <a:bodyPr/>
          <a:lstStyle/>
          <a:p>
            <a:endParaRPr lang="en-US"/>
          </a:p>
        </p:txBody>
      </p:sp>
      <p:sp>
        <p:nvSpPr>
          <p:cNvPr id="18" name="Shape 16"/>
          <p:cNvSpPr/>
          <p:nvPr/>
        </p:nvSpPr>
        <p:spPr>
          <a:xfrm>
            <a:off x="11191466" y="533379"/>
            <a:ext cx="57825" cy="57825"/>
          </a:xfrm>
          <a:prstGeom prst="ellipse">
            <a:avLst/>
          </a:prstGeom>
          <a:solidFill>
            <a:srgbClr val="F4D9DC"/>
          </a:solidFill>
          <a:ln/>
        </p:spPr>
        <p:txBody>
          <a:bodyPr/>
          <a:lstStyle/>
          <a:p>
            <a:endParaRPr lang="en-US"/>
          </a:p>
        </p:txBody>
      </p:sp>
      <p:sp>
        <p:nvSpPr>
          <p:cNvPr id="19" name="Shape 17"/>
          <p:cNvSpPr/>
          <p:nvPr/>
        </p:nvSpPr>
        <p:spPr>
          <a:xfrm>
            <a:off x="11396535" y="533494"/>
            <a:ext cx="57428" cy="57428"/>
          </a:xfrm>
          <a:prstGeom prst="ellipse">
            <a:avLst/>
          </a:prstGeom>
          <a:solidFill>
            <a:srgbClr val="F4D9DC"/>
          </a:solidFill>
          <a:ln/>
        </p:spPr>
        <p:txBody>
          <a:bodyPr/>
          <a:lstStyle/>
          <a:p>
            <a:endParaRPr lang="en-US"/>
          </a:p>
        </p:txBody>
      </p:sp>
      <p:sp>
        <p:nvSpPr>
          <p:cNvPr id="20" name="Shape 18"/>
          <p:cNvSpPr/>
          <p:nvPr/>
        </p:nvSpPr>
        <p:spPr>
          <a:xfrm>
            <a:off x="11079087" y="567226"/>
            <a:ext cx="51270" cy="51270"/>
          </a:xfrm>
          <a:prstGeom prst="ellipse">
            <a:avLst/>
          </a:prstGeom>
          <a:solidFill>
            <a:srgbClr val="F4D9DC"/>
          </a:solidFill>
          <a:ln/>
        </p:spPr>
        <p:txBody>
          <a:bodyPr/>
          <a:lstStyle/>
          <a:p>
            <a:endParaRPr lang="en-US"/>
          </a:p>
        </p:txBody>
      </p:sp>
      <p:sp>
        <p:nvSpPr>
          <p:cNvPr id="21" name="Shape 19"/>
          <p:cNvSpPr/>
          <p:nvPr/>
        </p:nvSpPr>
        <p:spPr>
          <a:xfrm>
            <a:off x="11339728" y="567053"/>
            <a:ext cx="34616" cy="34616"/>
          </a:xfrm>
          <a:prstGeom prst="ellipse">
            <a:avLst/>
          </a:prstGeom>
          <a:solidFill>
            <a:srgbClr val="F4D9DC"/>
          </a:solidFill>
          <a:ln/>
        </p:spPr>
        <p:txBody>
          <a:bodyPr/>
          <a:lstStyle/>
          <a:p>
            <a:endParaRPr lang="en-US"/>
          </a:p>
        </p:txBody>
      </p:sp>
      <p:sp>
        <p:nvSpPr>
          <p:cNvPr id="22" name="Shape 20"/>
          <p:cNvSpPr/>
          <p:nvPr/>
        </p:nvSpPr>
        <p:spPr>
          <a:xfrm>
            <a:off x="11515167" y="566234"/>
            <a:ext cx="52819" cy="52819"/>
          </a:xfrm>
          <a:prstGeom prst="ellipse">
            <a:avLst/>
          </a:prstGeom>
          <a:solidFill>
            <a:srgbClr val="F4D9DC"/>
          </a:solidFill>
          <a:ln/>
        </p:spPr>
        <p:txBody>
          <a:bodyPr/>
          <a:lstStyle/>
          <a:p>
            <a:endParaRPr lang="en-US"/>
          </a:p>
        </p:txBody>
      </p:sp>
      <p:sp>
        <p:nvSpPr>
          <p:cNvPr id="23" name="Shape 21"/>
          <p:cNvSpPr/>
          <p:nvPr/>
        </p:nvSpPr>
        <p:spPr>
          <a:xfrm>
            <a:off x="11262860" y="569742"/>
            <a:ext cx="34961" cy="34961"/>
          </a:xfrm>
          <a:prstGeom prst="ellipse">
            <a:avLst/>
          </a:prstGeom>
          <a:solidFill>
            <a:srgbClr val="F4D9DC"/>
          </a:solidFill>
          <a:ln/>
        </p:spPr>
        <p:txBody>
          <a:bodyPr/>
          <a:lstStyle/>
          <a:p>
            <a:endParaRPr lang="en-US"/>
          </a:p>
        </p:txBody>
      </p:sp>
      <p:sp>
        <p:nvSpPr>
          <p:cNvPr id="24" name="Shape 22"/>
          <p:cNvSpPr/>
          <p:nvPr/>
        </p:nvSpPr>
        <p:spPr>
          <a:xfrm>
            <a:off x="11462521" y="569818"/>
            <a:ext cx="35294" cy="35294"/>
          </a:xfrm>
          <a:prstGeom prst="ellipse">
            <a:avLst/>
          </a:prstGeom>
          <a:solidFill>
            <a:srgbClr val="F4D9DC"/>
          </a:solidFill>
          <a:ln/>
        </p:spPr>
        <p:txBody>
          <a:bodyPr/>
          <a:lstStyle/>
          <a:p>
            <a:endParaRPr lang="en-US"/>
          </a:p>
        </p:txBody>
      </p:sp>
      <p:sp>
        <p:nvSpPr>
          <p:cNvPr id="25" name="Shape 23"/>
          <p:cNvSpPr/>
          <p:nvPr/>
        </p:nvSpPr>
        <p:spPr>
          <a:xfrm>
            <a:off x="11145681" y="573441"/>
            <a:ext cx="34270" cy="34270"/>
          </a:xfrm>
          <a:prstGeom prst="ellipse">
            <a:avLst/>
          </a:prstGeom>
          <a:solidFill>
            <a:srgbClr val="F4D9DC"/>
          </a:solidFill>
          <a:ln/>
        </p:spPr>
        <p:txBody>
          <a:bodyPr/>
          <a:lstStyle/>
          <a:p>
            <a:endParaRPr lang="en-US"/>
          </a:p>
        </p:txBody>
      </p:sp>
      <p:sp>
        <p:nvSpPr>
          <p:cNvPr id="26" name="Shape 24"/>
          <p:cNvSpPr/>
          <p:nvPr/>
        </p:nvSpPr>
        <p:spPr>
          <a:xfrm>
            <a:off x="11592015" y="593213"/>
            <a:ext cx="35294" cy="35294"/>
          </a:xfrm>
          <a:prstGeom prst="ellipse">
            <a:avLst/>
          </a:prstGeom>
          <a:solidFill>
            <a:srgbClr val="F4D9DC"/>
          </a:solidFill>
          <a:ln/>
        </p:spPr>
        <p:txBody>
          <a:bodyPr/>
          <a:lstStyle/>
          <a:p>
            <a:endParaRPr lang="en-US"/>
          </a:p>
        </p:txBody>
      </p:sp>
      <p:sp>
        <p:nvSpPr>
          <p:cNvPr id="27" name="Shape 25"/>
          <p:cNvSpPr/>
          <p:nvPr/>
        </p:nvSpPr>
        <p:spPr>
          <a:xfrm>
            <a:off x="11019124" y="593444"/>
            <a:ext cx="34616" cy="34616"/>
          </a:xfrm>
          <a:prstGeom prst="ellipse">
            <a:avLst/>
          </a:prstGeom>
          <a:solidFill>
            <a:srgbClr val="F4D9DC"/>
          </a:solidFill>
          <a:ln/>
        </p:spPr>
        <p:txBody>
          <a:bodyPr/>
          <a:lstStyle/>
          <a:p>
            <a:endParaRPr lang="en-US"/>
          </a:p>
        </p:txBody>
      </p:sp>
      <p:sp>
        <p:nvSpPr>
          <p:cNvPr id="28" name="Shape 26"/>
          <p:cNvSpPr/>
          <p:nvPr/>
        </p:nvSpPr>
        <p:spPr>
          <a:xfrm>
            <a:off x="11403576" y="610214"/>
            <a:ext cx="34961" cy="34961"/>
          </a:xfrm>
          <a:prstGeom prst="ellipse">
            <a:avLst/>
          </a:prstGeom>
          <a:solidFill>
            <a:srgbClr val="F4D9DC"/>
          </a:solidFill>
          <a:ln/>
        </p:spPr>
        <p:txBody>
          <a:bodyPr/>
          <a:lstStyle/>
          <a:p>
            <a:endParaRPr lang="en-US"/>
          </a:p>
        </p:txBody>
      </p:sp>
      <p:sp>
        <p:nvSpPr>
          <p:cNvPr id="29" name="Shape 27"/>
          <p:cNvSpPr/>
          <p:nvPr/>
        </p:nvSpPr>
        <p:spPr>
          <a:xfrm>
            <a:off x="11201662" y="616570"/>
            <a:ext cx="35627" cy="35627"/>
          </a:xfrm>
          <a:prstGeom prst="ellipse">
            <a:avLst/>
          </a:prstGeom>
          <a:solidFill>
            <a:srgbClr val="F4D9DC"/>
          </a:solidFill>
          <a:ln/>
        </p:spPr>
        <p:txBody>
          <a:bodyPr/>
          <a:lstStyle/>
          <a:p>
            <a:endParaRPr lang="en-US"/>
          </a:p>
        </p:txBody>
      </p:sp>
      <p:sp>
        <p:nvSpPr>
          <p:cNvPr id="30" name="Shape 28"/>
          <p:cNvSpPr/>
          <p:nvPr/>
        </p:nvSpPr>
        <p:spPr>
          <a:xfrm>
            <a:off x="11127484" y="620705"/>
            <a:ext cx="58030" cy="58030"/>
          </a:xfrm>
          <a:prstGeom prst="ellipse">
            <a:avLst/>
          </a:prstGeom>
          <a:solidFill>
            <a:srgbClr val="F4D9DC"/>
          </a:solidFill>
          <a:ln/>
        </p:spPr>
        <p:txBody>
          <a:bodyPr/>
          <a:lstStyle/>
          <a:p>
            <a:endParaRPr lang="en-US"/>
          </a:p>
        </p:txBody>
      </p:sp>
      <p:sp>
        <p:nvSpPr>
          <p:cNvPr id="31" name="Shape 29"/>
          <p:cNvSpPr/>
          <p:nvPr/>
        </p:nvSpPr>
        <p:spPr>
          <a:xfrm>
            <a:off x="11460767" y="620852"/>
            <a:ext cx="57428" cy="57428"/>
          </a:xfrm>
          <a:prstGeom prst="ellipse">
            <a:avLst/>
          </a:prstGeom>
          <a:solidFill>
            <a:srgbClr val="F4D9DC"/>
          </a:solidFill>
          <a:ln/>
        </p:spPr>
        <p:txBody>
          <a:bodyPr/>
          <a:lstStyle/>
          <a:p>
            <a:endParaRPr lang="en-US"/>
          </a:p>
        </p:txBody>
      </p:sp>
      <p:sp>
        <p:nvSpPr>
          <p:cNvPr id="32" name="Shape 30"/>
          <p:cNvSpPr/>
          <p:nvPr/>
        </p:nvSpPr>
        <p:spPr>
          <a:xfrm>
            <a:off x="11055219" y="640144"/>
            <a:ext cx="51718" cy="51718"/>
          </a:xfrm>
          <a:prstGeom prst="ellipse">
            <a:avLst/>
          </a:prstGeom>
          <a:solidFill>
            <a:srgbClr val="F4D9DC"/>
          </a:solidFill>
          <a:ln/>
        </p:spPr>
        <p:txBody>
          <a:bodyPr/>
          <a:lstStyle/>
          <a:p>
            <a:endParaRPr lang="en-US"/>
          </a:p>
        </p:txBody>
      </p:sp>
      <p:sp>
        <p:nvSpPr>
          <p:cNvPr id="33" name="Shape 31"/>
          <p:cNvSpPr/>
          <p:nvPr/>
        </p:nvSpPr>
        <p:spPr>
          <a:xfrm>
            <a:off x="11539330" y="640266"/>
            <a:ext cx="51270" cy="51270"/>
          </a:xfrm>
          <a:prstGeom prst="ellipse">
            <a:avLst/>
          </a:prstGeom>
          <a:solidFill>
            <a:srgbClr val="F4D9DC"/>
          </a:solidFill>
          <a:ln/>
        </p:spPr>
        <p:txBody>
          <a:bodyPr/>
          <a:lstStyle/>
          <a:p>
            <a:endParaRPr lang="en-US"/>
          </a:p>
        </p:txBody>
      </p:sp>
      <p:sp>
        <p:nvSpPr>
          <p:cNvPr id="34" name="Shape 32"/>
          <p:cNvSpPr/>
          <p:nvPr/>
        </p:nvSpPr>
        <p:spPr>
          <a:xfrm>
            <a:off x="11429576" y="682274"/>
            <a:ext cx="35627" cy="35627"/>
          </a:xfrm>
          <a:prstGeom prst="ellipse">
            <a:avLst/>
          </a:prstGeom>
          <a:solidFill>
            <a:srgbClr val="F4D9DC"/>
          </a:solidFill>
          <a:ln/>
        </p:spPr>
        <p:txBody>
          <a:bodyPr/>
          <a:lstStyle/>
          <a:p>
            <a:endParaRPr lang="en-US"/>
          </a:p>
        </p:txBody>
      </p:sp>
      <p:sp>
        <p:nvSpPr>
          <p:cNvPr id="35" name="Shape 33"/>
          <p:cNvSpPr/>
          <p:nvPr/>
        </p:nvSpPr>
        <p:spPr>
          <a:xfrm>
            <a:off x="11004076" y="687222"/>
            <a:ext cx="34616" cy="34616"/>
          </a:xfrm>
          <a:prstGeom prst="ellipse">
            <a:avLst/>
          </a:prstGeom>
          <a:solidFill>
            <a:srgbClr val="F4D9DC"/>
          </a:solidFill>
          <a:ln/>
        </p:spPr>
        <p:txBody>
          <a:bodyPr/>
          <a:lstStyle/>
          <a:p>
            <a:endParaRPr lang="en-US"/>
          </a:p>
        </p:txBody>
      </p:sp>
      <p:sp>
        <p:nvSpPr>
          <p:cNvPr id="36" name="Shape 34"/>
          <p:cNvSpPr/>
          <p:nvPr/>
        </p:nvSpPr>
        <p:spPr>
          <a:xfrm>
            <a:off x="11502052" y="685321"/>
            <a:ext cx="34270" cy="34270"/>
          </a:xfrm>
          <a:prstGeom prst="ellipse">
            <a:avLst/>
          </a:prstGeom>
          <a:solidFill>
            <a:srgbClr val="F4D9DC"/>
          </a:solidFill>
          <a:ln/>
        </p:spPr>
        <p:txBody>
          <a:bodyPr/>
          <a:lstStyle/>
          <a:p>
            <a:endParaRPr lang="en-US"/>
          </a:p>
        </p:txBody>
      </p:sp>
      <p:sp>
        <p:nvSpPr>
          <p:cNvPr id="37" name="Shape 35"/>
          <p:cNvSpPr/>
          <p:nvPr/>
        </p:nvSpPr>
        <p:spPr>
          <a:xfrm>
            <a:off x="11606321" y="686422"/>
            <a:ext cx="35627" cy="35627"/>
          </a:xfrm>
          <a:prstGeom prst="ellipse">
            <a:avLst/>
          </a:prstGeom>
          <a:solidFill>
            <a:srgbClr val="F4D9DC"/>
          </a:solidFill>
          <a:ln/>
        </p:spPr>
        <p:txBody>
          <a:bodyPr/>
          <a:lstStyle/>
          <a:p>
            <a:endParaRPr lang="en-US"/>
          </a:p>
        </p:txBody>
      </p:sp>
      <p:sp>
        <p:nvSpPr>
          <p:cNvPr id="38" name="Shape 36"/>
          <p:cNvSpPr/>
          <p:nvPr/>
        </p:nvSpPr>
        <p:spPr>
          <a:xfrm>
            <a:off x="11108908" y="688957"/>
            <a:ext cx="35294" cy="35294"/>
          </a:xfrm>
          <a:prstGeom prst="ellipse">
            <a:avLst/>
          </a:prstGeom>
          <a:solidFill>
            <a:srgbClr val="F4D9DC"/>
          </a:solidFill>
          <a:ln/>
        </p:spPr>
        <p:txBody>
          <a:bodyPr/>
          <a:lstStyle/>
          <a:p>
            <a:endParaRPr lang="en-US"/>
          </a:p>
        </p:txBody>
      </p:sp>
      <p:sp>
        <p:nvSpPr>
          <p:cNvPr id="39" name="Shape 37"/>
          <p:cNvSpPr/>
          <p:nvPr/>
        </p:nvSpPr>
        <p:spPr>
          <a:xfrm>
            <a:off x="11179733" y="690371"/>
            <a:ext cx="36613" cy="36613"/>
          </a:xfrm>
          <a:prstGeom prst="ellipse">
            <a:avLst/>
          </a:prstGeom>
          <a:solidFill>
            <a:srgbClr val="F4D9DC"/>
          </a:solidFill>
          <a:ln/>
        </p:spPr>
        <p:txBody>
          <a:bodyPr/>
          <a:lstStyle/>
          <a:p>
            <a:endParaRPr lang="en-US"/>
          </a:p>
        </p:txBody>
      </p:sp>
      <p:sp>
        <p:nvSpPr>
          <p:cNvPr id="40" name="Shape 38"/>
          <p:cNvSpPr/>
          <p:nvPr/>
        </p:nvSpPr>
        <p:spPr>
          <a:xfrm>
            <a:off x="11054764" y="716576"/>
            <a:ext cx="51936" cy="51936"/>
          </a:xfrm>
          <a:prstGeom prst="ellipse">
            <a:avLst/>
          </a:prstGeom>
          <a:solidFill>
            <a:srgbClr val="F4D9DC"/>
          </a:solidFill>
          <a:ln/>
        </p:spPr>
        <p:txBody>
          <a:bodyPr/>
          <a:lstStyle/>
          <a:p>
            <a:endParaRPr lang="en-US"/>
          </a:p>
        </p:txBody>
      </p:sp>
      <p:sp>
        <p:nvSpPr>
          <p:cNvPr id="41" name="Shape 39"/>
          <p:cNvSpPr/>
          <p:nvPr/>
        </p:nvSpPr>
        <p:spPr>
          <a:xfrm>
            <a:off x="11539023" y="716851"/>
            <a:ext cx="51488" cy="51488"/>
          </a:xfrm>
          <a:prstGeom prst="ellipse">
            <a:avLst/>
          </a:prstGeom>
          <a:solidFill>
            <a:srgbClr val="F4D9DC"/>
          </a:solidFill>
          <a:ln/>
        </p:spPr>
        <p:txBody>
          <a:bodyPr/>
          <a:lstStyle/>
          <a:p>
            <a:endParaRPr lang="en-US"/>
          </a:p>
        </p:txBody>
      </p:sp>
      <p:sp>
        <p:nvSpPr>
          <p:cNvPr id="42" name="Shape 40"/>
          <p:cNvSpPr/>
          <p:nvPr/>
        </p:nvSpPr>
        <p:spPr>
          <a:xfrm>
            <a:off x="11127490" y="729288"/>
            <a:ext cx="58222" cy="58222"/>
          </a:xfrm>
          <a:prstGeom prst="ellipse">
            <a:avLst/>
          </a:prstGeom>
          <a:solidFill>
            <a:srgbClr val="F4D9DC"/>
          </a:solidFill>
          <a:ln/>
        </p:spPr>
        <p:txBody>
          <a:bodyPr/>
          <a:lstStyle/>
          <a:p>
            <a:endParaRPr lang="en-US"/>
          </a:p>
        </p:txBody>
      </p:sp>
      <p:sp>
        <p:nvSpPr>
          <p:cNvPr id="43" name="Shape 41"/>
          <p:cNvSpPr/>
          <p:nvPr/>
        </p:nvSpPr>
        <p:spPr>
          <a:xfrm>
            <a:off x="11460671" y="729781"/>
            <a:ext cx="57633" cy="57633"/>
          </a:xfrm>
          <a:prstGeom prst="ellipse">
            <a:avLst/>
          </a:prstGeom>
          <a:solidFill>
            <a:srgbClr val="F4D9DC"/>
          </a:solidFill>
          <a:ln/>
        </p:spPr>
        <p:txBody>
          <a:bodyPr/>
          <a:lstStyle/>
          <a:p>
            <a:endParaRPr lang="en-US"/>
          </a:p>
        </p:txBody>
      </p:sp>
      <p:sp>
        <p:nvSpPr>
          <p:cNvPr id="44" name="Shape 42"/>
          <p:cNvSpPr/>
          <p:nvPr/>
        </p:nvSpPr>
        <p:spPr>
          <a:xfrm>
            <a:off x="11407973" y="756415"/>
            <a:ext cx="35960" cy="35960"/>
          </a:xfrm>
          <a:prstGeom prst="ellipse">
            <a:avLst/>
          </a:prstGeom>
          <a:solidFill>
            <a:srgbClr val="F4D9DC"/>
          </a:solidFill>
          <a:ln/>
        </p:spPr>
        <p:txBody>
          <a:bodyPr/>
          <a:lstStyle/>
          <a:p>
            <a:endParaRPr lang="en-US"/>
          </a:p>
        </p:txBody>
      </p:sp>
      <p:sp>
        <p:nvSpPr>
          <p:cNvPr id="45" name="Shape 43"/>
          <p:cNvSpPr/>
          <p:nvPr/>
        </p:nvSpPr>
        <p:spPr>
          <a:xfrm>
            <a:off x="11207308" y="763884"/>
            <a:ext cx="34616" cy="34616"/>
          </a:xfrm>
          <a:prstGeom prst="ellipse">
            <a:avLst/>
          </a:prstGeom>
          <a:solidFill>
            <a:srgbClr val="F4D9DC"/>
          </a:solidFill>
          <a:ln/>
        </p:spPr>
        <p:txBody>
          <a:bodyPr/>
          <a:lstStyle/>
          <a:p>
            <a:endParaRPr lang="en-US"/>
          </a:p>
        </p:txBody>
      </p:sp>
      <p:sp>
        <p:nvSpPr>
          <p:cNvPr id="46" name="Shape 44"/>
          <p:cNvSpPr/>
          <p:nvPr/>
        </p:nvSpPr>
        <p:spPr>
          <a:xfrm>
            <a:off x="11018670" y="780462"/>
            <a:ext cx="34616" cy="34616"/>
          </a:xfrm>
          <a:prstGeom prst="ellipse">
            <a:avLst/>
          </a:prstGeom>
          <a:solidFill>
            <a:srgbClr val="F4D9DC"/>
          </a:solidFill>
          <a:ln/>
        </p:spPr>
        <p:txBody>
          <a:bodyPr/>
          <a:lstStyle/>
          <a:p>
            <a:endParaRPr lang="en-US"/>
          </a:p>
        </p:txBody>
      </p:sp>
      <p:sp>
        <p:nvSpPr>
          <p:cNvPr id="47" name="Shape 45"/>
          <p:cNvSpPr/>
          <p:nvPr/>
        </p:nvSpPr>
        <p:spPr>
          <a:xfrm>
            <a:off x="11591670" y="780123"/>
            <a:ext cx="35294" cy="35294"/>
          </a:xfrm>
          <a:prstGeom prst="ellipse">
            <a:avLst/>
          </a:prstGeom>
          <a:solidFill>
            <a:srgbClr val="F4D9DC"/>
          </a:solidFill>
          <a:ln/>
        </p:spPr>
        <p:txBody>
          <a:bodyPr/>
          <a:lstStyle/>
          <a:p>
            <a:endParaRPr lang="en-US"/>
          </a:p>
        </p:txBody>
      </p:sp>
      <p:sp>
        <p:nvSpPr>
          <p:cNvPr id="48" name="Shape 46"/>
          <p:cNvSpPr/>
          <p:nvPr/>
        </p:nvSpPr>
        <p:spPr>
          <a:xfrm>
            <a:off x="11079010" y="790179"/>
            <a:ext cx="51270" cy="51270"/>
          </a:xfrm>
          <a:prstGeom prst="ellipse">
            <a:avLst/>
          </a:prstGeom>
          <a:solidFill>
            <a:srgbClr val="F4D9DC"/>
          </a:solidFill>
          <a:ln/>
        </p:spPr>
        <p:txBody>
          <a:bodyPr/>
          <a:lstStyle/>
          <a:p>
            <a:endParaRPr lang="en-US"/>
          </a:p>
        </p:txBody>
      </p:sp>
      <p:sp>
        <p:nvSpPr>
          <p:cNvPr id="49" name="Shape 47"/>
          <p:cNvSpPr/>
          <p:nvPr/>
        </p:nvSpPr>
        <p:spPr>
          <a:xfrm>
            <a:off x="11515218" y="789692"/>
            <a:ext cx="52602" cy="52602"/>
          </a:xfrm>
          <a:prstGeom prst="ellipse">
            <a:avLst/>
          </a:prstGeom>
          <a:solidFill>
            <a:srgbClr val="F4D9DC"/>
          </a:solidFill>
          <a:ln/>
        </p:spPr>
        <p:txBody>
          <a:bodyPr/>
          <a:lstStyle/>
          <a:p>
            <a:endParaRPr lang="en-US"/>
          </a:p>
        </p:txBody>
      </p:sp>
      <p:sp>
        <p:nvSpPr>
          <p:cNvPr id="50" name="Shape 48"/>
          <p:cNvSpPr/>
          <p:nvPr/>
        </p:nvSpPr>
        <p:spPr>
          <a:xfrm>
            <a:off x="11147371" y="803460"/>
            <a:ext cx="35627" cy="35627"/>
          </a:xfrm>
          <a:prstGeom prst="ellipse">
            <a:avLst/>
          </a:prstGeom>
          <a:solidFill>
            <a:srgbClr val="F4D9DC"/>
          </a:solidFill>
          <a:ln/>
        </p:spPr>
        <p:txBody>
          <a:bodyPr/>
          <a:lstStyle/>
          <a:p>
            <a:endParaRPr lang="en-US"/>
          </a:p>
        </p:txBody>
      </p:sp>
      <p:sp>
        <p:nvSpPr>
          <p:cNvPr id="51" name="Shape 49"/>
          <p:cNvSpPr/>
          <p:nvPr/>
        </p:nvSpPr>
        <p:spPr>
          <a:xfrm>
            <a:off x="11347786" y="804293"/>
            <a:ext cx="35294" cy="35294"/>
          </a:xfrm>
          <a:prstGeom prst="ellipse">
            <a:avLst/>
          </a:prstGeom>
          <a:solidFill>
            <a:srgbClr val="F4D9DC"/>
          </a:solidFill>
          <a:ln/>
        </p:spPr>
        <p:txBody>
          <a:bodyPr/>
          <a:lstStyle/>
          <a:p>
            <a:endParaRPr lang="en-US"/>
          </a:p>
        </p:txBody>
      </p:sp>
      <p:sp>
        <p:nvSpPr>
          <p:cNvPr id="52" name="Shape 50"/>
          <p:cNvSpPr/>
          <p:nvPr/>
        </p:nvSpPr>
        <p:spPr>
          <a:xfrm>
            <a:off x="11465119" y="800919"/>
            <a:ext cx="34961" cy="34961"/>
          </a:xfrm>
          <a:prstGeom prst="ellipse">
            <a:avLst/>
          </a:prstGeom>
          <a:solidFill>
            <a:srgbClr val="F4D9DC"/>
          </a:solidFill>
          <a:ln/>
        </p:spPr>
        <p:txBody>
          <a:bodyPr/>
          <a:lstStyle/>
          <a:p>
            <a:endParaRPr lang="en-US"/>
          </a:p>
        </p:txBody>
      </p:sp>
      <p:sp>
        <p:nvSpPr>
          <p:cNvPr id="53" name="Shape 51"/>
          <p:cNvSpPr/>
          <p:nvPr/>
        </p:nvSpPr>
        <p:spPr>
          <a:xfrm>
            <a:off x="11270669" y="806590"/>
            <a:ext cx="35627" cy="35627"/>
          </a:xfrm>
          <a:prstGeom prst="ellipse">
            <a:avLst/>
          </a:prstGeom>
          <a:solidFill>
            <a:srgbClr val="F4D9DC"/>
          </a:solidFill>
          <a:ln/>
        </p:spPr>
        <p:txBody>
          <a:bodyPr/>
          <a:lstStyle/>
          <a:p>
            <a:endParaRPr lang="en-US"/>
          </a:p>
        </p:txBody>
      </p:sp>
      <p:sp>
        <p:nvSpPr>
          <p:cNvPr id="54" name="Shape 52"/>
          <p:cNvSpPr/>
          <p:nvPr/>
        </p:nvSpPr>
        <p:spPr>
          <a:xfrm>
            <a:off x="11191498" y="817766"/>
            <a:ext cx="57633" cy="57633"/>
          </a:xfrm>
          <a:prstGeom prst="ellipse">
            <a:avLst/>
          </a:prstGeom>
          <a:solidFill>
            <a:srgbClr val="F4D9DC"/>
          </a:solidFill>
          <a:ln/>
        </p:spPr>
        <p:txBody>
          <a:bodyPr/>
          <a:lstStyle/>
          <a:p>
            <a:endParaRPr lang="en-US"/>
          </a:p>
        </p:txBody>
      </p:sp>
      <p:sp>
        <p:nvSpPr>
          <p:cNvPr id="55" name="Shape 53"/>
          <p:cNvSpPr/>
          <p:nvPr/>
        </p:nvSpPr>
        <p:spPr>
          <a:xfrm>
            <a:off x="11396573" y="817888"/>
            <a:ext cx="57633" cy="57633"/>
          </a:xfrm>
          <a:prstGeom prst="ellipse">
            <a:avLst/>
          </a:prstGeom>
          <a:solidFill>
            <a:srgbClr val="F4D9DC"/>
          </a:solidFill>
          <a:ln/>
        </p:spPr>
        <p:txBody>
          <a:bodyPr/>
          <a:lstStyle/>
          <a:p>
            <a:endParaRPr lang="en-US"/>
          </a:p>
        </p:txBody>
      </p:sp>
      <p:sp>
        <p:nvSpPr>
          <p:cNvPr id="56" name="Shape 54"/>
          <p:cNvSpPr/>
          <p:nvPr/>
        </p:nvSpPr>
        <p:spPr>
          <a:xfrm>
            <a:off x="11123445" y="851985"/>
            <a:ext cx="52167" cy="52167"/>
          </a:xfrm>
          <a:prstGeom prst="ellipse">
            <a:avLst/>
          </a:prstGeom>
          <a:solidFill>
            <a:srgbClr val="F4D9DC"/>
          </a:solidFill>
          <a:ln/>
        </p:spPr>
        <p:txBody>
          <a:bodyPr/>
          <a:lstStyle/>
          <a:p>
            <a:endParaRPr lang="en-US"/>
          </a:p>
        </p:txBody>
      </p:sp>
      <p:sp>
        <p:nvSpPr>
          <p:cNvPr id="57" name="Shape 55"/>
          <p:cNvSpPr/>
          <p:nvPr/>
        </p:nvSpPr>
        <p:spPr>
          <a:xfrm>
            <a:off x="11294647" y="851390"/>
            <a:ext cx="57223" cy="57223"/>
          </a:xfrm>
          <a:prstGeom prst="ellipse">
            <a:avLst/>
          </a:prstGeom>
          <a:solidFill>
            <a:srgbClr val="F4D9DC"/>
          </a:solidFill>
          <a:ln/>
        </p:spPr>
        <p:txBody>
          <a:bodyPr/>
          <a:lstStyle/>
          <a:p>
            <a:endParaRPr lang="en-US"/>
          </a:p>
        </p:txBody>
      </p:sp>
      <p:sp>
        <p:nvSpPr>
          <p:cNvPr id="58" name="Shape 56"/>
          <p:cNvSpPr/>
          <p:nvPr/>
        </p:nvSpPr>
        <p:spPr>
          <a:xfrm>
            <a:off x="11470202" y="852382"/>
            <a:ext cx="52384" cy="52384"/>
          </a:xfrm>
          <a:prstGeom prst="ellipse">
            <a:avLst/>
          </a:prstGeom>
          <a:solidFill>
            <a:srgbClr val="F4D9DC"/>
          </a:solidFill>
          <a:ln/>
        </p:spPr>
        <p:txBody>
          <a:bodyPr/>
          <a:lstStyle/>
          <a:p>
            <a:endParaRPr lang="en-US"/>
          </a:p>
        </p:txBody>
      </p:sp>
      <p:sp>
        <p:nvSpPr>
          <p:cNvPr id="59" name="Shape 57"/>
          <p:cNvSpPr/>
          <p:nvPr/>
        </p:nvSpPr>
        <p:spPr>
          <a:xfrm>
            <a:off x="11060774" y="864607"/>
            <a:ext cx="35627" cy="35627"/>
          </a:xfrm>
          <a:prstGeom prst="ellipse">
            <a:avLst/>
          </a:prstGeom>
          <a:solidFill>
            <a:srgbClr val="F4D9DC"/>
          </a:solidFill>
          <a:ln/>
        </p:spPr>
        <p:txBody>
          <a:bodyPr/>
          <a:lstStyle/>
          <a:p>
            <a:endParaRPr lang="en-US"/>
          </a:p>
        </p:txBody>
      </p:sp>
      <p:sp>
        <p:nvSpPr>
          <p:cNvPr id="60" name="Shape 58"/>
          <p:cNvSpPr/>
          <p:nvPr/>
        </p:nvSpPr>
        <p:spPr>
          <a:xfrm>
            <a:off x="11548733" y="864185"/>
            <a:ext cx="35627" cy="35627"/>
          </a:xfrm>
          <a:prstGeom prst="ellipse">
            <a:avLst/>
          </a:prstGeom>
          <a:solidFill>
            <a:srgbClr val="F4D9DC"/>
          </a:solidFill>
          <a:ln/>
        </p:spPr>
        <p:txBody>
          <a:bodyPr/>
          <a:lstStyle/>
          <a:p>
            <a:endParaRPr lang="en-US"/>
          </a:p>
        </p:txBody>
      </p:sp>
      <p:sp>
        <p:nvSpPr>
          <p:cNvPr id="61" name="Shape 59"/>
          <p:cNvSpPr/>
          <p:nvPr/>
        </p:nvSpPr>
        <p:spPr>
          <a:xfrm>
            <a:off x="11246231" y="873908"/>
            <a:ext cx="35627" cy="35627"/>
          </a:xfrm>
          <a:prstGeom prst="ellipse">
            <a:avLst/>
          </a:prstGeom>
          <a:solidFill>
            <a:srgbClr val="F4D9DC"/>
          </a:solidFill>
          <a:ln/>
        </p:spPr>
        <p:txBody>
          <a:bodyPr/>
          <a:lstStyle/>
          <a:p>
            <a:endParaRPr lang="en-US"/>
          </a:p>
        </p:txBody>
      </p:sp>
      <p:sp>
        <p:nvSpPr>
          <p:cNvPr id="62" name="Shape 60"/>
          <p:cNvSpPr/>
          <p:nvPr/>
        </p:nvSpPr>
        <p:spPr>
          <a:xfrm>
            <a:off x="11367418" y="872896"/>
            <a:ext cx="35627" cy="35627"/>
          </a:xfrm>
          <a:prstGeom prst="ellipse">
            <a:avLst/>
          </a:prstGeom>
          <a:solidFill>
            <a:srgbClr val="F4D9DC"/>
          </a:solidFill>
          <a:ln/>
        </p:spPr>
        <p:txBody>
          <a:bodyPr/>
          <a:lstStyle/>
          <a:p>
            <a:endParaRPr lang="en-US"/>
          </a:p>
        </p:txBody>
      </p:sp>
      <p:sp>
        <p:nvSpPr>
          <p:cNvPr id="63" name="Shape 61"/>
          <p:cNvSpPr/>
          <p:nvPr/>
        </p:nvSpPr>
        <p:spPr>
          <a:xfrm>
            <a:off x="11185366" y="897322"/>
            <a:ext cx="51936" cy="51936"/>
          </a:xfrm>
          <a:prstGeom prst="ellipse">
            <a:avLst/>
          </a:prstGeom>
          <a:solidFill>
            <a:srgbClr val="F4D9DC"/>
          </a:solidFill>
          <a:ln/>
        </p:spPr>
        <p:txBody>
          <a:bodyPr/>
          <a:lstStyle/>
          <a:p>
            <a:endParaRPr lang="en-US"/>
          </a:p>
        </p:txBody>
      </p:sp>
      <p:sp>
        <p:nvSpPr>
          <p:cNvPr id="64" name="Shape 62"/>
          <p:cNvSpPr/>
          <p:nvPr/>
        </p:nvSpPr>
        <p:spPr>
          <a:xfrm>
            <a:off x="11407845" y="897655"/>
            <a:ext cx="52602" cy="52602"/>
          </a:xfrm>
          <a:prstGeom prst="ellipse">
            <a:avLst/>
          </a:prstGeom>
          <a:solidFill>
            <a:srgbClr val="F4D9DC"/>
          </a:solidFill>
          <a:ln/>
        </p:spPr>
        <p:txBody>
          <a:bodyPr/>
          <a:lstStyle/>
          <a:p>
            <a:endParaRPr lang="en-US"/>
          </a:p>
        </p:txBody>
      </p:sp>
      <p:sp>
        <p:nvSpPr>
          <p:cNvPr id="65" name="Shape 63"/>
          <p:cNvSpPr/>
          <p:nvPr/>
        </p:nvSpPr>
        <p:spPr>
          <a:xfrm>
            <a:off x="11258822" y="921466"/>
            <a:ext cx="51270" cy="51270"/>
          </a:xfrm>
          <a:prstGeom prst="ellipse">
            <a:avLst/>
          </a:prstGeom>
          <a:solidFill>
            <a:srgbClr val="F4D9DC"/>
          </a:solidFill>
          <a:ln/>
        </p:spPr>
        <p:txBody>
          <a:bodyPr/>
          <a:lstStyle/>
          <a:p>
            <a:endParaRPr lang="en-US"/>
          </a:p>
        </p:txBody>
      </p:sp>
      <p:sp>
        <p:nvSpPr>
          <p:cNvPr id="66" name="Shape 64"/>
          <p:cNvSpPr/>
          <p:nvPr/>
        </p:nvSpPr>
        <p:spPr>
          <a:xfrm>
            <a:off x="11335350" y="921504"/>
            <a:ext cx="51270" cy="51270"/>
          </a:xfrm>
          <a:prstGeom prst="ellipse">
            <a:avLst/>
          </a:prstGeom>
          <a:solidFill>
            <a:srgbClr val="F4D9DC"/>
          </a:solidFill>
          <a:ln/>
        </p:spPr>
        <p:txBody>
          <a:bodyPr/>
          <a:lstStyle/>
          <a:p>
            <a:endParaRPr lang="en-US"/>
          </a:p>
        </p:txBody>
      </p:sp>
      <p:sp>
        <p:nvSpPr>
          <p:cNvPr id="67" name="Shape 65"/>
          <p:cNvSpPr/>
          <p:nvPr/>
        </p:nvSpPr>
        <p:spPr>
          <a:xfrm>
            <a:off x="11127388" y="931368"/>
            <a:ext cx="35294" cy="35294"/>
          </a:xfrm>
          <a:prstGeom prst="ellipse">
            <a:avLst/>
          </a:prstGeom>
          <a:solidFill>
            <a:srgbClr val="F4D9DC"/>
          </a:solidFill>
          <a:ln/>
        </p:spPr>
        <p:txBody>
          <a:bodyPr/>
          <a:lstStyle/>
          <a:p>
            <a:endParaRPr lang="en-US"/>
          </a:p>
        </p:txBody>
      </p:sp>
      <p:sp>
        <p:nvSpPr>
          <p:cNvPr id="68" name="Shape 66"/>
          <p:cNvSpPr/>
          <p:nvPr/>
        </p:nvSpPr>
        <p:spPr>
          <a:xfrm>
            <a:off x="11481979" y="931035"/>
            <a:ext cx="35960" cy="35960"/>
          </a:xfrm>
          <a:prstGeom prst="ellipse">
            <a:avLst/>
          </a:prstGeom>
          <a:solidFill>
            <a:srgbClr val="F4D9DC"/>
          </a:solidFill>
          <a:ln/>
        </p:spPr>
        <p:txBody>
          <a:bodyPr/>
          <a:lstStyle/>
          <a:p>
            <a:endParaRPr lang="en-US"/>
          </a:p>
        </p:txBody>
      </p:sp>
      <p:sp>
        <p:nvSpPr>
          <p:cNvPr id="69" name="Shape 67"/>
          <p:cNvSpPr/>
          <p:nvPr/>
        </p:nvSpPr>
        <p:spPr>
          <a:xfrm>
            <a:off x="11211987" y="974695"/>
            <a:ext cx="34961" cy="34961"/>
          </a:xfrm>
          <a:prstGeom prst="ellipse">
            <a:avLst/>
          </a:prstGeom>
          <a:solidFill>
            <a:srgbClr val="F4D9DC"/>
          </a:solidFill>
          <a:ln/>
        </p:spPr>
        <p:txBody>
          <a:bodyPr/>
          <a:lstStyle/>
          <a:p>
            <a:endParaRPr lang="en-US"/>
          </a:p>
        </p:txBody>
      </p:sp>
      <p:sp>
        <p:nvSpPr>
          <p:cNvPr id="70" name="Shape 68"/>
          <p:cNvSpPr/>
          <p:nvPr/>
        </p:nvSpPr>
        <p:spPr>
          <a:xfrm>
            <a:off x="11398461" y="974695"/>
            <a:ext cx="34961" cy="34961"/>
          </a:xfrm>
          <a:prstGeom prst="ellipse">
            <a:avLst/>
          </a:prstGeom>
          <a:solidFill>
            <a:srgbClr val="F4D9DC"/>
          </a:solidFill>
          <a:ln/>
        </p:spPr>
        <p:txBody>
          <a:bodyPr/>
          <a:lstStyle/>
          <a:p>
            <a:endParaRPr lang="en-US"/>
          </a:p>
        </p:txBody>
      </p:sp>
      <p:sp>
        <p:nvSpPr>
          <p:cNvPr id="71" name="Shape 69"/>
          <p:cNvSpPr/>
          <p:nvPr/>
        </p:nvSpPr>
        <p:spPr>
          <a:xfrm>
            <a:off x="11304837" y="988501"/>
            <a:ext cx="35627" cy="35627"/>
          </a:xfrm>
          <a:prstGeom prst="ellipse">
            <a:avLst/>
          </a:prstGeom>
          <a:solidFill>
            <a:srgbClr val="F4D9DC"/>
          </a:solidFill>
          <a:ln/>
        </p:spPr>
        <p:txBody>
          <a:bodyPr/>
          <a:lstStyle/>
          <a:p>
            <a:endParaRPr lang="en-US"/>
          </a:p>
        </p:txBody>
      </p:sp>
      <p:sp>
        <p:nvSpPr>
          <p:cNvPr id="72" name="Shape 70"/>
          <p:cNvSpPr/>
          <p:nvPr/>
        </p:nvSpPr>
        <p:spPr>
          <a:xfrm>
            <a:off x="548640" y="1280160"/>
            <a:ext cx="1005840" cy="1005840"/>
          </a:xfrm>
          <a:prstGeom prst="ellipse">
            <a:avLst/>
          </a:prstGeom>
          <a:solidFill>
            <a:srgbClr val="F4D74B"/>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icPr>
            <a:picLocks noChangeAspect="1"/>
          </p:cNvPicPr>
          <p:nvPr/>
        </p:nvPicPr>
        <p:blipFill>
          <a:blip r:embed="rId3"/>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r>
              <a:rPr lang="en-US" sz="1800" dirty="0">
                <a:solidFill>
                  <a:srgbClr val="000000"/>
                </a:solidFill>
                <a:latin typeface="General Sans" pitchFamily="34" charset="0"/>
                <a:ea typeface="General Sans" pitchFamily="34" charset="-122"/>
                <a:cs typeface="General Sans" pitchFamily="34" charset="-120"/>
              </a:rPr>
              <a:t> Stel je vraag.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 op edu.nl/n4kfh</a:t>
            </a:r>
            <a:endParaRPr lang="en-US" sz="3400" dirty="0"/>
          </a:p>
        </p:txBody>
      </p:sp>
      <p:pic>
        <p:nvPicPr>
          <p:cNvPr id="73" name="Image 0" descr="QR-code naar edu.nl/n4kfh"/>
          <p:cNvPicPr>
            <a:picLocks noChangeAspect="1"/>
          </p:cNvPicPr>
          <p:nvPr/>
        </p:nvPicPr>
        <p:blipFill>
          <a:blip r:embed="rId3"/>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A.</a:t>
            </a:r>
            <a:r>
              <a:rPr lang="en-US" sz="1800" dirty="0">
                <a:solidFill>
                  <a:srgbClr val="000000"/>
                </a:solidFill>
                <a:latin typeface="General Sans" pitchFamily="34" charset="0"/>
                <a:ea typeface="General Sans" pitchFamily="34" charset="-122"/>
                <a:cs typeface="General Sans" pitchFamily="34" charset="-120"/>
              </a:rPr>
              <a:t> [Voorbeeldvraag A]</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B.</a:t>
            </a:r>
            <a:r>
              <a:rPr lang="en-US" sz="1800" dirty="0">
                <a:solidFill>
                  <a:srgbClr val="000000"/>
                </a:solidFill>
                <a:latin typeface="General Sans" pitchFamily="34" charset="0"/>
                <a:ea typeface="General Sans" pitchFamily="34" charset="-122"/>
                <a:cs typeface="General Sans" pitchFamily="34" charset="-120"/>
              </a:rPr>
              <a:t> [Voorbeeldvraag B]</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Of je eigen vraag</a:t>
            </a:r>
            <a:r>
              <a:rPr lang="en-US" sz="1800" dirty="0">
                <a:solidFill>
                  <a:srgbClr val="000000"/>
                </a:solidFill>
                <a:latin typeface="General Sans" pitchFamily="34" charset="0"/>
                <a:ea typeface="General Sans" pitchFamily="34" charset="-122"/>
                <a:cs typeface="General Sans" pitchFamily="34" charset="-120"/>
              </a:rPr>
              <a:t> over instroom, diploma's of instellingen.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Bespreek het met je tafel. Daarna halen we op wat we hoorden.</a:t>
            </a:r>
            <a:endParaRPr lang="en-US" sz="2200" dirty="0"/>
          </a:p>
        </p:txBody>
      </p:sp>
      <p:pic>
        <p:nvPicPr>
          <p:cNvPr id="76" name="Image 0" descr="exports/261029_dair_onderwijsdata/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tafel</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txBody>
          <a:bodyPr/>
          <a:lstStyle/>
          <a:p>
            <a:endParaRPr lang="en-US"/>
          </a:p>
        </p:txBody>
      </p:sp>
      <p:sp>
        <p:nvSpPr>
          <p:cNvPr id="74" name="Text 72"/>
          <p:cNvSpPr/>
          <p:nvPr/>
        </p:nvSpPr>
        <p:spPr>
          <a:xfrm>
            <a:off x="822960"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Wat is je eerste indruk?</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viel op in de tool?</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txBody>
          <a:bodyPr/>
          <a:lstStyle/>
          <a:p>
            <a:endParaRPr lang="en-US"/>
          </a:p>
        </p:txBody>
      </p:sp>
      <p:sp>
        <p:nvSpPr>
          <p:cNvPr id="77" name="Text 75"/>
          <p:cNvSpPr/>
          <p:nvPr/>
        </p:nvSpPr>
        <p:spPr>
          <a:xfrm>
            <a:off x="4612538"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txBody>
          <a:bodyPr/>
          <a:lstStyle/>
          <a:p>
            <a:endParaRPr lang="en-US"/>
          </a:p>
        </p:txBody>
      </p:sp>
      <p:sp>
        <p:nvSpPr>
          <p:cNvPr id="80" name="Text 78"/>
          <p:cNvSpPr/>
          <p:nvPr/>
        </p:nvSpPr>
        <p:spPr>
          <a:xfrm>
            <a:off x="8402117"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Vertrouw je het antwoord?</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Of wil je alsnog zelf in de bron kijken?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Demo: van antwoord naar rapport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je van een antwoord een rapport maakt, met bron en grafiek.</a:t>
            </a:r>
            <a:endParaRPr lang="en-US" sz="2200" dirty="0"/>
          </a:p>
        </p:txBody>
      </p:sp>
      <p:pic>
        <p:nvPicPr>
          <p:cNvPr id="74" name="Image 0" descr="exports/261029_dair_onderwijsdata/img/Document.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genereer een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weer in tweetallen. Maak een rapport en beoordeel het.</a:t>
            </a:r>
            <a:endParaRPr lang="en-US" sz="2200" dirty="0"/>
          </a:p>
        </p:txBody>
      </p:sp>
      <p:pic>
        <p:nvPicPr>
          <p:cNvPr id="76" name="Image 0" descr="exports/261029_dair_onderwijsdata/img/Vaantje geel met vin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Maak een rapport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txBody>
          <a:bodyPr/>
          <a:lstStyle/>
          <a:p>
            <a:endParaRPr lang="en-US"/>
          </a:p>
        </p:txBody>
      </p:sp>
      <p:sp>
        <p:nvSpPr>
          <p:cNvPr id="74" name="Shape 72"/>
          <p:cNvSpPr/>
          <p:nvPr/>
        </p:nvSpPr>
        <p:spPr>
          <a:xfrm>
            <a:off x="822960" y="1645920"/>
            <a:ext cx="548640" cy="548640"/>
          </a:xfrm>
          <a:prstGeom prst="ellipse">
            <a:avLst/>
          </a:prstGeom>
          <a:solidFill>
            <a:srgbClr val="F4D74B"/>
          </a:solidFill>
          <a:ln/>
        </p:spPr>
        <p:txBody>
          <a:bodyPr/>
          <a:lstStyle/>
          <a:p>
            <a:endParaRPr lang="en-US"/>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lang="en-US"/>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Je vraag uit 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Vraag om een rapport</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Vraag de tool om een rapport bij je antwoord uit ronde 1.</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txBody>
          <a:bodyPr/>
          <a:lstStyle/>
          <a:p>
            <a:endParaRPr lang="en-US"/>
          </a:p>
        </p:txBody>
      </p:sp>
      <p:sp>
        <p:nvSpPr>
          <p:cNvPr id="81" name="Shape 79"/>
          <p:cNvSpPr/>
          <p:nvPr/>
        </p:nvSpPr>
        <p:spPr>
          <a:xfrm>
            <a:off x="6507328" y="1645920"/>
            <a:ext cx="548640" cy="548640"/>
          </a:xfrm>
          <a:prstGeom prst="ellipse">
            <a:avLst/>
          </a:prstGeom>
          <a:solidFill>
            <a:srgbClr val="F4D9DC"/>
          </a:solidFill>
          <a:ln/>
        </p:spPr>
        <p:txBody>
          <a:bodyPr/>
          <a:lstStyle/>
          <a:p>
            <a:endParaRPr lang="en-US"/>
          </a:p>
        </p:txBody>
      </p:sp>
      <p:sp>
        <p:nvSpPr>
          <p:cNvPr id="82" name="Text 80"/>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txBody>
          <a:bodyPr/>
          <a:lstStyle/>
          <a:p>
            <a:endParaRPr lang="en-US"/>
          </a:p>
        </p:txBody>
      </p:sp>
      <p:sp>
        <p:nvSpPr>
          <p:cNvPr id="84" name="Text 82"/>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Vastgelopen? Bekijk een rapport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Daarna:</a:t>
            </a:r>
            <a:r>
              <a:rPr lang="en-US" sz="1800" dirty="0">
                <a:solidFill>
                  <a:srgbClr val="000000"/>
                </a:solidFill>
                <a:latin typeface="General Sans" pitchFamily="34" charset="0"/>
                <a:ea typeface="General Sans" pitchFamily="34" charset="-122"/>
                <a:cs typeface="General Sans" pitchFamily="34" charset="-120"/>
              </a:rPr>
              <a:t> beoordeel het rapport en geef feedback in de tool.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Beoordeel je rapport en geef feedback</a:t>
            </a:r>
            <a:endParaRPr lang="en-US" sz="3400" dirty="0"/>
          </a:p>
        </p:txBody>
      </p:sp>
      <p:pic>
        <p:nvPicPr>
          <p:cNvPr id="73" name="Image 0" descr="Feedbackformulier bij een rapport in de tool"/>
          <p:cNvPicPr>
            <a:picLocks noChangeAspect="1"/>
          </p:cNvPicPr>
          <p:nvPr/>
        </p:nvPicPr>
        <p:blipFill>
          <a:blip r:embed="rId3"/>
          <a:stretch>
            <a:fillRect/>
          </a:stretch>
        </p:blipFill>
        <p:spPr>
          <a:xfrm>
            <a:off x="1790637" y="1371600"/>
            <a:ext cx="4587061"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1.</a:t>
            </a:r>
            <a:r>
              <a:rPr lang="en-US" sz="1800" dirty="0">
                <a:solidFill>
                  <a:srgbClr val="000000"/>
                </a:solidFill>
                <a:latin typeface="General Sans" pitchFamily="34" charset="0"/>
                <a:ea typeface="General Sans" pitchFamily="34" charset="-122"/>
                <a:cs typeface="General Sans" pitchFamily="34" charset="-120"/>
              </a:rPr>
              <a:t> Zou je het rapport zo delen?</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2.</a:t>
            </a:r>
            <a:r>
              <a:rPr lang="en-US" sz="1800" dirty="0">
                <a:solidFill>
                  <a:srgbClr val="000000"/>
                </a:solidFill>
                <a:latin typeface="General Sans" pitchFamily="34" charset="0"/>
                <a:ea typeface="General Sans" pitchFamily="34" charset="-122"/>
                <a:cs typeface="General Sans" pitchFamily="34" charset="-120"/>
              </a:rPr>
              <a:t> Mist er iets in het rapport?</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3.</a:t>
            </a:r>
            <a:r>
              <a:rPr lang="en-US" sz="1800" dirty="0">
                <a:solidFill>
                  <a:srgbClr val="000000"/>
                </a:solidFill>
                <a:latin typeface="General Sans" pitchFamily="34" charset="0"/>
                <a:ea typeface="General Sans" pitchFamily="34" charset="-122"/>
                <a:cs typeface="General Sans" pitchFamily="34" charset="-120"/>
              </a:rPr>
              <a:t> Wat zou je willen verbeteren?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te vertrouwen?</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klopte, wat niet, en waaraan zag je dat? Eerst aan tafel.</a:t>
            </a:r>
            <a:endParaRPr lang="en-US" sz="2200" dirty="0"/>
          </a:p>
        </p:txBody>
      </p:sp>
      <p:pic>
        <p:nvPicPr>
          <p:cNvPr id="76" name="Image 0" descr="exports/261029_dair_onderwijsdata/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Hetzelfde principe werkt op je eigen data</a:t>
            </a:r>
            <a:endParaRPr lang="en-US" sz="3200" dirty="0"/>
          </a:p>
        </p:txBody>
      </p:sp>
      <p:sp>
        <p:nvSpPr>
          <p:cNvPr id="73" name="Text 71"/>
          <p:cNvSpPr/>
          <p:nvPr/>
        </p:nvSpPr>
        <p:spPr>
          <a:xfrm>
            <a:off x="548640" y="1463040"/>
            <a:ext cx="6309360" cy="375412"/>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Vandaag was het open onderwijsdata.</a:t>
            </a:r>
            <a:endParaRPr lang="en-US" sz="2200" dirty="0"/>
          </a:p>
        </p:txBody>
      </p:sp>
      <p:sp>
        <p:nvSpPr>
          <p:cNvPr id="74" name="Shape 72"/>
          <p:cNvSpPr/>
          <p:nvPr/>
        </p:nvSpPr>
        <p:spPr>
          <a:xfrm>
            <a:off x="548640" y="2313940"/>
            <a:ext cx="201168" cy="201168"/>
          </a:xfrm>
          <a:prstGeom prst="ellipse">
            <a:avLst/>
          </a:prstGeom>
          <a:solidFill>
            <a:srgbClr val="3D68EC"/>
          </a:solidFill>
          <a:ln/>
        </p:spPr>
        <p:txBody>
          <a:bodyPr/>
          <a:lstStyle/>
          <a:p>
            <a:endParaRPr lang="en-US"/>
          </a:p>
        </p:txBody>
      </p:sp>
      <p:sp>
        <p:nvSpPr>
          <p:cNvPr id="75" name="Text 73"/>
          <p:cNvSpPr/>
          <p:nvPr/>
        </p:nvSpPr>
        <p:spPr>
          <a:xfrm>
            <a:off x="960120" y="22042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Dezelfde techniek, op de data van </a:t>
            </a:r>
            <a:r>
              <a:rPr lang="en-US" sz="1900" dirty="0">
                <a:solidFill>
                  <a:srgbClr val="00AF81"/>
                </a:solidFill>
                <a:latin typeface="General Sans Semibold" pitchFamily="34" charset="0"/>
                <a:ea typeface="General Sans Semibold" pitchFamily="34" charset="-122"/>
                <a:cs typeface="General Sans Semibold" pitchFamily="34" charset="-120"/>
              </a:rPr>
              <a:t>je eigen instelling</a:t>
            </a:r>
            <a:endParaRPr lang="en-US" sz="1900" dirty="0"/>
          </a:p>
        </p:txBody>
      </p:sp>
      <p:sp>
        <p:nvSpPr>
          <p:cNvPr id="76" name="Shape 74"/>
          <p:cNvSpPr/>
          <p:nvPr/>
        </p:nvSpPr>
        <p:spPr>
          <a:xfrm>
            <a:off x="548640" y="3228340"/>
            <a:ext cx="201168" cy="201168"/>
          </a:xfrm>
          <a:prstGeom prst="ellipse">
            <a:avLst/>
          </a:prstGeom>
          <a:solidFill>
            <a:srgbClr val="DD784B"/>
          </a:solidFill>
          <a:ln/>
        </p:spPr>
        <p:txBody>
          <a:bodyPr/>
          <a:lstStyle/>
          <a:p>
            <a:endParaRPr lang="en-US"/>
          </a:p>
        </p:txBody>
      </p:sp>
      <p:sp>
        <p:nvSpPr>
          <p:cNvPr id="77" name="Text 75"/>
          <p:cNvSpPr/>
          <p:nvPr/>
        </p:nvSpPr>
        <p:spPr>
          <a:xfrm>
            <a:off x="960120" y="31186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Werkt het best met </a:t>
            </a:r>
            <a:r>
              <a:rPr lang="en-US" sz="1900" dirty="0">
                <a:solidFill>
                  <a:srgbClr val="00AF81"/>
                </a:solidFill>
                <a:latin typeface="General Sans Semibold" pitchFamily="34" charset="0"/>
                <a:ea typeface="General Sans Semibold" pitchFamily="34" charset="-122"/>
                <a:cs typeface="General Sans Semibold" pitchFamily="34" charset="-120"/>
              </a:rPr>
              <a:t>gestandaardiseerde bestanden</a:t>
            </a:r>
            <a:r>
              <a:rPr lang="en-US" sz="1900" dirty="0">
                <a:solidFill>
                  <a:srgbClr val="000000"/>
                </a:solidFill>
                <a:latin typeface="General Sans" pitchFamily="34" charset="0"/>
                <a:ea typeface="General Sans" pitchFamily="34" charset="-122"/>
                <a:cs typeface="General Sans" pitchFamily="34" charset="-120"/>
              </a:rPr>
              <a:t>, zoals 1CijferHO en Studielink</a:t>
            </a:r>
            <a:endParaRPr lang="en-US" sz="1900" dirty="0"/>
          </a:p>
        </p:txBody>
      </p:sp>
      <p:sp>
        <p:nvSpPr>
          <p:cNvPr id="78" name="Shape 76"/>
          <p:cNvSpPr/>
          <p:nvPr/>
        </p:nvSpPr>
        <p:spPr>
          <a:xfrm>
            <a:off x="548640" y="4142740"/>
            <a:ext cx="201168" cy="201168"/>
          </a:xfrm>
          <a:prstGeom prst="ellipse">
            <a:avLst/>
          </a:prstGeom>
          <a:solidFill>
            <a:srgbClr val="00AF81"/>
          </a:solidFill>
          <a:ln/>
        </p:spPr>
        <p:txBody>
          <a:bodyPr/>
          <a:lstStyle/>
          <a:p>
            <a:endParaRPr lang="en-US"/>
          </a:p>
        </p:txBody>
      </p:sp>
      <p:sp>
        <p:nvSpPr>
          <p:cNvPr id="79" name="Text 77"/>
          <p:cNvSpPr/>
          <p:nvPr/>
        </p:nvSpPr>
        <p:spPr>
          <a:xfrm>
            <a:off x="960120" y="4033012"/>
            <a:ext cx="5897880" cy="804672"/>
          </a:xfrm>
          <a:prstGeom prst="rect">
            <a:avLst/>
          </a:prstGeom>
          <a:noFill/>
          <a:ln/>
        </p:spPr>
        <p:txBody>
          <a:bodyPr wrap="square" lIns="0" tIns="0" rIns="0" bIns="0" rtlCol="0" anchor="t"/>
          <a:lstStyle/>
          <a:p>
            <a:pPr marL="0" indent="0" algn="l">
              <a:lnSpc>
                <a:spcPct val="105000"/>
              </a:lnSpc>
              <a:buNone/>
            </a:pPr>
            <a:r>
              <a:rPr lang="en-US" sz="1700" dirty="0" err="1">
                <a:solidFill>
                  <a:srgbClr val="000000"/>
                </a:solidFill>
                <a:latin typeface="General Sans" pitchFamily="34" charset="0"/>
                <a:ea typeface="General Sans" pitchFamily="34" charset="-122"/>
                <a:cs typeface="General Sans" pitchFamily="34" charset="-120"/>
              </a:rPr>
              <a:t>Afgestemde</a:t>
            </a:r>
            <a:r>
              <a:rPr lang="en-US" sz="1700" dirty="0">
                <a:solidFill>
                  <a:srgbClr val="000000"/>
                </a:solidFill>
                <a:latin typeface="General Sans" pitchFamily="34" charset="0"/>
                <a:ea typeface="General Sans" pitchFamily="34" charset="-122"/>
                <a:cs typeface="General Sans" pitchFamily="34" charset="-120"/>
              </a:rPr>
              <a:t> </a:t>
            </a:r>
            <a:r>
              <a:rPr lang="en-US" sz="1700" dirty="0" err="1">
                <a:solidFill>
                  <a:srgbClr val="00AF81"/>
                </a:solidFill>
                <a:latin typeface="General Sans Semibold" pitchFamily="34" charset="0"/>
                <a:ea typeface="General Sans Semibold" pitchFamily="34" charset="-122"/>
                <a:cs typeface="General Sans Semibold" pitchFamily="34" charset="-120"/>
              </a:rPr>
              <a:t>definities</a:t>
            </a:r>
            <a:endParaRPr lang="en-US" sz="1700" dirty="0"/>
          </a:p>
        </p:txBody>
      </p:sp>
      <p:sp>
        <p:nvSpPr>
          <p:cNvPr id="80" name="Shape 78"/>
          <p:cNvSpPr/>
          <p:nvPr/>
        </p:nvSpPr>
        <p:spPr>
          <a:xfrm>
            <a:off x="548640" y="5057140"/>
            <a:ext cx="201168" cy="201168"/>
          </a:xfrm>
          <a:prstGeom prst="ellipse">
            <a:avLst/>
          </a:prstGeom>
          <a:solidFill>
            <a:srgbClr val="F4D74B"/>
          </a:solidFill>
          <a:ln/>
        </p:spPr>
        <p:txBody>
          <a:bodyPr/>
          <a:lstStyle/>
          <a:p>
            <a:endParaRPr lang="en-US"/>
          </a:p>
        </p:txBody>
      </p:sp>
      <p:sp>
        <p:nvSpPr>
          <p:cNvPr id="81" name="Text 79"/>
          <p:cNvSpPr/>
          <p:nvPr/>
        </p:nvSpPr>
        <p:spPr>
          <a:xfrm>
            <a:off x="960120" y="49474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Technische integratie met </a:t>
            </a: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pic>
        <p:nvPicPr>
          <p:cNvPr id="82" name="Image 0" descr="exports/261029_dair_onderwijsdata/img/kunstmatigeintelligentie.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Twee soorten antwoorden, elk met een eigen rol</a:t>
            </a:r>
            <a:endParaRPr lang="en-US" sz="2800" dirty="0"/>
          </a:p>
        </p:txBody>
      </p:sp>
      <p:sp>
        <p:nvSpPr>
          <p:cNvPr id="73" name="Shape 71"/>
          <p:cNvSpPr/>
          <p:nvPr/>
        </p:nvSpPr>
        <p:spPr>
          <a:xfrm>
            <a:off x="548640" y="1371600"/>
            <a:ext cx="5410048" cy="2713482"/>
          </a:xfrm>
          <a:prstGeom prst="roundRect">
            <a:avLst>
              <a:gd name="adj" fmla="val 3180"/>
            </a:avLst>
          </a:prstGeom>
          <a:solidFill>
            <a:srgbClr val="3D68EC"/>
          </a:solidFill>
          <a:ln/>
        </p:spPr>
        <p:txBody>
          <a:bodyPr/>
          <a:lstStyle/>
          <a:p>
            <a:endParaRPr lang="en-US"/>
          </a:p>
        </p:txBody>
      </p:sp>
      <p:pic>
        <p:nvPicPr>
          <p:cNvPr id="74" name="Image 0" descr="exports/261029_dair_onderwijsdata/img/Gebouw blauw met boom.png"/>
          <p:cNvPicPr>
            <a:picLocks noChangeAspect="1"/>
          </p:cNvPicPr>
          <p:nvPr/>
        </p:nvPicPr>
        <p:blipFill>
          <a:blip r:embed="rId3"/>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Eén bron van waarheid</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VORM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Dashboards en factsheets met afgesproken KPI's.</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Beheerd, getoetst, voor iedereen gelijk.</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txBody>
          <a:bodyPr/>
          <a:lstStyle/>
          <a:p>
            <a:endParaRPr lang="en-US"/>
          </a:p>
        </p:txBody>
      </p:sp>
      <p:pic>
        <p:nvPicPr>
          <p:cNvPr id="81" name="Image 1" descr="exports/261029_dair_onderwijsdata/img/Document.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Zelf gemaakt rapport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VORM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Eén vraag, één rapport, zelf gesteld en gedeeld.</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Snel, zonder dat het dashboard groeit.</a:t>
            </a:r>
            <a:endParaRPr lang="en-US" sz="1500" dirty="0"/>
          </a:p>
        </p:txBody>
      </p:sp>
      <p:sp>
        <p:nvSpPr>
          <p:cNvPr id="87" name="Text 83"/>
          <p:cNvSpPr/>
          <p:nvPr/>
        </p:nvSpPr>
        <p:spPr>
          <a:xfrm>
            <a:off x="548640" y="4267962"/>
            <a:ext cx="11094415" cy="457200"/>
          </a:xfrm>
          <a:prstGeom prst="rect">
            <a:avLst/>
          </a:prstGeom>
          <a:noFill/>
          <a:ln/>
        </p:spPr>
        <p:txBody>
          <a:bodyPr wrap="square" lIns="0" tIns="0" rIns="0" bIns="0" rtlCol="0" anchor="t"/>
          <a:lstStyle/>
          <a:p>
            <a:pPr marL="0" indent="0" algn="l">
              <a:lnSpc>
                <a:spcPct val="105000"/>
              </a:lnSpc>
              <a:buNone/>
            </a:pPr>
            <a:r>
              <a:rPr lang="en-US" sz="1800" dirty="0" err="1">
                <a:solidFill>
                  <a:srgbClr val="3D68EC"/>
                </a:solidFill>
                <a:latin typeface="General Sans Semibold" pitchFamily="34" charset="0"/>
                <a:ea typeface="General Sans Semibold" pitchFamily="34" charset="-122"/>
                <a:cs typeface="General Sans Semibold" pitchFamily="34" charset="-120"/>
              </a:rPr>
              <a:t>Afgestemde</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definities</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blijven</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belangrijk</a:t>
            </a:r>
            <a:r>
              <a:rPr lang="en-US" sz="1800" dirty="0">
                <a:solidFill>
                  <a:srgbClr val="3D68EC"/>
                </a:solidFill>
                <a:latin typeface="General Sans Semibold" pitchFamily="34" charset="0"/>
                <a:ea typeface="General Sans Semibold" pitchFamily="34" charset="-122"/>
                <a:cs typeface="General Sans Semibold" pitchFamily="34" charset="-120"/>
              </a:rPr>
              <a:t>. </a:t>
            </a:r>
          </a:p>
          <a:p>
            <a:pPr marL="0" indent="0" algn="r">
              <a:lnSpc>
                <a:spcPct val="105000"/>
              </a:lnSpc>
              <a:buNone/>
            </a:pPr>
            <a:r>
              <a:rPr lang="en-US" sz="1800" dirty="0" err="1">
                <a:solidFill>
                  <a:schemeClr val="accent2"/>
                </a:solidFill>
                <a:latin typeface="General Sans Semibold" pitchFamily="34" charset="0"/>
                <a:ea typeface="General Sans Semibold" pitchFamily="34" charset="-122"/>
                <a:cs typeface="General Sans Semibold" pitchFamily="34" charset="-120"/>
              </a:rPr>
              <a:t>Niet</a:t>
            </a:r>
            <a:r>
              <a:rPr lang="en-US" sz="1800" dirty="0">
                <a:solidFill>
                  <a:schemeClr val="accent2"/>
                </a:solidFill>
                <a:latin typeface="General Sans Semibold" pitchFamily="34" charset="0"/>
                <a:ea typeface="General Sans Semibold" pitchFamily="34" charset="-122"/>
                <a:cs typeface="General Sans Semibold" pitchFamily="34" charset="-120"/>
              </a:rPr>
              <a:t> elke vraag </a:t>
            </a:r>
            <a:r>
              <a:rPr lang="en-US" sz="1800" dirty="0" err="1">
                <a:solidFill>
                  <a:schemeClr val="accent2"/>
                </a:solidFill>
                <a:latin typeface="General Sans Semibold" pitchFamily="34" charset="0"/>
                <a:ea typeface="General Sans Semibold" pitchFamily="34" charset="-122"/>
                <a:cs typeface="General Sans Semibold" pitchFamily="34" charset="-120"/>
              </a:rPr>
              <a:t>wordt</a:t>
            </a:r>
            <a:r>
              <a:rPr lang="en-US" sz="1800" dirty="0">
                <a:solidFill>
                  <a:schemeClr val="accent2"/>
                </a:solidFill>
                <a:latin typeface="General Sans Semibold" pitchFamily="34" charset="0"/>
                <a:ea typeface="General Sans Semibold" pitchFamily="34" charset="-122"/>
                <a:cs typeface="General Sans Semibold" pitchFamily="34" charset="-120"/>
              </a:rPr>
              <a:t> </a:t>
            </a:r>
            <a:r>
              <a:rPr lang="en-US" sz="1800" dirty="0" err="1">
                <a:solidFill>
                  <a:schemeClr val="accent2"/>
                </a:solidFill>
                <a:latin typeface="General Sans Semibold" pitchFamily="34" charset="0"/>
                <a:ea typeface="General Sans Semibold" pitchFamily="34" charset="-122"/>
                <a:cs typeface="General Sans Semibold" pitchFamily="34" charset="-120"/>
              </a:rPr>
              <a:t>een</a:t>
            </a:r>
            <a:r>
              <a:rPr lang="en-US" sz="1800" dirty="0">
                <a:solidFill>
                  <a:schemeClr val="accent2"/>
                </a:solidFill>
                <a:latin typeface="General Sans Semibold" pitchFamily="34" charset="0"/>
                <a:ea typeface="General Sans Semibold" pitchFamily="34" charset="-122"/>
                <a:cs typeface="General Sans Semibold" pitchFamily="34" charset="-120"/>
              </a:rPr>
              <a:t> tab in </a:t>
            </a:r>
            <a:r>
              <a:rPr lang="en-US" sz="1800" dirty="0" err="1">
                <a:solidFill>
                  <a:schemeClr val="accent2"/>
                </a:solidFill>
                <a:latin typeface="General Sans Semibold" pitchFamily="34" charset="0"/>
                <a:ea typeface="General Sans Semibold" pitchFamily="34" charset="-122"/>
                <a:cs typeface="General Sans Semibold" pitchFamily="34" charset="-120"/>
              </a:rPr>
              <a:t>een</a:t>
            </a:r>
            <a:r>
              <a:rPr lang="en-US" sz="1800" dirty="0">
                <a:solidFill>
                  <a:schemeClr val="accent2"/>
                </a:solidFill>
                <a:latin typeface="General Sans Semibold" pitchFamily="34" charset="0"/>
                <a:ea typeface="General Sans Semibold" pitchFamily="34" charset="-122"/>
                <a:cs typeface="General Sans Semibold" pitchFamily="34" charset="-120"/>
              </a:rPr>
              <a:t> dashboard.</a:t>
            </a:r>
            <a:r>
              <a:rPr lang="en-US" sz="1800" dirty="0">
                <a:solidFill>
                  <a:schemeClr val="accent2"/>
                </a:solidFill>
                <a:latin typeface="General Sans" pitchFamily="34" charset="0"/>
                <a:ea typeface="General Sans" pitchFamily="34" charset="-122"/>
                <a:cs typeface="General Sans" pitchFamily="34" charset="-120"/>
              </a:rPr>
              <a:t> </a:t>
            </a:r>
            <a:endParaRPr lang="en-US" sz="1800" dirty="0">
              <a:solidFill>
                <a:schemeClr val="accent2"/>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2377440"/>
          </a:xfrm>
          <a:prstGeom prst="rect">
            <a:avLst/>
          </a:prstGeom>
          <a:noFill/>
          <a:ln/>
        </p:spPr>
        <p:txBody>
          <a:bodyPr wrap="square" lIns="0" tIns="0" rIns="0" bIns="0" rtlCol="0" anchor="t"/>
          <a:lstStyle/>
          <a:p>
            <a:pPr marL="0" indent="0" algn="l">
              <a:lnSpc>
                <a:spcPct val="105000"/>
              </a:lnSpc>
              <a:buNone/>
            </a:pPr>
            <a:r>
              <a:rPr lang="en-US" sz="3500" dirty="0">
                <a:solidFill>
                  <a:srgbClr val="000000"/>
                </a:solidFill>
                <a:latin typeface="Cooper Lt BT" pitchFamily="34" charset="0"/>
                <a:ea typeface="Cooper Lt BT" pitchFamily="34" charset="-122"/>
                <a:cs typeface="Cooper Lt BT" pitchFamily="34" charset="-120"/>
              </a:rPr>
              <a:t>Welke kansen en uitdagingen zie jij voor het aanbieden van ‘praat met je data’ tools?</a:t>
            </a:r>
            <a:endParaRPr lang="en-US" sz="35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Doe mee</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txBody>
          <a:bodyPr/>
          <a:lstStyle/>
          <a:p>
            <a:endParaRPr lang="en-US"/>
          </a:p>
        </p:txBody>
      </p:sp>
      <p:sp>
        <p:nvSpPr>
          <p:cNvPr id="6" name="Shape 4"/>
          <p:cNvSpPr/>
          <p:nvPr/>
        </p:nvSpPr>
        <p:spPr>
          <a:xfrm>
            <a:off x="6675120" y="2441448"/>
            <a:ext cx="1371600" cy="347472"/>
          </a:xfrm>
          <a:prstGeom prst="roundRect">
            <a:avLst>
              <a:gd name="adj" fmla="val 131579"/>
            </a:avLst>
          </a:prstGeom>
          <a:solidFill>
            <a:srgbClr val="F4D9DC"/>
          </a:solidFill>
          <a:ln/>
        </p:spPr>
        <p:txBody>
          <a:bodyPr/>
          <a:lstStyle/>
          <a:p>
            <a:endParaRPr lang="en-US"/>
          </a:p>
        </p:txBody>
      </p:sp>
      <p:sp>
        <p:nvSpPr>
          <p:cNvPr id="7" name="Text 5"/>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Meedenken</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moet de tool kunnen voor je inzet bij jouw instelling?</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txBody>
          <a:bodyPr/>
          <a:lstStyle/>
          <a:p>
            <a:endParaRPr lang="en-US"/>
          </a:p>
        </p:txBody>
      </p:sp>
      <p:sp>
        <p:nvSpPr>
          <p:cNvPr id="10" name="Shape 8"/>
          <p:cNvSpPr/>
          <p:nvPr/>
        </p:nvSpPr>
        <p:spPr>
          <a:xfrm>
            <a:off x="6675120" y="3950208"/>
            <a:ext cx="1371600" cy="347472"/>
          </a:xfrm>
          <a:prstGeom prst="roundRect">
            <a:avLst>
              <a:gd name="adj" fmla="val 131579"/>
            </a:avLst>
          </a:prstGeom>
          <a:solidFill>
            <a:srgbClr val="F4D9DC"/>
          </a:solidFill>
          <a:ln/>
        </p:spPr>
        <p:txBody>
          <a:bodyPr/>
          <a:lstStyle/>
          <a:p>
            <a:endParaRPr lang="en-US"/>
          </a:p>
        </p:txBody>
      </p:sp>
      <p:sp>
        <p:nvSpPr>
          <p:cNvPr id="11" name="Text 9"/>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Experimenteer mee in de PoC op je eigen data.</a:t>
            </a:r>
            <a:endParaRPr lang="en-US" sz="1500" dirty="0"/>
          </a:p>
        </p:txBody>
      </p:sp>
      <p:pic>
        <p:nvPicPr>
          <p:cNvPr id="13"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lang="en-US"/>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lang="en-US"/>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lang="en-US"/>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lang="en-US"/>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lang="en-US"/>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lang="en-US"/>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2037</Words>
  <Application>Microsoft Macintosh PowerPoint</Application>
  <PresentationFormat>Widescreen</PresentationFormat>
  <Paragraphs>216</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je data</dc:title>
  <dc:subject>PptxGenJS Presentation</dc:subject>
  <dc:creator>CEDA</dc:creator>
  <cp:lastModifiedBy>Corneel den Hartogh</cp:lastModifiedBy>
  <cp:revision>3</cp:revision>
  <dcterms:created xsi:type="dcterms:W3CDTF">2026-10-21T16:51:05Z</dcterms:created>
  <dcterms:modified xsi:type="dcterms:W3CDTF">2026-10-21T17:12:45Z</dcterms:modified>
</cp:coreProperties>
</file>