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Uitval binnen 1 jaar</c:v>
                </c:pt>
              </c:strCache>
            </c:strRef>
          </c:tx>
          <c:spPr>
            <a:solidFill>
              <a:srgbClr val="3D68EC"/>
            </a:solidFill>
            <a:effectLst/>
          </c:spPr>
          <c:invertIfNegative val="0"/>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cat>
            <c:multiLvlStrRef>
              <c:f>Sheet1!$A$2:$A$5</c:f>
              <c:multiLvlStrCache>
                <c:ptCount val="4"/>
                <c:lvl>
                  <c:pt idx="0">
                    <c:v>Techniek</c:v>
                  </c:pt>
                  <c:pt idx="1">
                    <c:v>Economie</c:v>
                  </c:pt>
                  <c:pt idx="2">
                    <c:v>Gezondheidszorg</c:v>
                  </c:pt>
                  <c:pt idx="3">
                    <c:v>Totaal</c:v>
                  </c:pt>
                </c:lvl>
              </c:multiLvlStrCache>
            </c:multiLvlStrRef>
          </c:cat>
          <c:val>
            <c:numRef>
              <c:f>Sheet1!$B$2:$B$5</c:f>
              <c:numCache>
                <c:formatCode>General</c:formatCode>
                <c:ptCount val="4"/>
                <c:pt idx="0">
                  <c:v>21.9</c:v>
                </c:pt>
                <c:pt idx="1">
                  <c:v>13.1</c:v>
                </c:pt>
                <c:pt idx="2">
                  <c:v>10.2</c:v>
                </c:pt>
                <c:pt idx="3">
                  <c:v>16.7</c:v>
                </c:pt>
              </c:numCache>
            </c:numRef>
          </c:val>
        </c:ser>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General Sans"/>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DDDDD"/>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General San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15:00 bijvoorbeeld.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Benadruk de spiegelmomenten: daar leer je het meest, omdat je ziet wat de groep naast je deed. Het evaluatieblok vóór de afsluiting is nieuw: we vragen straks wat jullie ervan vonden en of er een vervolg moet 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 is synthetisch: gegenereerd naar het patroon van een echt bestand. Zeg hardop: er zit één echt verschil in en één dat alleen toeval is, we vertellen niet welke. Dat is de oefening. Validatie tegen de werkelijkheid doen we niet; dat vraagt echte data buiten de devcontainer.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Casus A gekozen omdat de data daar het sterkst op aansluit. Let op: opleidingsvorm heeft maar één waarde (voltijd). Wie dat zelf ontdekt, ziet waarom verkennen loont. Noem het niet vooraf.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Iedereen heeft een laptop met de devcontainer; check dat per tweetal één laptop werkt. Wat ze aan het eind in handen hebben: een eigen aanpak, gespiegeld aan de tweetallen om hen heen.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een echte SKILL.md zien, maximaal een minuut. Een goede prompt helpt jou vandaag, een goede skill helpt je hele team elke keer weer. Na elk spiegelmoment doet een skill in één instructie wat jullie net met de hand deden. Geen black box: je kunt lezen wat de agent gaat doen.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 de eerste instructie live voor, op het scherm. Laat zien dat de agent de code zichtbaar maakt. Activeren van de skills duurt maximaal een minuut; lukt dat niet, dan is dat een signaal over de devcontainer en niet over de deelnemer.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de timer van 22 minuten. Loop rond; beantwoord vragen met een wedervraag. Let op: wie het laatste cohort meetelt (vertekend percentage), zit in de valkuil. Dat bespreken we bij het spiegelmoment.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bestuurder-navigator-ronde. Aan het eind van ronde 1 moeten ze kunnen zeggen hoeveel studenten en cohorten er zijn, welke cohorten niet waarneembaar zijn en waar kleine groepen zitten.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tweetal één minuut: wat deden jullie, wat vonden jullie lastig, wat vonden jullie nog niet. Niet oordelen. Daarna draai je /workshop-verkennen op dezelfde data,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Vergelijk samen: wat zag de skill wat jullie misten, en wat deden jullie wat de skill niet deed? Leg het verschil neer als bevinding. De definities komen uit het package staat1cho (CEDA). De drempel van 30 en 5 is een keuze van het project en nog niet getoetst door een privacy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Timer 22 minuten. Loop rond met de responsible-checks in je hoofd: drempel, waarneembaarheid, framing, toegankelijkheid.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vier minimumeisen. Meer hoeft niet; liever een werkend en uitlegbaar dashboard dan een volle tabbladenwand.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agent bouwt snel. Jij bepaalt wat je mag concluderen. Na ronde 2 zie je wat jullie zelf misten.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groep één minuut. Zet daarna de volgende dia nog niet aan: eerst vragen welke verschillen groepen op hun dashboard hadden staan (sector? geslacht?).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onthulling. Wie "vrouwen vallen vaker uit" op een dashboard had, ziet hier ruis. Gebruik dit als leermoment zonder beschuldiging. Antwoordsleutel: workshop-rad/data/verwachte_uitkomsten.txt.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skill 2 live draaien, laat de uitkomst kort zien en vergelijk met de dashboards van de groepen. De analist voegt de wijsheid toe: wat mag je concluderen en hoe presenteer je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eerst toestemming: de antwoorden zijn anoniem en gebruiken we om te bepalen of er een vervolg komt. Terugblik via workshop-reflectie of de peiling (QR-code). Gebruik de formulering uit workshop-rad/skills/workshop-reflectie/references/vragenset.md en verander die niet.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peiling lopen, twee minuten. Als de peiling-tool nog niet gekozen is, tel handopsteking en noteer de aantallen. Voeg de QR-code hier toe zodra de tool bekend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vraag, drie minuten. Alleen voor wie bij de vorige vraag niet "nee" koos. Vraag om concreet gedrag, niet om een onderwerp als "AI". Eén of twee zinnen is genoeg.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Rondje door de groep, één zin per persoon of op een kaartje. Sluit af met de contactslide. Verwijs voor echte data naar het CEDA-pakket eencijferho.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github.com/cedanl" TargetMode="External"/><Relationship Id="rId3" Type="http://schemas.openxmlformats.org/officeDocument/2006/relationships/hyperlink" Target="https://community.npuls.nl/groups/data-ai" TargetMode="External"/><Relationship Id="rId4" Type="http://schemas.openxmlformats.org/officeDocument/2006/relationships/hyperlink" Target="mailto:ceda@surf.nl" TargetMode="External"/><Relationship Id="rId1" Type="http://schemas.openxmlformats.org/officeDocument/2006/relationships/image" Target="../media/Slide-24-image-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883920" y="721360"/>
            <a:ext cx="60960" cy="60960"/>
          </a:xfrm>
          <a:prstGeom prst="ellipse">
            <a:avLst/>
          </a:prstGeom>
          <a:solidFill>
            <a:srgbClr val="F4D9DC"/>
          </a:solidFill>
          <a:ln/>
        </p:spPr>
      </p:sp>
      <p:sp>
        <p:nvSpPr>
          <p:cNvPr id="3" name="Shape 1"/>
          <p:cNvSpPr/>
          <p:nvPr/>
        </p:nvSpPr>
        <p:spPr>
          <a:xfrm>
            <a:off x="945896" y="756920"/>
            <a:ext cx="60960" cy="60960"/>
          </a:xfrm>
          <a:prstGeom prst="ellipse">
            <a:avLst/>
          </a:prstGeom>
          <a:solidFill>
            <a:srgbClr val="F4D9DC"/>
          </a:solidFill>
          <a:ln/>
        </p:spPr>
      </p:sp>
      <p:sp>
        <p:nvSpPr>
          <p:cNvPr id="4" name="Shape 2"/>
          <p:cNvSpPr/>
          <p:nvPr/>
        </p:nvSpPr>
        <p:spPr>
          <a:xfrm>
            <a:off x="945896" y="828040"/>
            <a:ext cx="60960" cy="60960"/>
          </a:xfrm>
          <a:prstGeom prst="ellipse">
            <a:avLst/>
          </a:prstGeom>
          <a:solidFill>
            <a:srgbClr val="F4D9DC"/>
          </a:solidFill>
          <a:ln/>
        </p:spPr>
      </p:sp>
      <p:sp>
        <p:nvSpPr>
          <p:cNvPr id="5" name="Shape 3"/>
          <p:cNvSpPr/>
          <p:nvPr/>
        </p:nvSpPr>
        <p:spPr>
          <a:xfrm>
            <a:off x="883920" y="863600"/>
            <a:ext cx="60960" cy="60960"/>
          </a:xfrm>
          <a:prstGeom prst="ellipse">
            <a:avLst/>
          </a:prstGeom>
          <a:solidFill>
            <a:srgbClr val="F4D9DC"/>
          </a:solidFill>
          <a:ln/>
        </p:spPr>
      </p:sp>
      <p:sp>
        <p:nvSpPr>
          <p:cNvPr id="6" name="Shape 4"/>
          <p:cNvSpPr/>
          <p:nvPr/>
        </p:nvSpPr>
        <p:spPr>
          <a:xfrm>
            <a:off x="821944" y="828040"/>
            <a:ext cx="60960" cy="60960"/>
          </a:xfrm>
          <a:prstGeom prst="ellipse">
            <a:avLst/>
          </a:prstGeom>
          <a:solidFill>
            <a:srgbClr val="F4D9DC"/>
          </a:solidFill>
          <a:ln/>
        </p:spPr>
      </p:sp>
      <p:sp>
        <p:nvSpPr>
          <p:cNvPr id="7" name="Shape 5"/>
          <p:cNvSpPr/>
          <p:nvPr/>
        </p:nvSpPr>
        <p:spPr>
          <a:xfrm>
            <a:off x="821944" y="756920"/>
            <a:ext cx="60960" cy="60960"/>
          </a:xfrm>
          <a:prstGeom prst="ellipse">
            <a:avLst/>
          </a:prstGeom>
          <a:solidFill>
            <a:srgbClr val="F4D9DC"/>
          </a:solidFill>
          <a:ln/>
        </p:spPr>
      </p:sp>
      <p:sp>
        <p:nvSpPr>
          <p:cNvPr id="8" name="Shape 6"/>
          <p:cNvSpPr/>
          <p:nvPr/>
        </p:nvSpPr>
        <p:spPr>
          <a:xfrm>
            <a:off x="889000" y="665480"/>
            <a:ext cx="50800" cy="50800"/>
          </a:xfrm>
          <a:prstGeom prst="ellipse">
            <a:avLst/>
          </a:prstGeom>
          <a:solidFill>
            <a:srgbClr val="F4D9DC"/>
          </a:solidFill>
          <a:ln/>
        </p:spPr>
      </p:sp>
      <p:sp>
        <p:nvSpPr>
          <p:cNvPr id="9" name="Shape 7"/>
          <p:cNvSpPr/>
          <p:nvPr/>
        </p:nvSpPr>
        <p:spPr>
          <a:xfrm>
            <a:off x="966216" y="690880"/>
            <a:ext cx="50800" cy="50800"/>
          </a:xfrm>
          <a:prstGeom prst="ellipse">
            <a:avLst/>
          </a:prstGeom>
          <a:solidFill>
            <a:srgbClr val="F4D9DC"/>
          </a:solidFill>
          <a:ln/>
        </p:spPr>
      </p:sp>
      <p:sp>
        <p:nvSpPr>
          <p:cNvPr id="10" name="Shape 8"/>
          <p:cNvSpPr/>
          <p:nvPr/>
        </p:nvSpPr>
        <p:spPr>
          <a:xfrm>
            <a:off x="1014984" y="756920"/>
            <a:ext cx="50800" cy="50800"/>
          </a:xfrm>
          <a:prstGeom prst="ellipse">
            <a:avLst/>
          </a:prstGeom>
          <a:solidFill>
            <a:srgbClr val="F4D9DC"/>
          </a:solidFill>
          <a:ln/>
        </p:spPr>
      </p:sp>
      <p:sp>
        <p:nvSpPr>
          <p:cNvPr id="11" name="Shape 9"/>
          <p:cNvSpPr/>
          <p:nvPr/>
        </p:nvSpPr>
        <p:spPr>
          <a:xfrm>
            <a:off x="1014984" y="838200"/>
            <a:ext cx="50800" cy="50800"/>
          </a:xfrm>
          <a:prstGeom prst="ellipse">
            <a:avLst/>
          </a:prstGeom>
          <a:solidFill>
            <a:srgbClr val="F4D9DC"/>
          </a:solidFill>
          <a:ln/>
        </p:spPr>
      </p:sp>
      <p:sp>
        <p:nvSpPr>
          <p:cNvPr id="12" name="Shape 10"/>
          <p:cNvSpPr/>
          <p:nvPr/>
        </p:nvSpPr>
        <p:spPr>
          <a:xfrm>
            <a:off x="966216" y="904240"/>
            <a:ext cx="50800" cy="50800"/>
          </a:xfrm>
          <a:prstGeom prst="ellipse">
            <a:avLst/>
          </a:prstGeom>
          <a:solidFill>
            <a:srgbClr val="F4D9DC"/>
          </a:solidFill>
          <a:ln/>
        </p:spPr>
      </p:sp>
      <p:sp>
        <p:nvSpPr>
          <p:cNvPr id="13" name="Shape 11"/>
          <p:cNvSpPr/>
          <p:nvPr/>
        </p:nvSpPr>
        <p:spPr>
          <a:xfrm>
            <a:off x="889000" y="929640"/>
            <a:ext cx="50800" cy="50800"/>
          </a:xfrm>
          <a:prstGeom prst="ellipse">
            <a:avLst/>
          </a:prstGeom>
          <a:solidFill>
            <a:srgbClr val="F4D9DC"/>
          </a:solidFill>
          <a:ln/>
        </p:spPr>
      </p:sp>
      <p:sp>
        <p:nvSpPr>
          <p:cNvPr id="14" name="Shape 12"/>
          <p:cNvSpPr/>
          <p:nvPr/>
        </p:nvSpPr>
        <p:spPr>
          <a:xfrm>
            <a:off x="811784" y="904240"/>
            <a:ext cx="50800" cy="50800"/>
          </a:xfrm>
          <a:prstGeom prst="ellipse">
            <a:avLst/>
          </a:prstGeom>
          <a:solidFill>
            <a:srgbClr val="F4D9DC"/>
          </a:solidFill>
          <a:ln/>
        </p:spPr>
      </p:sp>
      <p:sp>
        <p:nvSpPr>
          <p:cNvPr id="15" name="Shape 13"/>
          <p:cNvSpPr/>
          <p:nvPr/>
        </p:nvSpPr>
        <p:spPr>
          <a:xfrm>
            <a:off x="763016" y="838200"/>
            <a:ext cx="50800" cy="50800"/>
          </a:xfrm>
          <a:prstGeom prst="ellipse">
            <a:avLst/>
          </a:prstGeom>
          <a:solidFill>
            <a:srgbClr val="F4D9DC"/>
          </a:solidFill>
          <a:ln/>
        </p:spPr>
      </p:sp>
      <p:sp>
        <p:nvSpPr>
          <p:cNvPr id="16" name="Shape 14"/>
          <p:cNvSpPr/>
          <p:nvPr/>
        </p:nvSpPr>
        <p:spPr>
          <a:xfrm>
            <a:off x="763016" y="756920"/>
            <a:ext cx="50800" cy="50800"/>
          </a:xfrm>
          <a:prstGeom prst="ellipse">
            <a:avLst/>
          </a:prstGeom>
          <a:solidFill>
            <a:srgbClr val="F4D9DC"/>
          </a:solidFill>
          <a:ln/>
        </p:spPr>
      </p:sp>
      <p:sp>
        <p:nvSpPr>
          <p:cNvPr id="17" name="Shape 15"/>
          <p:cNvSpPr/>
          <p:nvPr/>
        </p:nvSpPr>
        <p:spPr>
          <a:xfrm>
            <a:off x="811784" y="690880"/>
            <a:ext cx="50800" cy="50800"/>
          </a:xfrm>
          <a:prstGeom prst="ellipse">
            <a:avLst/>
          </a:prstGeom>
          <a:solidFill>
            <a:srgbClr val="F4D9DC"/>
          </a:solidFill>
          <a:ln/>
        </p:spPr>
      </p:sp>
      <p:sp>
        <p:nvSpPr>
          <p:cNvPr id="18" name="Shape 16"/>
          <p:cNvSpPr/>
          <p:nvPr/>
        </p:nvSpPr>
        <p:spPr>
          <a:xfrm>
            <a:off x="894080" y="609600"/>
            <a:ext cx="40640" cy="40640"/>
          </a:xfrm>
          <a:prstGeom prst="ellipse">
            <a:avLst/>
          </a:prstGeom>
          <a:solidFill>
            <a:srgbClr val="F4D9DC"/>
          </a:solidFill>
          <a:ln/>
        </p:spPr>
      </p:sp>
      <p:sp>
        <p:nvSpPr>
          <p:cNvPr id="19" name="Shape 17"/>
          <p:cNvSpPr/>
          <p:nvPr/>
        </p:nvSpPr>
        <p:spPr>
          <a:xfrm>
            <a:off x="977392" y="628904"/>
            <a:ext cx="40640" cy="40640"/>
          </a:xfrm>
          <a:prstGeom prst="ellipse">
            <a:avLst/>
          </a:prstGeom>
          <a:solidFill>
            <a:srgbClr val="F4D9DC"/>
          </a:solidFill>
          <a:ln/>
        </p:spPr>
      </p:sp>
      <p:sp>
        <p:nvSpPr>
          <p:cNvPr id="20" name="Shape 18"/>
          <p:cNvSpPr/>
          <p:nvPr/>
        </p:nvSpPr>
        <p:spPr>
          <a:xfrm>
            <a:off x="1045464" y="682752"/>
            <a:ext cx="40640" cy="40640"/>
          </a:xfrm>
          <a:prstGeom prst="ellipse">
            <a:avLst/>
          </a:prstGeom>
          <a:solidFill>
            <a:srgbClr val="F4D9DC"/>
          </a:solidFill>
          <a:ln/>
        </p:spPr>
      </p:sp>
      <p:sp>
        <p:nvSpPr>
          <p:cNvPr id="21" name="Shape 19"/>
          <p:cNvSpPr/>
          <p:nvPr/>
        </p:nvSpPr>
        <p:spPr>
          <a:xfrm>
            <a:off x="1082040" y="759968"/>
            <a:ext cx="40640" cy="40640"/>
          </a:xfrm>
          <a:prstGeom prst="ellipse">
            <a:avLst/>
          </a:prstGeom>
          <a:solidFill>
            <a:srgbClr val="F4D9DC"/>
          </a:solidFill>
          <a:ln/>
        </p:spPr>
      </p:sp>
      <p:sp>
        <p:nvSpPr>
          <p:cNvPr id="22" name="Shape 20"/>
          <p:cNvSpPr/>
          <p:nvPr/>
        </p:nvSpPr>
        <p:spPr>
          <a:xfrm>
            <a:off x="1082040" y="845312"/>
            <a:ext cx="40640" cy="40640"/>
          </a:xfrm>
          <a:prstGeom prst="ellipse">
            <a:avLst/>
          </a:prstGeom>
          <a:solidFill>
            <a:srgbClr val="F4D9DC"/>
          </a:solidFill>
          <a:ln/>
        </p:spPr>
      </p:sp>
      <p:sp>
        <p:nvSpPr>
          <p:cNvPr id="23" name="Shape 21"/>
          <p:cNvSpPr/>
          <p:nvPr/>
        </p:nvSpPr>
        <p:spPr>
          <a:xfrm>
            <a:off x="1045464" y="922528"/>
            <a:ext cx="40640" cy="40640"/>
          </a:xfrm>
          <a:prstGeom prst="ellipse">
            <a:avLst/>
          </a:prstGeom>
          <a:solidFill>
            <a:srgbClr val="F4D9DC"/>
          </a:solidFill>
          <a:ln/>
        </p:spPr>
      </p:sp>
      <p:sp>
        <p:nvSpPr>
          <p:cNvPr id="24" name="Shape 22"/>
          <p:cNvSpPr/>
          <p:nvPr/>
        </p:nvSpPr>
        <p:spPr>
          <a:xfrm>
            <a:off x="977392" y="976376"/>
            <a:ext cx="40640" cy="40640"/>
          </a:xfrm>
          <a:prstGeom prst="ellipse">
            <a:avLst/>
          </a:prstGeom>
          <a:solidFill>
            <a:srgbClr val="F4D9DC"/>
          </a:solidFill>
          <a:ln/>
        </p:spPr>
      </p:sp>
      <p:sp>
        <p:nvSpPr>
          <p:cNvPr id="25" name="Shape 23"/>
          <p:cNvSpPr/>
          <p:nvPr/>
        </p:nvSpPr>
        <p:spPr>
          <a:xfrm>
            <a:off x="894080" y="995680"/>
            <a:ext cx="40640" cy="40640"/>
          </a:xfrm>
          <a:prstGeom prst="ellipse">
            <a:avLst/>
          </a:prstGeom>
          <a:solidFill>
            <a:srgbClr val="F4D9DC"/>
          </a:solidFill>
          <a:ln/>
        </p:spPr>
      </p:sp>
      <p:sp>
        <p:nvSpPr>
          <p:cNvPr id="26" name="Shape 24"/>
          <p:cNvSpPr/>
          <p:nvPr/>
        </p:nvSpPr>
        <p:spPr>
          <a:xfrm>
            <a:off x="810768" y="976376"/>
            <a:ext cx="40640" cy="40640"/>
          </a:xfrm>
          <a:prstGeom prst="ellipse">
            <a:avLst/>
          </a:prstGeom>
          <a:solidFill>
            <a:srgbClr val="F4D9DC"/>
          </a:solidFill>
          <a:ln/>
        </p:spPr>
      </p:sp>
      <p:sp>
        <p:nvSpPr>
          <p:cNvPr id="27" name="Shape 25"/>
          <p:cNvSpPr/>
          <p:nvPr/>
        </p:nvSpPr>
        <p:spPr>
          <a:xfrm>
            <a:off x="742696" y="922528"/>
            <a:ext cx="40640" cy="40640"/>
          </a:xfrm>
          <a:prstGeom prst="ellipse">
            <a:avLst/>
          </a:prstGeom>
          <a:solidFill>
            <a:srgbClr val="F4D9DC"/>
          </a:solidFill>
          <a:ln/>
        </p:spPr>
      </p:sp>
      <p:sp>
        <p:nvSpPr>
          <p:cNvPr id="28" name="Shape 26"/>
          <p:cNvSpPr/>
          <p:nvPr/>
        </p:nvSpPr>
        <p:spPr>
          <a:xfrm>
            <a:off x="706120" y="845312"/>
            <a:ext cx="40640" cy="40640"/>
          </a:xfrm>
          <a:prstGeom prst="ellipse">
            <a:avLst/>
          </a:prstGeom>
          <a:solidFill>
            <a:srgbClr val="F4D9DC"/>
          </a:solidFill>
          <a:ln/>
        </p:spPr>
      </p:sp>
      <p:sp>
        <p:nvSpPr>
          <p:cNvPr id="29" name="Shape 27"/>
          <p:cNvSpPr/>
          <p:nvPr/>
        </p:nvSpPr>
        <p:spPr>
          <a:xfrm>
            <a:off x="706120" y="759968"/>
            <a:ext cx="40640" cy="40640"/>
          </a:xfrm>
          <a:prstGeom prst="ellipse">
            <a:avLst/>
          </a:prstGeom>
          <a:solidFill>
            <a:srgbClr val="F4D9DC"/>
          </a:solidFill>
          <a:ln/>
        </p:spPr>
      </p:sp>
      <p:sp>
        <p:nvSpPr>
          <p:cNvPr id="30" name="Shape 28"/>
          <p:cNvSpPr/>
          <p:nvPr/>
        </p:nvSpPr>
        <p:spPr>
          <a:xfrm>
            <a:off x="742696" y="682752"/>
            <a:ext cx="40640" cy="40640"/>
          </a:xfrm>
          <a:prstGeom prst="ellipse">
            <a:avLst/>
          </a:prstGeom>
          <a:solidFill>
            <a:srgbClr val="F4D9DC"/>
          </a:solidFill>
          <a:ln/>
        </p:spPr>
      </p:sp>
      <p:sp>
        <p:nvSpPr>
          <p:cNvPr id="31" name="Shape 29"/>
          <p:cNvSpPr/>
          <p:nvPr/>
        </p:nvSpPr>
        <p:spPr>
          <a:xfrm>
            <a:off x="810768" y="628904"/>
            <a:ext cx="40640" cy="40640"/>
          </a:xfrm>
          <a:prstGeom prst="ellipse">
            <a:avLst/>
          </a:prstGeom>
          <a:solidFill>
            <a:srgbClr val="F4D9DC"/>
          </a:solidFill>
          <a:ln/>
        </p:spPr>
      </p:sp>
      <p:sp>
        <p:nvSpPr>
          <p:cNvPr id="32" name="Shape 30"/>
          <p:cNvSpPr/>
          <p:nvPr/>
        </p:nvSpPr>
        <p:spPr>
          <a:xfrm>
            <a:off x="898144" y="552704"/>
            <a:ext cx="32512" cy="32512"/>
          </a:xfrm>
          <a:prstGeom prst="ellipse">
            <a:avLst/>
          </a:prstGeom>
          <a:solidFill>
            <a:srgbClr val="F4D9DC"/>
          </a:solidFill>
          <a:ln/>
        </p:spPr>
      </p:sp>
      <p:sp>
        <p:nvSpPr>
          <p:cNvPr id="33" name="Shape 31"/>
          <p:cNvSpPr/>
          <p:nvPr/>
        </p:nvSpPr>
        <p:spPr>
          <a:xfrm>
            <a:off x="985520" y="567944"/>
            <a:ext cx="32512" cy="32512"/>
          </a:xfrm>
          <a:prstGeom prst="ellipse">
            <a:avLst/>
          </a:prstGeom>
          <a:solidFill>
            <a:srgbClr val="F4D9DC"/>
          </a:solidFill>
          <a:ln/>
        </p:spPr>
      </p:sp>
      <p:sp>
        <p:nvSpPr>
          <p:cNvPr id="34" name="Shape 32"/>
          <p:cNvSpPr/>
          <p:nvPr/>
        </p:nvSpPr>
        <p:spPr>
          <a:xfrm>
            <a:off x="1061720" y="611632"/>
            <a:ext cx="32512" cy="32512"/>
          </a:xfrm>
          <a:prstGeom prst="ellipse">
            <a:avLst/>
          </a:prstGeom>
          <a:solidFill>
            <a:srgbClr val="F4D9DC"/>
          </a:solidFill>
          <a:ln/>
        </p:spPr>
      </p:sp>
      <p:sp>
        <p:nvSpPr>
          <p:cNvPr id="35" name="Shape 33"/>
          <p:cNvSpPr/>
          <p:nvPr/>
        </p:nvSpPr>
        <p:spPr>
          <a:xfrm>
            <a:off x="1118616" y="679704"/>
            <a:ext cx="32512" cy="32512"/>
          </a:xfrm>
          <a:prstGeom prst="ellipse">
            <a:avLst/>
          </a:prstGeom>
          <a:solidFill>
            <a:srgbClr val="F4D9DC"/>
          </a:solidFill>
          <a:ln/>
        </p:spPr>
      </p:sp>
      <p:sp>
        <p:nvSpPr>
          <p:cNvPr id="36" name="Shape 34"/>
          <p:cNvSpPr/>
          <p:nvPr/>
        </p:nvSpPr>
        <p:spPr>
          <a:xfrm>
            <a:off x="1148080" y="763016"/>
            <a:ext cx="32512" cy="32512"/>
          </a:xfrm>
          <a:prstGeom prst="ellipse">
            <a:avLst/>
          </a:prstGeom>
          <a:solidFill>
            <a:srgbClr val="F4D9DC"/>
          </a:solidFill>
          <a:ln/>
        </p:spPr>
      </p:sp>
      <p:sp>
        <p:nvSpPr>
          <p:cNvPr id="37" name="Shape 35"/>
          <p:cNvSpPr/>
          <p:nvPr/>
        </p:nvSpPr>
        <p:spPr>
          <a:xfrm>
            <a:off x="1148080" y="850392"/>
            <a:ext cx="32512" cy="32512"/>
          </a:xfrm>
          <a:prstGeom prst="ellipse">
            <a:avLst/>
          </a:prstGeom>
          <a:solidFill>
            <a:srgbClr val="F4D9DC"/>
          </a:solidFill>
          <a:ln/>
        </p:spPr>
      </p:sp>
      <p:sp>
        <p:nvSpPr>
          <p:cNvPr id="38" name="Shape 36"/>
          <p:cNvSpPr/>
          <p:nvPr/>
        </p:nvSpPr>
        <p:spPr>
          <a:xfrm>
            <a:off x="1118616" y="933704"/>
            <a:ext cx="32512" cy="32512"/>
          </a:xfrm>
          <a:prstGeom prst="ellipse">
            <a:avLst/>
          </a:prstGeom>
          <a:solidFill>
            <a:srgbClr val="F4D9DC"/>
          </a:solidFill>
          <a:ln/>
        </p:spPr>
      </p:sp>
      <p:sp>
        <p:nvSpPr>
          <p:cNvPr id="39" name="Shape 37"/>
          <p:cNvSpPr/>
          <p:nvPr/>
        </p:nvSpPr>
        <p:spPr>
          <a:xfrm>
            <a:off x="1061720" y="1001776"/>
            <a:ext cx="32512" cy="32512"/>
          </a:xfrm>
          <a:prstGeom prst="ellipse">
            <a:avLst/>
          </a:prstGeom>
          <a:solidFill>
            <a:srgbClr val="F4D9DC"/>
          </a:solidFill>
          <a:ln/>
        </p:spPr>
      </p:sp>
      <p:sp>
        <p:nvSpPr>
          <p:cNvPr id="40" name="Shape 38"/>
          <p:cNvSpPr/>
          <p:nvPr/>
        </p:nvSpPr>
        <p:spPr>
          <a:xfrm>
            <a:off x="985520" y="1045464"/>
            <a:ext cx="32512" cy="32512"/>
          </a:xfrm>
          <a:prstGeom prst="ellipse">
            <a:avLst/>
          </a:prstGeom>
          <a:solidFill>
            <a:srgbClr val="F4D9DC"/>
          </a:solidFill>
          <a:ln/>
        </p:spPr>
      </p:sp>
      <p:sp>
        <p:nvSpPr>
          <p:cNvPr id="41" name="Shape 39"/>
          <p:cNvSpPr/>
          <p:nvPr/>
        </p:nvSpPr>
        <p:spPr>
          <a:xfrm>
            <a:off x="898144" y="1060704"/>
            <a:ext cx="32512" cy="32512"/>
          </a:xfrm>
          <a:prstGeom prst="ellipse">
            <a:avLst/>
          </a:prstGeom>
          <a:solidFill>
            <a:srgbClr val="F4D9DC"/>
          </a:solidFill>
          <a:ln/>
        </p:spPr>
      </p:sp>
      <p:sp>
        <p:nvSpPr>
          <p:cNvPr id="42" name="Shape 40"/>
          <p:cNvSpPr/>
          <p:nvPr/>
        </p:nvSpPr>
        <p:spPr>
          <a:xfrm>
            <a:off x="810768" y="1045464"/>
            <a:ext cx="32512" cy="32512"/>
          </a:xfrm>
          <a:prstGeom prst="ellipse">
            <a:avLst/>
          </a:prstGeom>
          <a:solidFill>
            <a:srgbClr val="F4D9DC"/>
          </a:solidFill>
          <a:ln/>
        </p:spPr>
      </p:sp>
      <p:sp>
        <p:nvSpPr>
          <p:cNvPr id="43" name="Shape 41"/>
          <p:cNvSpPr/>
          <p:nvPr/>
        </p:nvSpPr>
        <p:spPr>
          <a:xfrm>
            <a:off x="734568" y="1001776"/>
            <a:ext cx="32512" cy="32512"/>
          </a:xfrm>
          <a:prstGeom prst="ellipse">
            <a:avLst/>
          </a:prstGeom>
          <a:solidFill>
            <a:srgbClr val="F4D9DC"/>
          </a:solidFill>
          <a:ln/>
        </p:spPr>
      </p:sp>
      <p:sp>
        <p:nvSpPr>
          <p:cNvPr id="44" name="Shape 42"/>
          <p:cNvSpPr/>
          <p:nvPr/>
        </p:nvSpPr>
        <p:spPr>
          <a:xfrm>
            <a:off x="677672" y="933704"/>
            <a:ext cx="32512" cy="32512"/>
          </a:xfrm>
          <a:prstGeom prst="ellipse">
            <a:avLst/>
          </a:prstGeom>
          <a:solidFill>
            <a:srgbClr val="F4D9DC"/>
          </a:solidFill>
          <a:ln/>
        </p:spPr>
      </p:sp>
      <p:sp>
        <p:nvSpPr>
          <p:cNvPr id="45" name="Shape 43"/>
          <p:cNvSpPr/>
          <p:nvPr/>
        </p:nvSpPr>
        <p:spPr>
          <a:xfrm>
            <a:off x="648208" y="850392"/>
            <a:ext cx="32512" cy="32512"/>
          </a:xfrm>
          <a:prstGeom prst="ellipse">
            <a:avLst/>
          </a:prstGeom>
          <a:solidFill>
            <a:srgbClr val="F4D9DC"/>
          </a:solidFill>
          <a:ln/>
        </p:spPr>
      </p:sp>
      <p:sp>
        <p:nvSpPr>
          <p:cNvPr id="46" name="Shape 44"/>
          <p:cNvSpPr/>
          <p:nvPr/>
        </p:nvSpPr>
        <p:spPr>
          <a:xfrm>
            <a:off x="648208" y="763016"/>
            <a:ext cx="32512" cy="32512"/>
          </a:xfrm>
          <a:prstGeom prst="ellipse">
            <a:avLst/>
          </a:prstGeom>
          <a:solidFill>
            <a:srgbClr val="F4D9DC"/>
          </a:solidFill>
          <a:ln/>
        </p:spPr>
      </p:sp>
      <p:sp>
        <p:nvSpPr>
          <p:cNvPr id="47" name="Shape 45"/>
          <p:cNvSpPr/>
          <p:nvPr/>
        </p:nvSpPr>
        <p:spPr>
          <a:xfrm>
            <a:off x="677672" y="679704"/>
            <a:ext cx="32512" cy="32512"/>
          </a:xfrm>
          <a:prstGeom prst="ellipse">
            <a:avLst/>
          </a:prstGeom>
          <a:solidFill>
            <a:srgbClr val="F4D9DC"/>
          </a:solidFill>
          <a:ln/>
        </p:spPr>
      </p:sp>
      <p:sp>
        <p:nvSpPr>
          <p:cNvPr id="48" name="Shape 46"/>
          <p:cNvSpPr/>
          <p:nvPr/>
        </p:nvSpPr>
        <p:spPr>
          <a:xfrm>
            <a:off x="734568" y="611632"/>
            <a:ext cx="32512" cy="32512"/>
          </a:xfrm>
          <a:prstGeom prst="ellipse">
            <a:avLst/>
          </a:prstGeom>
          <a:solidFill>
            <a:srgbClr val="F4D9DC"/>
          </a:solidFill>
          <a:ln/>
        </p:spPr>
      </p:sp>
      <p:sp>
        <p:nvSpPr>
          <p:cNvPr id="49" name="Shape 47"/>
          <p:cNvSpPr/>
          <p:nvPr/>
        </p:nvSpPr>
        <p:spPr>
          <a:xfrm>
            <a:off x="810768" y="567944"/>
            <a:ext cx="32512" cy="32512"/>
          </a:xfrm>
          <a:prstGeom prst="ellipse">
            <a:avLst/>
          </a:prstGeom>
          <a:solidFill>
            <a:srgbClr val="F4D9DC"/>
          </a:solidFill>
          <a:ln/>
        </p:spPr>
      </p:sp>
      <p:sp>
        <p:nvSpPr>
          <p:cNvPr id="50" name="Shape 48"/>
          <p:cNvSpPr/>
          <p:nvPr/>
        </p:nvSpPr>
        <p:spPr>
          <a:xfrm>
            <a:off x="902208" y="495808"/>
            <a:ext cx="24384" cy="24384"/>
          </a:xfrm>
          <a:prstGeom prst="ellipse">
            <a:avLst/>
          </a:prstGeom>
          <a:solidFill>
            <a:srgbClr val="F4D9DC"/>
          </a:solidFill>
          <a:ln/>
        </p:spPr>
      </p:sp>
      <p:sp>
        <p:nvSpPr>
          <p:cNvPr id="51" name="Shape 49"/>
          <p:cNvSpPr/>
          <p:nvPr/>
        </p:nvSpPr>
        <p:spPr>
          <a:xfrm>
            <a:off x="990600" y="509016"/>
            <a:ext cx="24384" cy="24384"/>
          </a:xfrm>
          <a:prstGeom prst="ellipse">
            <a:avLst/>
          </a:prstGeom>
          <a:solidFill>
            <a:srgbClr val="F4D9DC"/>
          </a:solidFill>
          <a:ln/>
        </p:spPr>
      </p:sp>
      <p:sp>
        <p:nvSpPr>
          <p:cNvPr id="52" name="Shape 50"/>
          <p:cNvSpPr/>
          <p:nvPr/>
        </p:nvSpPr>
        <p:spPr>
          <a:xfrm>
            <a:off x="1072896" y="545592"/>
            <a:ext cx="24384" cy="24384"/>
          </a:xfrm>
          <a:prstGeom prst="ellipse">
            <a:avLst/>
          </a:prstGeom>
          <a:solidFill>
            <a:srgbClr val="F4D9DC"/>
          </a:solidFill>
          <a:ln/>
        </p:spPr>
      </p:sp>
      <p:sp>
        <p:nvSpPr>
          <p:cNvPr id="53" name="Shape 51"/>
          <p:cNvSpPr/>
          <p:nvPr/>
        </p:nvSpPr>
        <p:spPr>
          <a:xfrm>
            <a:off x="1139952" y="604520"/>
            <a:ext cx="24384" cy="24384"/>
          </a:xfrm>
          <a:prstGeom prst="ellipse">
            <a:avLst/>
          </a:prstGeom>
          <a:solidFill>
            <a:srgbClr val="F4D9DC"/>
          </a:solidFill>
          <a:ln/>
        </p:spPr>
      </p:sp>
      <p:sp>
        <p:nvSpPr>
          <p:cNvPr id="54" name="Shape 52"/>
          <p:cNvSpPr/>
          <p:nvPr/>
        </p:nvSpPr>
        <p:spPr>
          <a:xfrm>
            <a:off x="1188720" y="679704"/>
            <a:ext cx="24384" cy="24384"/>
          </a:xfrm>
          <a:prstGeom prst="ellipse">
            <a:avLst/>
          </a:prstGeom>
          <a:solidFill>
            <a:srgbClr val="F4D9DC"/>
          </a:solidFill>
          <a:ln/>
        </p:spPr>
      </p:sp>
      <p:sp>
        <p:nvSpPr>
          <p:cNvPr id="55" name="Shape 53"/>
          <p:cNvSpPr/>
          <p:nvPr/>
        </p:nvSpPr>
        <p:spPr>
          <a:xfrm>
            <a:off x="1214120" y="766064"/>
            <a:ext cx="24384" cy="24384"/>
          </a:xfrm>
          <a:prstGeom prst="ellipse">
            <a:avLst/>
          </a:prstGeom>
          <a:solidFill>
            <a:srgbClr val="F4D9DC"/>
          </a:solidFill>
          <a:ln/>
        </p:spPr>
      </p:sp>
      <p:sp>
        <p:nvSpPr>
          <p:cNvPr id="56" name="Shape 54"/>
          <p:cNvSpPr/>
          <p:nvPr/>
        </p:nvSpPr>
        <p:spPr>
          <a:xfrm>
            <a:off x="1214120" y="855472"/>
            <a:ext cx="24384" cy="24384"/>
          </a:xfrm>
          <a:prstGeom prst="ellipse">
            <a:avLst/>
          </a:prstGeom>
          <a:solidFill>
            <a:srgbClr val="F4D9DC"/>
          </a:solidFill>
          <a:ln/>
        </p:spPr>
      </p:sp>
      <p:sp>
        <p:nvSpPr>
          <p:cNvPr id="57" name="Shape 55"/>
          <p:cNvSpPr/>
          <p:nvPr/>
        </p:nvSpPr>
        <p:spPr>
          <a:xfrm>
            <a:off x="1188720" y="941832"/>
            <a:ext cx="24384" cy="24384"/>
          </a:xfrm>
          <a:prstGeom prst="ellipse">
            <a:avLst/>
          </a:prstGeom>
          <a:solidFill>
            <a:srgbClr val="F4D9DC"/>
          </a:solidFill>
          <a:ln/>
        </p:spPr>
      </p:sp>
      <p:sp>
        <p:nvSpPr>
          <p:cNvPr id="58" name="Shape 56"/>
          <p:cNvSpPr/>
          <p:nvPr/>
        </p:nvSpPr>
        <p:spPr>
          <a:xfrm>
            <a:off x="1139952" y="1017016"/>
            <a:ext cx="24384" cy="24384"/>
          </a:xfrm>
          <a:prstGeom prst="ellipse">
            <a:avLst/>
          </a:prstGeom>
          <a:solidFill>
            <a:srgbClr val="F4D9DC"/>
          </a:solidFill>
          <a:ln/>
        </p:spPr>
      </p:sp>
      <p:sp>
        <p:nvSpPr>
          <p:cNvPr id="59" name="Shape 57"/>
          <p:cNvSpPr/>
          <p:nvPr/>
        </p:nvSpPr>
        <p:spPr>
          <a:xfrm>
            <a:off x="1072896" y="1075944"/>
            <a:ext cx="24384" cy="24384"/>
          </a:xfrm>
          <a:prstGeom prst="ellipse">
            <a:avLst/>
          </a:prstGeom>
          <a:solidFill>
            <a:srgbClr val="F4D9DC"/>
          </a:solidFill>
          <a:ln/>
        </p:spPr>
      </p:sp>
      <p:sp>
        <p:nvSpPr>
          <p:cNvPr id="60" name="Shape 58"/>
          <p:cNvSpPr/>
          <p:nvPr/>
        </p:nvSpPr>
        <p:spPr>
          <a:xfrm>
            <a:off x="990600" y="1112520"/>
            <a:ext cx="24384" cy="24384"/>
          </a:xfrm>
          <a:prstGeom prst="ellipse">
            <a:avLst/>
          </a:prstGeom>
          <a:solidFill>
            <a:srgbClr val="F4D9DC"/>
          </a:solidFill>
          <a:ln/>
        </p:spPr>
      </p:sp>
      <p:sp>
        <p:nvSpPr>
          <p:cNvPr id="61" name="Shape 59"/>
          <p:cNvSpPr/>
          <p:nvPr/>
        </p:nvSpPr>
        <p:spPr>
          <a:xfrm>
            <a:off x="902208" y="1125728"/>
            <a:ext cx="24384" cy="24384"/>
          </a:xfrm>
          <a:prstGeom prst="ellipse">
            <a:avLst/>
          </a:prstGeom>
          <a:solidFill>
            <a:srgbClr val="F4D9DC"/>
          </a:solidFill>
          <a:ln/>
        </p:spPr>
      </p:sp>
      <p:sp>
        <p:nvSpPr>
          <p:cNvPr id="62" name="Shape 60"/>
          <p:cNvSpPr/>
          <p:nvPr/>
        </p:nvSpPr>
        <p:spPr>
          <a:xfrm>
            <a:off x="813816" y="1112520"/>
            <a:ext cx="24384" cy="24384"/>
          </a:xfrm>
          <a:prstGeom prst="ellipse">
            <a:avLst/>
          </a:prstGeom>
          <a:solidFill>
            <a:srgbClr val="F4D9DC"/>
          </a:solidFill>
          <a:ln/>
        </p:spPr>
      </p:sp>
      <p:sp>
        <p:nvSpPr>
          <p:cNvPr id="63" name="Shape 61"/>
          <p:cNvSpPr/>
          <p:nvPr/>
        </p:nvSpPr>
        <p:spPr>
          <a:xfrm>
            <a:off x="731520" y="1075944"/>
            <a:ext cx="24384" cy="24384"/>
          </a:xfrm>
          <a:prstGeom prst="ellipse">
            <a:avLst/>
          </a:prstGeom>
          <a:solidFill>
            <a:srgbClr val="F4D9DC"/>
          </a:solidFill>
          <a:ln/>
        </p:spPr>
      </p:sp>
      <p:sp>
        <p:nvSpPr>
          <p:cNvPr id="64" name="Shape 62"/>
          <p:cNvSpPr/>
          <p:nvPr/>
        </p:nvSpPr>
        <p:spPr>
          <a:xfrm>
            <a:off x="664464" y="1017016"/>
            <a:ext cx="24384" cy="24384"/>
          </a:xfrm>
          <a:prstGeom prst="ellipse">
            <a:avLst/>
          </a:prstGeom>
          <a:solidFill>
            <a:srgbClr val="F4D9DC"/>
          </a:solidFill>
          <a:ln/>
        </p:spPr>
      </p:sp>
      <p:sp>
        <p:nvSpPr>
          <p:cNvPr id="65" name="Shape 63"/>
          <p:cNvSpPr/>
          <p:nvPr/>
        </p:nvSpPr>
        <p:spPr>
          <a:xfrm>
            <a:off x="615696" y="941832"/>
            <a:ext cx="24384" cy="24384"/>
          </a:xfrm>
          <a:prstGeom prst="ellipse">
            <a:avLst/>
          </a:prstGeom>
          <a:solidFill>
            <a:srgbClr val="F4D9DC"/>
          </a:solidFill>
          <a:ln/>
        </p:spPr>
      </p:sp>
      <p:sp>
        <p:nvSpPr>
          <p:cNvPr id="66" name="Shape 64"/>
          <p:cNvSpPr/>
          <p:nvPr/>
        </p:nvSpPr>
        <p:spPr>
          <a:xfrm>
            <a:off x="590296" y="855472"/>
            <a:ext cx="24384" cy="24384"/>
          </a:xfrm>
          <a:prstGeom prst="ellipse">
            <a:avLst/>
          </a:prstGeom>
          <a:solidFill>
            <a:srgbClr val="F4D9DC"/>
          </a:solidFill>
          <a:ln/>
        </p:spPr>
      </p:sp>
      <p:sp>
        <p:nvSpPr>
          <p:cNvPr id="67" name="Shape 65"/>
          <p:cNvSpPr/>
          <p:nvPr/>
        </p:nvSpPr>
        <p:spPr>
          <a:xfrm>
            <a:off x="590296" y="766064"/>
            <a:ext cx="24384" cy="24384"/>
          </a:xfrm>
          <a:prstGeom prst="ellipse">
            <a:avLst/>
          </a:prstGeom>
          <a:solidFill>
            <a:srgbClr val="F4D9DC"/>
          </a:solidFill>
          <a:ln/>
        </p:spPr>
      </p:sp>
      <p:sp>
        <p:nvSpPr>
          <p:cNvPr id="68" name="Shape 66"/>
          <p:cNvSpPr/>
          <p:nvPr/>
        </p:nvSpPr>
        <p:spPr>
          <a:xfrm>
            <a:off x="615696" y="679704"/>
            <a:ext cx="24384" cy="24384"/>
          </a:xfrm>
          <a:prstGeom prst="ellipse">
            <a:avLst/>
          </a:prstGeom>
          <a:solidFill>
            <a:srgbClr val="F4D9DC"/>
          </a:solidFill>
          <a:ln/>
        </p:spPr>
      </p:sp>
      <p:sp>
        <p:nvSpPr>
          <p:cNvPr id="69" name="Shape 67"/>
          <p:cNvSpPr/>
          <p:nvPr/>
        </p:nvSpPr>
        <p:spPr>
          <a:xfrm>
            <a:off x="664464" y="604520"/>
            <a:ext cx="24384" cy="24384"/>
          </a:xfrm>
          <a:prstGeom prst="ellipse">
            <a:avLst/>
          </a:prstGeom>
          <a:solidFill>
            <a:srgbClr val="F4D9DC"/>
          </a:solidFill>
          <a:ln/>
        </p:spPr>
      </p:sp>
      <p:sp>
        <p:nvSpPr>
          <p:cNvPr id="70" name="Shape 68"/>
          <p:cNvSpPr/>
          <p:nvPr/>
        </p:nvSpPr>
        <p:spPr>
          <a:xfrm>
            <a:off x="731520" y="545592"/>
            <a:ext cx="24384" cy="24384"/>
          </a:xfrm>
          <a:prstGeom prst="ellipse">
            <a:avLst/>
          </a:prstGeom>
          <a:solidFill>
            <a:srgbClr val="F4D9DC"/>
          </a:solidFill>
          <a:ln/>
        </p:spPr>
      </p:sp>
      <p:sp>
        <p:nvSpPr>
          <p:cNvPr id="71" name="Shape 69"/>
          <p:cNvSpPr/>
          <p:nvPr/>
        </p:nvSpPr>
        <p:spPr>
          <a:xfrm>
            <a:off x="813816" y="509016"/>
            <a:ext cx="24384" cy="24384"/>
          </a:xfrm>
          <a:prstGeom prst="ellipse">
            <a:avLst/>
          </a:prstGeom>
          <a:solidFill>
            <a:srgbClr val="F4D9DC"/>
          </a:solidFill>
          <a:ln/>
        </p:spPr>
      </p:sp>
      <p:sp>
        <p:nvSpPr>
          <p:cNvPr id="72" name="Shape 70"/>
          <p:cNvSpPr/>
          <p:nvPr/>
        </p:nvSpPr>
        <p:spPr>
          <a:xfrm>
            <a:off x="1508760" y="621792"/>
            <a:ext cx="3072384" cy="402336"/>
          </a:xfrm>
          <a:prstGeom prst="roundRect">
            <a:avLst>
              <a:gd name="adj" fmla="val 113636"/>
            </a:avLst>
          </a:prstGeom>
          <a:solidFill>
            <a:srgbClr val="F4D74B"/>
          </a:solidFill>
          <a:ln/>
        </p:spPr>
      </p:sp>
      <p:sp>
        <p:nvSpPr>
          <p:cNvPr id="73" name="Text 71"/>
          <p:cNvSpPr/>
          <p:nvPr/>
        </p:nvSpPr>
        <p:spPr>
          <a:xfrm>
            <a:off x="1600200" y="621792"/>
            <a:ext cx="2889504" cy="402336"/>
          </a:xfrm>
          <a:prstGeom prst="rect">
            <a:avLst/>
          </a:prstGeom>
          <a:noFill/>
          <a:ln/>
        </p:spPr>
        <p:txBody>
          <a:bodyPr wrap="square" lIns="0" tIns="0" rIns="0" bIns="0" rtlCol="0" anchor="ctr"/>
          <a:lstStyle/>
          <a:p>
            <a:pPr algn="ctr" indent="0" marL="0">
              <a:lnSpc>
                <a:spcPct val="105000"/>
              </a:lnSpc>
              <a:buNone/>
            </a:pPr>
            <a:r>
              <a:rPr lang="en-US" sz="1300" dirty="0">
                <a:solidFill>
                  <a:srgbClr val="3D68EC"/>
                </a:solidFill>
                <a:latin typeface="General Sans Semibold" pitchFamily="34" charset="0"/>
                <a:ea typeface="General Sans Semibold" pitchFamily="34" charset="-122"/>
                <a:cs typeface="General Sans Semibold" pitchFamily="34" charset="-120"/>
              </a:rPr>
              <a:t>CEDA · DAIR-bijeenkomst</a:t>
            </a:r>
            <a:endParaRPr lang="en-US" sz="1300" dirty="0"/>
          </a:p>
        </p:txBody>
      </p:sp>
      <p:sp>
        <p:nvSpPr>
          <p:cNvPr id="74" name="Text 72"/>
          <p:cNvSpPr/>
          <p:nvPr/>
        </p:nvSpPr>
        <p:spPr>
          <a:xfrm>
            <a:off x="548640" y="1691640"/>
            <a:ext cx="6766560" cy="1828800"/>
          </a:xfrm>
          <a:prstGeom prst="rect">
            <a:avLst/>
          </a:prstGeom>
          <a:noFill/>
          <a:ln/>
        </p:spPr>
        <p:txBody>
          <a:bodyPr wrap="square" lIns="0" tIns="0" rIns="0" bIns="0" rtlCol="0" anchor="b"/>
          <a:lstStyle/>
          <a:p>
            <a:pPr algn="l" indent="0" marL="0">
              <a:lnSpc>
                <a:spcPct val="105000"/>
              </a:lnSpc>
              <a:buNone/>
            </a:pPr>
            <a:r>
              <a:rPr lang="en-US" sz="4600" dirty="0">
                <a:solidFill>
                  <a:srgbClr val="F4D9DC"/>
                </a:solidFill>
                <a:latin typeface="General Sans Semibold" pitchFamily="34" charset="0"/>
                <a:ea typeface="General Sans Semibold" pitchFamily="34" charset="-122"/>
                <a:cs typeface="General Sans Semibold" pitchFamily="34" charset="-120"/>
              </a:rPr>
              <a:t>Jij stuurt, de agent bouwt</a:t>
            </a:r>
            <a:endParaRPr lang="en-US" sz="4600" dirty="0"/>
          </a:p>
        </p:txBody>
      </p:sp>
      <p:sp>
        <p:nvSpPr>
          <p:cNvPr id="75" name="Text 73"/>
          <p:cNvSpPr/>
          <p:nvPr/>
        </p:nvSpPr>
        <p:spPr>
          <a:xfrm>
            <a:off x="548640" y="3657600"/>
            <a:ext cx="6766560" cy="54864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Agentic data science in het onderwijs</a:t>
            </a:r>
            <a:endParaRPr lang="en-US" sz="2200" dirty="0"/>
          </a:p>
        </p:txBody>
      </p:sp>
      <p:sp>
        <p:nvSpPr>
          <p:cNvPr id="76" name="Text 74"/>
          <p:cNvSpPr/>
          <p:nvPr/>
        </p:nvSpPr>
        <p:spPr>
          <a:xfrm>
            <a:off x="548640" y="4297680"/>
            <a:ext cx="6766560" cy="411480"/>
          </a:xfrm>
          <a:prstGeom prst="rect">
            <a:avLst/>
          </a:prstGeom>
          <a:noFill/>
          <a:ln/>
        </p:spPr>
        <p:txBody>
          <a:bodyPr wrap="square" lIns="0" tIns="0" rIns="0" bIns="0" rtlCol="0" anchor="t"/>
          <a:lstStyle/>
          <a:p>
            <a:pPr algn="l" indent="0" marL="0">
              <a:lnSpc>
                <a:spcPct val="105000"/>
              </a:lnSpc>
              <a:buNone/>
            </a:pPr>
            <a:r>
              <a:rPr lang="en-US" sz="1600" dirty="0">
                <a:solidFill>
                  <a:srgbClr val="F4D9DC"/>
                </a:solidFill>
                <a:latin typeface="General Sans" pitchFamily="34" charset="0"/>
                <a:ea typeface="General Sans" pitchFamily="34" charset="-122"/>
                <a:cs typeface="General Sans" pitchFamily="34" charset="-120"/>
              </a:rPr>
              <a:t>120 minuten · één casus · één dashboard</a:t>
            </a:r>
            <a:endParaRPr lang="en-US" sz="1600" dirty="0"/>
          </a:p>
        </p:txBody>
      </p:sp>
      <p:sp>
        <p:nvSpPr>
          <p:cNvPr id="77" name="Shape 75"/>
          <p:cNvSpPr/>
          <p:nvPr/>
        </p:nvSpPr>
        <p:spPr>
          <a:xfrm>
            <a:off x="8595360" y="2103120"/>
            <a:ext cx="0" cy="640080"/>
          </a:xfrm>
          <a:prstGeom prst="line">
            <a:avLst/>
          </a:prstGeom>
          <a:noFill/>
          <a:ln w="19050">
            <a:solidFill>
              <a:srgbClr val="F4D9DC"/>
            </a:solidFill>
            <a:prstDash val="dash"/>
          </a:ln>
        </p:spPr>
      </p:sp>
      <p:sp>
        <p:nvSpPr>
          <p:cNvPr id="78" name="Shape 76"/>
          <p:cNvSpPr/>
          <p:nvPr/>
        </p:nvSpPr>
        <p:spPr>
          <a:xfrm>
            <a:off x="8138160" y="1188720"/>
            <a:ext cx="914400" cy="914400"/>
          </a:xfrm>
          <a:prstGeom prst="ellipse">
            <a:avLst/>
          </a:prstGeom>
          <a:solidFill>
            <a:srgbClr val="F4D74B"/>
          </a:solidFill>
          <a:ln/>
        </p:spPr>
      </p:sp>
      <p:sp>
        <p:nvSpPr>
          <p:cNvPr id="79" name="Text 77"/>
          <p:cNvSpPr/>
          <p:nvPr/>
        </p:nvSpPr>
        <p:spPr>
          <a:xfrm>
            <a:off x="8138160" y="118872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1</a:t>
            </a:r>
            <a:endParaRPr lang="en-US" sz="2800" dirty="0"/>
          </a:p>
        </p:txBody>
      </p:sp>
      <p:sp>
        <p:nvSpPr>
          <p:cNvPr id="80" name="Text 78"/>
          <p:cNvSpPr/>
          <p:nvPr/>
        </p:nvSpPr>
        <p:spPr>
          <a:xfrm>
            <a:off x="9326880" y="118872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Data verkennen</a:t>
            </a:r>
            <a:endParaRPr lang="en-US" sz="2000" dirty="0"/>
          </a:p>
        </p:txBody>
      </p:sp>
      <p:sp>
        <p:nvSpPr>
          <p:cNvPr id="81" name="Shape 79"/>
          <p:cNvSpPr/>
          <p:nvPr/>
        </p:nvSpPr>
        <p:spPr>
          <a:xfrm>
            <a:off x="8595360" y="3657600"/>
            <a:ext cx="0" cy="640080"/>
          </a:xfrm>
          <a:prstGeom prst="line">
            <a:avLst/>
          </a:prstGeom>
          <a:noFill/>
          <a:ln w="19050">
            <a:solidFill>
              <a:srgbClr val="F4D9DC"/>
            </a:solidFill>
            <a:prstDash val="dash"/>
          </a:ln>
        </p:spPr>
      </p:sp>
      <p:sp>
        <p:nvSpPr>
          <p:cNvPr id="82" name="Shape 80"/>
          <p:cNvSpPr/>
          <p:nvPr/>
        </p:nvSpPr>
        <p:spPr>
          <a:xfrm>
            <a:off x="8138160" y="2743200"/>
            <a:ext cx="914400" cy="914400"/>
          </a:xfrm>
          <a:prstGeom prst="ellipse">
            <a:avLst/>
          </a:prstGeom>
          <a:solidFill>
            <a:srgbClr val="F4D9DC"/>
          </a:solidFill>
          <a:ln/>
        </p:spPr>
      </p:sp>
      <p:sp>
        <p:nvSpPr>
          <p:cNvPr id="83" name="Text 81"/>
          <p:cNvSpPr/>
          <p:nvPr/>
        </p:nvSpPr>
        <p:spPr>
          <a:xfrm>
            <a:off x="8138160" y="274320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2</a:t>
            </a:r>
            <a:endParaRPr lang="en-US" sz="2800" dirty="0"/>
          </a:p>
        </p:txBody>
      </p:sp>
      <p:sp>
        <p:nvSpPr>
          <p:cNvPr id="84" name="Text 82"/>
          <p:cNvSpPr/>
          <p:nvPr/>
        </p:nvSpPr>
        <p:spPr>
          <a:xfrm>
            <a:off x="9326880" y="274320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Dashboard bouwen</a:t>
            </a:r>
            <a:endParaRPr lang="en-US" sz="2000" dirty="0"/>
          </a:p>
        </p:txBody>
      </p:sp>
      <p:sp>
        <p:nvSpPr>
          <p:cNvPr id="85" name="Shape 83"/>
          <p:cNvSpPr/>
          <p:nvPr/>
        </p:nvSpPr>
        <p:spPr>
          <a:xfrm>
            <a:off x="8138160" y="4297680"/>
            <a:ext cx="914400" cy="914400"/>
          </a:xfrm>
          <a:prstGeom prst="ellipse">
            <a:avLst/>
          </a:prstGeom>
          <a:solidFill>
            <a:srgbClr val="F4D74B"/>
          </a:solidFill>
          <a:ln/>
        </p:spPr>
      </p:sp>
      <p:sp>
        <p:nvSpPr>
          <p:cNvPr id="86" name="Text 84"/>
          <p:cNvSpPr/>
          <p:nvPr/>
        </p:nvSpPr>
        <p:spPr>
          <a:xfrm>
            <a:off x="8138160" y="429768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3</a:t>
            </a:r>
            <a:endParaRPr lang="en-US" sz="2800" dirty="0"/>
          </a:p>
        </p:txBody>
      </p:sp>
      <p:sp>
        <p:nvSpPr>
          <p:cNvPr id="87" name="Text 85"/>
          <p:cNvSpPr/>
          <p:nvPr/>
        </p:nvSpPr>
        <p:spPr>
          <a:xfrm>
            <a:off x="9326880" y="429768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Evaluatie en vervolg</a:t>
            </a:r>
            <a:endParaRPr lang="en-US" sz="2000" dirty="0"/>
          </a:p>
        </p:txBody>
      </p:sp>
      <p:sp>
        <p:nvSpPr>
          <p:cNvPr id="88" name="Shape 86"/>
          <p:cNvSpPr/>
          <p:nvPr/>
        </p:nvSpPr>
        <p:spPr>
          <a:xfrm>
            <a:off x="548640" y="525780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74B"/>
            </a:solidFill>
            <a:prstDash val="solid"/>
          </a:ln>
        </p:spPr>
      </p:sp>
      <p:sp>
        <p:nvSpPr>
          <p:cNvPr id="89" name="Shape 87"/>
          <p:cNvSpPr/>
          <p:nvPr/>
        </p:nvSpPr>
        <p:spPr>
          <a:xfrm>
            <a:off x="548640" y="566928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9DC"/>
            </a:solidFill>
            <a:prstDash val="solid"/>
          </a:ln>
        </p:spPr>
      </p:sp>
      <p:sp>
        <p:nvSpPr>
          <p:cNvPr id="90" name="Text 88"/>
          <p:cNvSpPr/>
          <p:nvPr/>
        </p:nvSpPr>
        <p:spPr>
          <a:xfrm>
            <a:off x="7955280" y="6144768"/>
            <a:ext cx="3657600" cy="365760"/>
          </a:xfrm>
          <a:prstGeom prst="rect">
            <a:avLst/>
          </a:prstGeom>
          <a:noFill/>
          <a:ln/>
        </p:spPr>
        <p:txBody>
          <a:bodyPr wrap="square" lIns="0" tIns="0" rIns="0" bIns="0" rtlCol="0" anchor="t"/>
          <a:lstStyle/>
          <a:p>
            <a:pPr algn="r" indent="0" marL="0">
              <a:lnSpc>
                <a:spcPct val="105000"/>
              </a:lnSpc>
              <a:buNone/>
            </a:pPr>
            <a:r>
              <a:rPr lang="en-US" sz="1400" dirty="0">
                <a:solidFill>
                  <a:srgbClr val="F4D74B"/>
                </a:solidFill>
                <a:latin typeface="General Sans Semibold" pitchFamily="34" charset="0"/>
                <a:ea typeface="General Sans Semibold" pitchFamily="34" charset="-122"/>
                <a:cs typeface="General Sans Semibold" pitchFamily="34" charset="-120"/>
              </a:rPr>
              <a:t>Moving Education.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algn="l"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sp>
      <p:sp>
        <p:nvSpPr>
          <p:cNvPr id="6" name="Text 4"/>
          <p:cNvSpPr/>
          <p:nvPr/>
        </p:nvSpPr>
        <p:spPr>
          <a:xfrm>
            <a:off x="1051560" y="420624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sp>
      <p:sp>
        <p:nvSpPr>
          <p:cNvPr id="8" name="Text 6"/>
          <p:cNvSpPr/>
          <p:nvPr/>
        </p:nvSpPr>
        <p:spPr>
          <a:xfrm>
            <a:off x="1051560" y="470916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sp>
      <p:sp>
        <p:nvSpPr>
          <p:cNvPr id="10" name="Text 8"/>
          <p:cNvSpPr/>
          <p:nvPr/>
        </p:nvSpPr>
        <p:spPr>
          <a:xfrm>
            <a:off x="1051560" y="521208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296345" y="615188"/>
            <a:ext cx="53340" cy="53340"/>
          </a:xfrm>
          <a:prstGeom prst="ellipse">
            <a:avLst/>
          </a:prstGeom>
          <a:solidFill>
            <a:srgbClr val="000000"/>
          </a:solidFill>
          <a:ln/>
        </p:spPr>
      </p:sp>
      <p:sp>
        <p:nvSpPr>
          <p:cNvPr id="3" name="Shape 1"/>
          <p:cNvSpPr/>
          <p:nvPr/>
        </p:nvSpPr>
        <p:spPr>
          <a:xfrm>
            <a:off x="11350574" y="646303"/>
            <a:ext cx="53340" cy="53340"/>
          </a:xfrm>
          <a:prstGeom prst="ellipse">
            <a:avLst/>
          </a:prstGeom>
          <a:solidFill>
            <a:srgbClr val="000000"/>
          </a:solidFill>
          <a:ln/>
        </p:spPr>
      </p:sp>
      <p:sp>
        <p:nvSpPr>
          <p:cNvPr id="4" name="Shape 2"/>
          <p:cNvSpPr/>
          <p:nvPr/>
        </p:nvSpPr>
        <p:spPr>
          <a:xfrm>
            <a:off x="11350574" y="708533"/>
            <a:ext cx="53340" cy="53340"/>
          </a:xfrm>
          <a:prstGeom prst="ellipse">
            <a:avLst/>
          </a:prstGeom>
          <a:solidFill>
            <a:srgbClr val="000000"/>
          </a:solidFill>
          <a:ln/>
        </p:spPr>
      </p:sp>
      <p:sp>
        <p:nvSpPr>
          <p:cNvPr id="5" name="Shape 3"/>
          <p:cNvSpPr/>
          <p:nvPr/>
        </p:nvSpPr>
        <p:spPr>
          <a:xfrm>
            <a:off x="11296345" y="739648"/>
            <a:ext cx="53340" cy="53340"/>
          </a:xfrm>
          <a:prstGeom prst="ellipse">
            <a:avLst/>
          </a:prstGeom>
          <a:solidFill>
            <a:srgbClr val="000000"/>
          </a:solidFill>
          <a:ln/>
        </p:spPr>
      </p:sp>
      <p:sp>
        <p:nvSpPr>
          <p:cNvPr id="6" name="Shape 4"/>
          <p:cNvSpPr/>
          <p:nvPr/>
        </p:nvSpPr>
        <p:spPr>
          <a:xfrm>
            <a:off x="11242116" y="708533"/>
            <a:ext cx="53340" cy="53340"/>
          </a:xfrm>
          <a:prstGeom prst="ellipse">
            <a:avLst/>
          </a:prstGeom>
          <a:solidFill>
            <a:srgbClr val="000000"/>
          </a:solidFill>
          <a:ln/>
        </p:spPr>
      </p:sp>
      <p:sp>
        <p:nvSpPr>
          <p:cNvPr id="7" name="Shape 5"/>
          <p:cNvSpPr/>
          <p:nvPr/>
        </p:nvSpPr>
        <p:spPr>
          <a:xfrm>
            <a:off x="11242116" y="646303"/>
            <a:ext cx="53340" cy="53340"/>
          </a:xfrm>
          <a:prstGeom prst="ellipse">
            <a:avLst/>
          </a:prstGeom>
          <a:solidFill>
            <a:srgbClr val="000000"/>
          </a:solidFill>
          <a:ln/>
        </p:spPr>
      </p:sp>
      <p:sp>
        <p:nvSpPr>
          <p:cNvPr id="8" name="Shape 6"/>
          <p:cNvSpPr/>
          <p:nvPr/>
        </p:nvSpPr>
        <p:spPr>
          <a:xfrm>
            <a:off x="11300790" y="566293"/>
            <a:ext cx="44450" cy="44450"/>
          </a:xfrm>
          <a:prstGeom prst="ellipse">
            <a:avLst/>
          </a:prstGeom>
          <a:solidFill>
            <a:srgbClr val="000000"/>
          </a:solidFill>
          <a:ln/>
        </p:spPr>
      </p:sp>
      <p:sp>
        <p:nvSpPr>
          <p:cNvPr id="9" name="Shape 7"/>
          <p:cNvSpPr/>
          <p:nvPr/>
        </p:nvSpPr>
        <p:spPr>
          <a:xfrm>
            <a:off x="11368354" y="588518"/>
            <a:ext cx="44450" cy="44450"/>
          </a:xfrm>
          <a:prstGeom prst="ellipse">
            <a:avLst/>
          </a:prstGeom>
          <a:solidFill>
            <a:srgbClr val="000000"/>
          </a:solidFill>
          <a:ln/>
        </p:spPr>
      </p:sp>
      <p:sp>
        <p:nvSpPr>
          <p:cNvPr id="10" name="Shape 8"/>
          <p:cNvSpPr/>
          <p:nvPr/>
        </p:nvSpPr>
        <p:spPr>
          <a:xfrm>
            <a:off x="11411026" y="646303"/>
            <a:ext cx="44450" cy="44450"/>
          </a:xfrm>
          <a:prstGeom prst="ellipse">
            <a:avLst/>
          </a:prstGeom>
          <a:solidFill>
            <a:srgbClr val="000000"/>
          </a:solidFill>
          <a:ln/>
        </p:spPr>
      </p:sp>
      <p:sp>
        <p:nvSpPr>
          <p:cNvPr id="11" name="Shape 9"/>
          <p:cNvSpPr/>
          <p:nvPr/>
        </p:nvSpPr>
        <p:spPr>
          <a:xfrm>
            <a:off x="11411026" y="717423"/>
            <a:ext cx="44450" cy="44450"/>
          </a:xfrm>
          <a:prstGeom prst="ellipse">
            <a:avLst/>
          </a:prstGeom>
          <a:solidFill>
            <a:srgbClr val="000000"/>
          </a:solidFill>
          <a:ln/>
        </p:spPr>
      </p:sp>
      <p:sp>
        <p:nvSpPr>
          <p:cNvPr id="12" name="Shape 10"/>
          <p:cNvSpPr/>
          <p:nvPr/>
        </p:nvSpPr>
        <p:spPr>
          <a:xfrm>
            <a:off x="11368354" y="775208"/>
            <a:ext cx="44450" cy="44450"/>
          </a:xfrm>
          <a:prstGeom prst="ellipse">
            <a:avLst/>
          </a:prstGeom>
          <a:solidFill>
            <a:srgbClr val="000000"/>
          </a:solidFill>
          <a:ln/>
        </p:spPr>
      </p:sp>
      <p:sp>
        <p:nvSpPr>
          <p:cNvPr id="13" name="Shape 11"/>
          <p:cNvSpPr/>
          <p:nvPr/>
        </p:nvSpPr>
        <p:spPr>
          <a:xfrm>
            <a:off x="11300790" y="797433"/>
            <a:ext cx="44450" cy="44450"/>
          </a:xfrm>
          <a:prstGeom prst="ellipse">
            <a:avLst/>
          </a:prstGeom>
          <a:solidFill>
            <a:srgbClr val="000000"/>
          </a:solidFill>
          <a:ln/>
        </p:spPr>
      </p:sp>
      <p:sp>
        <p:nvSpPr>
          <p:cNvPr id="14" name="Shape 12"/>
          <p:cNvSpPr/>
          <p:nvPr/>
        </p:nvSpPr>
        <p:spPr>
          <a:xfrm>
            <a:off x="11233226" y="775208"/>
            <a:ext cx="44450" cy="44450"/>
          </a:xfrm>
          <a:prstGeom prst="ellipse">
            <a:avLst/>
          </a:prstGeom>
          <a:solidFill>
            <a:srgbClr val="000000"/>
          </a:solidFill>
          <a:ln/>
        </p:spPr>
      </p:sp>
      <p:sp>
        <p:nvSpPr>
          <p:cNvPr id="15" name="Shape 13"/>
          <p:cNvSpPr/>
          <p:nvPr/>
        </p:nvSpPr>
        <p:spPr>
          <a:xfrm>
            <a:off x="11190554" y="717423"/>
            <a:ext cx="44450" cy="44450"/>
          </a:xfrm>
          <a:prstGeom prst="ellipse">
            <a:avLst/>
          </a:prstGeom>
          <a:solidFill>
            <a:srgbClr val="000000"/>
          </a:solidFill>
          <a:ln/>
        </p:spPr>
      </p:sp>
      <p:sp>
        <p:nvSpPr>
          <p:cNvPr id="16" name="Shape 14"/>
          <p:cNvSpPr/>
          <p:nvPr/>
        </p:nvSpPr>
        <p:spPr>
          <a:xfrm>
            <a:off x="11190554" y="646303"/>
            <a:ext cx="44450" cy="44450"/>
          </a:xfrm>
          <a:prstGeom prst="ellipse">
            <a:avLst/>
          </a:prstGeom>
          <a:solidFill>
            <a:srgbClr val="000000"/>
          </a:solidFill>
          <a:ln/>
        </p:spPr>
      </p:sp>
      <p:sp>
        <p:nvSpPr>
          <p:cNvPr id="17" name="Shape 15"/>
          <p:cNvSpPr/>
          <p:nvPr/>
        </p:nvSpPr>
        <p:spPr>
          <a:xfrm>
            <a:off x="11233226" y="588518"/>
            <a:ext cx="44450" cy="44450"/>
          </a:xfrm>
          <a:prstGeom prst="ellipse">
            <a:avLst/>
          </a:prstGeom>
          <a:solidFill>
            <a:srgbClr val="000000"/>
          </a:solidFill>
          <a:ln/>
        </p:spPr>
      </p:sp>
      <p:sp>
        <p:nvSpPr>
          <p:cNvPr id="18" name="Shape 16"/>
          <p:cNvSpPr/>
          <p:nvPr/>
        </p:nvSpPr>
        <p:spPr>
          <a:xfrm>
            <a:off x="11305235" y="517398"/>
            <a:ext cx="35560" cy="35560"/>
          </a:xfrm>
          <a:prstGeom prst="ellipse">
            <a:avLst/>
          </a:prstGeom>
          <a:solidFill>
            <a:srgbClr val="000000"/>
          </a:solidFill>
          <a:ln/>
        </p:spPr>
      </p:sp>
      <p:sp>
        <p:nvSpPr>
          <p:cNvPr id="19" name="Shape 17"/>
          <p:cNvSpPr/>
          <p:nvPr/>
        </p:nvSpPr>
        <p:spPr>
          <a:xfrm>
            <a:off x="11378133" y="534289"/>
            <a:ext cx="35560" cy="35560"/>
          </a:xfrm>
          <a:prstGeom prst="ellipse">
            <a:avLst/>
          </a:prstGeom>
          <a:solidFill>
            <a:srgbClr val="000000"/>
          </a:solidFill>
          <a:ln/>
        </p:spPr>
      </p:sp>
      <p:sp>
        <p:nvSpPr>
          <p:cNvPr id="20" name="Shape 18"/>
          <p:cNvSpPr/>
          <p:nvPr/>
        </p:nvSpPr>
        <p:spPr>
          <a:xfrm>
            <a:off x="11437696" y="581406"/>
            <a:ext cx="35560" cy="35560"/>
          </a:xfrm>
          <a:prstGeom prst="ellipse">
            <a:avLst/>
          </a:prstGeom>
          <a:solidFill>
            <a:srgbClr val="000000"/>
          </a:solidFill>
          <a:ln/>
        </p:spPr>
      </p:sp>
      <p:sp>
        <p:nvSpPr>
          <p:cNvPr id="21" name="Shape 19"/>
          <p:cNvSpPr/>
          <p:nvPr/>
        </p:nvSpPr>
        <p:spPr>
          <a:xfrm>
            <a:off x="11469700" y="648970"/>
            <a:ext cx="35560" cy="35560"/>
          </a:xfrm>
          <a:prstGeom prst="ellipse">
            <a:avLst/>
          </a:prstGeom>
          <a:solidFill>
            <a:srgbClr val="000000"/>
          </a:solidFill>
          <a:ln/>
        </p:spPr>
      </p:sp>
      <p:sp>
        <p:nvSpPr>
          <p:cNvPr id="22" name="Shape 20"/>
          <p:cNvSpPr/>
          <p:nvPr/>
        </p:nvSpPr>
        <p:spPr>
          <a:xfrm>
            <a:off x="11469700" y="723646"/>
            <a:ext cx="35560" cy="35560"/>
          </a:xfrm>
          <a:prstGeom prst="ellipse">
            <a:avLst/>
          </a:prstGeom>
          <a:solidFill>
            <a:srgbClr val="000000"/>
          </a:solidFill>
          <a:ln/>
        </p:spPr>
      </p:sp>
      <p:sp>
        <p:nvSpPr>
          <p:cNvPr id="23" name="Shape 21"/>
          <p:cNvSpPr/>
          <p:nvPr/>
        </p:nvSpPr>
        <p:spPr>
          <a:xfrm>
            <a:off x="11437696" y="791210"/>
            <a:ext cx="35560" cy="35560"/>
          </a:xfrm>
          <a:prstGeom prst="ellipse">
            <a:avLst/>
          </a:prstGeom>
          <a:solidFill>
            <a:srgbClr val="000000"/>
          </a:solidFill>
          <a:ln/>
        </p:spPr>
      </p:sp>
      <p:sp>
        <p:nvSpPr>
          <p:cNvPr id="24" name="Shape 22"/>
          <p:cNvSpPr/>
          <p:nvPr/>
        </p:nvSpPr>
        <p:spPr>
          <a:xfrm>
            <a:off x="11378133" y="838327"/>
            <a:ext cx="35560" cy="35560"/>
          </a:xfrm>
          <a:prstGeom prst="ellipse">
            <a:avLst/>
          </a:prstGeom>
          <a:solidFill>
            <a:srgbClr val="000000"/>
          </a:solidFill>
          <a:ln/>
        </p:spPr>
      </p:sp>
      <p:sp>
        <p:nvSpPr>
          <p:cNvPr id="25" name="Shape 23"/>
          <p:cNvSpPr/>
          <p:nvPr/>
        </p:nvSpPr>
        <p:spPr>
          <a:xfrm>
            <a:off x="11305235" y="855218"/>
            <a:ext cx="35560" cy="35560"/>
          </a:xfrm>
          <a:prstGeom prst="ellipse">
            <a:avLst/>
          </a:prstGeom>
          <a:solidFill>
            <a:srgbClr val="000000"/>
          </a:solidFill>
          <a:ln/>
        </p:spPr>
      </p:sp>
      <p:sp>
        <p:nvSpPr>
          <p:cNvPr id="26" name="Shape 24"/>
          <p:cNvSpPr/>
          <p:nvPr/>
        </p:nvSpPr>
        <p:spPr>
          <a:xfrm>
            <a:off x="11232337" y="838327"/>
            <a:ext cx="35560" cy="35560"/>
          </a:xfrm>
          <a:prstGeom prst="ellipse">
            <a:avLst/>
          </a:prstGeom>
          <a:solidFill>
            <a:srgbClr val="000000"/>
          </a:solidFill>
          <a:ln/>
        </p:spPr>
      </p:sp>
      <p:sp>
        <p:nvSpPr>
          <p:cNvPr id="27" name="Shape 25"/>
          <p:cNvSpPr/>
          <p:nvPr/>
        </p:nvSpPr>
        <p:spPr>
          <a:xfrm>
            <a:off x="11172774" y="791210"/>
            <a:ext cx="35560" cy="35560"/>
          </a:xfrm>
          <a:prstGeom prst="ellipse">
            <a:avLst/>
          </a:prstGeom>
          <a:solidFill>
            <a:srgbClr val="000000"/>
          </a:solidFill>
          <a:ln/>
        </p:spPr>
      </p:sp>
      <p:sp>
        <p:nvSpPr>
          <p:cNvPr id="28" name="Shape 26"/>
          <p:cNvSpPr/>
          <p:nvPr/>
        </p:nvSpPr>
        <p:spPr>
          <a:xfrm>
            <a:off x="11140770" y="723646"/>
            <a:ext cx="35560" cy="35560"/>
          </a:xfrm>
          <a:prstGeom prst="ellipse">
            <a:avLst/>
          </a:prstGeom>
          <a:solidFill>
            <a:srgbClr val="000000"/>
          </a:solidFill>
          <a:ln/>
        </p:spPr>
      </p:sp>
      <p:sp>
        <p:nvSpPr>
          <p:cNvPr id="29" name="Shape 27"/>
          <p:cNvSpPr/>
          <p:nvPr/>
        </p:nvSpPr>
        <p:spPr>
          <a:xfrm>
            <a:off x="11140770" y="648970"/>
            <a:ext cx="35560" cy="35560"/>
          </a:xfrm>
          <a:prstGeom prst="ellipse">
            <a:avLst/>
          </a:prstGeom>
          <a:solidFill>
            <a:srgbClr val="000000"/>
          </a:solidFill>
          <a:ln/>
        </p:spPr>
      </p:sp>
      <p:sp>
        <p:nvSpPr>
          <p:cNvPr id="30" name="Shape 28"/>
          <p:cNvSpPr/>
          <p:nvPr/>
        </p:nvSpPr>
        <p:spPr>
          <a:xfrm>
            <a:off x="11172774" y="581406"/>
            <a:ext cx="35560" cy="35560"/>
          </a:xfrm>
          <a:prstGeom prst="ellipse">
            <a:avLst/>
          </a:prstGeom>
          <a:solidFill>
            <a:srgbClr val="000000"/>
          </a:solidFill>
          <a:ln/>
        </p:spPr>
      </p:sp>
      <p:sp>
        <p:nvSpPr>
          <p:cNvPr id="31" name="Shape 29"/>
          <p:cNvSpPr/>
          <p:nvPr/>
        </p:nvSpPr>
        <p:spPr>
          <a:xfrm>
            <a:off x="11232337" y="534289"/>
            <a:ext cx="35560" cy="35560"/>
          </a:xfrm>
          <a:prstGeom prst="ellipse">
            <a:avLst/>
          </a:prstGeom>
          <a:solidFill>
            <a:srgbClr val="000000"/>
          </a:solidFill>
          <a:ln/>
        </p:spPr>
      </p:sp>
      <p:sp>
        <p:nvSpPr>
          <p:cNvPr id="32" name="Shape 30"/>
          <p:cNvSpPr/>
          <p:nvPr/>
        </p:nvSpPr>
        <p:spPr>
          <a:xfrm>
            <a:off x="11308791" y="467614"/>
            <a:ext cx="28448" cy="28448"/>
          </a:xfrm>
          <a:prstGeom prst="ellipse">
            <a:avLst/>
          </a:prstGeom>
          <a:solidFill>
            <a:srgbClr val="000000"/>
          </a:solidFill>
          <a:ln/>
        </p:spPr>
      </p:sp>
      <p:sp>
        <p:nvSpPr>
          <p:cNvPr id="33" name="Shape 31"/>
          <p:cNvSpPr/>
          <p:nvPr/>
        </p:nvSpPr>
        <p:spPr>
          <a:xfrm>
            <a:off x="11385245" y="480949"/>
            <a:ext cx="28448" cy="28448"/>
          </a:xfrm>
          <a:prstGeom prst="ellipse">
            <a:avLst/>
          </a:prstGeom>
          <a:solidFill>
            <a:srgbClr val="000000"/>
          </a:solidFill>
          <a:ln/>
        </p:spPr>
      </p:sp>
      <p:sp>
        <p:nvSpPr>
          <p:cNvPr id="34" name="Shape 32"/>
          <p:cNvSpPr/>
          <p:nvPr/>
        </p:nvSpPr>
        <p:spPr>
          <a:xfrm>
            <a:off x="11451920" y="519176"/>
            <a:ext cx="28448" cy="28448"/>
          </a:xfrm>
          <a:prstGeom prst="ellipse">
            <a:avLst/>
          </a:prstGeom>
          <a:solidFill>
            <a:srgbClr val="000000"/>
          </a:solidFill>
          <a:ln/>
        </p:spPr>
      </p:sp>
      <p:sp>
        <p:nvSpPr>
          <p:cNvPr id="35" name="Shape 33"/>
          <p:cNvSpPr/>
          <p:nvPr/>
        </p:nvSpPr>
        <p:spPr>
          <a:xfrm>
            <a:off x="11501704" y="578739"/>
            <a:ext cx="28448" cy="28448"/>
          </a:xfrm>
          <a:prstGeom prst="ellipse">
            <a:avLst/>
          </a:prstGeom>
          <a:solidFill>
            <a:srgbClr val="000000"/>
          </a:solidFill>
          <a:ln/>
        </p:spPr>
      </p:sp>
      <p:sp>
        <p:nvSpPr>
          <p:cNvPr id="36" name="Shape 34"/>
          <p:cNvSpPr/>
          <p:nvPr/>
        </p:nvSpPr>
        <p:spPr>
          <a:xfrm>
            <a:off x="11527485" y="651637"/>
            <a:ext cx="28448" cy="28448"/>
          </a:xfrm>
          <a:prstGeom prst="ellipse">
            <a:avLst/>
          </a:prstGeom>
          <a:solidFill>
            <a:srgbClr val="000000"/>
          </a:solidFill>
          <a:ln/>
        </p:spPr>
      </p:sp>
      <p:sp>
        <p:nvSpPr>
          <p:cNvPr id="37" name="Shape 35"/>
          <p:cNvSpPr/>
          <p:nvPr/>
        </p:nvSpPr>
        <p:spPr>
          <a:xfrm>
            <a:off x="11527485" y="728091"/>
            <a:ext cx="28448" cy="28448"/>
          </a:xfrm>
          <a:prstGeom prst="ellipse">
            <a:avLst/>
          </a:prstGeom>
          <a:solidFill>
            <a:srgbClr val="000000"/>
          </a:solidFill>
          <a:ln/>
        </p:spPr>
      </p:sp>
      <p:sp>
        <p:nvSpPr>
          <p:cNvPr id="38" name="Shape 36"/>
          <p:cNvSpPr/>
          <p:nvPr/>
        </p:nvSpPr>
        <p:spPr>
          <a:xfrm>
            <a:off x="11501704" y="800989"/>
            <a:ext cx="28448" cy="28448"/>
          </a:xfrm>
          <a:prstGeom prst="ellipse">
            <a:avLst/>
          </a:prstGeom>
          <a:solidFill>
            <a:srgbClr val="000000"/>
          </a:solidFill>
          <a:ln/>
        </p:spPr>
      </p:sp>
      <p:sp>
        <p:nvSpPr>
          <p:cNvPr id="39" name="Shape 37"/>
          <p:cNvSpPr/>
          <p:nvPr/>
        </p:nvSpPr>
        <p:spPr>
          <a:xfrm>
            <a:off x="11451920" y="860552"/>
            <a:ext cx="28448" cy="28448"/>
          </a:xfrm>
          <a:prstGeom prst="ellipse">
            <a:avLst/>
          </a:prstGeom>
          <a:solidFill>
            <a:srgbClr val="000000"/>
          </a:solidFill>
          <a:ln/>
        </p:spPr>
      </p:sp>
      <p:sp>
        <p:nvSpPr>
          <p:cNvPr id="40" name="Shape 38"/>
          <p:cNvSpPr/>
          <p:nvPr/>
        </p:nvSpPr>
        <p:spPr>
          <a:xfrm>
            <a:off x="11385245" y="898779"/>
            <a:ext cx="28448" cy="28448"/>
          </a:xfrm>
          <a:prstGeom prst="ellipse">
            <a:avLst/>
          </a:prstGeom>
          <a:solidFill>
            <a:srgbClr val="000000"/>
          </a:solidFill>
          <a:ln/>
        </p:spPr>
      </p:sp>
      <p:sp>
        <p:nvSpPr>
          <p:cNvPr id="41" name="Shape 39"/>
          <p:cNvSpPr/>
          <p:nvPr/>
        </p:nvSpPr>
        <p:spPr>
          <a:xfrm>
            <a:off x="11308791" y="912114"/>
            <a:ext cx="28448" cy="28448"/>
          </a:xfrm>
          <a:prstGeom prst="ellipse">
            <a:avLst/>
          </a:prstGeom>
          <a:solidFill>
            <a:srgbClr val="000000"/>
          </a:solidFill>
          <a:ln/>
        </p:spPr>
      </p:sp>
      <p:sp>
        <p:nvSpPr>
          <p:cNvPr id="42" name="Shape 40"/>
          <p:cNvSpPr/>
          <p:nvPr/>
        </p:nvSpPr>
        <p:spPr>
          <a:xfrm>
            <a:off x="11232337" y="898779"/>
            <a:ext cx="28448" cy="28448"/>
          </a:xfrm>
          <a:prstGeom prst="ellipse">
            <a:avLst/>
          </a:prstGeom>
          <a:solidFill>
            <a:srgbClr val="000000"/>
          </a:solidFill>
          <a:ln/>
        </p:spPr>
      </p:sp>
      <p:sp>
        <p:nvSpPr>
          <p:cNvPr id="43" name="Shape 41"/>
          <p:cNvSpPr/>
          <p:nvPr/>
        </p:nvSpPr>
        <p:spPr>
          <a:xfrm>
            <a:off x="11165662" y="860552"/>
            <a:ext cx="28448" cy="28448"/>
          </a:xfrm>
          <a:prstGeom prst="ellipse">
            <a:avLst/>
          </a:prstGeom>
          <a:solidFill>
            <a:srgbClr val="000000"/>
          </a:solidFill>
          <a:ln/>
        </p:spPr>
      </p:sp>
      <p:sp>
        <p:nvSpPr>
          <p:cNvPr id="44" name="Shape 42"/>
          <p:cNvSpPr/>
          <p:nvPr/>
        </p:nvSpPr>
        <p:spPr>
          <a:xfrm>
            <a:off x="11115878" y="800989"/>
            <a:ext cx="28448" cy="28448"/>
          </a:xfrm>
          <a:prstGeom prst="ellipse">
            <a:avLst/>
          </a:prstGeom>
          <a:solidFill>
            <a:srgbClr val="000000"/>
          </a:solidFill>
          <a:ln/>
        </p:spPr>
      </p:sp>
      <p:sp>
        <p:nvSpPr>
          <p:cNvPr id="45" name="Shape 43"/>
          <p:cNvSpPr/>
          <p:nvPr/>
        </p:nvSpPr>
        <p:spPr>
          <a:xfrm>
            <a:off x="11090097" y="728091"/>
            <a:ext cx="28448" cy="28448"/>
          </a:xfrm>
          <a:prstGeom prst="ellipse">
            <a:avLst/>
          </a:prstGeom>
          <a:solidFill>
            <a:srgbClr val="000000"/>
          </a:solidFill>
          <a:ln/>
        </p:spPr>
      </p:sp>
      <p:sp>
        <p:nvSpPr>
          <p:cNvPr id="46" name="Shape 44"/>
          <p:cNvSpPr/>
          <p:nvPr/>
        </p:nvSpPr>
        <p:spPr>
          <a:xfrm>
            <a:off x="11090097" y="651637"/>
            <a:ext cx="28448" cy="28448"/>
          </a:xfrm>
          <a:prstGeom prst="ellipse">
            <a:avLst/>
          </a:prstGeom>
          <a:solidFill>
            <a:srgbClr val="000000"/>
          </a:solidFill>
          <a:ln/>
        </p:spPr>
      </p:sp>
      <p:sp>
        <p:nvSpPr>
          <p:cNvPr id="47" name="Shape 45"/>
          <p:cNvSpPr/>
          <p:nvPr/>
        </p:nvSpPr>
        <p:spPr>
          <a:xfrm>
            <a:off x="11115878" y="578739"/>
            <a:ext cx="28448" cy="28448"/>
          </a:xfrm>
          <a:prstGeom prst="ellipse">
            <a:avLst/>
          </a:prstGeom>
          <a:solidFill>
            <a:srgbClr val="000000"/>
          </a:solidFill>
          <a:ln/>
        </p:spPr>
      </p:sp>
      <p:sp>
        <p:nvSpPr>
          <p:cNvPr id="48" name="Shape 46"/>
          <p:cNvSpPr/>
          <p:nvPr/>
        </p:nvSpPr>
        <p:spPr>
          <a:xfrm>
            <a:off x="11165662" y="519176"/>
            <a:ext cx="28448" cy="28448"/>
          </a:xfrm>
          <a:prstGeom prst="ellipse">
            <a:avLst/>
          </a:prstGeom>
          <a:solidFill>
            <a:srgbClr val="000000"/>
          </a:solidFill>
          <a:ln/>
        </p:spPr>
      </p:sp>
      <p:sp>
        <p:nvSpPr>
          <p:cNvPr id="49" name="Shape 47"/>
          <p:cNvSpPr/>
          <p:nvPr/>
        </p:nvSpPr>
        <p:spPr>
          <a:xfrm>
            <a:off x="11232337" y="480949"/>
            <a:ext cx="28448" cy="28448"/>
          </a:xfrm>
          <a:prstGeom prst="ellipse">
            <a:avLst/>
          </a:prstGeom>
          <a:solidFill>
            <a:srgbClr val="000000"/>
          </a:solidFill>
          <a:ln/>
        </p:spPr>
      </p:sp>
      <p:sp>
        <p:nvSpPr>
          <p:cNvPr id="50" name="Shape 48"/>
          <p:cNvSpPr/>
          <p:nvPr/>
        </p:nvSpPr>
        <p:spPr>
          <a:xfrm>
            <a:off x="11312347" y="417830"/>
            <a:ext cx="21336" cy="21336"/>
          </a:xfrm>
          <a:prstGeom prst="ellipse">
            <a:avLst/>
          </a:prstGeom>
          <a:solidFill>
            <a:srgbClr val="000000"/>
          </a:solidFill>
          <a:ln/>
        </p:spPr>
      </p:sp>
      <p:sp>
        <p:nvSpPr>
          <p:cNvPr id="51" name="Shape 49"/>
          <p:cNvSpPr/>
          <p:nvPr/>
        </p:nvSpPr>
        <p:spPr>
          <a:xfrm>
            <a:off x="11389690" y="429387"/>
            <a:ext cx="21336" cy="21336"/>
          </a:xfrm>
          <a:prstGeom prst="ellipse">
            <a:avLst/>
          </a:prstGeom>
          <a:solidFill>
            <a:srgbClr val="000000"/>
          </a:solidFill>
          <a:ln/>
        </p:spPr>
      </p:sp>
      <p:sp>
        <p:nvSpPr>
          <p:cNvPr id="52" name="Shape 50"/>
          <p:cNvSpPr/>
          <p:nvPr/>
        </p:nvSpPr>
        <p:spPr>
          <a:xfrm>
            <a:off x="11461699" y="461391"/>
            <a:ext cx="21336" cy="21336"/>
          </a:xfrm>
          <a:prstGeom prst="ellipse">
            <a:avLst/>
          </a:prstGeom>
          <a:solidFill>
            <a:srgbClr val="000000"/>
          </a:solidFill>
          <a:ln/>
        </p:spPr>
      </p:sp>
      <p:sp>
        <p:nvSpPr>
          <p:cNvPr id="53" name="Shape 51"/>
          <p:cNvSpPr/>
          <p:nvPr/>
        </p:nvSpPr>
        <p:spPr>
          <a:xfrm>
            <a:off x="11520373" y="512953"/>
            <a:ext cx="21336" cy="21336"/>
          </a:xfrm>
          <a:prstGeom prst="ellipse">
            <a:avLst/>
          </a:prstGeom>
          <a:solidFill>
            <a:srgbClr val="000000"/>
          </a:solidFill>
          <a:ln/>
        </p:spPr>
      </p:sp>
      <p:sp>
        <p:nvSpPr>
          <p:cNvPr id="54" name="Shape 52"/>
          <p:cNvSpPr/>
          <p:nvPr/>
        </p:nvSpPr>
        <p:spPr>
          <a:xfrm>
            <a:off x="11563045" y="578739"/>
            <a:ext cx="21336" cy="21336"/>
          </a:xfrm>
          <a:prstGeom prst="ellipse">
            <a:avLst/>
          </a:prstGeom>
          <a:solidFill>
            <a:srgbClr val="000000"/>
          </a:solidFill>
          <a:ln/>
        </p:spPr>
      </p:sp>
      <p:sp>
        <p:nvSpPr>
          <p:cNvPr id="55" name="Shape 53"/>
          <p:cNvSpPr/>
          <p:nvPr/>
        </p:nvSpPr>
        <p:spPr>
          <a:xfrm>
            <a:off x="11585270" y="654304"/>
            <a:ext cx="21336" cy="21336"/>
          </a:xfrm>
          <a:prstGeom prst="ellipse">
            <a:avLst/>
          </a:prstGeom>
          <a:solidFill>
            <a:srgbClr val="000000"/>
          </a:solidFill>
          <a:ln/>
        </p:spPr>
      </p:sp>
      <p:sp>
        <p:nvSpPr>
          <p:cNvPr id="56" name="Shape 54"/>
          <p:cNvSpPr/>
          <p:nvPr/>
        </p:nvSpPr>
        <p:spPr>
          <a:xfrm>
            <a:off x="11585270" y="732536"/>
            <a:ext cx="21336" cy="21336"/>
          </a:xfrm>
          <a:prstGeom prst="ellipse">
            <a:avLst/>
          </a:prstGeom>
          <a:solidFill>
            <a:srgbClr val="000000"/>
          </a:solidFill>
          <a:ln/>
        </p:spPr>
      </p:sp>
      <p:sp>
        <p:nvSpPr>
          <p:cNvPr id="57" name="Shape 55"/>
          <p:cNvSpPr/>
          <p:nvPr/>
        </p:nvSpPr>
        <p:spPr>
          <a:xfrm>
            <a:off x="11563045" y="808101"/>
            <a:ext cx="21336" cy="21336"/>
          </a:xfrm>
          <a:prstGeom prst="ellipse">
            <a:avLst/>
          </a:prstGeom>
          <a:solidFill>
            <a:srgbClr val="000000"/>
          </a:solidFill>
          <a:ln/>
        </p:spPr>
      </p:sp>
      <p:sp>
        <p:nvSpPr>
          <p:cNvPr id="58" name="Shape 56"/>
          <p:cNvSpPr/>
          <p:nvPr/>
        </p:nvSpPr>
        <p:spPr>
          <a:xfrm>
            <a:off x="11520373" y="873887"/>
            <a:ext cx="21336" cy="21336"/>
          </a:xfrm>
          <a:prstGeom prst="ellipse">
            <a:avLst/>
          </a:prstGeom>
          <a:solidFill>
            <a:srgbClr val="000000"/>
          </a:solidFill>
          <a:ln/>
        </p:spPr>
      </p:sp>
      <p:sp>
        <p:nvSpPr>
          <p:cNvPr id="59" name="Shape 57"/>
          <p:cNvSpPr/>
          <p:nvPr/>
        </p:nvSpPr>
        <p:spPr>
          <a:xfrm>
            <a:off x="11461699" y="925449"/>
            <a:ext cx="21336" cy="21336"/>
          </a:xfrm>
          <a:prstGeom prst="ellipse">
            <a:avLst/>
          </a:prstGeom>
          <a:solidFill>
            <a:srgbClr val="000000"/>
          </a:solidFill>
          <a:ln/>
        </p:spPr>
      </p:sp>
      <p:sp>
        <p:nvSpPr>
          <p:cNvPr id="60" name="Shape 58"/>
          <p:cNvSpPr/>
          <p:nvPr/>
        </p:nvSpPr>
        <p:spPr>
          <a:xfrm>
            <a:off x="11389690" y="957453"/>
            <a:ext cx="21336" cy="21336"/>
          </a:xfrm>
          <a:prstGeom prst="ellipse">
            <a:avLst/>
          </a:prstGeom>
          <a:solidFill>
            <a:srgbClr val="000000"/>
          </a:solidFill>
          <a:ln/>
        </p:spPr>
      </p:sp>
      <p:sp>
        <p:nvSpPr>
          <p:cNvPr id="61" name="Shape 59"/>
          <p:cNvSpPr/>
          <p:nvPr/>
        </p:nvSpPr>
        <p:spPr>
          <a:xfrm>
            <a:off x="11312347" y="969010"/>
            <a:ext cx="21336" cy="21336"/>
          </a:xfrm>
          <a:prstGeom prst="ellipse">
            <a:avLst/>
          </a:prstGeom>
          <a:solidFill>
            <a:srgbClr val="000000"/>
          </a:solidFill>
          <a:ln/>
        </p:spPr>
      </p:sp>
      <p:sp>
        <p:nvSpPr>
          <p:cNvPr id="62" name="Shape 60"/>
          <p:cNvSpPr/>
          <p:nvPr/>
        </p:nvSpPr>
        <p:spPr>
          <a:xfrm>
            <a:off x="11235004" y="957453"/>
            <a:ext cx="21336" cy="21336"/>
          </a:xfrm>
          <a:prstGeom prst="ellipse">
            <a:avLst/>
          </a:prstGeom>
          <a:solidFill>
            <a:srgbClr val="000000"/>
          </a:solidFill>
          <a:ln/>
        </p:spPr>
      </p:sp>
      <p:sp>
        <p:nvSpPr>
          <p:cNvPr id="63" name="Shape 61"/>
          <p:cNvSpPr/>
          <p:nvPr/>
        </p:nvSpPr>
        <p:spPr>
          <a:xfrm>
            <a:off x="11162995" y="925449"/>
            <a:ext cx="21336" cy="21336"/>
          </a:xfrm>
          <a:prstGeom prst="ellipse">
            <a:avLst/>
          </a:prstGeom>
          <a:solidFill>
            <a:srgbClr val="000000"/>
          </a:solidFill>
          <a:ln/>
        </p:spPr>
      </p:sp>
      <p:sp>
        <p:nvSpPr>
          <p:cNvPr id="64" name="Shape 62"/>
          <p:cNvSpPr/>
          <p:nvPr/>
        </p:nvSpPr>
        <p:spPr>
          <a:xfrm>
            <a:off x="11104321" y="873887"/>
            <a:ext cx="21336" cy="21336"/>
          </a:xfrm>
          <a:prstGeom prst="ellipse">
            <a:avLst/>
          </a:prstGeom>
          <a:solidFill>
            <a:srgbClr val="000000"/>
          </a:solidFill>
          <a:ln/>
        </p:spPr>
      </p:sp>
      <p:sp>
        <p:nvSpPr>
          <p:cNvPr id="65" name="Shape 63"/>
          <p:cNvSpPr/>
          <p:nvPr/>
        </p:nvSpPr>
        <p:spPr>
          <a:xfrm>
            <a:off x="11061649" y="808101"/>
            <a:ext cx="21336" cy="21336"/>
          </a:xfrm>
          <a:prstGeom prst="ellipse">
            <a:avLst/>
          </a:prstGeom>
          <a:solidFill>
            <a:srgbClr val="000000"/>
          </a:solidFill>
          <a:ln/>
        </p:spPr>
      </p:sp>
      <p:sp>
        <p:nvSpPr>
          <p:cNvPr id="66" name="Shape 64"/>
          <p:cNvSpPr/>
          <p:nvPr/>
        </p:nvSpPr>
        <p:spPr>
          <a:xfrm>
            <a:off x="11039424" y="732536"/>
            <a:ext cx="21336" cy="21336"/>
          </a:xfrm>
          <a:prstGeom prst="ellipse">
            <a:avLst/>
          </a:prstGeom>
          <a:solidFill>
            <a:srgbClr val="000000"/>
          </a:solidFill>
          <a:ln/>
        </p:spPr>
      </p:sp>
      <p:sp>
        <p:nvSpPr>
          <p:cNvPr id="67" name="Shape 65"/>
          <p:cNvSpPr/>
          <p:nvPr/>
        </p:nvSpPr>
        <p:spPr>
          <a:xfrm>
            <a:off x="11039424" y="654304"/>
            <a:ext cx="21336" cy="21336"/>
          </a:xfrm>
          <a:prstGeom prst="ellipse">
            <a:avLst/>
          </a:prstGeom>
          <a:solidFill>
            <a:srgbClr val="000000"/>
          </a:solidFill>
          <a:ln/>
        </p:spPr>
      </p:sp>
      <p:sp>
        <p:nvSpPr>
          <p:cNvPr id="68" name="Shape 66"/>
          <p:cNvSpPr/>
          <p:nvPr/>
        </p:nvSpPr>
        <p:spPr>
          <a:xfrm>
            <a:off x="11061649" y="578739"/>
            <a:ext cx="21336" cy="21336"/>
          </a:xfrm>
          <a:prstGeom prst="ellipse">
            <a:avLst/>
          </a:prstGeom>
          <a:solidFill>
            <a:srgbClr val="000000"/>
          </a:solidFill>
          <a:ln/>
        </p:spPr>
      </p:sp>
      <p:sp>
        <p:nvSpPr>
          <p:cNvPr id="69" name="Shape 67"/>
          <p:cNvSpPr/>
          <p:nvPr/>
        </p:nvSpPr>
        <p:spPr>
          <a:xfrm>
            <a:off x="11104321" y="512953"/>
            <a:ext cx="21336" cy="21336"/>
          </a:xfrm>
          <a:prstGeom prst="ellipse">
            <a:avLst/>
          </a:prstGeom>
          <a:solidFill>
            <a:srgbClr val="000000"/>
          </a:solidFill>
          <a:ln/>
        </p:spPr>
      </p:sp>
      <p:sp>
        <p:nvSpPr>
          <p:cNvPr id="70" name="Shape 68"/>
          <p:cNvSpPr/>
          <p:nvPr/>
        </p:nvSpPr>
        <p:spPr>
          <a:xfrm>
            <a:off x="11162995" y="461391"/>
            <a:ext cx="21336" cy="21336"/>
          </a:xfrm>
          <a:prstGeom prst="ellipse">
            <a:avLst/>
          </a:prstGeom>
          <a:solidFill>
            <a:srgbClr val="000000"/>
          </a:solidFill>
          <a:ln/>
        </p:spPr>
      </p:sp>
      <p:sp>
        <p:nvSpPr>
          <p:cNvPr id="71" name="Shape 69"/>
          <p:cNvSpPr/>
          <p:nvPr/>
        </p:nvSpPr>
        <p:spPr>
          <a:xfrm>
            <a:off x="11235004" y="429387"/>
            <a:ext cx="21336" cy="21336"/>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64162"/>
                <a:gridCol w="7766091"/>
                <a:gridCol w="1664162"/>
              </a:tblGrid>
              <a:tr h="0">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Tijd</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Blok</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Duur</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0:00</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Intro, synthetische data, casus</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17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0:17</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Skills, prompts en de devcontainer</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13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0:30</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Ronde 1: data verkennen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22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0:52</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Spiegelmoment 1</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15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1:07</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Ronde 2: dashboard bouwen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22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1:29</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Spiegelmoment 2</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15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1:44</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Evaluatie en vervolg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8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1:52</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Afsluiting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8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296345" y="615188"/>
            <a:ext cx="53340" cy="53340"/>
          </a:xfrm>
          <a:prstGeom prst="ellipse">
            <a:avLst/>
          </a:prstGeom>
          <a:solidFill>
            <a:srgbClr val="F4D9DC"/>
          </a:solidFill>
          <a:ln/>
        </p:spPr>
      </p:sp>
      <p:sp>
        <p:nvSpPr>
          <p:cNvPr id="3" name="Shape 1"/>
          <p:cNvSpPr/>
          <p:nvPr/>
        </p:nvSpPr>
        <p:spPr>
          <a:xfrm>
            <a:off x="11350574" y="646303"/>
            <a:ext cx="53340" cy="53340"/>
          </a:xfrm>
          <a:prstGeom prst="ellipse">
            <a:avLst/>
          </a:prstGeom>
          <a:solidFill>
            <a:srgbClr val="F4D9DC"/>
          </a:solidFill>
          <a:ln/>
        </p:spPr>
      </p:sp>
      <p:sp>
        <p:nvSpPr>
          <p:cNvPr id="4" name="Shape 2"/>
          <p:cNvSpPr/>
          <p:nvPr/>
        </p:nvSpPr>
        <p:spPr>
          <a:xfrm>
            <a:off x="11350574" y="708533"/>
            <a:ext cx="53340" cy="53340"/>
          </a:xfrm>
          <a:prstGeom prst="ellipse">
            <a:avLst/>
          </a:prstGeom>
          <a:solidFill>
            <a:srgbClr val="F4D9DC"/>
          </a:solidFill>
          <a:ln/>
        </p:spPr>
      </p:sp>
      <p:sp>
        <p:nvSpPr>
          <p:cNvPr id="5" name="Shape 3"/>
          <p:cNvSpPr/>
          <p:nvPr/>
        </p:nvSpPr>
        <p:spPr>
          <a:xfrm>
            <a:off x="11296345" y="739648"/>
            <a:ext cx="53340" cy="53340"/>
          </a:xfrm>
          <a:prstGeom prst="ellipse">
            <a:avLst/>
          </a:prstGeom>
          <a:solidFill>
            <a:srgbClr val="F4D9DC"/>
          </a:solidFill>
          <a:ln/>
        </p:spPr>
      </p:sp>
      <p:sp>
        <p:nvSpPr>
          <p:cNvPr id="6" name="Shape 4"/>
          <p:cNvSpPr/>
          <p:nvPr/>
        </p:nvSpPr>
        <p:spPr>
          <a:xfrm>
            <a:off x="11242116" y="708533"/>
            <a:ext cx="53340" cy="53340"/>
          </a:xfrm>
          <a:prstGeom prst="ellipse">
            <a:avLst/>
          </a:prstGeom>
          <a:solidFill>
            <a:srgbClr val="F4D9DC"/>
          </a:solidFill>
          <a:ln/>
        </p:spPr>
      </p:sp>
      <p:sp>
        <p:nvSpPr>
          <p:cNvPr id="7" name="Shape 5"/>
          <p:cNvSpPr/>
          <p:nvPr/>
        </p:nvSpPr>
        <p:spPr>
          <a:xfrm>
            <a:off x="11242116" y="646303"/>
            <a:ext cx="53340" cy="53340"/>
          </a:xfrm>
          <a:prstGeom prst="ellipse">
            <a:avLst/>
          </a:prstGeom>
          <a:solidFill>
            <a:srgbClr val="F4D9DC"/>
          </a:solidFill>
          <a:ln/>
        </p:spPr>
      </p:sp>
      <p:sp>
        <p:nvSpPr>
          <p:cNvPr id="8" name="Shape 6"/>
          <p:cNvSpPr/>
          <p:nvPr/>
        </p:nvSpPr>
        <p:spPr>
          <a:xfrm>
            <a:off x="11300790" y="566293"/>
            <a:ext cx="44450" cy="44450"/>
          </a:xfrm>
          <a:prstGeom prst="ellipse">
            <a:avLst/>
          </a:prstGeom>
          <a:solidFill>
            <a:srgbClr val="F4D9DC"/>
          </a:solidFill>
          <a:ln/>
        </p:spPr>
      </p:sp>
      <p:sp>
        <p:nvSpPr>
          <p:cNvPr id="9" name="Shape 7"/>
          <p:cNvSpPr/>
          <p:nvPr/>
        </p:nvSpPr>
        <p:spPr>
          <a:xfrm>
            <a:off x="11368354" y="588518"/>
            <a:ext cx="44450" cy="44450"/>
          </a:xfrm>
          <a:prstGeom prst="ellipse">
            <a:avLst/>
          </a:prstGeom>
          <a:solidFill>
            <a:srgbClr val="F4D9DC"/>
          </a:solidFill>
          <a:ln/>
        </p:spPr>
      </p:sp>
      <p:sp>
        <p:nvSpPr>
          <p:cNvPr id="10" name="Shape 8"/>
          <p:cNvSpPr/>
          <p:nvPr/>
        </p:nvSpPr>
        <p:spPr>
          <a:xfrm>
            <a:off x="11411026" y="646303"/>
            <a:ext cx="44450" cy="44450"/>
          </a:xfrm>
          <a:prstGeom prst="ellipse">
            <a:avLst/>
          </a:prstGeom>
          <a:solidFill>
            <a:srgbClr val="F4D9DC"/>
          </a:solidFill>
          <a:ln/>
        </p:spPr>
      </p:sp>
      <p:sp>
        <p:nvSpPr>
          <p:cNvPr id="11" name="Shape 9"/>
          <p:cNvSpPr/>
          <p:nvPr/>
        </p:nvSpPr>
        <p:spPr>
          <a:xfrm>
            <a:off x="11411026" y="717423"/>
            <a:ext cx="44450" cy="44450"/>
          </a:xfrm>
          <a:prstGeom prst="ellipse">
            <a:avLst/>
          </a:prstGeom>
          <a:solidFill>
            <a:srgbClr val="F4D9DC"/>
          </a:solidFill>
          <a:ln/>
        </p:spPr>
      </p:sp>
      <p:sp>
        <p:nvSpPr>
          <p:cNvPr id="12" name="Shape 10"/>
          <p:cNvSpPr/>
          <p:nvPr/>
        </p:nvSpPr>
        <p:spPr>
          <a:xfrm>
            <a:off x="11368354" y="775208"/>
            <a:ext cx="44450" cy="44450"/>
          </a:xfrm>
          <a:prstGeom prst="ellipse">
            <a:avLst/>
          </a:prstGeom>
          <a:solidFill>
            <a:srgbClr val="F4D9DC"/>
          </a:solidFill>
          <a:ln/>
        </p:spPr>
      </p:sp>
      <p:sp>
        <p:nvSpPr>
          <p:cNvPr id="13" name="Shape 11"/>
          <p:cNvSpPr/>
          <p:nvPr/>
        </p:nvSpPr>
        <p:spPr>
          <a:xfrm>
            <a:off x="11300790" y="797433"/>
            <a:ext cx="44450" cy="44450"/>
          </a:xfrm>
          <a:prstGeom prst="ellipse">
            <a:avLst/>
          </a:prstGeom>
          <a:solidFill>
            <a:srgbClr val="F4D9DC"/>
          </a:solidFill>
          <a:ln/>
        </p:spPr>
      </p:sp>
      <p:sp>
        <p:nvSpPr>
          <p:cNvPr id="14" name="Shape 12"/>
          <p:cNvSpPr/>
          <p:nvPr/>
        </p:nvSpPr>
        <p:spPr>
          <a:xfrm>
            <a:off x="11233226" y="775208"/>
            <a:ext cx="44450" cy="44450"/>
          </a:xfrm>
          <a:prstGeom prst="ellipse">
            <a:avLst/>
          </a:prstGeom>
          <a:solidFill>
            <a:srgbClr val="F4D9DC"/>
          </a:solidFill>
          <a:ln/>
        </p:spPr>
      </p:sp>
      <p:sp>
        <p:nvSpPr>
          <p:cNvPr id="15" name="Shape 13"/>
          <p:cNvSpPr/>
          <p:nvPr/>
        </p:nvSpPr>
        <p:spPr>
          <a:xfrm>
            <a:off x="11190554" y="717423"/>
            <a:ext cx="44450" cy="44450"/>
          </a:xfrm>
          <a:prstGeom prst="ellipse">
            <a:avLst/>
          </a:prstGeom>
          <a:solidFill>
            <a:srgbClr val="F4D9DC"/>
          </a:solidFill>
          <a:ln/>
        </p:spPr>
      </p:sp>
      <p:sp>
        <p:nvSpPr>
          <p:cNvPr id="16" name="Shape 14"/>
          <p:cNvSpPr/>
          <p:nvPr/>
        </p:nvSpPr>
        <p:spPr>
          <a:xfrm>
            <a:off x="11190554" y="646303"/>
            <a:ext cx="44450" cy="44450"/>
          </a:xfrm>
          <a:prstGeom prst="ellipse">
            <a:avLst/>
          </a:prstGeom>
          <a:solidFill>
            <a:srgbClr val="F4D9DC"/>
          </a:solidFill>
          <a:ln/>
        </p:spPr>
      </p:sp>
      <p:sp>
        <p:nvSpPr>
          <p:cNvPr id="17" name="Shape 15"/>
          <p:cNvSpPr/>
          <p:nvPr/>
        </p:nvSpPr>
        <p:spPr>
          <a:xfrm>
            <a:off x="11233226" y="588518"/>
            <a:ext cx="44450" cy="44450"/>
          </a:xfrm>
          <a:prstGeom prst="ellipse">
            <a:avLst/>
          </a:prstGeom>
          <a:solidFill>
            <a:srgbClr val="F4D9DC"/>
          </a:solidFill>
          <a:ln/>
        </p:spPr>
      </p:sp>
      <p:sp>
        <p:nvSpPr>
          <p:cNvPr id="18" name="Shape 16"/>
          <p:cNvSpPr/>
          <p:nvPr/>
        </p:nvSpPr>
        <p:spPr>
          <a:xfrm>
            <a:off x="11305235" y="517398"/>
            <a:ext cx="35560" cy="35560"/>
          </a:xfrm>
          <a:prstGeom prst="ellipse">
            <a:avLst/>
          </a:prstGeom>
          <a:solidFill>
            <a:srgbClr val="F4D9DC"/>
          </a:solidFill>
          <a:ln/>
        </p:spPr>
      </p:sp>
      <p:sp>
        <p:nvSpPr>
          <p:cNvPr id="19" name="Shape 17"/>
          <p:cNvSpPr/>
          <p:nvPr/>
        </p:nvSpPr>
        <p:spPr>
          <a:xfrm>
            <a:off x="11378133" y="534289"/>
            <a:ext cx="35560" cy="35560"/>
          </a:xfrm>
          <a:prstGeom prst="ellipse">
            <a:avLst/>
          </a:prstGeom>
          <a:solidFill>
            <a:srgbClr val="F4D9DC"/>
          </a:solidFill>
          <a:ln/>
        </p:spPr>
      </p:sp>
      <p:sp>
        <p:nvSpPr>
          <p:cNvPr id="20" name="Shape 18"/>
          <p:cNvSpPr/>
          <p:nvPr/>
        </p:nvSpPr>
        <p:spPr>
          <a:xfrm>
            <a:off x="11437696" y="581406"/>
            <a:ext cx="35560" cy="35560"/>
          </a:xfrm>
          <a:prstGeom prst="ellipse">
            <a:avLst/>
          </a:prstGeom>
          <a:solidFill>
            <a:srgbClr val="F4D9DC"/>
          </a:solidFill>
          <a:ln/>
        </p:spPr>
      </p:sp>
      <p:sp>
        <p:nvSpPr>
          <p:cNvPr id="21" name="Shape 19"/>
          <p:cNvSpPr/>
          <p:nvPr/>
        </p:nvSpPr>
        <p:spPr>
          <a:xfrm>
            <a:off x="11469700" y="648970"/>
            <a:ext cx="35560" cy="35560"/>
          </a:xfrm>
          <a:prstGeom prst="ellipse">
            <a:avLst/>
          </a:prstGeom>
          <a:solidFill>
            <a:srgbClr val="F4D9DC"/>
          </a:solidFill>
          <a:ln/>
        </p:spPr>
      </p:sp>
      <p:sp>
        <p:nvSpPr>
          <p:cNvPr id="22" name="Shape 20"/>
          <p:cNvSpPr/>
          <p:nvPr/>
        </p:nvSpPr>
        <p:spPr>
          <a:xfrm>
            <a:off x="11469700" y="723646"/>
            <a:ext cx="35560" cy="35560"/>
          </a:xfrm>
          <a:prstGeom prst="ellipse">
            <a:avLst/>
          </a:prstGeom>
          <a:solidFill>
            <a:srgbClr val="F4D9DC"/>
          </a:solidFill>
          <a:ln/>
        </p:spPr>
      </p:sp>
      <p:sp>
        <p:nvSpPr>
          <p:cNvPr id="23" name="Shape 21"/>
          <p:cNvSpPr/>
          <p:nvPr/>
        </p:nvSpPr>
        <p:spPr>
          <a:xfrm>
            <a:off x="11437696" y="791210"/>
            <a:ext cx="35560" cy="35560"/>
          </a:xfrm>
          <a:prstGeom prst="ellipse">
            <a:avLst/>
          </a:prstGeom>
          <a:solidFill>
            <a:srgbClr val="F4D9DC"/>
          </a:solidFill>
          <a:ln/>
        </p:spPr>
      </p:sp>
      <p:sp>
        <p:nvSpPr>
          <p:cNvPr id="24" name="Shape 22"/>
          <p:cNvSpPr/>
          <p:nvPr/>
        </p:nvSpPr>
        <p:spPr>
          <a:xfrm>
            <a:off x="11378133" y="838327"/>
            <a:ext cx="35560" cy="35560"/>
          </a:xfrm>
          <a:prstGeom prst="ellipse">
            <a:avLst/>
          </a:prstGeom>
          <a:solidFill>
            <a:srgbClr val="F4D9DC"/>
          </a:solidFill>
          <a:ln/>
        </p:spPr>
      </p:sp>
      <p:sp>
        <p:nvSpPr>
          <p:cNvPr id="25" name="Shape 23"/>
          <p:cNvSpPr/>
          <p:nvPr/>
        </p:nvSpPr>
        <p:spPr>
          <a:xfrm>
            <a:off x="11305235" y="855218"/>
            <a:ext cx="35560" cy="35560"/>
          </a:xfrm>
          <a:prstGeom prst="ellipse">
            <a:avLst/>
          </a:prstGeom>
          <a:solidFill>
            <a:srgbClr val="F4D9DC"/>
          </a:solidFill>
          <a:ln/>
        </p:spPr>
      </p:sp>
      <p:sp>
        <p:nvSpPr>
          <p:cNvPr id="26" name="Shape 24"/>
          <p:cNvSpPr/>
          <p:nvPr/>
        </p:nvSpPr>
        <p:spPr>
          <a:xfrm>
            <a:off x="11232337" y="838327"/>
            <a:ext cx="35560" cy="35560"/>
          </a:xfrm>
          <a:prstGeom prst="ellipse">
            <a:avLst/>
          </a:prstGeom>
          <a:solidFill>
            <a:srgbClr val="F4D9DC"/>
          </a:solidFill>
          <a:ln/>
        </p:spPr>
      </p:sp>
      <p:sp>
        <p:nvSpPr>
          <p:cNvPr id="27" name="Shape 25"/>
          <p:cNvSpPr/>
          <p:nvPr/>
        </p:nvSpPr>
        <p:spPr>
          <a:xfrm>
            <a:off x="11172774" y="791210"/>
            <a:ext cx="35560" cy="35560"/>
          </a:xfrm>
          <a:prstGeom prst="ellipse">
            <a:avLst/>
          </a:prstGeom>
          <a:solidFill>
            <a:srgbClr val="F4D9DC"/>
          </a:solidFill>
          <a:ln/>
        </p:spPr>
      </p:sp>
      <p:sp>
        <p:nvSpPr>
          <p:cNvPr id="28" name="Shape 26"/>
          <p:cNvSpPr/>
          <p:nvPr/>
        </p:nvSpPr>
        <p:spPr>
          <a:xfrm>
            <a:off x="11140770" y="723646"/>
            <a:ext cx="35560" cy="35560"/>
          </a:xfrm>
          <a:prstGeom prst="ellipse">
            <a:avLst/>
          </a:prstGeom>
          <a:solidFill>
            <a:srgbClr val="F4D9DC"/>
          </a:solidFill>
          <a:ln/>
        </p:spPr>
      </p:sp>
      <p:sp>
        <p:nvSpPr>
          <p:cNvPr id="29" name="Shape 27"/>
          <p:cNvSpPr/>
          <p:nvPr/>
        </p:nvSpPr>
        <p:spPr>
          <a:xfrm>
            <a:off x="11140770" y="648970"/>
            <a:ext cx="35560" cy="35560"/>
          </a:xfrm>
          <a:prstGeom prst="ellipse">
            <a:avLst/>
          </a:prstGeom>
          <a:solidFill>
            <a:srgbClr val="F4D9DC"/>
          </a:solidFill>
          <a:ln/>
        </p:spPr>
      </p:sp>
      <p:sp>
        <p:nvSpPr>
          <p:cNvPr id="30" name="Shape 28"/>
          <p:cNvSpPr/>
          <p:nvPr/>
        </p:nvSpPr>
        <p:spPr>
          <a:xfrm>
            <a:off x="11172774" y="581406"/>
            <a:ext cx="35560" cy="35560"/>
          </a:xfrm>
          <a:prstGeom prst="ellipse">
            <a:avLst/>
          </a:prstGeom>
          <a:solidFill>
            <a:srgbClr val="F4D9DC"/>
          </a:solidFill>
          <a:ln/>
        </p:spPr>
      </p:sp>
      <p:sp>
        <p:nvSpPr>
          <p:cNvPr id="31" name="Shape 29"/>
          <p:cNvSpPr/>
          <p:nvPr/>
        </p:nvSpPr>
        <p:spPr>
          <a:xfrm>
            <a:off x="11232337" y="534289"/>
            <a:ext cx="35560" cy="35560"/>
          </a:xfrm>
          <a:prstGeom prst="ellipse">
            <a:avLst/>
          </a:prstGeom>
          <a:solidFill>
            <a:srgbClr val="F4D9DC"/>
          </a:solidFill>
          <a:ln/>
        </p:spPr>
      </p:sp>
      <p:sp>
        <p:nvSpPr>
          <p:cNvPr id="32" name="Shape 30"/>
          <p:cNvSpPr/>
          <p:nvPr/>
        </p:nvSpPr>
        <p:spPr>
          <a:xfrm>
            <a:off x="11308791" y="467614"/>
            <a:ext cx="28448" cy="28448"/>
          </a:xfrm>
          <a:prstGeom prst="ellipse">
            <a:avLst/>
          </a:prstGeom>
          <a:solidFill>
            <a:srgbClr val="F4D9DC"/>
          </a:solidFill>
          <a:ln/>
        </p:spPr>
      </p:sp>
      <p:sp>
        <p:nvSpPr>
          <p:cNvPr id="33" name="Shape 31"/>
          <p:cNvSpPr/>
          <p:nvPr/>
        </p:nvSpPr>
        <p:spPr>
          <a:xfrm>
            <a:off x="11385245" y="480949"/>
            <a:ext cx="28448" cy="28448"/>
          </a:xfrm>
          <a:prstGeom prst="ellipse">
            <a:avLst/>
          </a:prstGeom>
          <a:solidFill>
            <a:srgbClr val="F4D9DC"/>
          </a:solidFill>
          <a:ln/>
        </p:spPr>
      </p:sp>
      <p:sp>
        <p:nvSpPr>
          <p:cNvPr id="34" name="Shape 32"/>
          <p:cNvSpPr/>
          <p:nvPr/>
        </p:nvSpPr>
        <p:spPr>
          <a:xfrm>
            <a:off x="11451920" y="519176"/>
            <a:ext cx="28448" cy="28448"/>
          </a:xfrm>
          <a:prstGeom prst="ellipse">
            <a:avLst/>
          </a:prstGeom>
          <a:solidFill>
            <a:srgbClr val="F4D9DC"/>
          </a:solidFill>
          <a:ln/>
        </p:spPr>
      </p:sp>
      <p:sp>
        <p:nvSpPr>
          <p:cNvPr id="35" name="Shape 33"/>
          <p:cNvSpPr/>
          <p:nvPr/>
        </p:nvSpPr>
        <p:spPr>
          <a:xfrm>
            <a:off x="11501704" y="578739"/>
            <a:ext cx="28448" cy="28448"/>
          </a:xfrm>
          <a:prstGeom prst="ellipse">
            <a:avLst/>
          </a:prstGeom>
          <a:solidFill>
            <a:srgbClr val="F4D9DC"/>
          </a:solidFill>
          <a:ln/>
        </p:spPr>
      </p:sp>
      <p:sp>
        <p:nvSpPr>
          <p:cNvPr id="36" name="Shape 34"/>
          <p:cNvSpPr/>
          <p:nvPr/>
        </p:nvSpPr>
        <p:spPr>
          <a:xfrm>
            <a:off x="11527485" y="651637"/>
            <a:ext cx="28448" cy="28448"/>
          </a:xfrm>
          <a:prstGeom prst="ellipse">
            <a:avLst/>
          </a:prstGeom>
          <a:solidFill>
            <a:srgbClr val="F4D9DC"/>
          </a:solidFill>
          <a:ln/>
        </p:spPr>
      </p:sp>
      <p:sp>
        <p:nvSpPr>
          <p:cNvPr id="37" name="Shape 35"/>
          <p:cNvSpPr/>
          <p:nvPr/>
        </p:nvSpPr>
        <p:spPr>
          <a:xfrm>
            <a:off x="11527485" y="728091"/>
            <a:ext cx="28448" cy="28448"/>
          </a:xfrm>
          <a:prstGeom prst="ellipse">
            <a:avLst/>
          </a:prstGeom>
          <a:solidFill>
            <a:srgbClr val="F4D9DC"/>
          </a:solidFill>
          <a:ln/>
        </p:spPr>
      </p:sp>
      <p:sp>
        <p:nvSpPr>
          <p:cNvPr id="38" name="Shape 36"/>
          <p:cNvSpPr/>
          <p:nvPr/>
        </p:nvSpPr>
        <p:spPr>
          <a:xfrm>
            <a:off x="11501704" y="800989"/>
            <a:ext cx="28448" cy="28448"/>
          </a:xfrm>
          <a:prstGeom prst="ellipse">
            <a:avLst/>
          </a:prstGeom>
          <a:solidFill>
            <a:srgbClr val="F4D9DC"/>
          </a:solidFill>
          <a:ln/>
        </p:spPr>
      </p:sp>
      <p:sp>
        <p:nvSpPr>
          <p:cNvPr id="39" name="Shape 37"/>
          <p:cNvSpPr/>
          <p:nvPr/>
        </p:nvSpPr>
        <p:spPr>
          <a:xfrm>
            <a:off x="11451920" y="860552"/>
            <a:ext cx="28448" cy="28448"/>
          </a:xfrm>
          <a:prstGeom prst="ellipse">
            <a:avLst/>
          </a:prstGeom>
          <a:solidFill>
            <a:srgbClr val="F4D9DC"/>
          </a:solidFill>
          <a:ln/>
        </p:spPr>
      </p:sp>
      <p:sp>
        <p:nvSpPr>
          <p:cNvPr id="40" name="Shape 38"/>
          <p:cNvSpPr/>
          <p:nvPr/>
        </p:nvSpPr>
        <p:spPr>
          <a:xfrm>
            <a:off x="11385245" y="898779"/>
            <a:ext cx="28448" cy="28448"/>
          </a:xfrm>
          <a:prstGeom prst="ellipse">
            <a:avLst/>
          </a:prstGeom>
          <a:solidFill>
            <a:srgbClr val="F4D9DC"/>
          </a:solidFill>
          <a:ln/>
        </p:spPr>
      </p:sp>
      <p:sp>
        <p:nvSpPr>
          <p:cNvPr id="41" name="Shape 39"/>
          <p:cNvSpPr/>
          <p:nvPr/>
        </p:nvSpPr>
        <p:spPr>
          <a:xfrm>
            <a:off x="11308791" y="912114"/>
            <a:ext cx="28448" cy="28448"/>
          </a:xfrm>
          <a:prstGeom prst="ellipse">
            <a:avLst/>
          </a:prstGeom>
          <a:solidFill>
            <a:srgbClr val="F4D9DC"/>
          </a:solidFill>
          <a:ln/>
        </p:spPr>
      </p:sp>
      <p:sp>
        <p:nvSpPr>
          <p:cNvPr id="42" name="Shape 40"/>
          <p:cNvSpPr/>
          <p:nvPr/>
        </p:nvSpPr>
        <p:spPr>
          <a:xfrm>
            <a:off x="11232337" y="898779"/>
            <a:ext cx="28448" cy="28448"/>
          </a:xfrm>
          <a:prstGeom prst="ellipse">
            <a:avLst/>
          </a:prstGeom>
          <a:solidFill>
            <a:srgbClr val="F4D9DC"/>
          </a:solidFill>
          <a:ln/>
        </p:spPr>
      </p:sp>
      <p:sp>
        <p:nvSpPr>
          <p:cNvPr id="43" name="Shape 41"/>
          <p:cNvSpPr/>
          <p:nvPr/>
        </p:nvSpPr>
        <p:spPr>
          <a:xfrm>
            <a:off x="11165662" y="860552"/>
            <a:ext cx="28448" cy="28448"/>
          </a:xfrm>
          <a:prstGeom prst="ellipse">
            <a:avLst/>
          </a:prstGeom>
          <a:solidFill>
            <a:srgbClr val="F4D9DC"/>
          </a:solidFill>
          <a:ln/>
        </p:spPr>
      </p:sp>
      <p:sp>
        <p:nvSpPr>
          <p:cNvPr id="44" name="Shape 42"/>
          <p:cNvSpPr/>
          <p:nvPr/>
        </p:nvSpPr>
        <p:spPr>
          <a:xfrm>
            <a:off x="11115878" y="800989"/>
            <a:ext cx="28448" cy="28448"/>
          </a:xfrm>
          <a:prstGeom prst="ellipse">
            <a:avLst/>
          </a:prstGeom>
          <a:solidFill>
            <a:srgbClr val="F4D9DC"/>
          </a:solidFill>
          <a:ln/>
        </p:spPr>
      </p:sp>
      <p:sp>
        <p:nvSpPr>
          <p:cNvPr id="45" name="Shape 43"/>
          <p:cNvSpPr/>
          <p:nvPr/>
        </p:nvSpPr>
        <p:spPr>
          <a:xfrm>
            <a:off x="11090097" y="728091"/>
            <a:ext cx="28448" cy="28448"/>
          </a:xfrm>
          <a:prstGeom prst="ellipse">
            <a:avLst/>
          </a:prstGeom>
          <a:solidFill>
            <a:srgbClr val="F4D9DC"/>
          </a:solidFill>
          <a:ln/>
        </p:spPr>
      </p:sp>
      <p:sp>
        <p:nvSpPr>
          <p:cNvPr id="46" name="Shape 44"/>
          <p:cNvSpPr/>
          <p:nvPr/>
        </p:nvSpPr>
        <p:spPr>
          <a:xfrm>
            <a:off x="11090097" y="651637"/>
            <a:ext cx="28448" cy="28448"/>
          </a:xfrm>
          <a:prstGeom prst="ellipse">
            <a:avLst/>
          </a:prstGeom>
          <a:solidFill>
            <a:srgbClr val="F4D9DC"/>
          </a:solidFill>
          <a:ln/>
        </p:spPr>
      </p:sp>
      <p:sp>
        <p:nvSpPr>
          <p:cNvPr id="47" name="Shape 45"/>
          <p:cNvSpPr/>
          <p:nvPr/>
        </p:nvSpPr>
        <p:spPr>
          <a:xfrm>
            <a:off x="11115878" y="578739"/>
            <a:ext cx="28448" cy="28448"/>
          </a:xfrm>
          <a:prstGeom prst="ellipse">
            <a:avLst/>
          </a:prstGeom>
          <a:solidFill>
            <a:srgbClr val="F4D9DC"/>
          </a:solidFill>
          <a:ln/>
        </p:spPr>
      </p:sp>
      <p:sp>
        <p:nvSpPr>
          <p:cNvPr id="48" name="Shape 46"/>
          <p:cNvSpPr/>
          <p:nvPr/>
        </p:nvSpPr>
        <p:spPr>
          <a:xfrm>
            <a:off x="11165662" y="519176"/>
            <a:ext cx="28448" cy="28448"/>
          </a:xfrm>
          <a:prstGeom prst="ellipse">
            <a:avLst/>
          </a:prstGeom>
          <a:solidFill>
            <a:srgbClr val="F4D9DC"/>
          </a:solidFill>
          <a:ln/>
        </p:spPr>
      </p:sp>
      <p:sp>
        <p:nvSpPr>
          <p:cNvPr id="49" name="Shape 47"/>
          <p:cNvSpPr/>
          <p:nvPr/>
        </p:nvSpPr>
        <p:spPr>
          <a:xfrm>
            <a:off x="11232337" y="480949"/>
            <a:ext cx="28448" cy="28448"/>
          </a:xfrm>
          <a:prstGeom prst="ellipse">
            <a:avLst/>
          </a:prstGeom>
          <a:solidFill>
            <a:srgbClr val="F4D9DC"/>
          </a:solidFill>
          <a:ln/>
        </p:spPr>
      </p:sp>
      <p:sp>
        <p:nvSpPr>
          <p:cNvPr id="50" name="Shape 48"/>
          <p:cNvSpPr/>
          <p:nvPr/>
        </p:nvSpPr>
        <p:spPr>
          <a:xfrm>
            <a:off x="11312347" y="417830"/>
            <a:ext cx="21336" cy="21336"/>
          </a:xfrm>
          <a:prstGeom prst="ellipse">
            <a:avLst/>
          </a:prstGeom>
          <a:solidFill>
            <a:srgbClr val="F4D9DC"/>
          </a:solidFill>
          <a:ln/>
        </p:spPr>
      </p:sp>
      <p:sp>
        <p:nvSpPr>
          <p:cNvPr id="51" name="Shape 49"/>
          <p:cNvSpPr/>
          <p:nvPr/>
        </p:nvSpPr>
        <p:spPr>
          <a:xfrm>
            <a:off x="11389690" y="429387"/>
            <a:ext cx="21336" cy="21336"/>
          </a:xfrm>
          <a:prstGeom prst="ellipse">
            <a:avLst/>
          </a:prstGeom>
          <a:solidFill>
            <a:srgbClr val="F4D9DC"/>
          </a:solidFill>
          <a:ln/>
        </p:spPr>
      </p:sp>
      <p:sp>
        <p:nvSpPr>
          <p:cNvPr id="52" name="Shape 50"/>
          <p:cNvSpPr/>
          <p:nvPr/>
        </p:nvSpPr>
        <p:spPr>
          <a:xfrm>
            <a:off x="11461699" y="461391"/>
            <a:ext cx="21336" cy="21336"/>
          </a:xfrm>
          <a:prstGeom prst="ellipse">
            <a:avLst/>
          </a:prstGeom>
          <a:solidFill>
            <a:srgbClr val="F4D9DC"/>
          </a:solidFill>
          <a:ln/>
        </p:spPr>
      </p:sp>
      <p:sp>
        <p:nvSpPr>
          <p:cNvPr id="53" name="Shape 51"/>
          <p:cNvSpPr/>
          <p:nvPr/>
        </p:nvSpPr>
        <p:spPr>
          <a:xfrm>
            <a:off x="11520373" y="512953"/>
            <a:ext cx="21336" cy="21336"/>
          </a:xfrm>
          <a:prstGeom prst="ellipse">
            <a:avLst/>
          </a:prstGeom>
          <a:solidFill>
            <a:srgbClr val="F4D9DC"/>
          </a:solidFill>
          <a:ln/>
        </p:spPr>
      </p:sp>
      <p:sp>
        <p:nvSpPr>
          <p:cNvPr id="54" name="Shape 52"/>
          <p:cNvSpPr/>
          <p:nvPr/>
        </p:nvSpPr>
        <p:spPr>
          <a:xfrm>
            <a:off x="11563045" y="578739"/>
            <a:ext cx="21336" cy="21336"/>
          </a:xfrm>
          <a:prstGeom prst="ellipse">
            <a:avLst/>
          </a:prstGeom>
          <a:solidFill>
            <a:srgbClr val="F4D9DC"/>
          </a:solidFill>
          <a:ln/>
        </p:spPr>
      </p:sp>
      <p:sp>
        <p:nvSpPr>
          <p:cNvPr id="55" name="Shape 53"/>
          <p:cNvSpPr/>
          <p:nvPr/>
        </p:nvSpPr>
        <p:spPr>
          <a:xfrm>
            <a:off x="11585270" y="654304"/>
            <a:ext cx="21336" cy="21336"/>
          </a:xfrm>
          <a:prstGeom prst="ellipse">
            <a:avLst/>
          </a:prstGeom>
          <a:solidFill>
            <a:srgbClr val="F4D9DC"/>
          </a:solidFill>
          <a:ln/>
        </p:spPr>
      </p:sp>
      <p:sp>
        <p:nvSpPr>
          <p:cNvPr id="56" name="Shape 54"/>
          <p:cNvSpPr/>
          <p:nvPr/>
        </p:nvSpPr>
        <p:spPr>
          <a:xfrm>
            <a:off x="11585270" y="732536"/>
            <a:ext cx="21336" cy="21336"/>
          </a:xfrm>
          <a:prstGeom prst="ellipse">
            <a:avLst/>
          </a:prstGeom>
          <a:solidFill>
            <a:srgbClr val="F4D9DC"/>
          </a:solidFill>
          <a:ln/>
        </p:spPr>
      </p:sp>
      <p:sp>
        <p:nvSpPr>
          <p:cNvPr id="57" name="Shape 55"/>
          <p:cNvSpPr/>
          <p:nvPr/>
        </p:nvSpPr>
        <p:spPr>
          <a:xfrm>
            <a:off x="11563045" y="808101"/>
            <a:ext cx="21336" cy="21336"/>
          </a:xfrm>
          <a:prstGeom prst="ellipse">
            <a:avLst/>
          </a:prstGeom>
          <a:solidFill>
            <a:srgbClr val="F4D9DC"/>
          </a:solidFill>
          <a:ln/>
        </p:spPr>
      </p:sp>
      <p:sp>
        <p:nvSpPr>
          <p:cNvPr id="58" name="Shape 56"/>
          <p:cNvSpPr/>
          <p:nvPr/>
        </p:nvSpPr>
        <p:spPr>
          <a:xfrm>
            <a:off x="11520373" y="873887"/>
            <a:ext cx="21336" cy="21336"/>
          </a:xfrm>
          <a:prstGeom prst="ellipse">
            <a:avLst/>
          </a:prstGeom>
          <a:solidFill>
            <a:srgbClr val="F4D9DC"/>
          </a:solidFill>
          <a:ln/>
        </p:spPr>
      </p:sp>
      <p:sp>
        <p:nvSpPr>
          <p:cNvPr id="59" name="Shape 57"/>
          <p:cNvSpPr/>
          <p:nvPr/>
        </p:nvSpPr>
        <p:spPr>
          <a:xfrm>
            <a:off x="11461699" y="925449"/>
            <a:ext cx="21336" cy="21336"/>
          </a:xfrm>
          <a:prstGeom prst="ellipse">
            <a:avLst/>
          </a:prstGeom>
          <a:solidFill>
            <a:srgbClr val="F4D9DC"/>
          </a:solidFill>
          <a:ln/>
        </p:spPr>
      </p:sp>
      <p:sp>
        <p:nvSpPr>
          <p:cNvPr id="60" name="Shape 58"/>
          <p:cNvSpPr/>
          <p:nvPr/>
        </p:nvSpPr>
        <p:spPr>
          <a:xfrm>
            <a:off x="11389690" y="957453"/>
            <a:ext cx="21336" cy="21336"/>
          </a:xfrm>
          <a:prstGeom prst="ellipse">
            <a:avLst/>
          </a:prstGeom>
          <a:solidFill>
            <a:srgbClr val="F4D9DC"/>
          </a:solidFill>
          <a:ln/>
        </p:spPr>
      </p:sp>
      <p:sp>
        <p:nvSpPr>
          <p:cNvPr id="61" name="Shape 59"/>
          <p:cNvSpPr/>
          <p:nvPr/>
        </p:nvSpPr>
        <p:spPr>
          <a:xfrm>
            <a:off x="11312347" y="969010"/>
            <a:ext cx="21336" cy="21336"/>
          </a:xfrm>
          <a:prstGeom prst="ellipse">
            <a:avLst/>
          </a:prstGeom>
          <a:solidFill>
            <a:srgbClr val="F4D9DC"/>
          </a:solidFill>
          <a:ln/>
        </p:spPr>
      </p:sp>
      <p:sp>
        <p:nvSpPr>
          <p:cNvPr id="62" name="Shape 60"/>
          <p:cNvSpPr/>
          <p:nvPr/>
        </p:nvSpPr>
        <p:spPr>
          <a:xfrm>
            <a:off x="11235004" y="957453"/>
            <a:ext cx="21336" cy="21336"/>
          </a:xfrm>
          <a:prstGeom prst="ellipse">
            <a:avLst/>
          </a:prstGeom>
          <a:solidFill>
            <a:srgbClr val="F4D9DC"/>
          </a:solidFill>
          <a:ln/>
        </p:spPr>
      </p:sp>
      <p:sp>
        <p:nvSpPr>
          <p:cNvPr id="63" name="Shape 61"/>
          <p:cNvSpPr/>
          <p:nvPr/>
        </p:nvSpPr>
        <p:spPr>
          <a:xfrm>
            <a:off x="11162995" y="925449"/>
            <a:ext cx="21336" cy="21336"/>
          </a:xfrm>
          <a:prstGeom prst="ellipse">
            <a:avLst/>
          </a:prstGeom>
          <a:solidFill>
            <a:srgbClr val="F4D9DC"/>
          </a:solidFill>
          <a:ln/>
        </p:spPr>
      </p:sp>
      <p:sp>
        <p:nvSpPr>
          <p:cNvPr id="64" name="Shape 62"/>
          <p:cNvSpPr/>
          <p:nvPr/>
        </p:nvSpPr>
        <p:spPr>
          <a:xfrm>
            <a:off x="11104321" y="873887"/>
            <a:ext cx="21336" cy="21336"/>
          </a:xfrm>
          <a:prstGeom prst="ellipse">
            <a:avLst/>
          </a:prstGeom>
          <a:solidFill>
            <a:srgbClr val="F4D9DC"/>
          </a:solidFill>
          <a:ln/>
        </p:spPr>
      </p:sp>
      <p:sp>
        <p:nvSpPr>
          <p:cNvPr id="65" name="Shape 63"/>
          <p:cNvSpPr/>
          <p:nvPr/>
        </p:nvSpPr>
        <p:spPr>
          <a:xfrm>
            <a:off x="11061649" y="808101"/>
            <a:ext cx="21336" cy="21336"/>
          </a:xfrm>
          <a:prstGeom prst="ellipse">
            <a:avLst/>
          </a:prstGeom>
          <a:solidFill>
            <a:srgbClr val="F4D9DC"/>
          </a:solidFill>
          <a:ln/>
        </p:spPr>
      </p:sp>
      <p:sp>
        <p:nvSpPr>
          <p:cNvPr id="66" name="Shape 64"/>
          <p:cNvSpPr/>
          <p:nvPr/>
        </p:nvSpPr>
        <p:spPr>
          <a:xfrm>
            <a:off x="11039424" y="732536"/>
            <a:ext cx="21336" cy="21336"/>
          </a:xfrm>
          <a:prstGeom prst="ellipse">
            <a:avLst/>
          </a:prstGeom>
          <a:solidFill>
            <a:srgbClr val="F4D9DC"/>
          </a:solidFill>
          <a:ln/>
        </p:spPr>
      </p:sp>
      <p:sp>
        <p:nvSpPr>
          <p:cNvPr id="67" name="Shape 65"/>
          <p:cNvSpPr/>
          <p:nvPr/>
        </p:nvSpPr>
        <p:spPr>
          <a:xfrm>
            <a:off x="11039424" y="654304"/>
            <a:ext cx="21336" cy="21336"/>
          </a:xfrm>
          <a:prstGeom prst="ellipse">
            <a:avLst/>
          </a:prstGeom>
          <a:solidFill>
            <a:srgbClr val="F4D9DC"/>
          </a:solidFill>
          <a:ln/>
        </p:spPr>
      </p:sp>
      <p:sp>
        <p:nvSpPr>
          <p:cNvPr id="68" name="Shape 66"/>
          <p:cNvSpPr/>
          <p:nvPr/>
        </p:nvSpPr>
        <p:spPr>
          <a:xfrm>
            <a:off x="11061649" y="578739"/>
            <a:ext cx="21336" cy="21336"/>
          </a:xfrm>
          <a:prstGeom prst="ellipse">
            <a:avLst/>
          </a:prstGeom>
          <a:solidFill>
            <a:srgbClr val="F4D9DC"/>
          </a:solidFill>
          <a:ln/>
        </p:spPr>
      </p:sp>
      <p:sp>
        <p:nvSpPr>
          <p:cNvPr id="69" name="Shape 67"/>
          <p:cNvSpPr/>
          <p:nvPr/>
        </p:nvSpPr>
        <p:spPr>
          <a:xfrm>
            <a:off x="11104321" y="512953"/>
            <a:ext cx="21336" cy="21336"/>
          </a:xfrm>
          <a:prstGeom prst="ellipse">
            <a:avLst/>
          </a:prstGeom>
          <a:solidFill>
            <a:srgbClr val="F4D9DC"/>
          </a:solidFill>
          <a:ln/>
        </p:spPr>
      </p:sp>
      <p:sp>
        <p:nvSpPr>
          <p:cNvPr id="70" name="Shape 68"/>
          <p:cNvSpPr/>
          <p:nvPr/>
        </p:nvSpPr>
        <p:spPr>
          <a:xfrm>
            <a:off x="11162995" y="461391"/>
            <a:ext cx="21336" cy="21336"/>
          </a:xfrm>
          <a:prstGeom prst="ellipse">
            <a:avLst/>
          </a:prstGeom>
          <a:solidFill>
            <a:srgbClr val="F4D9DC"/>
          </a:solidFill>
          <a:ln/>
        </p:spPr>
      </p:sp>
      <p:sp>
        <p:nvSpPr>
          <p:cNvPr id="71" name="Shape 69"/>
          <p:cNvSpPr/>
          <p:nvPr/>
        </p:nvSpPr>
        <p:spPr>
          <a:xfrm>
            <a:off x="11235004" y="429387"/>
            <a:ext cx="21336" cy="21336"/>
          </a:xfrm>
          <a:prstGeom prst="ellipse">
            <a:avLst/>
          </a:prstGeom>
          <a:solidFill>
            <a:srgbClr val="F4D9DC"/>
          </a:solidFill>
          <a:ln/>
        </p:spPr>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programmeert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Er is geen goed of fout dashboard, alleen keuzes die je kunt uitleggen.</a:t>
            </a:r>
            <a:endParaRPr lang="en-US" sz="2200" dirty="0"/>
          </a:p>
        </p:txBody>
      </p:sp>
      <p:pic>
        <p:nvPicPr>
          <p:cNvPr id="74" name="Image 0" descr="exports\261005_workshop_rad_uitvoering\img\kunstmatigeintelligentie.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296345" y="615188"/>
            <a:ext cx="53340" cy="53340"/>
          </a:xfrm>
          <a:prstGeom prst="ellipse">
            <a:avLst/>
          </a:prstGeom>
          <a:solidFill>
            <a:srgbClr val="000000"/>
          </a:solidFill>
          <a:ln/>
        </p:spPr>
      </p:sp>
      <p:sp>
        <p:nvSpPr>
          <p:cNvPr id="3" name="Shape 1"/>
          <p:cNvSpPr/>
          <p:nvPr/>
        </p:nvSpPr>
        <p:spPr>
          <a:xfrm>
            <a:off x="11350574" y="646303"/>
            <a:ext cx="53340" cy="53340"/>
          </a:xfrm>
          <a:prstGeom prst="ellipse">
            <a:avLst/>
          </a:prstGeom>
          <a:solidFill>
            <a:srgbClr val="000000"/>
          </a:solidFill>
          <a:ln/>
        </p:spPr>
      </p:sp>
      <p:sp>
        <p:nvSpPr>
          <p:cNvPr id="4" name="Shape 2"/>
          <p:cNvSpPr/>
          <p:nvPr/>
        </p:nvSpPr>
        <p:spPr>
          <a:xfrm>
            <a:off x="11350574" y="708533"/>
            <a:ext cx="53340" cy="53340"/>
          </a:xfrm>
          <a:prstGeom prst="ellipse">
            <a:avLst/>
          </a:prstGeom>
          <a:solidFill>
            <a:srgbClr val="000000"/>
          </a:solidFill>
          <a:ln/>
        </p:spPr>
      </p:sp>
      <p:sp>
        <p:nvSpPr>
          <p:cNvPr id="5" name="Shape 3"/>
          <p:cNvSpPr/>
          <p:nvPr/>
        </p:nvSpPr>
        <p:spPr>
          <a:xfrm>
            <a:off x="11296345" y="739648"/>
            <a:ext cx="53340" cy="53340"/>
          </a:xfrm>
          <a:prstGeom prst="ellipse">
            <a:avLst/>
          </a:prstGeom>
          <a:solidFill>
            <a:srgbClr val="000000"/>
          </a:solidFill>
          <a:ln/>
        </p:spPr>
      </p:sp>
      <p:sp>
        <p:nvSpPr>
          <p:cNvPr id="6" name="Shape 4"/>
          <p:cNvSpPr/>
          <p:nvPr/>
        </p:nvSpPr>
        <p:spPr>
          <a:xfrm>
            <a:off x="11242116" y="708533"/>
            <a:ext cx="53340" cy="53340"/>
          </a:xfrm>
          <a:prstGeom prst="ellipse">
            <a:avLst/>
          </a:prstGeom>
          <a:solidFill>
            <a:srgbClr val="000000"/>
          </a:solidFill>
          <a:ln/>
        </p:spPr>
      </p:sp>
      <p:sp>
        <p:nvSpPr>
          <p:cNvPr id="7" name="Shape 5"/>
          <p:cNvSpPr/>
          <p:nvPr/>
        </p:nvSpPr>
        <p:spPr>
          <a:xfrm>
            <a:off x="11242116" y="646303"/>
            <a:ext cx="53340" cy="53340"/>
          </a:xfrm>
          <a:prstGeom prst="ellipse">
            <a:avLst/>
          </a:prstGeom>
          <a:solidFill>
            <a:srgbClr val="000000"/>
          </a:solidFill>
          <a:ln/>
        </p:spPr>
      </p:sp>
      <p:sp>
        <p:nvSpPr>
          <p:cNvPr id="8" name="Shape 6"/>
          <p:cNvSpPr/>
          <p:nvPr/>
        </p:nvSpPr>
        <p:spPr>
          <a:xfrm>
            <a:off x="11300790" y="566293"/>
            <a:ext cx="44450" cy="44450"/>
          </a:xfrm>
          <a:prstGeom prst="ellipse">
            <a:avLst/>
          </a:prstGeom>
          <a:solidFill>
            <a:srgbClr val="000000"/>
          </a:solidFill>
          <a:ln/>
        </p:spPr>
      </p:sp>
      <p:sp>
        <p:nvSpPr>
          <p:cNvPr id="9" name="Shape 7"/>
          <p:cNvSpPr/>
          <p:nvPr/>
        </p:nvSpPr>
        <p:spPr>
          <a:xfrm>
            <a:off x="11368354" y="588518"/>
            <a:ext cx="44450" cy="44450"/>
          </a:xfrm>
          <a:prstGeom prst="ellipse">
            <a:avLst/>
          </a:prstGeom>
          <a:solidFill>
            <a:srgbClr val="000000"/>
          </a:solidFill>
          <a:ln/>
        </p:spPr>
      </p:sp>
      <p:sp>
        <p:nvSpPr>
          <p:cNvPr id="10" name="Shape 8"/>
          <p:cNvSpPr/>
          <p:nvPr/>
        </p:nvSpPr>
        <p:spPr>
          <a:xfrm>
            <a:off x="11411026" y="646303"/>
            <a:ext cx="44450" cy="44450"/>
          </a:xfrm>
          <a:prstGeom prst="ellipse">
            <a:avLst/>
          </a:prstGeom>
          <a:solidFill>
            <a:srgbClr val="000000"/>
          </a:solidFill>
          <a:ln/>
        </p:spPr>
      </p:sp>
      <p:sp>
        <p:nvSpPr>
          <p:cNvPr id="11" name="Shape 9"/>
          <p:cNvSpPr/>
          <p:nvPr/>
        </p:nvSpPr>
        <p:spPr>
          <a:xfrm>
            <a:off x="11411026" y="717423"/>
            <a:ext cx="44450" cy="44450"/>
          </a:xfrm>
          <a:prstGeom prst="ellipse">
            <a:avLst/>
          </a:prstGeom>
          <a:solidFill>
            <a:srgbClr val="000000"/>
          </a:solidFill>
          <a:ln/>
        </p:spPr>
      </p:sp>
      <p:sp>
        <p:nvSpPr>
          <p:cNvPr id="12" name="Shape 10"/>
          <p:cNvSpPr/>
          <p:nvPr/>
        </p:nvSpPr>
        <p:spPr>
          <a:xfrm>
            <a:off x="11368354" y="775208"/>
            <a:ext cx="44450" cy="44450"/>
          </a:xfrm>
          <a:prstGeom prst="ellipse">
            <a:avLst/>
          </a:prstGeom>
          <a:solidFill>
            <a:srgbClr val="000000"/>
          </a:solidFill>
          <a:ln/>
        </p:spPr>
      </p:sp>
      <p:sp>
        <p:nvSpPr>
          <p:cNvPr id="13" name="Shape 11"/>
          <p:cNvSpPr/>
          <p:nvPr/>
        </p:nvSpPr>
        <p:spPr>
          <a:xfrm>
            <a:off x="11300790" y="797433"/>
            <a:ext cx="44450" cy="44450"/>
          </a:xfrm>
          <a:prstGeom prst="ellipse">
            <a:avLst/>
          </a:prstGeom>
          <a:solidFill>
            <a:srgbClr val="000000"/>
          </a:solidFill>
          <a:ln/>
        </p:spPr>
      </p:sp>
      <p:sp>
        <p:nvSpPr>
          <p:cNvPr id="14" name="Shape 12"/>
          <p:cNvSpPr/>
          <p:nvPr/>
        </p:nvSpPr>
        <p:spPr>
          <a:xfrm>
            <a:off x="11233226" y="775208"/>
            <a:ext cx="44450" cy="44450"/>
          </a:xfrm>
          <a:prstGeom prst="ellipse">
            <a:avLst/>
          </a:prstGeom>
          <a:solidFill>
            <a:srgbClr val="000000"/>
          </a:solidFill>
          <a:ln/>
        </p:spPr>
      </p:sp>
      <p:sp>
        <p:nvSpPr>
          <p:cNvPr id="15" name="Shape 13"/>
          <p:cNvSpPr/>
          <p:nvPr/>
        </p:nvSpPr>
        <p:spPr>
          <a:xfrm>
            <a:off x="11190554" y="717423"/>
            <a:ext cx="44450" cy="44450"/>
          </a:xfrm>
          <a:prstGeom prst="ellipse">
            <a:avLst/>
          </a:prstGeom>
          <a:solidFill>
            <a:srgbClr val="000000"/>
          </a:solidFill>
          <a:ln/>
        </p:spPr>
      </p:sp>
      <p:sp>
        <p:nvSpPr>
          <p:cNvPr id="16" name="Shape 14"/>
          <p:cNvSpPr/>
          <p:nvPr/>
        </p:nvSpPr>
        <p:spPr>
          <a:xfrm>
            <a:off x="11190554" y="646303"/>
            <a:ext cx="44450" cy="44450"/>
          </a:xfrm>
          <a:prstGeom prst="ellipse">
            <a:avLst/>
          </a:prstGeom>
          <a:solidFill>
            <a:srgbClr val="000000"/>
          </a:solidFill>
          <a:ln/>
        </p:spPr>
      </p:sp>
      <p:sp>
        <p:nvSpPr>
          <p:cNvPr id="17" name="Shape 15"/>
          <p:cNvSpPr/>
          <p:nvPr/>
        </p:nvSpPr>
        <p:spPr>
          <a:xfrm>
            <a:off x="11233226" y="588518"/>
            <a:ext cx="44450" cy="44450"/>
          </a:xfrm>
          <a:prstGeom prst="ellipse">
            <a:avLst/>
          </a:prstGeom>
          <a:solidFill>
            <a:srgbClr val="000000"/>
          </a:solidFill>
          <a:ln/>
        </p:spPr>
      </p:sp>
      <p:sp>
        <p:nvSpPr>
          <p:cNvPr id="18" name="Shape 16"/>
          <p:cNvSpPr/>
          <p:nvPr/>
        </p:nvSpPr>
        <p:spPr>
          <a:xfrm>
            <a:off x="11305235" y="517398"/>
            <a:ext cx="35560" cy="35560"/>
          </a:xfrm>
          <a:prstGeom prst="ellipse">
            <a:avLst/>
          </a:prstGeom>
          <a:solidFill>
            <a:srgbClr val="000000"/>
          </a:solidFill>
          <a:ln/>
        </p:spPr>
      </p:sp>
      <p:sp>
        <p:nvSpPr>
          <p:cNvPr id="19" name="Shape 17"/>
          <p:cNvSpPr/>
          <p:nvPr/>
        </p:nvSpPr>
        <p:spPr>
          <a:xfrm>
            <a:off x="11378133" y="534289"/>
            <a:ext cx="35560" cy="35560"/>
          </a:xfrm>
          <a:prstGeom prst="ellipse">
            <a:avLst/>
          </a:prstGeom>
          <a:solidFill>
            <a:srgbClr val="000000"/>
          </a:solidFill>
          <a:ln/>
        </p:spPr>
      </p:sp>
      <p:sp>
        <p:nvSpPr>
          <p:cNvPr id="20" name="Shape 18"/>
          <p:cNvSpPr/>
          <p:nvPr/>
        </p:nvSpPr>
        <p:spPr>
          <a:xfrm>
            <a:off x="11437696" y="581406"/>
            <a:ext cx="35560" cy="35560"/>
          </a:xfrm>
          <a:prstGeom prst="ellipse">
            <a:avLst/>
          </a:prstGeom>
          <a:solidFill>
            <a:srgbClr val="000000"/>
          </a:solidFill>
          <a:ln/>
        </p:spPr>
      </p:sp>
      <p:sp>
        <p:nvSpPr>
          <p:cNvPr id="21" name="Shape 19"/>
          <p:cNvSpPr/>
          <p:nvPr/>
        </p:nvSpPr>
        <p:spPr>
          <a:xfrm>
            <a:off x="11469700" y="648970"/>
            <a:ext cx="35560" cy="35560"/>
          </a:xfrm>
          <a:prstGeom prst="ellipse">
            <a:avLst/>
          </a:prstGeom>
          <a:solidFill>
            <a:srgbClr val="000000"/>
          </a:solidFill>
          <a:ln/>
        </p:spPr>
      </p:sp>
      <p:sp>
        <p:nvSpPr>
          <p:cNvPr id="22" name="Shape 20"/>
          <p:cNvSpPr/>
          <p:nvPr/>
        </p:nvSpPr>
        <p:spPr>
          <a:xfrm>
            <a:off x="11469700" y="723646"/>
            <a:ext cx="35560" cy="35560"/>
          </a:xfrm>
          <a:prstGeom prst="ellipse">
            <a:avLst/>
          </a:prstGeom>
          <a:solidFill>
            <a:srgbClr val="000000"/>
          </a:solidFill>
          <a:ln/>
        </p:spPr>
      </p:sp>
      <p:sp>
        <p:nvSpPr>
          <p:cNvPr id="23" name="Shape 21"/>
          <p:cNvSpPr/>
          <p:nvPr/>
        </p:nvSpPr>
        <p:spPr>
          <a:xfrm>
            <a:off x="11437696" y="791210"/>
            <a:ext cx="35560" cy="35560"/>
          </a:xfrm>
          <a:prstGeom prst="ellipse">
            <a:avLst/>
          </a:prstGeom>
          <a:solidFill>
            <a:srgbClr val="000000"/>
          </a:solidFill>
          <a:ln/>
        </p:spPr>
      </p:sp>
      <p:sp>
        <p:nvSpPr>
          <p:cNvPr id="24" name="Shape 22"/>
          <p:cNvSpPr/>
          <p:nvPr/>
        </p:nvSpPr>
        <p:spPr>
          <a:xfrm>
            <a:off x="11378133" y="838327"/>
            <a:ext cx="35560" cy="35560"/>
          </a:xfrm>
          <a:prstGeom prst="ellipse">
            <a:avLst/>
          </a:prstGeom>
          <a:solidFill>
            <a:srgbClr val="000000"/>
          </a:solidFill>
          <a:ln/>
        </p:spPr>
      </p:sp>
      <p:sp>
        <p:nvSpPr>
          <p:cNvPr id="25" name="Shape 23"/>
          <p:cNvSpPr/>
          <p:nvPr/>
        </p:nvSpPr>
        <p:spPr>
          <a:xfrm>
            <a:off x="11305235" y="855218"/>
            <a:ext cx="35560" cy="35560"/>
          </a:xfrm>
          <a:prstGeom prst="ellipse">
            <a:avLst/>
          </a:prstGeom>
          <a:solidFill>
            <a:srgbClr val="000000"/>
          </a:solidFill>
          <a:ln/>
        </p:spPr>
      </p:sp>
      <p:sp>
        <p:nvSpPr>
          <p:cNvPr id="26" name="Shape 24"/>
          <p:cNvSpPr/>
          <p:nvPr/>
        </p:nvSpPr>
        <p:spPr>
          <a:xfrm>
            <a:off x="11232337" y="838327"/>
            <a:ext cx="35560" cy="35560"/>
          </a:xfrm>
          <a:prstGeom prst="ellipse">
            <a:avLst/>
          </a:prstGeom>
          <a:solidFill>
            <a:srgbClr val="000000"/>
          </a:solidFill>
          <a:ln/>
        </p:spPr>
      </p:sp>
      <p:sp>
        <p:nvSpPr>
          <p:cNvPr id="27" name="Shape 25"/>
          <p:cNvSpPr/>
          <p:nvPr/>
        </p:nvSpPr>
        <p:spPr>
          <a:xfrm>
            <a:off x="11172774" y="791210"/>
            <a:ext cx="35560" cy="35560"/>
          </a:xfrm>
          <a:prstGeom prst="ellipse">
            <a:avLst/>
          </a:prstGeom>
          <a:solidFill>
            <a:srgbClr val="000000"/>
          </a:solidFill>
          <a:ln/>
        </p:spPr>
      </p:sp>
      <p:sp>
        <p:nvSpPr>
          <p:cNvPr id="28" name="Shape 26"/>
          <p:cNvSpPr/>
          <p:nvPr/>
        </p:nvSpPr>
        <p:spPr>
          <a:xfrm>
            <a:off x="11140770" y="723646"/>
            <a:ext cx="35560" cy="35560"/>
          </a:xfrm>
          <a:prstGeom prst="ellipse">
            <a:avLst/>
          </a:prstGeom>
          <a:solidFill>
            <a:srgbClr val="000000"/>
          </a:solidFill>
          <a:ln/>
        </p:spPr>
      </p:sp>
      <p:sp>
        <p:nvSpPr>
          <p:cNvPr id="29" name="Shape 27"/>
          <p:cNvSpPr/>
          <p:nvPr/>
        </p:nvSpPr>
        <p:spPr>
          <a:xfrm>
            <a:off x="11140770" y="648970"/>
            <a:ext cx="35560" cy="35560"/>
          </a:xfrm>
          <a:prstGeom prst="ellipse">
            <a:avLst/>
          </a:prstGeom>
          <a:solidFill>
            <a:srgbClr val="000000"/>
          </a:solidFill>
          <a:ln/>
        </p:spPr>
      </p:sp>
      <p:sp>
        <p:nvSpPr>
          <p:cNvPr id="30" name="Shape 28"/>
          <p:cNvSpPr/>
          <p:nvPr/>
        </p:nvSpPr>
        <p:spPr>
          <a:xfrm>
            <a:off x="11172774" y="581406"/>
            <a:ext cx="35560" cy="35560"/>
          </a:xfrm>
          <a:prstGeom prst="ellipse">
            <a:avLst/>
          </a:prstGeom>
          <a:solidFill>
            <a:srgbClr val="000000"/>
          </a:solidFill>
          <a:ln/>
        </p:spPr>
      </p:sp>
      <p:sp>
        <p:nvSpPr>
          <p:cNvPr id="31" name="Shape 29"/>
          <p:cNvSpPr/>
          <p:nvPr/>
        </p:nvSpPr>
        <p:spPr>
          <a:xfrm>
            <a:off x="11232337" y="534289"/>
            <a:ext cx="35560" cy="35560"/>
          </a:xfrm>
          <a:prstGeom prst="ellipse">
            <a:avLst/>
          </a:prstGeom>
          <a:solidFill>
            <a:srgbClr val="000000"/>
          </a:solidFill>
          <a:ln/>
        </p:spPr>
      </p:sp>
      <p:sp>
        <p:nvSpPr>
          <p:cNvPr id="32" name="Shape 30"/>
          <p:cNvSpPr/>
          <p:nvPr/>
        </p:nvSpPr>
        <p:spPr>
          <a:xfrm>
            <a:off x="11308791" y="467614"/>
            <a:ext cx="28448" cy="28448"/>
          </a:xfrm>
          <a:prstGeom prst="ellipse">
            <a:avLst/>
          </a:prstGeom>
          <a:solidFill>
            <a:srgbClr val="000000"/>
          </a:solidFill>
          <a:ln/>
        </p:spPr>
      </p:sp>
      <p:sp>
        <p:nvSpPr>
          <p:cNvPr id="33" name="Shape 31"/>
          <p:cNvSpPr/>
          <p:nvPr/>
        </p:nvSpPr>
        <p:spPr>
          <a:xfrm>
            <a:off x="11385245" y="480949"/>
            <a:ext cx="28448" cy="28448"/>
          </a:xfrm>
          <a:prstGeom prst="ellipse">
            <a:avLst/>
          </a:prstGeom>
          <a:solidFill>
            <a:srgbClr val="000000"/>
          </a:solidFill>
          <a:ln/>
        </p:spPr>
      </p:sp>
      <p:sp>
        <p:nvSpPr>
          <p:cNvPr id="34" name="Shape 32"/>
          <p:cNvSpPr/>
          <p:nvPr/>
        </p:nvSpPr>
        <p:spPr>
          <a:xfrm>
            <a:off x="11451920" y="519176"/>
            <a:ext cx="28448" cy="28448"/>
          </a:xfrm>
          <a:prstGeom prst="ellipse">
            <a:avLst/>
          </a:prstGeom>
          <a:solidFill>
            <a:srgbClr val="000000"/>
          </a:solidFill>
          <a:ln/>
        </p:spPr>
      </p:sp>
      <p:sp>
        <p:nvSpPr>
          <p:cNvPr id="35" name="Shape 33"/>
          <p:cNvSpPr/>
          <p:nvPr/>
        </p:nvSpPr>
        <p:spPr>
          <a:xfrm>
            <a:off x="11501704" y="578739"/>
            <a:ext cx="28448" cy="28448"/>
          </a:xfrm>
          <a:prstGeom prst="ellipse">
            <a:avLst/>
          </a:prstGeom>
          <a:solidFill>
            <a:srgbClr val="000000"/>
          </a:solidFill>
          <a:ln/>
        </p:spPr>
      </p:sp>
      <p:sp>
        <p:nvSpPr>
          <p:cNvPr id="36" name="Shape 34"/>
          <p:cNvSpPr/>
          <p:nvPr/>
        </p:nvSpPr>
        <p:spPr>
          <a:xfrm>
            <a:off x="11527485" y="651637"/>
            <a:ext cx="28448" cy="28448"/>
          </a:xfrm>
          <a:prstGeom prst="ellipse">
            <a:avLst/>
          </a:prstGeom>
          <a:solidFill>
            <a:srgbClr val="000000"/>
          </a:solidFill>
          <a:ln/>
        </p:spPr>
      </p:sp>
      <p:sp>
        <p:nvSpPr>
          <p:cNvPr id="37" name="Shape 35"/>
          <p:cNvSpPr/>
          <p:nvPr/>
        </p:nvSpPr>
        <p:spPr>
          <a:xfrm>
            <a:off x="11527485" y="728091"/>
            <a:ext cx="28448" cy="28448"/>
          </a:xfrm>
          <a:prstGeom prst="ellipse">
            <a:avLst/>
          </a:prstGeom>
          <a:solidFill>
            <a:srgbClr val="000000"/>
          </a:solidFill>
          <a:ln/>
        </p:spPr>
      </p:sp>
      <p:sp>
        <p:nvSpPr>
          <p:cNvPr id="38" name="Shape 36"/>
          <p:cNvSpPr/>
          <p:nvPr/>
        </p:nvSpPr>
        <p:spPr>
          <a:xfrm>
            <a:off x="11501704" y="800989"/>
            <a:ext cx="28448" cy="28448"/>
          </a:xfrm>
          <a:prstGeom prst="ellipse">
            <a:avLst/>
          </a:prstGeom>
          <a:solidFill>
            <a:srgbClr val="000000"/>
          </a:solidFill>
          <a:ln/>
        </p:spPr>
      </p:sp>
      <p:sp>
        <p:nvSpPr>
          <p:cNvPr id="39" name="Shape 37"/>
          <p:cNvSpPr/>
          <p:nvPr/>
        </p:nvSpPr>
        <p:spPr>
          <a:xfrm>
            <a:off x="11451920" y="860552"/>
            <a:ext cx="28448" cy="28448"/>
          </a:xfrm>
          <a:prstGeom prst="ellipse">
            <a:avLst/>
          </a:prstGeom>
          <a:solidFill>
            <a:srgbClr val="000000"/>
          </a:solidFill>
          <a:ln/>
        </p:spPr>
      </p:sp>
      <p:sp>
        <p:nvSpPr>
          <p:cNvPr id="40" name="Shape 38"/>
          <p:cNvSpPr/>
          <p:nvPr/>
        </p:nvSpPr>
        <p:spPr>
          <a:xfrm>
            <a:off x="11385245" y="898779"/>
            <a:ext cx="28448" cy="28448"/>
          </a:xfrm>
          <a:prstGeom prst="ellipse">
            <a:avLst/>
          </a:prstGeom>
          <a:solidFill>
            <a:srgbClr val="000000"/>
          </a:solidFill>
          <a:ln/>
        </p:spPr>
      </p:sp>
      <p:sp>
        <p:nvSpPr>
          <p:cNvPr id="41" name="Shape 39"/>
          <p:cNvSpPr/>
          <p:nvPr/>
        </p:nvSpPr>
        <p:spPr>
          <a:xfrm>
            <a:off x="11308791" y="912114"/>
            <a:ext cx="28448" cy="28448"/>
          </a:xfrm>
          <a:prstGeom prst="ellipse">
            <a:avLst/>
          </a:prstGeom>
          <a:solidFill>
            <a:srgbClr val="000000"/>
          </a:solidFill>
          <a:ln/>
        </p:spPr>
      </p:sp>
      <p:sp>
        <p:nvSpPr>
          <p:cNvPr id="42" name="Shape 40"/>
          <p:cNvSpPr/>
          <p:nvPr/>
        </p:nvSpPr>
        <p:spPr>
          <a:xfrm>
            <a:off x="11232337" y="898779"/>
            <a:ext cx="28448" cy="28448"/>
          </a:xfrm>
          <a:prstGeom prst="ellipse">
            <a:avLst/>
          </a:prstGeom>
          <a:solidFill>
            <a:srgbClr val="000000"/>
          </a:solidFill>
          <a:ln/>
        </p:spPr>
      </p:sp>
      <p:sp>
        <p:nvSpPr>
          <p:cNvPr id="43" name="Shape 41"/>
          <p:cNvSpPr/>
          <p:nvPr/>
        </p:nvSpPr>
        <p:spPr>
          <a:xfrm>
            <a:off x="11165662" y="860552"/>
            <a:ext cx="28448" cy="28448"/>
          </a:xfrm>
          <a:prstGeom prst="ellipse">
            <a:avLst/>
          </a:prstGeom>
          <a:solidFill>
            <a:srgbClr val="000000"/>
          </a:solidFill>
          <a:ln/>
        </p:spPr>
      </p:sp>
      <p:sp>
        <p:nvSpPr>
          <p:cNvPr id="44" name="Shape 42"/>
          <p:cNvSpPr/>
          <p:nvPr/>
        </p:nvSpPr>
        <p:spPr>
          <a:xfrm>
            <a:off x="11115878" y="800989"/>
            <a:ext cx="28448" cy="28448"/>
          </a:xfrm>
          <a:prstGeom prst="ellipse">
            <a:avLst/>
          </a:prstGeom>
          <a:solidFill>
            <a:srgbClr val="000000"/>
          </a:solidFill>
          <a:ln/>
        </p:spPr>
      </p:sp>
      <p:sp>
        <p:nvSpPr>
          <p:cNvPr id="45" name="Shape 43"/>
          <p:cNvSpPr/>
          <p:nvPr/>
        </p:nvSpPr>
        <p:spPr>
          <a:xfrm>
            <a:off x="11090097" y="728091"/>
            <a:ext cx="28448" cy="28448"/>
          </a:xfrm>
          <a:prstGeom prst="ellipse">
            <a:avLst/>
          </a:prstGeom>
          <a:solidFill>
            <a:srgbClr val="000000"/>
          </a:solidFill>
          <a:ln/>
        </p:spPr>
      </p:sp>
      <p:sp>
        <p:nvSpPr>
          <p:cNvPr id="46" name="Shape 44"/>
          <p:cNvSpPr/>
          <p:nvPr/>
        </p:nvSpPr>
        <p:spPr>
          <a:xfrm>
            <a:off x="11090097" y="651637"/>
            <a:ext cx="28448" cy="28448"/>
          </a:xfrm>
          <a:prstGeom prst="ellipse">
            <a:avLst/>
          </a:prstGeom>
          <a:solidFill>
            <a:srgbClr val="000000"/>
          </a:solidFill>
          <a:ln/>
        </p:spPr>
      </p:sp>
      <p:sp>
        <p:nvSpPr>
          <p:cNvPr id="47" name="Shape 45"/>
          <p:cNvSpPr/>
          <p:nvPr/>
        </p:nvSpPr>
        <p:spPr>
          <a:xfrm>
            <a:off x="11115878" y="578739"/>
            <a:ext cx="28448" cy="28448"/>
          </a:xfrm>
          <a:prstGeom prst="ellipse">
            <a:avLst/>
          </a:prstGeom>
          <a:solidFill>
            <a:srgbClr val="000000"/>
          </a:solidFill>
          <a:ln/>
        </p:spPr>
      </p:sp>
      <p:sp>
        <p:nvSpPr>
          <p:cNvPr id="48" name="Shape 46"/>
          <p:cNvSpPr/>
          <p:nvPr/>
        </p:nvSpPr>
        <p:spPr>
          <a:xfrm>
            <a:off x="11165662" y="519176"/>
            <a:ext cx="28448" cy="28448"/>
          </a:xfrm>
          <a:prstGeom prst="ellipse">
            <a:avLst/>
          </a:prstGeom>
          <a:solidFill>
            <a:srgbClr val="000000"/>
          </a:solidFill>
          <a:ln/>
        </p:spPr>
      </p:sp>
      <p:sp>
        <p:nvSpPr>
          <p:cNvPr id="49" name="Shape 47"/>
          <p:cNvSpPr/>
          <p:nvPr/>
        </p:nvSpPr>
        <p:spPr>
          <a:xfrm>
            <a:off x="11232337" y="480949"/>
            <a:ext cx="28448" cy="28448"/>
          </a:xfrm>
          <a:prstGeom prst="ellipse">
            <a:avLst/>
          </a:prstGeom>
          <a:solidFill>
            <a:srgbClr val="000000"/>
          </a:solidFill>
          <a:ln/>
        </p:spPr>
      </p:sp>
      <p:sp>
        <p:nvSpPr>
          <p:cNvPr id="50" name="Shape 48"/>
          <p:cNvSpPr/>
          <p:nvPr/>
        </p:nvSpPr>
        <p:spPr>
          <a:xfrm>
            <a:off x="11312347" y="417830"/>
            <a:ext cx="21336" cy="21336"/>
          </a:xfrm>
          <a:prstGeom prst="ellipse">
            <a:avLst/>
          </a:prstGeom>
          <a:solidFill>
            <a:srgbClr val="000000"/>
          </a:solidFill>
          <a:ln/>
        </p:spPr>
      </p:sp>
      <p:sp>
        <p:nvSpPr>
          <p:cNvPr id="51" name="Shape 49"/>
          <p:cNvSpPr/>
          <p:nvPr/>
        </p:nvSpPr>
        <p:spPr>
          <a:xfrm>
            <a:off x="11389690" y="429387"/>
            <a:ext cx="21336" cy="21336"/>
          </a:xfrm>
          <a:prstGeom prst="ellipse">
            <a:avLst/>
          </a:prstGeom>
          <a:solidFill>
            <a:srgbClr val="000000"/>
          </a:solidFill>
          <a:ln/>
        </p:spPr>
      </p:sp>
      <p:sp>
        <p:nvSpPr>
          <p:cNvPr id="52" name="Shape 50"/>
          <p:cNvSpPr/>
          <p:nvPr/>
        </p:nvSpPr>
        <p:spPr>
          <a:xfrm>
            <a:off x="11461699" y="461391"/>
            <a:ext cx="21336" cy="21336"/>
          </a:xfrm>
          <a:prstGeom prst="ellipse">
            <a:avLst/>
          </a:prstGeom>
          <a:solidFill>
            <a:srgbClr val="000000"/>
          </a:solidFill>
          <a:ln/>
        </p:spPr>
      </p:sp>
      <p:sp>
        <p:nvSpPr>
          <p:cNvPr id="53" name="Shape 51"/>
          <p:cNvSpPr/>
          <p:nvPr/>
        </p:nvSpPr>
        <p:spPr>
          <a:xfrm>
            <a:off x="11520373" y="512953"/>
            <a:ext cx="21336" cy="21336"/>
          </a:xfrm>
          <a:prstGeom prst="ellipse">
            <a:avLst/>
          </a:prstGeom>
          <a:solidFill>
            <a:srgbClr val="000000"/>
          </a:solidFill>
          <a:ln/>
        </p:spPr>
      </p:sp>
      <p:sp>
        <p:nvSpPr>
          <p:cNvPr id="54" name="Shape 52"/>
          <p:cNvSpPr/>
          <p:nvPr/>
        </p:nvSpPr>
        <p:spPr>
          <a:xfrm>
            <a:off x="11563045" y="578739"/>
            <a:ext cx="21336" cy="21336"/>
          </a:xfrm>
          <a:prstGeom prst="ellipse">
            <a:avLst/>
          </a:prstGeom>
          <a:solidFill>
            <a:srgbClr val="000000"/>
          </a:solidFill>
          <a:ln/>
        </p:spPr>
      </p:sp>
      <p:sp>
        <p:nvSpPr>
          <p:cNvPr id="55" name="Shape 53"/>
          <p:cNvSpPr/>
          <p:nvPr/>
        </p:nvSpPr>
        <p:spPr>
          <a:xfrm>
            <a:off x="11585270" y="654304"/>
            <a:ext cx="21336" cy="21336"/>
          </a:xfrm>
          <a:prstGeom prst="ellipse">
            <a:avLst/>
          </a:prstGeom>
          <a:solidFill>
            <a:srgbClr val="000000"/>
          </a:solidFill>
          <a:ln/>
        </p:spPr>
      </p:sp>
      <p:sp>
        <p:nvSpPr>
          <p:cNvPr id="56" name="Shape 54"/>
          <p:cNvSpPr/>
          <p:nvPr/>
        </p:nvSpPr>
        <p:spPr>
          <a:xfrm>
            <a:off x="11585270" y="732536"/>
            <a:ext cx="21336" cy="21336"/>
          </a:xfrm>
          <a:prstGeom prst="ellipse">
            <a:avLst/>
          </a:prstGeom>
          <a:solidFill>
            <a:srgbClr val="000000"/>
          </a:solidFill>
          <a:ln/>
        </p:spPr>
      </p:sp>
      <p:sp>
        <p:nvSpPr>
          <p:cNvPr id="57" name="Shape 55"/>
          <p:cNvSpPr/>
          <p:nvPr/>
        </p:nvSpPr>
        <p:spPr>
          <a:xfrm>
            <a:off x="11563045" y="808101"/>
            <a:ext cx="21336" cy="21336"/>
          </a:xfrm>
          <a:prstGeom prst="ellipse">
            <a:avLst/>
          </a:prstGeom>
          <a:solidFill>
            <a:srgbClr val="000000"/>
          </a:solidFill>
          <a:ln/>
        </p:spPr>
      </p:sp>
      <p:sp>
        <p:nvSpPr>
          <p:cNvPr id="58" name="Shape 56"/>
          <p:cNvSpPr/>
          <p:nvPr/>
        </p:nvSpPr>
        <p:spPr>
          <a:xfrm>
            <a:off x="11520373" y="873887"/>
            <a:ext cx="21336" cy="21336"/>
          </a:xfrm>
          <a:prstGeom prst="ellipse">
            <a:avLst/>
          </a:prstGeom>
          <a:solidFill>
            <a:srgbClr val="000000"/>
          </a:solidFill>
          <a:ln/>
        </p:spPr>
      </p:sp>
      <p:sp>
        <p:nvSpPr>
          <p:cNvPr id="59" name="Shape 57"/>
          <p:cNvSpPr/>
          <p:nvPr/>
        </p:nvSpPr>
        <p:spPr>
          <a:xfrm>
            <a:off x="11461699" y="925449"/>
            <a:ext cx="21336" cy="21336"/>
          </a:xfrm>
          <a:prstGeom prst="ellipse">
            <a:avLst/>
          </a:prstGeom>
          <a:solidFill>
            <a:srgbClr val="000000"/>
          </a:solidFill>
          <a:ln/>
        </p:spPr>
      </p:sp>
      <p:sp>
        <p:nvSpPr>
          <p:cNvPr id="60" name="Shape 58"/>
          <p:cNvSpPr/>
          <p:nvPr/>
        </p:nvSpPr>
        <p:spPr>
          <a:xfrm>
            <a:off x="11389690" y="957453"/>
            <a:ext cx="21336" cy="21336"/>
          </a:xfrm>
          <a:prstGeom prst="ellipse">
            <a:avLst/>
          </a:prstGeom>
          <a:solidFill>
            <a:srgbClr val="000000"/>
          </a:solidFill>
          <a:ln/>
        </p:spPr>
      </p:sp>
      <p:sp>
        <p:nvSpPr>
          <p:cNvPr id="61" name="Shape 59"/>
          <p:cNvSpPr/>
          <p:nvPr/>
        </p:nvSpPr>
        <p:spPr>
          <a:xfrm>
            <a:off x="11312347" y="969010"/>
            <a:ext cx="21336" cy="21336"/>
          </a:xfrm>
          <a:prstGeom prst="ellipse">
            <a:avLst/>
          </a:prstGeom>
          <a:solidFill>
            <a:srgbClr val="000000"/>
          </a:solidFill>
          <a:ln/>
        </p:spPr>
      </p:sp>
      <p:sp>
        <p:nvSpPr>
          <p:cNvPr id="62" name="Shape 60"/>
          <p:cNvSpPr/>
          <p:nvPr/>
        </p:nvSpPr>
        <p:spPr>
          <a:xfrm>
            <a:off x="11235004" y="957453"/>
            <a:ext cx="21336" cy="21336"/>
          </a:xfrm>
          <a:prstGeom prst="ellipse">
            <a:avLst/>
          </a:prstGeom>
          <a:solidFill>
            <a:srgbClr val="000000"/>
          </a:solidFill>
          <a:ln/>
        </p:spPr>
      </p:sp>
      <p:sp>
        <p:nvSpPr>
          <p:cNvPr id="63" name="Shape 61"/>
          <p:cNvSpPr/>
          <p:nvPr/>
        </p:nvSpPr>
        <p:spPr>
          <a:xfrm>
            <a:off x="11162995" y="925449"/>
            <a:ext cx="21336" cy="21336"/>
          </a:xfrm>
          <a:prstGeom prst="ellipse">
            <a:avLst/>
          </a:prstGeom>
          <a:solidFill>
            <a:srgbClr val="000000"/>
          </a:solidFill>
          <a:ln/>
        </p:spPr>
      </p:sp>
      <p:sp>
        <p:nvSpPr>
          <p:cNvPr id="64" name="Shape 62"/>
          <p:cNvSpPr/>
          <p:nvPr/>
        </p:nvSpPr>
        <p:spPr>
          <a:xfrm>
            <a:off x="11104321" y="873887"/>
            <a:ext cx="21336" cy="21336"/>
          </a:xfrm>
          <a:prstGeom prst="ellipse">
            <a:avLst/>
          </a:prstGeom>
          <a:solidFill>
            <a:srgbClr val="000000"/>
          </a:solidFill>
          <a:ln/>
        </p:spPr>
      </p:sp>
      <p:sp>
        <p:nvSpPr>
          <p:cNvPr id="65" name="Shape 63"/>
          <p:cNvSpPr/>
          <p:nvPr/>
        </p:nvSpPr>
        <p:spPr>
          <a:xfrm>
            <a:off x="11061649" y="808101"/>
            <a:ext cx="21336" cy="21336"/>
          </a:xfrm>
          <a:prstGeom prst="ellipse">
            <a:avLst/>
          </a:prstGeom>
          <a:solidFill>
            <a:srgbClr val="000000"/>
          </a:solidFill>
          <a:ln/>
        </p:spPr>
      </p:sp>
      <p:sp>
        <p:nvSpPr>
          <p:cNvPr id="66" name="Shape 64"/>
          <p:cNvSpPr/>
          <p:nvPr/>
        </p:nvSpPr>
        <p:spPr>
          <a:xfrm>
            <a:off x="11039424" y="732536"/>
            <a:ext cx="21336" cy="21336"/>
          </a:xfrm>
          <a:prstGeom prst="ellipse">
            <a:avLst/>
          </a:prstGeom>
          <a:solidFill>
            <a:srgbClr val="000000"/>
          </a:solidFill>
          <a:ln/>
        </p:spPr>
      </p:sp>
      <p:sp>
        <p:nvSpPr>
          <p:cNvPr id="67" name="Shape 65"/>
          <p:cNvSpPr/>
          <p:nvPr/>
        </p:nvSpPr>
        <p:spPr>
          <a:xfrm>
            <a:off x="11039424" y="654304"/>
            <a:ext cx="21336" cy="21336"/>
          </a:xfrm>
          <a:prstGeom prst="ellipse">
            <a:avLst/>
          </a:prstGeom>
          <a:solidFill>
            <a:srgbClr val="000000"/>
          </a:solidFill>
          <a:ln/>
        </p:spPr>
      </p:sp>
      <p:sp>
        <p:nvSpPr>
          <p:cNvPr id="68" name="Shape 66"/>
          <p:cNvSpPr/>
          <p:nvPr/>
        </p:nvSpPr>
        <p:spPr>
          <a:xfrm>
            <a:off x="11061649" y="578739"/>
            <a:ext cx="21336" cy="21336"/>
          </a:xfrm>
          <a:prstGeom prst="ellipse">
            <a:avLst/>
          </a:prstGeom>
          <a:solidFill>
            <a:srgbClr val="000000"/>
          </a:solidFill>
          <a:ln/>
        </p:spPr>
      </p:sp>
      <p:sp>
        <p:nvSpPr>
          <p:cNvPr id="69" name="Shape 67"/>
          <p:cNvSpPr/>
          <p:nvPr/>
        </p:nvSpPr>
        <p:spPr>
          <a:xfrm>
            <a:off x="11104321" y="512953"/>
            <a:ext cx="21336" cy="21336"/>
          </a:xfrm>
          <a:prstGeom prst="ellipse">
            <a:avLst/>
          </a:prstGeom>
          <a:solidFill>
            <a:srgbClr val="000000"/>
          </a:solidFill>
          <a:ln/>
        </p:spPr>
      </p:sp>
      <p:sp>
        <p:nvSpPr>
          <p:cNvPr id="70" name="Shape 68"/>
          <p:cNvSpPr/>
          <p:nvPr/>
        </p:nvSpPr>
        <p:spPr>
          <a:xfrm>
            <a:off x="11162995" y="461391"/>
            <a:ext cx="21336" cy="21336"/>
          </a:xfrm>
          <a:prstGeom prst="ellipse">
            <a:avLst/>
          </a:prstGeom>
          <a:solidFill>
            <a:srgbClr val="000000"/>
          </a:solidFill>
          <a:ln/>
        </p:spPr>
      </p:sp>
      <p:sp>
        <p:nvSpPr>
          <p:cNvPr id="71" name="Shape 69"/>
          <p:cNvSpPr/>
          <p:nvPr/>
        </p:nvSpPr>
        <p:spPr>
          <a:xfrm>
            <a:off x="11235004" y="429387"/>
            <a:ext cx="21336" cy="21336"/>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700" dirty="0">
                <a:solidFill>
                  <a:srgbClr val="3D68EC"/>
                </a:solidFill>
                <a:latin typeface="General Sans Semibold" pitchFamily="34" charset="0"/>
                <a:ea typeface="General Sans Semibold" pitchFamily="34" charset="-122"/>
                <a:cs typeface="General Sans Semibold" pitchFamily="34" charset="-120"/>
              </a:rPr>
              <a:t>De data is synthetisch, het patroon is ingebouwd</a:t>
            </a:r>
            <a:endParaRPr lang="en-US" sz="27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zelfde kolommen en codes als 1CHO,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Bewust gemaakt: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er zit een echt verschil én een nep-verschil in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Alleen oefenen: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de kansen zijn onze keuze, geen werkelijkheid</a:t>
            </a:r>
            <a:endParaRPr lang="en-US" sz="1900" dirty="0"/>
          </a:p>
        </p:txBody>
      </p:sp>
      <p:pic>
        <p:nvPicPr>
          <p:cNvPr id="81" name="Image 0" descr="exports\261005_workshop_rad_uitvoering\img\Slot.png">    </p:cNvPr>
          <p:cNvPicPr>
            <a:picLocks noChangeAspect="1"/>
          </p:cNvPicPr>
          <p:nvPr/>
        </p:nvPicPr>
        <p:blipFill>
          <a:blip r:embed="rId1"/>
          <a:stretch>
            <a:fillRect/>
          </a:stretch>
        </p:blipFill>
        <p:spPr>
          <a:xfrm>
            <a:off x="7498080" y="1417320"/>
            <a:ext cx="4206240" cy="42062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296345" y="615188"/>
            <a:ext cx="53340" cy="53340"/>
          </a:xfrm>
          <a:prstGeom prst="ellipse">
            <a:avLst/>
          </a:prstGeom>
          <a:solidFill>
            <a:srgbClr val="000000"/>
          </a:solidFill>
          <a:ln/>
        </p:spPr>
      </p:sp>
      <p:sp>
        <p:nvSpPr>
          <p:cNvPr id="3" name="Shape 1"/>
          <p:cNvSpPr/>
          <p:nvPr/>
        </p:nvSpPr>
        <p:spPr>
          <a:xfrm>
            <a:off x="11350574" y="646303"/>
            <a:ext cx="53340" cy="53340"/>
          </a:xfrm>
          <a:prstGeom prst="ellipse">
            <a:avLst/>
          </a:prstGeom>
          <a:solidFill>
            <a:srgbClr val="000000"/>
          </a:solidFill>
          <a:ln/>
        </p:spPr>
      </p:sp>
      <p:sp>
        <p:nvSpPr>
          <p:cNvPr id="4" name="Shape 2"/>
          <p:cNvSpPr/>
          <p:nvPr/>
        </p:nvSpPr>
        <p:spPr>
          <a:xfrm>
            <a:off x="11350574" y="708533"/>
            <a:ext cx="53340" cy="53340"/>
          </a:xfrm>
          <a:prstGeom prst="ellipse">
            <a:avLst/>
          </a:prstGeom>
          <a:solidFill>
            <a:srgbClr val="000000"/>
          </a:solidFill>
          <a:ln/>
        </p:spPr>
      </p:sp>
      <p:sp>
        <p:nvSpPr>
          <p:cNvPr id="5" name="Shape 3"/>
          <p:cNvSpPr/>
          <p:nvPr/>
        </p:nvSpPr>
        <p:spPr>
          <a:xfrm>
            <a:off x="11296345" y="739648"/>
            <a:ext cx="53340" cy="53340"/>
          </a:xfrm>
          <a:prstGeom prst="ellipse">
            <a:avLst/>
          </a:prstGeom>
          <a:solidFill>
            <a:srgbClr val="000000"/>
          </a:solidFill>
          <a:ln/>
        </p:spPr>
      </p:sp>
      <p:sp>
        <p:nvSpPr>
          <p:cNvPr id="6" name="Shape 4"/>
          <p:cNvSpPr/>
          <p:nvPr/>
        </p:nvSpPr>
        <p:spPr>
          <a:xfrm>
            <a:off x="11242116" y="708533"/>
            <a:ext cx="53340" cy="53340"/>
          </a:xfrm>
          <a:prstGeom prst="ellipse">
            <a:avLst/>
          </a:prstGeom>
          <a:solidFill>
            <a:srgbClr val="000000"/>
          </a:solidFill>
          <a:ln/>
        </p:spPr>
      </p:sp>
      <p:sp>
        <p:nvSpPr>
          <p:cNvPr id="7" name="Shape 5"/>
          <p:cNvSpPr/>
          <p:nvPr/>
        </p:nvSpPr>
        <p:spPr>
          <a:xfrm>
            <a:off x="11242116" y="646303"/>
            <a:ext cx="53340" cy="53340"/>
          </a:xfrm>
          <a:prstGeom prst="ellipse">
            <a:avLst/>
          </a:prstGeom>
          <a:solidFill>
            <a:srgbClr val="000000"/>
          </a:solidFill>
          <a:ln/>
        </p:spPr>
      </p:sp>
      <p:sp>
        <p:nvSpPr>
          <p:cNvPr id="8" name="Shape 6"/>
          <p:cNvSpPr/>
          <p:nvPr/>
        </p:nvSpPr>
        <p:spPr>
          <a:xfrm>
            <a:off x="11300790" y="566293"/>
            <a:ext cx="44450" cy="44450"/>
          </a:xfrm>
          <a:prstGeom prst="ellipse">
            <a:avLst/>
          </a:prstGeom>
          <a:solidFill>
            <a:srgbClr val="000000"/>
          </a:solidFill>
          <a:ln/>
        </p:spPr>
      </p:sp>
      <p:sp>
        <p:nvSpPr>
          <p:cNvPr id="9" name="Shape 7"/>
          <p:cNvSpPr/>
          <p:nvPr/>
        </p:nvSpPr>
        <p:spPr>
          <a:xfrm>
            <a:off x="11368354" y="588518"/>
            <a:ext cx="44450" cy="44450"/>
          </a:xfrm>
          <a:prstGeom prst="ellipse">
            <a:avLst/>
          </a:prstGeom>
          <a:solidFill>
            <a:srgbClr val="000000"/>
          </a:solidFill>
          <a:ln/>
        </p:spPr>
      </p:sp>
      <p:sp>
        <p:nvSpPr>
          <p:cNvPr id="10" name="Shape 8"/>
          <p:cNvSpPr/>
          <p:nvPr/>
        </p:nvSpPr>
        <p:spPr>
          <a:xfrm>
            <a:off x="11411026" y="646303"/>
            <a:ext cx="44450" cy="44450"/>
          </a:xfrm>
          <a:prstGeom prst="ellipse">
            <a:avLst/>
          </a:prstGeom>
          <a:solidFill>
            <a:srgbClr val="000000"/>
          </a:solidFill>
          <a:ln/>
        </p:spPr>
      </p:sp>
      <p:sp>
        <p:nvSpPr>
          <p:cNvPr id="11" name="Shape 9"/>
          <p:cNvSpPr/>
          <p:nvPr/>
        </p:nvSpPr>
        <p:spPr>
          <a:xfrm>
            <a:off x="11411026" y="717423"/>
            <a:ext cx="44450" cy="44450"/>
          </a:xfrm>
          <a:prstGeom prst="ellipse">
            <a:avLst/>
          </a:prstGeom>
          <a:solidFill>
            <a:srgbClr val="000000"/>
          </a:solidFill>
          <a:ln/>
        </p:spPr>
      </p:sp>
      <p:sp>
        <p:nvSpPr>
          <p:cNvPr id="12" name="Shape 10"/>
          <p:cNvSpPr/>
          <p:nvPr/>
        </p:nvSpPr>
        <p:spPr>
          <a:xfrm>
            <a:off x="11368354" y="775208"/>
            <a:ext cx="44450" cy="44450"/>
          </a:xfrm>
          <a:prstGeom prst="ellipse">
            <a:avLst/>
          </a:prstGeom>
          <a:solidFill>
            <a:srgbClr val="000000"/>
          </a:solidFill>
          <a:ln/>
        </p:spPr>
      </p:sp>
      <p:sp>
        <p:nvSpPr>
          <p:cNvPr id="13" name="Shape 11"/>
          <p:cNvSpPr/>
          <p:nvPr/>
        </p:nvSpPr>
        <p:spPr>
          <a:xfrm>
            <a:off x="11300790" y="797433"/>
            <a:ext cx="44450" cy="44450"/>
          </a:xfrm>
          <a:prstGeom prst="ellipse">
            <a:avLst/>
          </a:prstGeom>
          <a:solidFill>
            <a:srgbClr val="000000"/>
          </a:solidFill>
          <a:ln/>
        </p:spPr>
      </p:sp>
      <p:sp>
        <p:nvSpPr>
          <p:cNvPr id="14" name="Shape 12"/>
          <p:cNvSpPr/>
          <p:nvPr/>
        </p:nvSpPr>
        <p:spPr>
          <a:xfrm>
            <a:off x="11233226" y="775208"/>
            <a:ext cx="44450" cy="44450"/>
          </a:xfrm>
          <a:prstGeom prst="ellipse">
            <a:avLst/>
          </a:prstGeom>
          <a:solidFill>
            <a:srgbClr val="000000"/>
          </a:solidFill>
          <a:ln/>
        </p:spPr>
      </p:sp>
      <p:sp>
        <p:nvSpPr>
          <p:cNvPr id="15" name="Shape 13"/>
          <p:cNvSpPr/>
          <p:nvPr/>
        </p:nvSpPr>
        <p:spPr>
          <a:xfrm>
            <a:off x="11190554" y="717423"/>
            <a:ext cx="44450" cy="44450"/>
          </a:xfrm>
          <a:prstGeom prst="ellipse">
            <a:avLst/>
          </a:prstGeom>
          <a:solidFill>
            <a:srgbClr val="000000"/>
          </a:solidFill>
          <a:ln/>
        </p:spPr>
      </p:sp>
      <p:sp>
        <p:nvSpPr>
          <p:cNvPr id="16" name="Shape 14"/>
          <p:cNvSpPr/>
          <p:nvPr/>
        </p:nvSpPr>
        <p:spPr>
          <a:xfrm>
            <a:off x="11190554" y="646303"/>
            <a:ext cx="44450" cy="44450"/>
          </a:xfrm>
          <a:prstGeom prst="ellipse">
            <a:avLst/>
          </a:prstGeom>
          <a:solidFill>
            <a:srgbClr val="000000"/>
          </a:solidFill>
          <a:ln/>
        </p:spPr>
      </p:sp>
      <p:sp>
        <p:nvSpPr>
          <p:cNvPr id="17" name="Shape 15"/>
          <p:cNvSpPr/>
          <p:nvPr/>
        </p:nvSpPr>
        <p:spPr>
          <a:xfrm>
            <a:off x="11233226" y="588518"/>
            <a:ext cx="44450" cy="44450"/>
          </a:xfrm>
          <a:prstGeom prst="ellipse">
            <a:avLst/>
          </a:prstGeom>
          <a:solidFill>
            <a:srgbClr val="000000"/>
          </a:solidFill>
          <a:ln/>
        </p:spPr>
      </p:sp>
      <p:sp>
        <p:nvSpPr>
          <p:cNvPr id="18" name="Shape 16"/>
          <p:cNvSpPr/>
          <p:nvPr/>
        </p:nvSpPr>
        <p:spPr>
          <a:xfrm>
            <a:off x="11305235" y="517398"/>
            <a:ext cx="35560" cy="35560"/>
          </a:xfrm>
          <a:prstGeom prst="ellipse">
            <a:avLst/>
          </a:prstGeom>
          <a:solidFill>
            <a:srgbClr val="000000"/>
          </a:solidFill>
          <a:ln/>
        </p:spPr>
      </p:sp>
      <p:sp>
        <p:nvSpPr>
          <p:cNvPr id="19" name="Shape 17"/>
          <p:cNvSpPr/>
          <p:nvPr/>
        </p:nvSpPr>
        <p:spPr>
          <a:xfrm>
            <a:off x="11378133" y="534289"/>
            <a:ext cx="35560" cy="35560"/>
          </a:xfrm>
          <a:prstGeom prst="ellipse">
            <a:avLst/>
          </a:prstGeom>
          <a:solidFill>
            <a:srgbClr val="000000"/>
          </a:solidFill>
          <a:ln/>
        </p:spPr>
      </p:sp>
      <p:sp>
        <p:nvSpPr>
          <p:cNvPr id="20" name="Shape 18"/>
          <p:cNvSpPr/>
          <p:nvPr/>
        </p:nvSpPr>
        <p:spPr>
          <a:xfrm>
            <a:off x="11437696" y="581406"/>
            <a:ext cx="35560" cy="35560"/>
          </a:xfrm>
          <a:prstGeom prst="ellipse">
            <a:avLst/>
          </a:prstGeom>
          <a:solidFill>
            <a:srgbClr val="000000"/>
          </a:solidFill>
          <a:ln/>
        </p:spPr>
      </p:sp>
      <p:sp>
        <p:nvSpPr>
          <p:cNvPr id="21" name="Shape 19"/>
          <p:cNvSpPr/>
          <p:nvPr/>
        </p:nvSpPr>
        <p:spPr>
          <a:xfrm>
            <a:off x="11469700" y="648970"/>
            <a:ext cx="35560" cy="35560"/>
          </a:xfrm>
          <a:prstGeom prst="ellipse">
            <a:avLst/>
          </a:prstGeom>
          <a:solidFill>
            <a:srgbClr val="000000"/>
          </a:solidFill>
          <a:ln/>
        </p:spPr>
      </p:sp>
      <p:sp>
        <p:nvSpPr>
          <p:cNvPr id="22" name="Shape 20"/>
          <p:cNvSpPr/>
          <p:nvPr/>
        </p:nvSpPr>
        <p:spPr>
          <a:xfrm>
            <a:off x="11469700" y="723646"/>
            <a:ext cx="35560" cy="35560"/>
          </a:xfrm>
          <a:prstGeom prst="ellipse">
            <a:avLst/>
          </a:prstGeom>
          <a:solidFill>
            <a:srgbClr val="000000"/>
          </a:solidFill>
          <a:ln/>
        </p:spPr>
      </p:sp>
      <p:sp>
        <p:nvSpPr>
          <p:cNvPr id="23" name="Shape 21"/>
          <p:cNvSpPr/>
          <p:nvPr/>
        </p:nvSpPr>
        <p:spPr>
          <a:xfrm>
            <a:off x="11437696" y="791210"/>
            <a:ext cx="35560" cy="35560"/>
          </a:xfrm>
          <a:prstGeom prst="ellipse">
            <a:avLst/>
          </a:prstGeom>
          <a:solidFill>
            <a:srgbClr val="000000"/>
          </a:solidFill>
          <a:ln/>
        </p:spPr>
      </p:sp>
      <p:sp>
        <p:nvSpPr>
          <p:cNvPr id="24" name="Shape 22"/>
          <p:cNvSpPr/>
          <p:nvPr/>
        </p:nvSpPr>
        <p:spPr>
          <a:xfrm>
            <a:off x="11378133" y="838327"/>
            <a:ext cx="35560" cy="35560"/>
          </a:xfrm>
          <a:prstGeom prst="ellipse">
            <a:avLst/>
          </a:prstGeom>
          <a:solidFill>
            <a:srgbClr val="000000"/>
          </a:solidFill>
          <a:ln/>
        </p:spPr>
      </p:sp>
      <p:sp>
        <p:nvSpPr>
          <p:cNvPr id="25" name="Shape 23"/>
          <p:cNvSpPr/>
          <p:nvPr/>
        </p:nvSpPr>
        <p:spPr>
          <a:xfrm>
            <a:off x="11305235" y="855218"/>
            <a:ext cx="35560" cy="35560"/>
          </a:xfrm>
          <a:prstGeom prst="ellipse">
            <a:avLst/>
          </a:prstGeom>
          <a:solidFill>
            <a:srgbClr val="000000"/>
          </a:solidFill>
          <a:ln/>
        </p:spPr>
      </p:sp>
      <p:sp>
        <p:nvSpPr>
          <p:cNvPr id="26" name="Shape 24"/>
          <p:cNvSpPr/>
          <p:nvPr/>
        </p:nvSpPr>
        <p:spPr>
          <a:xfrm>
            <a:off x="11232337" y="838327"/>
            <a:ext cx="35560" cy="35560"/>
          </a:xfrm>
          <a:prstGeom prst="ellipse">
            <a:avLst/>
          </a:prstGeom>
          <a:solidFill>
            <a:srgbClr val="000000"/>
          </a:solidFill>
          <a:ln/>
        </p:spPr>
      </p:sp>
      <p:sp>
        <p:nvSpPr>
          <p:cNvPr id="27" name="Shape 25"/>
          <p:cNvSpPr/>
          <p:nvPr/>
        </p:nvSpPr>
        <p:spPr>
          <a:xfrm>
            <a:off x="11172774" y="791210"/>
            <a:ext cx="35560" cy="35560"/>
          </a:xfrm>
          <a:prstGeom prst="ellipse">
            <a:avLst/>
          </a:prstGeom>
          <a:solidFill>
            <a:srgbClr val="000000"/>
          </a:solidFill>
          <a:ln/>
        </p:spPr>
      </p:sp>
      <p:sp>
        <p:nvSpPr>
          <p:cNvPr id="28" name="Shape 26"/>
          <p:cNvSpPr/>
          <p:nvPr/>
        </p:nvSpPr>
        <p:spPr>
          <a:xfrm>
            <a:off x="11140770" y="723646"/>
            <a:ext cx="35560" cy="35560"/>
          </a:xfrm>
          <a:prstGeom prst="ellipse">
            <a:avLst/>
          </a:prstGeom>
          <a:solidFill>
            <a:srgbClr val="000000"/>
          </a:solidFill>
          <a:ln/>
        </p:spPr>
      </p:sp>
      <p:sp>
        <p:nvSpPr>
          <p:cNvPr id="29" name="Shape 27"/>
          <p:cNvSpPr/>
          <p:nvPr/>
        </p:nvSpPr>
        <p:spPr>
          <a:xfrm>
            <a:off x="11140770" y="648970"/>
            <a:ext cx="35560" cy="35560"/>
          </a:xfrm>
          <a:prstGeom prst="ellipse">
            <a:avLst/>
          </a:prstGeom>
          <a:solidFill>
            <a:srgbClr val="000000"/>
          </a:solidFill>
          <a:ln/>
        </p:spPr>
      </p:sp>
      <p:sp>
        <p:nvSpPr>
          <p:cNvPr id="30" name="Shape 28"/>
          <p:cNvSpPr/>
          <p:nvPr/>
        </p:nvSpPr>
        <p:spPr>
          <a:xfrm>
            <a:off x="11172774" y="581406"/>
            <a:ext cx="35560" cy="35560"/>
          </a:xfrm>
          <a:prstGeom prst="ellipse">
            <a:avLst/>
          </a:prstGeom>
          <a:solidFill>
            <a:srgbClr val="000000"/>
          </a:solidFill>
          <a:ln/>
        </p:spPr>
      </p:sp>
      <p:sp>
        <p:nvSpPr>
          <p:cNvPr id="31" name="Shape 29"/>
          <p:cNvSpPr/>
          <p:nvPr/>
        </p:nvSpPr>
        <p:spPr>
          <a:xfrm>
            <a:off x="11232337" y="534289"/>
            <a:ext cx="35560" cy="35560"/>
          </a:xfrm>
          <a:prstGeom prst="ellipse">
            <a:avLst/>
          </a:prstGeom>
          <a:solidFill>
            <a:srgbClr val="000000"/>
          </a:solidFill>
          <a:ln/>
        </p:spPr>
      </p:sp>
      <p:sp>
        <p:nvSpPr>
          <p:cNvPr id="32" name="Shape 30"/>
          <p:cNvSpPr/>
          <p:nvPr/>
        </p:nvSpPr>
        <p:spPr>
          <a:xfrm>
            <a:off x="11308791" y="467614"/>
            <a:ext cx="28448" cy="28448"/>
          </a:xfrm>
          <a:prstGeom prst="ellipse">
            <a:avLst/>
          </a:prstGeom>
          <a:solidFill>
            <a:srgbClr val="000000"/>
          </a:solidFill>
          <a:ln/>
        </p:spPr>
      </p:sp>
      <p:sp>
        <p:nvSpPr>
          <p:cNvPr id="33" name="Shape 31"/>
          <p:cNvSpPr/>
          <p:nvPr/>
        </p:nvSpPr>
        <p:spPr>
          <a:xfrm>
            <a:off x="11385245" y="480949"/>
            <a:ext cx="28448" cy="28448"/>
          </a:xfrm>
          <a:prstGeom prst="ellipse">
            <a:avLst/>
          </a:prstGeom>
          <a:solidFill>
            <a:srgbClr val="000000"/>
          </a:solidFill>
          <a:ln/>
        </p:spPr>
      </p:sp>
      <p:sp>
        <p:nvSpPr>
          <p:cNvPr id="34" name="Shape 32"/>
          <p:cNvSpPr/>
          <p:nvPr/>
        </p:nvSpPr>
        <p:spPr>
          <a:xfrm>
            <a:off x="11451920" y="519176"/>
            <a:ext cx="28448" cy="28448"/>
          </a:xfrm>
          <a:prstGeom prst="ellipse">
            <a:avLst/>
          </a:prstGeom>
          <a:solidFill>
            <a:srgbClr val="000000"/>
          </a:solidFill>
          <a:ln/>
        </p:spPr>
      </p:sp>
      <p:sp>
        <p:nvSpPr>
          <p:cNvPr id="35" name="Shape 33"/>
          <p:cNvSpPr/>
          <p:nvPr/>
        </p:nvSpPr>
        <p:spPr>
          <a:xfrm>
            <a:off x="11501704" y="578739"/>
            <a:ext cx="28448" cy="28448"/>
          </a:xfrm>
          <a:prstGeom prst="ellipse">
            <a:avLst/>
          </a:prstGeom>
          <a:solidFill>
            <a:srgbClr val="000000"/>
          </a:solidFill>
          <a:ln/>
        </p:spPr>
      </p:sp>
      <p:sp>
        <p:nvSpPr>
          <p:cNvPr id="36" name="Shape 34"/>
          <p:cNvSpPr/>
          <p:nvPr/>
        </p:nvSpPr>
        <p:spPr>
          <a:xfrm>
            <a:off x="11527485" y="651637"/>
            <a:ext cx="28448" cy="28448"/>
          </a:xfrm>
          <a:prstGeom prst="ellipse">
            <a:avLst/>
          </a:prstGeom>
          <a:solidFill>
            <a:srgbClr val="000000"/>
          </a:solidFill>
          <a:ln/>
        </p:spPr>
      </p:sp>
      <p:sp>
        <p:nvSpPr>
          <p:cNvPr id="37" name="Shape 35"/>
          <p:cNvSpPr/>
          <p:nvPr/>
        </p:nvSpPr>
        <p:spPr>
          <a:xfrm>
            <a:off x="11527485" y="728091"/>
            <a:ext cx="28448" cy="28448"/>
          </a:xfrm>
          <a:prstGeom prst="ellipse">
            <a:avLst/>
          </a:prstGeom>
          <a:solidFill>
            <a:srgbClr val="000000"/>
          </a:solidFill>
          <a:ln/>
        </p:spPr>
      </p:sp>
      <p:sp>
        <p:nvSpPr>
          <p:cNvPr id="38" name="Shape 36"/>
          <p:cNvSpPr/>
          <p:nvPr/>
        </p:nvSpPr>
        <p:spPr>
          <a:xfrm>
            <a:off x="11501704" y="800989"/>
            <a:ext cx="28448" cy="28448"/>
          </a:xfrm>
          <a:prstGeom prst="ellipse">
            <a:avLst/>
          </a:prstGeom>
          <a:solidFill>
            <a:srgbClr val="000000"/>
          </a:solidFill>
          <a:ln/>
        </p:spPr>
      </p:sp>
      <p:sp>
        <p:nvSpPr>
          <p:cNvPr id="39" name="Shape 37"/>
          <p:cNvSpPr/>
          <p:nvPr/>
        </p:nvSpPr>
        <p:spPr>
          <a:xfrm>
            <a:off x="11451920" y="860552"/>
            <a:ext cx="28448" cy="28448"/>
          </a:xfrm>
          <a:prstGeom prst="ellipse">
            <a:avLst/>
          </a:prstGeom>
          <a:solidFill>
            <a:srgbClr val="000000"/>
          </a:solidFill>
          <a:ln/>
        </p:spPr>
      </p:sp>
      <p:sp>
        <p:nvSpPr>
          <p:cNvPr id="40" name="Shape 38"/>
          <p:cNvSpPr/>
          <p:nvPr/>
        </p:nvSpPr>
        <p:spPr>
          <a:xfrm>
            <a:off x="11385245" y="898779"/>
            <a:ext cx="28448" cy="28448"/>
          </a:xfrm>
          <a:prstGeom prst="ellipse">
            <a:avLst/>
          </a:prstGeom>
          <a:solidFill>
            <a:srgbClr val="000000"/>
          </a:solidFill>
          <a:ln/>
        </p:spPr>
      </p:sp>
      <p:sp>
        <p:nvSpPr>
          <p:cNvPr id="41" name="Shape 39"/>
          <p:cNvSpPr/>
          <p:nvPr/>
        </p:nvSpPr>
        <p:spPr>
          <a:xfrm>
            <a:off x="11308791" y="912114"/>
            <a:ext cx="28448" cy="28448"/>
          </a:xfrm>
          <a:prstGeom prst="ellipse">
            <a:avLst/>
          </a:prstGeom>
          <a:solidFill>
            <a:srgbClr val="000000"/>
          </a:solidFill>
          <a:ln/>
        </p:spPr>
      </p:sp>
      <p:sp>
        <p:nvSpPr>
          <p:cNvPr id="42" name="Shape 40"/>
          <p:cNvSpPr/>
          <p:nvPr/>
        </p:nvSpPr>
        <p:spPr>
          <a:xfrm>
            <a:off x="11232337" y="898779"/>
            <a:ext cx="28448" cy="28448"/>
          </a:xfrm>
          <a:prstGeom prst="ellipse">
            <a:avLst/>
          </a:prstGeom>
          <a:solidFill>
            <a:srgbClr val="000000"/>
          </a:solidFill>
          <a:ln/>
        </p:spPr>
      </p:sp>
      <p:sp>
        <p:nvSpPr>
          <p:cNvPr id="43" name="Shape 41"/>
          <p:cNvSpPr/>
          <p:nvPr/>
        </p:nvSpPr>
        <p:spPr>
          <a:xfrm>
            <a:off x="11165662" y="860552"/>
            <a:ext cx="28448" cy="28448"/>
          </a:xfrm>
          <a:prstGeom prst="ellipse">
            <a:avLst/>
          </a:prstGeom>
          <a:solidFill>
            <a:srgbClr val="000000"/>
          </a:solidFill>
          <a:ln/>
        </p:spPr>
      </p:sp>
      <p:sp>
        <p:nvSpPr>
          <p:cNvPr id="44" name="Shape 42"/>
          <p:cNvSpPr/>
          <p:nvPr/>
        </p:nvSpPr>
        <p:spPr>
          <a:xfrm>
            <a:off x="11115878" y="800989"/>
            <a:ext cx="28448" cy="28448"/>
          </a:xfrm>
          <a:prstGeom prst="ellipse">
            <a:avLst/>
          </a:prstGeom>
          <a:solidFill>
            <a:srgbClr val="000000"/>
          </a:solidFill>
          <a:ln/>
        </p:spPr>
      </p:sp>
      <p:sp>
        <p:nvSpPr>
          <p:cNvPr id="45" name="Shape 43"/>
          <p:cNvSpPr/>
          <p:nvPr/>
        </p:nvSpPr>
        <p:spPr>
          <a:xfrm>
            <a:off x="11090097" y="728091"/>
            <a:ext cx="28448" cy="28448"/>
          </a:xfrm>
          <a:prstGeom prst="ellipse">
            <a:avLst/>
          </a:prstGeom>
          <a:solidFill>
            <a:srgbClr val="000000"/>
          </a:solidFill>
          <a:ln/>
        </p:spPr>
      </p:sp>
      <p:sp>
        <p:nvSpPr>
          <p:cNvPr id="46" name="Shape 44"/>
          <p:cNvSpPr/>
          <p:nvPr/>
        </p:nvSpPr>
        <p:spPr>
          <a:xfrm>
            <a:off x="11090097" y="651637"/>
            <a:ext cx="28448" cy="28448"/>
          </a:xfrm>
          <a:prstGeom prst="ellipse">
            <a:avLst/>
          </a:prstGeom>
          <a:solidFill>
            <a:srgbClr val="000000"/>
          </a:solidFill>
          <a:ln/>
        </p:spPr>
      </p:sp>
      <p:sp>
        <p:nvSpPr>
          <p:cNvPr id="47" name="Shape 45"/>
          <p:cNvSpPr/>
          <p:nvPr/>
        </p:nvSpPr>
        <p:spPr>
          <a:xfrm>
            <a:off x="11115878" y="578739"/>
            <a:ext cx="28448" cy="28448"/>
          </a:xfrm>
          <a:prstGeom prst="ellipse">
            <a:avLst/>
          </a:prstGeom>
          <a:solidFill>
            <a:srgbClr val="000000"/>
          </a:solidFill>
          <a:ln/>
        </p:spPr>
      </p:sp>
      <p:sp>
        <p:nvSpPr>
          <p:cNvPr id="48" name="Shape 46"/>
          <p:cNvSpPr/>
          <p:nvPr/>
        </p:nvSpPr>
        <p:spPr>
          <a:xfrm>
            <a:off x="11165662" y="519176"/>
            <a:ext cx="28448" cy="28448"/>
          </a:xfrm>
          <a:prstGeom prst="ellipse">
            <a:avLst/>
          </a:prstGeom>
          <a:solidFill>
            <a:srgbClr val="000000"/>
          </a:solidFill>
          <a:ln/>
        </p:spPr>
      </p:sp>
      <p:sp>
        <p:nvSpPr>
          <p:cNvPr id="49" name="Shape 47"/>
          <p:cNvSpPr/>
          <p:nvPr/>
        </p:nvSpPr>
        <p:spPr>
          <a:xfrm>
            <a:off x="11232337" y="480949"/>
            <a:ext cx="28448" cy="28448"/>
          </a:xfrm>
          <a:prstGeom prst="ellipse">
            <a:avLst/>
          </a:prstGeom>
          <a:solidFill>
            <a:srgbClr val="000000"/>
          </a:solidFill>
          <a:ln/>
        </p:spPr>
      </p:sp>
      <p:sp>
        <p:nvSpPr>
          <p:cNvPr id="50" name="Shape 48"/>
          <p:cNvSpPr/>
          <p:nvPr/>
        </p:nvSpPr>
        <p:spPr>
          <a:xfrm>
            <a:off x="11312347" y="417830"/>
            <a:ext cx="21336" cy="21336"/>
          </a:xfrm>
          <a:prstGeom prst="ellipse">
            <a:avLst/>
          </a:prstGeom>
          <a:solidFill>
            <a:srgbClr val="000000"/>
          </a:solidFill>
          <a:ln/>
        </p:spPr>
      </p:sp>
      <p:sp>
        <p:nvSpPr>
          <p:cNvPr id="51" name="Shape 49"/>
          <p:cNvSpPr/>
          <p:nvPr/>
        </p:nvSpPr>
        <p:spPr>
          <a:xfrm>
            <a:off x="11389690" y="429387"/>
            <a:ext cx="21336" cy="21336"/>
          </a:xfrm>
          <a:prstGeom prst="ellipse">
            <a:avLst/>
          </a:prstGeom>
          <a:solidFill>
            <a:srgbClr val="000000"/>
          </a:solidFill>
          <a:ln/>
        </p:spPr>
      </p:sp>
      <p:sp>
        <p:nvSpPr>
          <p:cNvPr id="52" name="Shape 50"/>
          <p:cNvSpPr/>
          <p:nvPr/>
        </p:nvSpPr>
        <p:spPr>
          <a:xfrm>
            <a:off x="11461699" y="461391"/>
            <a:ext cx="21336" cy="21336"/>
          </a:xfrm>
          <a:prstGeom prst="ellipse">
            <a:avLst/>
          </a:prstGeom>
          <a:solidFill>
            <a:srgbClr val="000000"/>
          </a:solidFill>
          <a:ln/>
        </p:spPr>
      </p:sp>
      <p:sp>
        <p:nvSpPr>
          <p:cNvPr id="53" name="Shape 51"/>
          <p:cNvSpPr/>
          <p:nvPr/>
        </p:nvSpPr>
        <p:spPr>
          <a:xfrm>
            <a:off x="11520373" y="512953"/>
            <a:ext cx="21336" cy="21336"/>
          </a:xfrm>
          <a:prstGeom prst="ellipse">
            <a:avLst/>
          </a:prstGeom>
          <a:solidFill>
            <a:srgbClr val="000000"/>
          </a:solidFill>
          <a:ln/>
        </p:spPr>
      </p:sp>
      <p:sp>
        <p:nvSpPr>
          <p:cNvPr id="54" name="Shape 52"/>
          <p:cNvSpPr/>
          <p:nvPr/>
        </p:nvSpPr>
        <p:spPr>
          <a:xfrm>
            <a:off x="11563045" y="578739"/>
            <a:ext cx="21336" cy="21336"/>
          </a:xfrm>
          <a:prstGeom prst="ellipse">
            <a:avLst/>
          </a:prstGeom>
          <a:solidFill>
            <a:srgbClr val="000000"/>
          </a:solidFill>
          <a:ln/>
        </p:spPr>
      </p:sp>
      <p:sp>
        <p:nvSpPr>
          <p:cNvPr id="55" name="Shape 53"/>
          <p:cNvSpPr/>
          <p:nvPr/>
        </p:nvSpPr>
        <p:spPr>
          <a:xfrm>
            <a:off x="11585270" y="654304"/>
            <a:ext cx="21336" cy="21336"/>
          </a:xfrm>
          <a:prstGeom prst="ellipse">
            <a:avLst/>
          </a:prstGeom>
          <a:solidFill>
            <a:srgbClr val="000000"/>
          </a:solidFill>
          <a:ln/>
        </p:spPr>
      </p:sp>
      <p:sp>
        <p:nvSpPr>
          <p:cNvPr id="56" name="Shape 54"/>
          <p:cNvSpPr/>
          <p:nvPr/>
        </p:nvSpPr>
        <p:spPr>
          <a:xfrm>
            <a:off x="11585270" y="732536"/>
            <a:ext cx="21336" cy="21336"/>
          </a:xfrm>
          <a:prstGeom prst="ellipse">
            <a:avLst/>
          </a:prstGeom>
          <a:solidFill>
            <a:srgbClr val="000000"/>
          </a:solidFill>
          <a:ln/>
        </p:spPr>
      </p:sp>
      <p:sp>
        <p:nvSpPr>
          <p:cNvPr id="57" name="Shape 55"/>
          <p:cNvSpPr/>
          <p:nvPr/>
        </p:nvSpPr>
        <p:spPr>
          <a:xfrm>
            <a:off x="11563045" y="808101"/>
            <a:ext cx="21336" cy="21336"/>
          </a:xfrm>
          <a:prstGeom prst="ellipse">
            <a:avLst/>
          </a:prstGeom>
          <a:solidFill>
            <a:srgbClr val="000000"/>
          </a:solidFill>
          <a:ln/>
        </p:spPr>
      </p:sp>
      <p:sp>
        <p:nvSpPr>
          <p:cNvPr id="58" name="Shape 56"/>
          <p:cNvSpPr/>
          <p:nvPr/>
        </p:nvSpPr>
        <p:spPr>
          <a:xfrm>
            <a:off x="11520373" y="873887"/>
            <a:ext cx="21336" cy="21336"/>
          </a:xfrm>
          <a:prstGeom prst="ellipse">
            <a:avLst/>
          </a:prstGeom>
          <a:solidFill>
            <a:srgbClr val="000000"/>
          </a:solidFill>
          <a:ln/>
        </p:spPr>
      </p:sp>
      <p:sp>
        <p:nvSpPr>
          <p:cNvPr id="59" name="Shape 57"/>
          <p:cNvSpPr/>
          <p:nvPr/>
        </p:nvSpPr>
        <p:spPr>
          <a:xfrm>
            <a:off x="11461699" y="925449"/>
            <a:ext cx="21336" cy="21336"/>
          </a:xfrm>
          <a:prstGeom prst="ellipse">
            <a:avLst/>
          </a:prstGeom>
          <a:solidFill>
            <a:srgbClr val="000000"/>
          </a:solidFill>
          <a:ln/>
        </p:spPr>
      </p:sp>
      <p:sp>
        <p:nvSpPr>
          <p:cNvPr id="60" name="Shape 58"/>
          <p:cNvSpPr/>
          <p:nvPr/>
        </p:nvSpPr>
        <p:spPr>
          <a:xfrm>
            <a:off x="11389690" y="957453"/>
            <a:ext cx="21336" cy="21336"/>
          </a:xfrm>
          <a:prstGeom prst="ellipse">
            <a:avLst/>
          </a:prstGeom>
          <a:solidFill>
            <a:srgbClr val="000000"/>
          </a:solidFill>
          <a:ln/>
        </p:spPr>
      </p:sp>
      <p:sp>
        <p:nvSpPr>
          <p:cNvPr id="61" name="Shape 59"/>
          <p:cNvSpPr/>
          <p:nvPr/>
        </p:nvSpPr>
        <p:spPr>
          <a:xfrm>
            <a:off x="11312347" y="969010"/>
            <a:ext cx="21336" cy="21336"/>
          </a:xfrm>
          <a:prstGeom prst="ellipse">
            <a:avLst/>
          </a:prstGeom>
          <a:solidFill>
            <a:srgbClr val="000000"/>
          </a:solidFill>
          <a:ln/>
        </p:spPr>
      </p:sp>
      <p:sp>
        <p:nvSpPr>
          <p:cNvPr id="62" name="Shape 60"/>
          <p:cNvSpPr/>
          <p:nvPr/>
        </p:nvSpPr>
        <p:spPr>
          <a:xfrm>
            <a:off x="11235004" y="957453"/>
            <a:ext cx="21336" cy="21336"/>
          </a:xfrm>
          <a:prstGeom prst="ellipse">
            <a:avLst/>
          </a:prstGeom>
          <a:solidFill>
            <a:srgbClr val="000000"/>
          </a:solidFill>
          <a:ln/>
        </p:spPr>
      </p:sp>
      <p:sp>
        <p:nvSpPr>
          <p:cNvPr id="63" name="Shape 61"/>
          <p:cNvSpPr/>
          <p:nvPr/>
        </p:nvSpPr>
        <p:spPr>
          <a:xfrm>
            <a:off x="11162995" y="925449"/>
            <a:ext cx="21336" cy="21336"/>
          </a:xfrm>
          <a:prstGeom prst="ellipse">
            <a:avLst/>
          </a:prstGeom>
          <a:solidFill>
            <a:srgbClr val="000000"/>
          </a:solidFill>
          <a:ln/>
        </p:spPr>
      </p:sp>
      <p:sp>
        <p:nvSpPr>
          <p:cNvPr id="64" name="Shape 62"/>
          <p:cNvSpPr/>
          <p:nvPr/>
        </p:nvSpPr>
        <p:spPr>
          <a:xfrm>
            <a:off x="11104321" y="873887"/>
            <a:ext cx="21336" cy="21336"/>
          </a:xfrm>
          <a:prstGeom prst="ellipse">
            <a:avLst/>
          </a:prstGeom>
          <a:solidFill>
            <a:srgbClr val="000000"/>
          </a:solidFill>
          <a:ln/>
        </p:spPr>
      </p:sp>
      <p:sp>
        <p:nvSpPr>
          <p:cNvPr id="65" name="Shape 63"/>
          <p:cNvSpPr/>
          <p:nvPr/>
        </p:nvSpPr>
        <p:spPr>
          <a:xfrm>
            <a:off x="11061649" y="808101"/>
            <a:ext cx="21336" cy="21336"/>
          </a:xfrm>
          <a:prstGeom prst="ellipse">
            <a:avLst/>
          </a:prstGeom>
          <a:solidFill>
            <a:srgbClr val="000000"/>
          </a:solidFill>
          <a:ln/>
        </p:spPr>
      </p:sp>
      <p:sp>
        <p:nvSpPr>
          <p:cNvPr id="66" name="Shape 64"/>
          <p:cNvSpPr/>
          <p:nvPr/>
        </p:nvSpPr>
        <p:spPr>
          <a:xfrm>
            <a:off x="11039424" y="732536"/>
            <a:ext cx="21336" cy="21336"/>
          </a:xfrm>
          <a:prstGeom prst="ellipse">
            <a:avLst/>
          </a:prstGeom>
          <a:solidFill>
            <a:srgbClr val="000000"/>
          </a:solidFill>
          <a:ln/>
        </p:spPr>
      </p:sp>
      <p:sp>
        <p:nvSpPr>
          <p:cNvPr id="67" name="Shape 65"/>
          <p:cNvSpPr/>
          <p:nvPr/>
        </p:nvSpPr>
        <p:spPr>
          <a:xfrm>
            <a:off x="11039424" y="654304"/>
            <a:ext cx="21336" cy="21336"/>
          </a:xfrm>
          <a:prstGeom prst="ellipse">
            <a:avLst/>
          </a:prstGeom>
          <a:solidFill>
            <a:srgbClr val="000000"/>
          </a:solidFill>
          <a:ln/>
        </p:spPr>
      </p:sp>
      <p:sp>
        <p:nvSpPr>
          <p:cNvPr id="68" name="Shape 66"/>
          <p:cNvSpPr/>
          <p:nvPr/>
        </p:nvSpPr>
        <p:spPr>
          <a:xfrm>
            <a:off x="11061649" y="578739"/>
            <a:ext cx="21336" cy="21336"/>
          </a:xfrm>
          <a:prstGeom prst="ellipse">
            <a:avLst/>
          </a:prstGeom>
          <a:solidFill>
            <a:srgbClr val="000000"/>
          </a:solidFill>
          <a:ln/>
        </p:spPr>
      </p:sp>
      <p:sp>
        <p:nvSpPr>
          <p:cNvPr id="69" name="Shape 67"/>
          <p:cNvSpPr/>
          <p:nvPr/>
        </p:nvSpPr>
        <p:spPr>
          <a:xfrm>
            <a:off x="11104321" y="512953"/>
            <a:ext cx="21336" cy="21336"/>
          </a:xfrm>
          <a:prstGeom prst="ellipse">
            <a:avLst/>
          </a:prstGeom>
          <a:solidFill>
            <a:srgbClr val="000000"/>
          </a:solidFill>
          <a:ln/>
        </p:spPr>
      </p:sp>
      <p:sp>
        <p:nvSpPr>
          <p:cNvPr id="70" name="Shape 68"/>
          <p:cNvSpPr/>
          <p:nvPr/>
        </p:nvSpPr>
        <p:spPr>
          <a:xfrm>
            <a:off x="11162995" y="461391"/>
            <a:ext cx="21336" cy="21336"/>
          </a:xfrm>
          <a:prstGeom prst="ellipse">
            <a:avLst/>
          </a:prstGeom>
          <a:solidFill>
            <a:srgbClr val="000000"/>
          </a:solidFill>
          <a:ln/>
        </p:spPr>
      </p:sp>
      <p:sp>
        <p:nvSpPr>
          <p:cNvPr id="71" name="Shape 69"/>
          <p:cNvSpPr/>
          <p:nvPr/>
        </p:nvSpPr>
        <p:spPr>
          <a:xfrm>
            <a:off x="11235004" y="429387"/>
            <a:ext cx="21336" cy="21336"/>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Onze casus: eerstejaarsuitval</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De vraag</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Wie stopt na jaar 1?</a:t>
            </a:r>
            <a:endParaRPr lang="en-US" sz="23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eerstejaars stoppen binnen een jaar, en verschilt dat per sector en opleidingsvorm?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De AI-taak</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Uitval per cohort</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Uitval binnen 1 jaar per cohort berekenen en vergelijken naar sector, geslacht en opleiding.</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Het product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Eén dashboard</a:t>
            </a:r>
            <a:endParaRPr lang="en-US" sz="24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dashboard dat de vraag beantwoordt, met de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Data: 3070 fictieve studenten, cohorten 2012-2023, één bestand: data/synthetisch_1cho.csv.</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296345" y="615188"/>
            <a:ext cx="53340" cy="53340"/>
          </a:xfrm>
          <a:prstGeom prst="ellipse">
            <a:avLst/>
          </a:prstGeom>
          <a:solidFill>
            <a:srgbClr val="000000"/>
          </a:solidFill>
          <a:ln/>
        </p:spPr>
      </p:sp>
      <p:sp>
        <p:nvSpPr>
          <p:cNvPr id="3" name="Shape 1"/>
          <p:cNvSpPr/>
          <p:nvPr/>
        </p:nvSpPr>
        <p:spPr>
          <a:xfrm>
            <a:off x="11350574" y="646303"/>
            <a:ext cx="53340" cy="53340"/>
          </a:xfrm>
          <a:prstGeom prst="ellipse">
            <a:avLst/>
          </a:prstGeom>
          <a:solidFill>
            <a:srgbClr val="000000"/>
          </a:solidFill>
          <a:ln/>
        </p:spPr>
      </p:sp>
      <p:sp>
        <p:nvSpPr>
          <p:cNvPr id="4" name="Shape 2"/>
          <p:cNvSpPr/>
          <p:nvPr/>
        </p:nvSpPr>
        <p:spPr>
          <a:xfrm>
            <a:off x="11350574" y="708533"/>
            <a:ext cx="53340" cy="53340"/>
          </a:xfrm>
          <a:prstGeom prst="ellipse">
            <a:avLst/>
          </a:prstGeom>
          <a:solidFill>
            <a:srgbClr val="000000"/>
          </a:solidFill>
          <a:ln/>
        </p:spPr>
      </p:sp>
      <p:sp>
        <p:nvSpPr>
          <p:cNvPr id="5" name="Shape 3"/>
          <p:cNvSpPr/>
          <p:nvPr/>
        </p:nvSpPr>
        <p:spPr>
          <a:xfrm>
            <a:off x="11296345" y="739648"/>
            <a:ext cx="53340" cy="53340"/>
          </a:xfrm>
          <a:prstGeom prst="ellipse">
            <a:avLst/>
          </a:prstGeom>
          <a:solidFill>
            <a:srgbClr val="000000"/>
          </a:solidFill>
          <a:ln/>
        </p:spPr>
      </p:sp>
      <p:sp>
        <p:nvSpPr>
          <p:cNvPr id="6" name="Shape 4"/>
          <p:cNvSpPr/>
          <p:nvPr/>
        </p:nvSpPr>
        <p:spPr>
          <a:xfrm>
            <a:off x="11242116" y="708533"/>
            <a:ext cx="53340" cy="53340"/>
          </a:xfrm>
          <a:prstGeom prst="ellipse">
            <a:avLst/>
          </a:prstGeom>
          <a:solidFill>
            <a:srgbClr val="000000"/>
          </a:solidFill>
          <a:ln/>
        </p:spPr>
      </p:sp>
      <p:sp>
        <p:nvSpPr>
          <p:cNvPr id="7" name="Shape 5"/>
          <p:cNvSpPr/>
          <p:nvPr/>
        </p:nvSpPr>
        <p:spPr>
          <a:xfrm>
            <a:off x="11242116" y="646303"/>
            <a:ext cx="53340" cy="53340"/>
          </a:xfrm>
          <a:prstGeom prst="ellipse">
            <a:avLst/>
          </a:prstGeom>
          <a:solidFill>
            <a:srgbClr val="000000"/>
          </a:solidFill>
          <a:ln/>
        </p:spPr>
      </p:sp>
      <p:sp>
        <p:nvSpPr>
          <p:cNvPr id="8" name="Shape 6"/>
          <p:cNvSpPr/>
          <p:nvPr/>
        </p:nvSpPr>
        <p:spPr>
          <a:xfrm>
            <a:off x="11300790" y="566293"/>
            <a:ext cx="44450" cy="44450"/>
          </a:xfrm>
          <a:prstGeom prst="ellipse">
            <a:avLst/>
          </a:prstGeom>
          <a:solidFill>
            <a:srgbClr val="000000"/>
          </a:solidFill>
          <a:ln/>
        </p:spPr>
      </p:sp>
      <p:sp>
        <p:nvSpPr>
          <p:cNvPr id="9" name="Shape 7"/>
          <p:cNvSpPr/>
          <p:nvPr/>
        </p:nvSpPr>
        <p:spPr>
          <a:xfrm>
            <a:off x="11368354" y="588518"/>
            <a:ext cx="44450" cy="44450"/>
          </a:xfrm>
          <a:prstGeom prst="ellipse">
            <a:avLst/>
          </a:prstGeom>
          <a:solidFill>
            <a:srgbClr val="000000"/>
          </a:solidFill>
          <a:ln/>
        </p:spPr>
      </p:sp>
      <p:sp>
        <p:nvSpPr>
          <p:cNvPr id="10" name="Shape 8"/>
          <p:cNvSpPr/>
          <p:nvPr/>
        </p:nvSpPr>
        <p:spPr>
          <a:xfrm>
            <a:off x="11411026" y="646303"/>
            <a:ext cx="44450" cy="44450"/>
          </a:xfrm>
          <a:prstGeom prst="ellipse">
            <a:avLst/>
          </a:prstGeom>
          <a:solidFill>
            <a:srgbClr val="000000"/>
          </a:solidFill>
          <a:ln/>
        </p:spPr>
      </p:sp>
      <p:sp>
        <p:nvSpPr>
          <p:cNvPr id="11" name="Shape 9"/>
          <p:cNvSpPr/>
          <p:nvPr/>
        </p:nvSpPr>
        <p:spPr>
          <a:xfrm>
            <a:off x="11411026" y="717423"/>
            <a:ext cx="44450" cy="44450"/>
          </a:xfrm>
          <a:prstGeom prst="ellipse">
            <a:avLst/>
          </a:prstGeom>
          <a:solidFill>
            <a:srgbClr val="000000"/>
          </a:solidFill>
          <a:ln/>
        </p:spPr>
      </p:sp>
      <p:sp>
        <p:nvSpPr>
          <p:cNvPr id="12" name="Shape 10"/>
          <p:cNvSpPr/>
          <p:nvPr/>
        </p:nvSpPr>
        <p:spPr>
          <a:xfrm>
            <a:off x="11368354" y="775208"/>
            <a:ext cx="44450" cy="44450"/>
          </a:xfrm>
          <a:prstGeom prst="ellipse">
            <a:avLst/>
          </a:prstGeom>
          <a:solidFill>
            <a:srgbClr val="000000"/>
          </a:solidFill>
          <a:ln/>
        </p:spPr>
      </p:sp>
      <p:sp>
        <p:nvSpPr>
          <p:cNvPr id="13" name="Shape 11"/>
          <p:cNvSpPr/>
          <p:nvPr/>
        </p:nvSpPr>
        <p:spPr>
          <a:xfrm>
            <a:off x="11300790" y="797433"/>
            <a:ext cx="44450" cy="44450"/>
          </a:xfrm>
          <a:prstGeom prst="ellipse">
            <a:avLst/>
          </a:prstGeom>
          <a:solidFill>
            <a:srgbClr val="000000"/>
          </a:solidFill>
          <a:ln/>
        </p:spPr>
      </p:sp>
      <p:sp>
        <p:nvSpPr>
          <p:cNvPr id="14" name="Shape 12"/>
          <p:cNvSpPr/>
          <p:nvPr/>
        </p:nvSpPr>
        <p:spPr>
          <a:xfrm>
            <a:off x="11233226" y="775208"/>
            <a:ext cx="44450" cy="44450"/>
          </a:xfrm>
          <a:prstGeom prst="ellipse">
            <a:avLst/>
          </a:prstGeom>
          <a:solidFill>
            <a:srgbClr val="000000"/>
          </a:solidFill>
          <a:ln/>
        </p:spPr>
      </p:sp>
      <p:sp>
        <p:nvSpPr>
          <p:cNvPr id="15" name="Shape 13"/>
          <p:cNvSpPr/>
          <p:nvPr/>
        </p:nvSpPr>
        <p:spPr>
          <a:xfrm>
            <a:off x="11190554" y="717423"/>
            <a:ext cx="44450" cy="44450"/>
          </a:xfrm>
          <a:prstGeom prst="ellipse">
            <a:avLst/>
          </a:prstGeom>
          <a:solidFill>
            <a:srgbClr val="000000"/>
          </a:solidFill>
          <a:ln/>
        </p:spPr>
      </p:sp>
      <p:sp>
        <p:nvSpPr>
          <p:cNvPr id="16" name="Shape 14"/>
          <p:cNvSpPr/>
          <p:nvPr/>
        </p:nvSpPr>
        <p:spPr>
          <a:xfrm>
            <a:off x="11190554" y="646303"/>
            <a:ext cx="44450" cy="44450"/>
          </a:xfrm>
          <a:prstGeom prst="ellipse">
            <a:avLst/>
          </a:prstGeom>
          <a:solidFill>
            <a:srgbClr val="000000"/>
          </a:solidFill>
          <a:ln/>
        </p:spPr>
      </p:sp>
      <p:sp>
        <p:nvSpPr>
          <p:cNvPr id="17" name="Shape 15"/>
          <p:cNvSpPr/>
          <p:nvPr/>
        </p:nvSpPr>
        <p:spPr>
          <a:xfrm>
            <a:off x="11233226" y="588518"/>
            <a:ext cx="44450" cy="44450"/>
          </a:xfrm>
          <a:prstGeom prst="ellipse">
            <a:avLst/>
          </a:prstGeom>
          <a:solidFill>
            <a:srgbClr val="000000"/>
          </a:solidFill>
          <a:ln/>
        </p:spPr>
      </p:sp>
      <p:sp>
        <p:nvSpPr>
          <p:cNvPr id="18" name="Shape 16"/>
          <p:cNvSpPr/>
          <p:nvPr/>
        </p:nvSpPr>
        <p:spPr>
          <a:xfrm>
            <a:off x="11305235" y="517398"/>
            <a:ext cx="35560" cy="35560"/>
          </a:xfrm>
          <a:prstGeom prst="ellipse">
            <a:avLst/>
          </a:prstGeom>
          <a:solidFill>
            <a:srgbClr val="000000"/>
          </a:solidFill>
          <a:ln/>
        </p:spPr>
      </p:sp>
      <p:sp>
        <p:nvSpPr>
          <p:cNvPr id="19" name="Shape 17"/>
          <p:cNvSpPr/>
          <p:nvPr/>
        </p:nvSpPr>
        <p:spPr>
          <a:xfrm>
            <a:off x="11378133" y="534289"/>
            <a:ext cx="35560" cy="35560"/>
          </a:xfrm>
          <a:prstGeom prst="ellipse">
            <a:avLst/>
          </a:prstGeom>
          <a:solidFill>
            <a:srgbClr val="000000"/>
          </a:solidFill>
          <a:ln/>
        </p:spPr>
      </p:sp>
      <p:sp>
        <p:nvSpPr>
          <p:cNvPr id="20" name="Shape 18"/>
          <p:cNvSpPr/>
          <p:nvPr/>
        </p:nvSpPr>
        <p:spPr>
          <a:xfrm>
            <a:off x="11437696" y="581406"/>
            <a:ext cx="35560" cy="35560"/>
          </a:xfrm>
          <a:prstGeom prst="ellipse">
            <a:avLst/>
          </a:prstGeom>
          <a:solidFill>
            <a:srgbClr val="000000"/>
          </a:solidFill>
          <a:ln/>
        </p:spPr>
      </p:sp>
      <p:sp>
        <p:nvSpPr>
          <p:cNvPr id="21" name="Shape 19"/>
          <p:cNvSpPr/>
          <p:nvPr/>
        </p:nvSpPr>
        <p:spPr>
          <a:xfrm>
            <a:off x="11469700" y="648970"/>
            <a:ext cx="35560" cy="35560"/>
          </a:xfrm>
          <a:prstGeom prst="ellipse">
            <a:avLst/>
          </a:prstGeom>
          <a:solidFill>
            <a:srgbClr val="000000"/>
          </a:solidFill>
          <a:ln/>
        </p:spPr>
      </p:sp>
      <p:sp>
        <p:nvSpPr>
          <p:cNvPr id="22" name="Shape 20"/>
          <p:cNvSpPr/>
          <p:nvPr/>
        </p:nvSpPr>
        <p:spPr>
          <a:xfrm>
            <a:off x="11469700" y="723646"/>
            <a:ext cx="35560" cy="35560"/>
          </a:xfrm>
          <a:prstGeom prst="ellipse">
            <a:avLst/>
          </a:prstGeom>
          <a:solidFill>
            <a:srgbClr val="000000"/>
          </a:solidFill>
          <a:ln/>
        </p:spPr>
      </p:sp>
      <p:sp>
        <p:nvSpPr>
          <p:cNvPr id="23" name="Shape 21"/>
          <p:cNvSpPr/>
          <p:nvPr/>
        </p:nvSpPr>
        <p:spPr>
          <a:xfrm>
            <a:off x="11437696" y="791210"/>
            <a:ext cx="35560" cy="35560"/>
          </a:xfrm>
          <a:prstGeom prst="ellipse">
            <a:avLst/>
          </a:prstGeom>
          <a:solidFill>
            <a:srgbClr val="000000"/>
          </a:solidFill>
          <a:ln/>
        </p:spPr>
      </p:sp>
      <p:sp>
        <p:nvSpPr>
          <p:cNvPr id="24" name="Shape 22"/>
          <p:cNvSpPr/>
          <p:nvPr/>
        </p:nvSpPr>
        <p:spPr>
          <a:xfrm>
            <a:off x="11378133" y="838327"/>
            <a:ext cx="35560" cy="35560"/>
          </a:xfrm>
          <a:prstGeom prst="ellipse">
            <a:avLst/>
          </a:prstGeom>
          <a:solidFill>
            <a:srgbClr val="000000"/>
          </a:solidFill>
          <a:ln/>
        </p:spPr>
      </p:sp>
      <p:sp>
        <p:nvSpPr>
          <p:cNvPr id="25" name="Shape 23"/>
          <p:cNvSpPr/>
          <p:nvPr/>
        </p:nvSpPr>
        <p:spPr>
          <a:xfrm>
            <a:off x="11305235" y="855218"/>
            <a:ext cx="35560" cy="35560"/>
          </a:xfrm>
          <a:prstGeom prst="ellipse">
            <a:avLst/>
          </a:prstGeom>
          <a:solidFill>
            <a:srgbClr val="000000"/>
          </a:solidFill>
          <a:ln/>
        </p:spPr>
      </p:sp>
      <p:sp>
        <p:nvSpPr>
          <p:cNvPr id="26" name="Shape 24"/>
          <p:cNvSpPr/>
          <p:nvPr/>
        </p:nvSpPr>
        <p:spPr>
          <a:xfrm>
            <a:off x="11232337" y="838327"/>
            <a:ext cx="35560" cy="35560"/>
          </a:xfrm>
          <a:prstGeom prst="ellipse">
            <a:avLst/>
          </a:prstGeom>
          <a:solidFill>
            <a:srgbClr val="000000"/>
          </a:solidFill>
          <a:ln/>
        </p:spPr>
      </p:sp>
      <p:sp>
        <p:nvSpPr>
          <p:cNvPr id="27" name="Shape 25"/>
          <p:cNvSpPr/>
          <p:nvPr/>
        </p:nvSpPr>
        <p:spPr>
          <a:xfrm>
            <a:off x="11172774" y="791210"/>
            <a:ext cx="35560" cy="35560"/>
          </a:xfrm>
          <a:prstGeom prst="ellipse">
            <a:avLst/>
          </a:prstGeom>
          <a:solidFill>
            <a:srgbClr val="000000"/>
          </a:solidFill>
          <a:ln/>
        </p:spPr>
      </p:sp>
      <p:sp>
        <p:nvSpPr>
          <p:cNvPr id="28" name="Shape 26"/>
          <p:cNvSpPr/>
          <p:nvPr/>
        </p:nvSpPr>
        <p:spPr>
          <a:xfrm>
            <a:off x="11140770" y="723646"/>
            <a:ext cx="35560" cy="35560"/>
          </a:xfrm>
          <a:prstGeom prst="ellipse">
            <a:avLst/>
          </a:prstGeom>
          <a:solidFill>
            <a:srgbClr val="000000"/>
          </a:solidFill>
          <a:ln/>
        </p:spPr>
      </p:sp>
      <p:sp>
        <p:nvSpPr>
          <p:cNvPr id="29" name="Shape 27"/>
          <p:cNvSpPr/>
          <p:nvPr/>
        </p:nvSpPr>
        <p:spPr>
          <a:xfrm>
            <a:off x="11140770" y="648970"/>
            <a:ext cx="35560" cy="35560"/>
          </a:xfrm>
          <a:prstGeom prst="ellipse">
            <a:avLst/>
          </a:prstGeom>
          <a:solidFill>
            <a:srgbClr val="000000"/>
          </a:solidFill>
          <a:ln/>
        </p:spPr>
      </p:sp>
      <p:sp>
        <p:nvSpPr>
          <p:cNvPr id="30" name="Shape 28"/>
          <p:cNvSpPr/>
          <p:nvPr/>
        </p:nvSpPr>
        <p:spPr>
          <a:xfrm>
            <a:off x="11172774" y="581406"/>
            <a:ext cx="35560" cy="35560"/>
          </a:xfrm>
          <a:prstGeom prst="ellipse">
            <a:avLst/>
          </a:prstGeom>
          <a:solidFill>
            <a:srgbClr val="000000"/>
          </a:solidFill>
          <a:ln/>
        </p:spPr>
      </p:sp>
      <p:sp>
        <p:nvSpPr>
          <p:cNvPr id="31" name="Shape 29"/>
          <p:cNvSpPr/>
          <p:nvPr/>
        </p:nvSpPr>
        <p:spPr>
          <a:xfrm>
            <a:off x="11232337" y="534289"/>
            <a:ext cx="35560" cy="35560"/>
          </a:xfrm>
          <a:prstGeom prst="ellipse">
            <a:avLst/>
          </a:prstGeom>
          <a:solidFill>
            <a:srgbClr val="000000"/>
          </a:solidFill>
          <a:ln/>
        </p:spPr>
      </p:sp>
      <p:sp>
        <p:nvSpPr>
          <p:cNvPr id="32" name="Shape 30"/>
          <p:cNvSpPr/>
          <p:nvPr/>
        </p:nvSpPr>
        <p:spPr>
          <a:xfrm>
            <a:off x="11308791" y="467614"/>
            <a:ext cx="28448" cy="28448"/>
          </a:xfrm>
          <a:prstGeom prst="ellipse">
            <a:avLst/>
          </a:prstGeom>
          <a:solidFill>
            <a:srgbClr val="000000"/>
          </a:solidFill>
          <a:ln/>
        </p:spPr>
      </p:sp>
      <p:sp>
        <p:nvSpPr>
          <p:cNvPr id="33" name="Shape 31"/>
          <p:cNvSpPr/>
          <p:nvPr/>
        </p:nvSpPr>
        <p:spPr>
          <a:xfrm>
            <a:off x="11385245" y="480949"/>
            <a:ext cx="28448" cy="28448"/>
          </a:xfrm>
          <a:prstGeom prst="ellipse">
            <a:avLst/>
          </a:prstGeom>
          <a:solidFill>
            <a:srgbClr val="000000"/>
          </a:solidFill>
          <a:ln/>
        </p:spPr>
      </p:sp>
      <p:sp>
        <p:nvSpPr>
          <p:cNvPr id="34" name="Shape 32"/>
          <p:cNvSpPr/>
          <p:nvPr/>
        </p:nvSpPr>
        <p:spPr>
          <a:xfrm>
            <a:off x="11451920" y="519176"/>
            <a:ext cx="28448" cy="28448"/>
          </a:xfrm>
          <a:prstGeom prst="ellipse">
            <a:avLst/>
          </a:prstGeom>
          <a:solidFill>
            <a:srgbClr val="000000"/>
          </a:solidFill>
          <a:ln/>
        </p:spPr>
      </p:sp>
      <p:sp>
        <p:nvSpPr>
          <p:cNvPr id="35" name="Shape 33"/>
          <p:cNvSpPr/>
          <p:nvPr/>
        </p:nvSpPr>
        <p:spPr>
          <a:xfrm>
            <a:off x="11501704" y="578739"/>
            <a:ext cx="28448" cy="28448"/>
          </a:xfrm>
          <a:prstGeom prst="ellipse">
            <a:avLst/>
          </a:prstGeom>
          <a:solidFill>
            <a:srgbClr val="000000"/>
          </a:solidFill>
          <a:ln/>
        </p:spPr>
      </p:sp>
      <p:sp>
        <p:nvSpPr>
          <p:cNvPr id="36" name="Shape 34"/>
          <p:cNvSpPr/>
          <p:nvPr/>
        </p:nvSpPr>
        <p:spPr>
          <a:xfrm>
            <a:off x="11527485" y="651637"/>
            <a:ext cx="28448" cy="28448"/>
          </a:xfrm>
          <a:prstGeom prst="ellipse">
            <a:avLst/>
          </a:prstGeom>
          <a:solidFill>
            <a:srgbClr val="000000"/>
          </a:solidFill>
          <a:ln/>
        </p:spPr>
      </p:sp>
      <p:sp>
        <p:nvSpPr>
          <p:cNvPr id="37" name="Shape 35"/>
          <p:cNvSpPr/>
          <p:nvPr/>
        </p:nvSpPr>
        <p:spPr>
          <a:xfrm>
            <a:off x="11527485" y="728091"/>
            <a:ext cx="28448" cy="28448"/>
          </a:xfrm>
          <a:prstGeom prst="ellipse">
            <a:avLst/>
          </a:prstGeom>
          <a:solidFill>
            <a:srgbClr val="000000"/>
          </a:solidFill>
          <a:ln/>
        </p:spPr>
      </p:sp>
      <p:sp>
        <p:nvSpPr>
          <p:cNvPr id="38" name="Shape 36"/>
          <p:cNvSpPr/>
          <p:nvPr/>
        </p:nvSpPr>
        <p:spPr>
          <a:xfrm>
            <a:off x="11501704" y="800989"/>
            <a:ext cx="28448" cy="28448"/>
          </a:xfrm>
          <a:prstGeom prst="ellipse">
            <a:avLst/>
          </a:prstGeom>
          <a:solidFill>
            <a:srgbClr val="000000"/>
          </a:solidFill>
          <a:ln/>
        </p:spPr>
      </p:sp>
      <p:sp>
        <p:nvSpPr>
          <p:cNvPr id="39" name="Shape 37"/>
          <p:cNvSpPr/>
          <p:nvPr/>
        </p:nvSpPr>
        <p:spPr>
          <a:xfrm>
            <a:off x="11451920" y="860552"/>
            <a:ext cx="28448" cy="28448"/>
          </a:xfrm>
          <a:prstGeom prst="ellipse">
            <a:avLst/>
          </a:prstGeom>
          <a:solidFill>
            <a:srgbClr val="000000"/>
          </a:solidFill>
          <a:ln/>
        </p:spPr>
      </p:sp>
      <p:sp>
        <p:nvSpPr>
          <p:cNvPr id="40" name="Shape 38"/>
          <p:cNvSpPr/>
          <p:nvPr/>
        </p:nvSpPr>
        <p:spPr>
          <a:xfrm>
            <a:off x="11385245" y="898779"/>
            <a:ext cx="28448" cy="28448"/>
          </a:xfrm>
          <a:prstGeom prst="ellipse">
            <a:avLst/>
          </a:prstGeom>
          <a:solidFill>
            <a:srgbClr val="000000"/>
          </a:solidFill>
          <a:ln/>
        </p:spPr>
      </p:sp>
      <p:sp>
        <p:nvSpPr>
          <p:cNvPr id="41" name="Shape 39"/>
          <p:cNvSpPr/>
          <p:nvPr/>
        </p:nvSpPr>
        <p:spPr>
          <a:xfrm>
            <a:off x="11308791" y="912114"/>
            <a:ext cx="28448" cy="28448"/>
          </a:xfrm>
          <a:prstGeom prst="ellipse">
            <a:avLst/>
          </a:prstGeom>
          <a:solidFill>
            <a:srgbClr val="000000"/>
          </a:solidFill>
          <a:ln/>
        </p:spPr>
      </p:sp>
      <p:sp>
        <p:nvSpPr>
          <p:cNvPr id="42" name="Shape 40"/>
          <p:cNvSpPr/>
          <p:nvPr/>
        </p:nvSpPr>
        <p:spPr>
          <a:xfrm>
            <a:off x="11232337" y="898779"/>
            <a:ext cx="28448" cy="28448"/>
          </a:xfrm>
          <a:prstGeom prst="ellipse">
            <a:avLst/>
          </a:prstGeom>
          <a:solidFill>
            <a:srgbClr val="000000"/>
          </a:solidFill>
          <a:ln/>
        </p:spPr>
      </p:sp>
      <p:sp>
        <p:nvSpPr>
          <p:cNvPr id="43" name="Shape 41"/>
          <p:cNvSpPr/>
          <p:nvPr/>
        </p:nvSpPr>
        <p:spPr>
          <a:xfrm>
            <a:off x="11165662" y="860552"/>
            <a:ext cx="28448" cy="28448"/>
          </a:xfrm>
          <a:prstGeom prst="ellipse">
            <a:avLst/>
          </a:prstGeom>
          <a:solidFill>
            <a:srgbClr val="000000"/>
          </a:solidFill>
          <a:ln/>
        </p:spPr>
      </p:sp>
      <p:sp>
        <p:nvSpPr>
          <p:cNvPr id="44" name="Shape 42"/>
          <p:cNvSpPr/>
          <p:nvPr/>
        </p:nvSpPr>
        <p:spPr>
          <a:xfrm>
            <a:off x="11115878" y="800989"/>
            <a:ext cx="28448" cy="28448"/>
          </a:xfrm>
          <a:prstGeom prst="ellipse">
            <a:avLst/>
          </a:prstGeom>
          <a:solidFill>
            <a:srgbClr val="000000"/>
          </a:solidFill>
          <a:ln/>
        </p:spPr>
      </p:sp>
      <p:sp>
        <p:nvSpPr>
          <p:cNvPr id="45" name="Shape 43"/>
          <p:cNvSpPr/>
          <p:nvPr/>
        </p:nvSpPr>
        <p:spPr>
          <a:xfrm>
            <a:off x="11090097" y="728091"/>
            <a:ext cx="28448" cy="28448"/>
          </a:xfrm>
          <a:prstGeom prst="ellipse">
            <a:avLst/>
          </a:prstGeom>
          <a:solidFill>
            <a:srgbClr val="000000"/>
          </a:solidFill>
          <a:ln/>
        </p:spPr>
      </p:sp>
      <p:sp>
        <p:nvSpPr>
          <p:cNvPr id="46" name="Shape 44"/>
          <p:cNvSpPr/>
          <p:nvPr/>
        </p:nvSpPr>
        <p:spPr>
          <a:xfrm>
            <a:off x="11090097" y="651637"/>
            <a:ext cx="28448" cy="28448"/>
          </a:xfrm>
          <a:prstGeom prst="ellipse">
            <a:avLst/>
          </a:prstGeom>
          <a:solidFill>
            <a:srgbClr val="000000"/>
          </a:solidFill>
          <a:ln/>
        </p:spPr>
      </p:sp>
      <p:sp>
        <p:nvSpPr>
          <p:cNvPr id="47" name="Shape 45"/>
          <p:cNvSpPr/>
          <p:nvPr/>
        </p:nvSpPr>
        <p:spPr>
          <a:xfrm>
            <a:off x="11115878" y="578739"/>
            <a:ext cx="28448" cy="28448"/>
          </a:xfrm>
          <a:prstGeom prst="ellipse">
            <a:avLst/>
          </a:prstGeom>
          <a:solidFill>
            <a:srgbClr val="000000"/>
          </a:solidFill>
          <a:ln/>
        </p:spPr>
      </p:sp>
      <p:sp>
        <p:nvSpPr>
          <p:cNvPr id="48" name="Shape 46"/>
          <p:cNvSpPr/>
          <p:nvPr/>
        </p:nvSpPr>
        <p:spPr>
          <a:xfrm>
            <a:off x="11165662" y="519176"/>
            <a:ext cx="28448" cy="28448"/>
          </a:xfrm>
          <a:prstGeom prst="ellipse">
            <a:avLst/>
          </a:prstGeom>
          <a:solidFill>
            <a:srgbClr val="000000"/>
          </a:solidFill>
          <a:ln/>
        </p:spPr>
      </p:sp>
      <p:sp>
        <p:nvSpPr>
          <p:cNvPr id="49" name="Shape 47"/>
          <p:cNvSpPr/>
          <p:nvPr/>
        </p:nvSpPr>
        <p:spPr>
          <a:xfrm>
            <a:off x="11232337" y="480949"/>
            <a:ext cx="28448" cy="28448"/>
          </a:xfrm>
          <a:prstGeom prst="ellipse">
            <a:avLst/>
          </a:prstGeom>
          <a:solidFill>
            <a:srgbClr val="000000"/>
          </a:solidFill>
          <a:ln/>
        </p:spPr>
      </p:sp>
      <p:sp>
        <p:nvSpPr>
          <p:cNvPr id="50" name="Shape 48"/>
          <p:cNvSpPr/>
          <p:nvPr/>
        </p:nvSpPr>
        <p:spPr>
          <a:xfrm>
            <a:off x="11312347" y="417830"/>
            <a:ext cx="21336" cy="21336"/>
          </a:xfrm>
          <a:prstGeom prst="ellipse">
            <a:avLst/>
          </a:prstGeom>
          <a:solidFill>
            <a:srgbClr val="000000"/>
          </a:solidFill>
          <a:ln/>
        </p:spPr>
      </p:sp>
      <p:sp>
        <p:nvSpPr>
          <p:cNvPr id="51" name="Shape 49"/>
          <p:cNvSpPr/>
          <p:nvPr/>
        </p:nvSpPr>
        <p:spPr>
          <a:xfrm>
            <a:off x="11389690" y="429387"/>
            <a:ext cx="21336" cy="21336"/>
          </a:xfrm>
          <a:prstGeom prst="ellipse">
            <a:avLst/>
          </a:prstGeom>
          <a:solidFill>
            <a:srgbClr val="000000"/>
          </a:solidFill>
          <a:ln/>
        </p:spPr>
      </p:sp>
      <p:sp>
        <p:nvSpPr>
          <p:cNvPr id="52" name="Shape 50"/>
          <p:cNvSpPr/>
          <p:nvPr/>
        </p:nvSpPr>
        <p:spPr>
          <a:xfrm>
            <a:off x="11461699" y="461391"/>
            <a:ext cx="21336" cy="21336"/>
          </a:xfrm>
          <a:prstGeom prst="ellipse">
            <a:avLst/>
          </a:prstGeom>
          <a:solidFill>
            <a:srgbClr val="000000"/>
          </a:solidFill>
          <a:ln/>
        </p:spPr>
      </p:sp>
      <p:sp>
        <p:nvSpPr>
          <p:cNvPr id="53" name="Shape 51"/>
          <p:cNvSpPr/>
          <p:nvPr/>
        </p:nvSpPr>
        <p:spPr>
          <a:xfrm>
            <a:off x="11520373" y="512953"/>
            <a:ext cx="21336" cy="21336"/>
          </a:xfrm>
          <a:prstGeom prst="ellipse">
            <a:avLst/>
          </a:prstGeom>
          <a:solidFill>
            <a:srgbClr val="000000"/>
          </a:solidFill>
          <a:ln/>
        </p:spPr>
      </p:sp>
      <p:sp>
        <p:nvSpPr>
          <p:cNvPr id="54" name="Shape 52"/>
          <p:cNvSpPr/>
          <p:nvPr/>
        </p:nvSpPr>
        <p:spPr>
          <a:xfrm>
            <a:off x="11563045" y="578739"/>
            <a:ext cx="21336" cy="21336"/>
          </a:xfrm>
          <a:prstGeom prst="ellipse">
            <a:avLst/>
          </a:prstGeom>
          <a:solidFill>
            <a:srgbClr val="000000"/>
          </a:solidFill>
          <a:ln/>
        </p:spPr>
      </p:sp>
      <p:sp>
        <p:nvSpPr>
          <p:cNvPr id="55" name="Shape 53"/>
          <p:cNvSpPr/>
          <p:nvPr/>
        </p:nvSpPr>
        <p:spPr>
          <a:xfrm>
            <a:off x="11585270" y="654304"/>
            <a:ext cx="21336" cy="21336"/>
          </a:xfrm>
          <a:prstGeom prst="ellipse">
            <a:avLst/>
          </a:prstGeom>
          <a:solidFill>
            <a:srgbClr val="000000"/>
          </a:solidFill>
          <a:ln/>
        </p:spPr>
      </p:sp>
      <p:sp>
        <p:nvSpPr>
          <p:cNvPr id="56" name="Shape 54"/>
          <p:cNvSpPr/>
          <p:nvPr/>
        </p:nvSpPr>
        <p:spPr>
          <a:xfrm>
            <a:off x="11585270" y="732536"/>
            <a:ext cx="21336" cy="21336"/>
          </a:xfrm>
          <a:prstGeom prst="ellipse">
            <a:avLst/>
          </a:prstGeom>
          <a:solidFill>
            <a:srgbClr val="000000"/>
          </a:solidFill>
          <a:ln/>
        </p:spPr>
      </p:sp>
      <p:sp>
        <p:nvSpPr>
          <p:cNvPr id="57" name="Shape 55"/>
          <p:cNvSpPr/>
          <p:nvPr/>
        </p:nvSpPr>
        <p:spPr>
          <a:xfrm>
            <a:off x="11563045" y="808101"/>
            <a:ext cx="21336" cy="21336"/>
          </a:xfrm>
          <a:prstGeom prst="ellipse">
            <a:avLst/>
          </a:prstGeom>
          <a:solidFill>
            <a:srgbClr val="000000"/>
          </a:solidFill>
          <a:ln/>
        </p:spPr>
      </p:sp>
      <p:sp>
        <p:nvSpPr>
          <p:cNvPr id="58" name="Shape 56"/>
          <p:cNvSpPr/>
          <p:nvPr/>
        </p:nvSpPr>
        <p:spPr>
          <a:xfrm>
            <a:off x="11520373" y="873887"/>
            <a:ext cx="21336" cy="21336"/>
          </a:xfrm>
          <a:prstGeom prst="ellipse">
            <a:avLst/>
          </a:prstGeom>
          <a:solidFill>
            <a:srgbClr val="000000"/>
          </a:solidFill>
          <a:ln/>
        </p:spPr>
      </p:sp>
      <p:sp>
        <p:nvSpPr>
          <p:cNvPr id="59" name="Shape 57"/>
          <p:cNvSpPr/>
          <p:nvPr/>
        </p:nvSpPr>
        <p:spPr>
          <a:xfrm>
            <a:off x="11461699" y="925449"/>
            <a:ext cx="21336" cy="21336"/>
          </a:xfrm>
          <a:prstGeom prst="ellipse">
            <a:avLst/>
          </a:prstGeom>
          <a:solidFill>
            <a:srgbClr val="000000"/>
          </a:solidFill>
          <a:ln/>
        </p:spPr>
      </p:sp>
      <p:sp>
        <p:nvSpPr>
          <p:cNvPr id="60" name="Shape 58"/>
          <p:cNvSpPr/>
          <p:nvPr/>
        </p:nvSpPr>
        <p:spPr>
          <a:xfrm>
            <a:off x="11389690" y="957453"/>
            <a:ext cx="21336" cy="21336"/>
          </a:xfrm>
          <a:prstGeom prst="ellipse">
            <a:avLst/>
          </a:prstGeom>
          <a:solidFill>
            <a:srgbClr val="000000"/>
          </a:solidFill>
          <a:ln/>
        </p:spPr>
      </p:sp>
      <p:sp>
        <p:nvSpPr>
          <p:cNvPr id="61" name="Shape 59"/>
          <p:cNvSpPr/>
          <p:nvPr/>
        </p:nvSpPr>
        <p:spPr>
          <a:xfrm>
            <a:off x="11312347" y="969010"/>
            <a:ext cx="21336" cy="21336"/>
          </a:xfrm>
          <a:prstGeom prst="ellipse">
            <a:avLst/>
          </a:prstGeom>
          <a:solidFill>
            <a:srgbClr val="000000"/>
          </a:solidFill>
          <a:ln/>
        </p:spPr>
      </p:sp>
      <p:sp>
        <p:nvSpPr>
          <p:cNvPr id="62" name="Shape 60"/>
          <p:cNvSpPr/>
          <p:nvPr/>
        </p:nvSpPr>
        <p:spPr>
          <a:xfrm>
            <a:off x="11235004" y="957453"/>
            <a:ext cx="21336" cy="21336"/>
          </a:xfrm>
          <a:prstGeom prst="ellipse">
            <a:avLst/>
          </a:prstGeom>
          <a:solidFill>
            <a:srgbClr val="000000"/>
          </a:solidFill>
          <a:ln/>
        </p:spPr>
      </p:sp>
      <p:sp>
        <p:nvSpPr>
          <p:cNvPr id="63" name="Shape 61"/>
          <p:cNvSpPr/>
          <p:nvPr/>
        </p:nvSpPr>
        <p:spPr>
          <a:xfrm>
            <a:off x="11162995" y="925449"/>
            <a:ext cx="21336" cy="21336"/>
          </a:xfrm>
          <a:prstGeom prst="ellipse">
            <a:avLst/>
          </a:prstGeom>
          <a:solidFill>
            <a:srgbClr val="000000"/>
          </a:solidFill>
          <a:ln/>
        </p:spPr>
      </p:sp>
      <p:sp>
        <p:nvSpPr>
          <p:cNvPr id="64" name="Shape 62"/>
          <p:cNvSpPr/>
          <p:nvPr/>
        </p:nvSpPr>
        <p:spPr>
          <a:xfrm>
            <a:off x="11104321" y="873887"/>
            <a:ext cx="21336" cy="21336"/>
          </a:xfrm>
          <a:prstGeom prst="ellipse">
            <a:avLst/>
          </a:prstGeom>
          <a:solidFill>
            <a:srgbClr val="000000"/>
          </a:solidFill>
          <a:ln/>
        </p:spPr>
      </p:sp>
      <p:sp>
        <p:nvSpPr>
          <p:cNvPr id="65" name="Shape 63"/>
          <p:cNvSpPr/>
          <p:nvPr/>
        </p:nvSpPr>
        <p:spPr>
          <a:xfrm>
            <a:off x="11061649" y="808101"/>
            <a:ext cx="21336" cy="21336"/>
          </a:xfrm>
          <a:prstGeom prst="ellipse">
            <a:avLst/>
          </a:prstGeom>
          <a:solidFill>
            <a:srgbClr val="000000"/>
          </a:solidFill>
          <a:ln/>
        </p:spPr>
      </p:sp>
      <p:sp>
        <p:nvSpPr>
          <p:cNvPr id="66" name="Shape 64"/>
          <p:cNvSpPr/>
          <p:nvPr/>
        </p:nvSpPr>
        <p:spPr>
          <a:xfrm>
            <a:off x="11039424" y="732536"/>
            <a:ext cx="21336" cy="21336"/>
          </a:xfrm>
          <a:prstGeom prst="ellipse">
            <a:avLst/>
          </a:prstGeom>
          <a:solidFill>
            <a:srgbClr val="000000"/>
          </a:solidFill>
          <a:ln/>
        </p:spPr>
      </p:sp>
      <p:sp>
        <p:nvSpPr>
          <p:cNvPr id="67" name="Shape 65"/>
          <p:cNvSpPr/>
          <p:nvPr/>
        </p:nvSpPr>
        <p:spPr>
          <a:xfrm>
            <a:off x="11039424" y="654304"/>
            <a:ext cx="21336" cy="21336"/>
          </a:xfrm>
          <a:prstGeom prst="ellipse">
            <a:avLst/>
          </a:prstGeom>
          <a:solidFill>
            <a:srgbClr val="000000"/>
          </a:solidFill>
          <a:ln/>
        </p:spPr>
      </p:sp>
      <p:sp>
        <p:nvSpPr>
          <p:cNvPr id="68" name="Shape 66"/>
          <p:cNvSpPr/>
          <p:nvPr/>
        </p:nvSpPr>
        <p:spPr>
          <a:xfrm>
            <a:off x="11061649" y="578739"/>
            <a:ext cx="21336" cy="21336"/>
          </a:xfrm>
          <a:prstGeom prst="ellipse">
            <a:avLst/>
          </a:prstGeom>
          <a:solidFill>
            <a:srgbClr val="000000"/>
          </a:solidFill>
          <a:ln/>
        </p:spPr>
      </p:sp>
      <p:sp>
        <p:nvSpPr>
          <p:cNvPr id="69" name="Shape 67"/>
          <p:cNvSpPr/>
          <p:nvPr/>
        </p:nvSpPr>
        <p:spPr>
          <a:xfrm>
            <a:off x="11104321" y="512953"/>
            <a:ext cx="21336" cy="21336"/>
          </a:xfrm>
          <a:prstGeom prst="ellipse">
            <a:avLst/>
          </a:prstGeom>
          <a:solidFill>
            <a:srgbClr val="000000"/>
          </a:solidFill>
          <a:ln/>
        </p:spPr>
      </p:sp>
      <p:sp>
        <p:nvSpPr>
          <p:cNvPr id="70" name="Shape 68"/>
          <p:cNvSpPr/>
          <p:nvPr/>
        </p:nvSpPr>
        <p:spPr>
          <a:xfrm>
            <a:off x="11162995" y="461391"/>
            <a:ext cx="21336" cy="21336"/>
          </a:xfrm>
          <a:prstGeom prst="ellipse">
            <a:avLst/>
          </a:prstGeom>
          <a:solidFill>
            <a:srgbClr val="000000"/>
          </a:solidFill>
          <a:ln/>
        </p:spPr>
      </p:sp>
      <p:sp>
        <p:nvSpPr>
          <p:cNvPr id="71" name="Shape 69"/>
          <p:cNvSpPr/>
          <p:nvPr/>
        </p:nvSpPr>
        <p:spPr>
          <a:xfrm>
            <a:off x="11235004" y="429387"/>
            <a:ext cx="21336" cy="21336"/>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Bestuurder:</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typt de instructies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Navigator:</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leest de code en controleert de uitkomst</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Vraag je iets?</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Dan stel ik een wedervraag: wat zou de agent hier doen?</a:t>
            </a:r>
            <a:endParaRPr lang="en-US" sz="1900" dirty="0"/>
          </a:p>
        </p:txBody>
      </p:sp>
      <p:pic>
        <p:nvPicPr>
          <p:cNvPr id="81" name="Image 0" descr="exports\261005_workshop_rad_uitvoering\img\gesprek.png">    </p:cNvPr>
          <p:cNvPicPr>
            <a:picLocks noChangeAspect="1"/>
          </p:cNvPicPr>
          <p:nvPr/>
        </p:nvPicPr>
        <p:blipFill>
          <a:blip r:embed="rId1"/>
          <a:stretch>
            <a:fillRect/>
          </a:stretch>
        </p:blipFill>
        <p:spPr>
          <a:xfrm>
            <a:off x="7498080" y="1417320"/>
            <a:ext cx="4206240" cy="42062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296345" y="615188"/>
            <a:ext cx="53340" cy="53340"/>
          </a:xfrm>
          <a:prstGeom prst="ellipse">
            <a:avLst/>
          </a:prstGeom>
          <a:solidFill>
            <a:srgbClr val="F4D9DC"/>
          </a:solidFill>
          <a:ln/>
        </p:spPr>
      </p:sp>
      <p:sp>
        <p:nvSpPr>
          <p:cNvPr id="3" name="Shape 1"/>
          <p:cNvSpPr/>
          <p:nvPr/>
        </p:nvSpPr>
        <p:spPr>
          <a:xfrm>
            <a:off x="11350574" y="646303"/>
            <a:ext cx="53340" cy="53340"/>
          </a:xfrm>
          <a:prstGeom prst="ellipse">
            <a:avLst/>
          </a:prstGeom>
          <a:solidFill>
            <a:srgbClr val="F4D9DC"/>
          </a:solidFill>
          <a:ln/>
        </p:spPr>
      </p:sp>
      <p:sp>
        <p:nvSpPr>
          <p:cNvPr id="4" name="Shape 2"/>
          <p:cNvSpPr/>
          <p:nvPr/>
        </p:nvSpPr>
        <p:spPr>
          <a:xfrm>
            <a:off x="11350574" y="708533"/>
            <a:ext cx="53340" cy="53340"/>
          </a:xfrm>
          <a:prstGeom prst="ellipse">
            <a:avLst/>
          </a:prstGeom>
          <a:solidFill>
            <a:srgbClr val="F4D9DC"/>
          </a:solidFill>
          <a:ln/>
        </p:spPr>
      </p:sp>
      <p:sp>
        <p:nvSpPr>
          <p:cNvPr id="5" name="Shape 3"/>
          <p:cNvSpPr/>
          <p:nvPr/>
        </p:nvSpPr>
        <p:spPr>
          <a:xfrm>
            <a:off x="11296345" y="739648"/>
            <a:ext cx="53340" cy="53340"/>
          </a:xfrm>
          <a:prstGeom prst="ellipse">
            <a:avLst/>
          </a:prstGeom>
          <a:solidFill>
            <a:srgbClr val="F4D9DC"/>
          </a:solidFill>
          <a:ln/>
        </p:spPr>
      </p:sp>
      <p:sp>
        <p:nvSpPr>
          <p:cNvPr id="6" name="Shape 4"/>
          <p:cNvSpPr/>
          <p:nvPr/>
        </p:nvSpPr>
        <p:spPr>
          <a:xfrm>
            <a:off x="11242116" y="708533"/>
            <a:ext cx="53340" cy="53340"/>
          </a:xfrm>
          <a:prstGeom prst="ellipse">
            <a:avLst/>
          </a:prstGeom>
          <a:solidFill>
            <a:srgbClr val="F4D9DC"/>
          </a:solidFill>
          <a:ln/>
        </p:spPr>
      </p:sp>
      <p:sp>
        <p:nvSpPr>
          <p:cNvPr id="7" name="Shape 5"/>
          <p:cNvSpPr/>
          <p:nvPr/>
        </p:nvSpPr>
        <p:spPr>
          <a:xfrm>
            <a:off x="11242116" y="646303"/>
            <a:ext cx="53340" cy="53340"/>
          </a:xfrm>
          <a:prstGeom prst="ellipse">
            <a:avLst/>
          </a:prstGeom>
          <a:solidFill>
            <a:srgbClr val="F4D9DC"/>
          </a:solidFill>
          <a:ln/>
        </p:spPr>
      </p:sp>
      <p:sp>
        <p:nvSpPr>
          <p:cNvPr id="8" name="Shape 6"/>
          <p:cNvSpPr/>
          <p:nvPr/>
        </p:nvSpPr>
        <p:spPr>
          <a:xfrm>
            <a:off x="11300790" y="566293"/>
            <a:ext cx="44450" cy="44450"/>
          </a:xfrm>
          <a:prstGeom prst="ellipse">
            <a:avLst/>
          </a:prstGeom>
          <a:solidFill>
            <a:srgbClr val="F4D9DC"/>
          </a:solidFill>
          <a:ln/>
        </p:spPr>
      </p:sp>
      <p:sp>
        <p:nvSpPr>
          <p:cNvPr id="9" name="Shape 7"/>
          <p:cNvSpPr/>
          <p:nvPr/>
        </p:nvSpPr>
        <p:spPr>
          <a:xfrm>
            <a:off x="11368354" y="588518"/>
            <a:ext cx="44450" cy="44450"/>
          </a:xfrm>
          <a:prstGeom prst="ellipse">
            <a:avLst/>
          </a:prstGeom>
          <a:solidFill>
            <a:srgbClr val="F4D9DC"/>
          </a:solidFill>
          <a:ln/>
        </p:spPr>
      </p:sp>
      <p:sp>
        <p:nvSpPr>
          <p:cNvPr id="10" name="Shape 8"/>
          <p:cNvSpPr/>
          <p:nvPr/>
        </p:nvSpPr>
        <p:spPr>
          <a:xfrm>
            <a:off x="11411026" y="646303"/>
            <a:ext cx="44450" cy="44450"/>
          </a:xfrm>
          <a:prstGeom prst="ellipse">
            <a:avLst/>
          </a:prstGeom>
          <a:solidFill>
            <a:srgbClr val="F4D9DC"/>
          </a:solidFill>
          <a:ln/>
        </p:spPr>
      </p:sp>
      <p:sp>
        <p:nvSpPr>
          <p:cNvPr id="11" name="Shape 9"/>
          <p:cNvSpPr/>
          <p:nvPr/>
        </p:nvSpPr>
        <p:spPr>
          <a:xfrm>
            <a:off x="11411026" y="717423"/>
            <a:ext cx="44450" cy="44450"/>
          </a:xfrm>
          <a:prstGeom prst="ellipse">
            <a:avLst/>
          </a:prstGeom>
          <a:solidFill>
            <a:srgbClr val="F4D9DC"/>
          </a:solidFill>
          <a:ln/>
        </p:spPr>
      </p:sp>
      <p:sp>
        <p:nvSpPr>
          <p:cNvPr id="12" name="Shape 10"/>
          <p:cNvSpPr/>
          <p:nvPr/>
        </p:nvSpPr>
        <p:spPr>
          <a:xfrm>
            <a:off x="11368354" y="775208"/>
            <a:ext cx="44450" cy="44450"/>
          </a:xfrm>
          <a:prstGeom prst="ellipse">
            <a:avLst/>
          </a:prstGeom>
          <a:solidFill>
            <a:srgbClr val="F4D9DC"/>
          </a:solidFill>
          <a:ln/>
        </p:spPr>
      </p:sp>
      <p:sp>
        <p:nvSpPr>
          <p:cNvPr id="13" name="Shape 11"/>
          <p:cNvSpPr/>
          <p:nvPr/>
        </p:nvSpPr>
        <p:spPr>
          <a:xfrm>
            <a:off x="11300790" y="797433"/>
            <a:ext cx="44450" cy="44450"/>
          </a:xfrm>
          <a:prstGeom prst="ellipse">
            <a:avLst/>
          </a:prstGeom>
          <a:solidFill>
            <a:srgbClr val="F4D9DC"/>
          </a:solidFill>
          <a:ln/>
        </p:spPr>
      </p:sp>
      <p:sp>
        <p:nvSpPr>
          <p:cNvPr id="14" name="Shape 12"/>
          <p:cNvSpPr/>
          <p:nvPr/>
        </p:nvSpPr>
        <p:spPr>
          <a:xfrm>
            <a:off x="11233226" y="775208"/>
            <a:ext cx="44450" cy="44450"/>
          </a:xfrm>
          <a:prstGeom prst="ellipse">
            <a:avLst/>
          </a:prstGeom>
          <a:solidFill>
            <a:srgbClr val="F4D9DC"/>
          </a:solidFill>
          <a:ln/>
        </p:spPr>
      </p:sp>
      <p:sp>
        <p:nvSpPr>
          <p:cNvPr id="15" name="Shape 13"/>
          <p:cNvSpPr/>
          <p:nvPr/>
        </p:nvSpPr>
        <p:spPr>
          <a:xfrm>
            <a:off x="11190554" y="717423"/>
            <a:ext cx="44450" cy="44450"/>
          </a:xfrm>
          <a:prstGeom prst="ellipse">
            <a:avLst/>
          </a:prstGeom>
          <a:solidFill>
            <a:srgbClr val="F4D9DC"/>
          </a:solidFill>
          <a:ln/>
        </p:spPr>
      </p:sp>
      <p:sp>
        <p:nvSpPr>
          <p:cNvPr id="16" name="Shape 14"/>
          <p:cNvSpPr/>
          <p:nvPr/>
        </p:nvSpPr>
        <p:spPr>
          <a:xfrm>
            <a:off x="11190554" y="646303"/>
            <a:ext cx="44450" cy="44450"/>
          </a:xfrm>
          <a:prstGeom prst="ellipse">
            <a:avLst/>
          </a:prstGeom>
          <a:solidFill>
            <a:srgbClr val="F4D9DC"/>
          </a:solidFill>
          <a:ln/>
        </p:spPr>
      </p:sp>
      <p:sp>
        <p:nvSpPr>
          <p:cNvPr id="17" name="Shape 15"/>
          <p:cNvSpPr/>
          <p:nvPr/>
        </p:nvSpPr>
        <p:spPr>
          <a:xfrm>
            <a:off x="11233226" y="588518"/>
            <a:ext cx="44450" cy="44450"/>
          </a:xfrm>
          <a:prstGeom prst="ellipse">
            <a:avLst/>
          </a:prstGeom>
          <a:solidFill>
            <a:srgbClr val="F4D9DC"/>
          </a:solidFill>
          <a:ln/>
        </p:spPr>
      </p:sp>
      <p:sp>
        <p:nvSpPr>
          <p:cNvPr id="18" name="Shape 16"/>
          <p:cNvSpPr/>
          <p:nvPr/>
        </p:nvSpPr>
        <p:spPr>
          <a:xfrm>
            <a:off x="11305235" y="517398"/>
            <a:ext cx="35560" cy="35560"/>
          </a:xfrm>
          <a:prstGeom prst="ellipse">
            <a:avLst/>
          </a:prstGeom>
          <a:solidFill>
            <a:srgbClr val="F4D9DC"/>
          </a:solidFill>
          <a:ln/>
        </p:spPr>
      </p:sp>
      <p:sp>
        <p:nvSpPr>
          <p:cNvPr id="19" name="Shape 17"/>
          <p:cNvSpPr/>
          <p:nvPr/>
        </p:nvSpPr>
        <p:spPr>
          <a:xfrm>
            <a:off x="11378133" y="534289"/>
            <a:ext cx="35560" cy="35560"/>
          </a:xfrm>
          <a:prstGeom prst="ellipse">
            <a:avLst/>
          </a:prstGeom>
          <a:solidFill>
            <a:srgbClr val="F4D9DC"/>
          </a:solidFill>
          <a:ln/>
        </p:spPr>
      </p:sp>
      <p:sp>
        <p:nvSpPr>
          <p:cNvPr id="20" name="Shape 18"/>
          <p:cNvSpPr/>
          <p:nvPr/>
        </p:nvSpPr>
        <p:spPr>
          <a:xfrm>
            <a:off x="11437696" y="581406"/>
            <a:ext cx="35560" cy="35560"/>
          </a:xfrm>
          <a:prstGeom prst="ellipse">
            <a:avLst/>
          </a:prstGeom>
          <a:solidFill>
            <a:srgbClr val="F4D9DC"/>
          </a:solidFill>
          <a:ln/>
        </p:spPr>
      </p:sp>
      <p:sp>
        <p:nvSpPr>
          <p:cNvPr id="21" name="Shape 19"/>
          <p:cNvSpPr/>
          <p:nvPr/>
        </p:nvSpPr>
        <p:spPr>
          <a:xfrm>
            <a:off x="11469700" y="648970"/>
            <a:ext cx="35560" cy="35560"/>
          </a:xfrm>
          <a:prstGeom prst="ellipse">
            <a:avLst/>
          </a:prstGeom>
          <a:solidFill>
            <a:srgbClr val="F4D9DC"/>
          </a:solidFill>
          <a:ln/>
        </p:spPr>
      </p:sp>
      <p:sp>
        <p:nvSpPr>
          <p:cNvPr id="22" name="Shape 20"/>
          <p:cNvSpPr/>
          <p:nvPr/>
        </p:nvSpPr>
        <p:spPr>
          <a:xfrm>
            <a:off x="11469700" y="723646"/>
            <a:ext cx="35560" cy="35560"/>
          </a:xfrm>
          <a:prstGeom prst="ellipse">
            <a:avLst/>
          </a:prstGeom>
          <a:solidFill>
            <a:srgbClr val="F4D9DC"/>
          </a:solidFill>
          <a:ln/>
        </p:spPr>
      </p:sp>
      <p:sp>
        <p:nvSpPr>
          <p:cNvPr id="23" name="Shape 21"/>
          <p:cNvSpPr/>
          <p:nvPr/>
        </p:nvSpPr>
        <p:spPr>
          <a:xfrm>
            <a:off x="11437696" y="791210"/>
            <a:ext cx="35560" cy="35560"/>
          </a:xfrm>
          <a:prstGeom prst="ellipse">
            <a:avLst/>
          </a:prstGeom>
          <a:solidFill>
            <a:srgbClr val="F4D9DC"/>
          </a:solidFill>
          <a:ln/>
        </p:spPr>
      </p:sp>
      <p:sp>
        <p:nvSpPr>
          <p:cNvPr id="24" name="Shape 22"/>
          <p:cNvSpPr/>
          <p:nvPr/>
        </p:nvSpPr>
        <p:spPr>
          <a:xfrm>
            <a:off x="11378133" y="838327"/>
            <a:ext cx="35560" cy="35560"/>
          </a:xfrm>
          <a:prstGeom prst="ellipse">
            <a:avLst/>
          </a:prstGeom>
          <a:solidFill>
            <a:srgbClr val="F4D9DC"/>
          </a:solidFill>
          <a:ln/>
        </p:spPr>
      </p:sp>
      <p:sp>
        <p:nvSpPr>
          <p:cNvPr id="25" name="Shape 23"/>
          <p:cNvSpPr/>
          <p:nvPr/>
        </p:nvSpPr>
        <p:spPr>
          <a:xfrm>
            <a:off x="11305235" y="855218"/>
            <a:ext cx="35560" cy="35560"/>
          </a:xfrm>
          <a:prstGeom prst="ellipse">
            <a:avLst/>
          </a:prstGeom>
          <a:solidFill>
            <a:srgbClr val="F4D9DC"/>
          </a:solidFill>
          <a:ln/>
        </p:spPr>
      </p:sp>
      <p:sp>
        <p:nvSpPr>
          <p:cNvPr id="26" name="Shape 24"/>
          <p:cNvSpPr/>
          <p:nvPr/>
        </p:nvSpPr>
        <p:spPr>
          <a:xfrm>
            <a:off x="11232337" y="838327"/>
            <a:ext cx="35560" cy="35560"/>
          </a:xfrm>
          <a:prstGeom prst="ellipse">
            <a:avLst/>
          </a:prstGeom>
          <a:solidFill>
            <a:srgbClr val="F4D9DC"/>
          </a:solidFill>
          <a:ln/>
        </p:spPr>
      </p:sp>
      <p:sp>
        <p:nvSpPr>
          <p:cNvPr id="27" name="Shape 25"/>
          <p:cNvSpPr/>
          <p:nvPr/>
        </p:nvSpPr>
        <p:spPr>
          <a:xfrm>
            <a:off x="11172774" y="791210"/>
            <a:ext cx="35560" cy="35560"/>
          </a:xfrm>
          <a:prstGeom prst="ellipse">
            <a:avLst/>
          </a:prstGeom>
          <a:solidFill>
            <a:srgbClr val="F4D9DC"/>
          </a:solidFill>
          <a:ln/>
        </p:spPr>
      </p:sp>
      <p:sp>
        <p:nvSpPr>
          <p:cNvPr id="28" name="Shape 26"/>
          <p:cNvSpPr/>
          <p:nvPr/>
        </p:nvSpPr>
        <p:spPr>
          <a:xfrm>
            <a:off x="11140770" y="723646"/>
            <a:ext cx="35560" cy="35560"/>
          </a:xfrm>
          <a:prstGeom prst="ellipse">
            <a:avLst/>
          </a:prstGeom>
          <a:solidFill>
            <a:srgbClr val="F4D9DC"/>
          </a:solidFill>
          <a:ln/>
        </p:spPr>
      </p:sp>
      <p:sp>
        <p:nvSpPr>
          <p:cNvPr id="29" name="Shape 27"/>
          <p:cNvSpPr/>
          <p:nvPr/>
        </p:nvSpPr>
        <p:spPr>
          <a:xfrm>
            <a:off x="11140770" y="648970"/>
            <a:ext cx="35560" cy="35560"/>
          </a:xfrm>
          <a:prstGeom prst="ellipse">
            <a:avLst/>
          </a:prstGeom>
          <a:solidFill>
            <a:srgbClr val="F4D9DC"/>
          </a:solidFill>
          <a:ln/>
        </p:spPr>
      </p:sp>
      <p:sp>
        <p:nvSpPr>
          <p:cNvPr id="30" name="Shape 28"/>
          <p:cNvSpPr/>
          <p:nvPr/>
        </p:nvSpPr>
        <p:spPr>
          <a:xfrm>
            <a:off x="11172774" y="581406"/>
            <a:ext cx="35560" cy="35560"/>
          </a:xfrm>
          <a:prstGeom prst="ellipse">
            <a:avLst/>
          </a:prstGeom>
          <a:solidFill>
            <a:srgbClr val="F4D9DC"/>
          </a:solidFill>
          <a:ln/>
        </p:spPr>
      </p:sp>
      <p:sp>
        <p:nvSpPr>
          <p:cNvPr id="31" name="Shape 29"/>
          <p:cNvSpPr/>
          <p:nvPr/>
        </p:nvSpPr>
        <p:spPr>
          <a:xfrm>
            <a:off x="11232337" y="534289"/>
            <a:ext cx="35560" cy="35560"/>
          </a:xfrm>
          <a:prstGeom prst="ellipse">
            <a:avLst/>
          </a:prstGeom>
          <a:solidFill>
            <a:srgbClr val="F4D9DC"/>
          </a:solidFill>
          <a:ln/>
        </p:spPr>
      </p:sp>
      <p:sp>
        <p:nvSpPr>
          <p:cNvPr id="32" name="Shape 30"/>
          <p:cNvSpPr/>
          <p:nvPr/>
        </p:nvSpPr>
        <p:spPr>
          <a:xfrm>
            <a:off x="11308791" y="467614"/>
            <a:ext cx="28448" cy="28448"/>
          </a:xfrm>
          <a:prstGeom prst="ellipse">
            <a:avLst/>
          </a:prstGeom>
          <a:solidFill>
            <a:srgbClr val="F4D9DC"/>
          </a:solidFill>
          <a:ln/>
        </p:spPr>
      </p:sp>
      <p:sp>
        <p:nvSpPr>
          <p:cNvPr id="33" name="Shape 31"/>
          <p:cNvSpPr/>
          <p:nvPr/>
        </p:nvSpPr>
        <p:spPr>
          <a:xfrm>
            <a:off x="11385245" y="480949"/>
            <a:ext cx="28448" cy="28448"/>
          </a:xfrm>
          <a:prstGeom prst="ellipse">
            <a:avLst/>
          </a:prstGeom>
          <a:solidFill>
            <a:srgbClr val="F4D9DC"/>
          </a:solidFill>
          <a:ln/>
        </p:spPr>
      </p:sp>
      <p:sp>
        <p:nvSpPr>
          <p:cNvPr id="34" name="Shape 32"/>
          <p:cNvSpPr/>
          <p:nvPr/>
        </p:nvSpPr>
        <p:spPr>
          <a:xfrm>
            <a:off x="11451920" y="519176"/>
            <a:ext cx="28448" cy="28448"/>
          </a:xfrm>
          <a:prstGeom prst="ellipse">
            <a:avLst/>
          </a:prstGeom>
          <a:solidFill>
            <a:srgbClr val="F4D9DC"/>
          </a:solidFill>
          <a:ln/>
        </p:spPr>
      </p:sp>
      <p:sp>
        <p:nvSpPr>
          <p:cNvPr id="35" name="Shape 33"/>
          <p:cNvSpPr/>
          <p:nvPr/>
        </p:nvSpPr>
        <p:spPr>
          <a:xfrm>
            <a:off x="11501704" y="578739"/>
            <a:ext cx="28448" cy="28448"/>
          </a:xfrm>
          <a:prstGeom prst="ellipse">
            <a:avLst/>
          </a:prstGeom>
          <a:solidFill>
            <a:srgbClr val="F4D9DC"/>
          </a:solidFill>
          <a:ln/>
        </p:spPr>
      </p:sp>
      <p:sp>
        <p:nvSpPr>
          <p:cNvPr id="36" name="Shape 34"/>
          <p:cNvSpPr/>
          <p:nvPr/>
        </p:nvSpPr>
        <p:spPr>
          <a:xfrm>
            <a:off x="11527485" y="651637"/>
            <a:ext cx="28448" cy="28448"/>
          </a:xfrm>
          <a:prstGeom prst="ellipse">
            <a:avLst/>
          </a:prstGeom>
          <a:solidFill>
            <a:srgbClr val="F4D9DC"/>
          </a:solidFill>
          <a:ln/>
        </p:spPr>
      </p:sp>
      <p:sp>
        <p:nvSpPr>
          <p:cNvPr id="37" name="Shape 35"/>
          <p:cNvSpPr/>
          <p:nvPr/>
        </p:nvSpPr>
        <p:spPr>
          <a:xfrm>
            <a:off x="11527485" y="728091"/>
            <a:ext cx="28448" cy="28448"/>
          </a:xfrm>
          <a:prstGeom prst="ellipse">
            <a:avLst/>
          </a:prstGeom>
          <a:solidFill>
            <a:srgbClr val="F4D9DC"/>
          </a:solidFill>
          <a:ln/>
        </p:spPr>
      </p:sp>
      <p:sp>
        <p:nvSpPr>
          <p:cNvPr id="38" name="Shape 36"/>
          <p:cNvSpPr/>
          <p:nvPr/>
        </p:nvSpPr>
        <p:spPr>
          <a:xfrm>
            <a:off x="11501704" y="800989"/>
            <a:ext cx="28448" cy="28448"/>
          </a:xfrm>
          <a:prstGeom prst="ellipse">
            <a:avLst/>
          </a:prstGeom>
          <a:solidFill>
            <a:srgbClr val="F4D9DC"/>
          </a:solidFill>
          <a:ln/>
        </p:spPr>
      </p:sp>
      <p:sp>
        <p:nvSpPr>
          <p:cNvPr id="39" name="Shape 37"/>
          <p:cNvSpPr/>
          <p:nvPr/>
        </p:nvSpPr>
        <p:spPr>
          <a:xfrm>
            <a:off x="11451920" y="860552"/>
            <a:ext cx="28448" cy="28448"/>
          </a:xfrm>
          <a:prstGeom prst="ellipse">
            <a:avLst/>
          </a:prstGeom>
          <a:solidFill>
            <a:srgbClr val="F4D9DC"/>
          </a:solidFill>
          <a:ln/>
        </p:spPr>
      </p:sp>
      <p:sp>
        <p:nvSpPr>
          <p:cNvPr id="40" name="Shape 38"/>
          <p:cNvSpPr/>
          <p:nvPr/>
        </p:nvSpPr>
        <p:spPr>
          <a:xfrm>
            <a:off x="11385245" y="898779"/>
            <a:ext cx="28448" cy="28448"/>
          </a:xfrm>
          <a:prstGeom prst="ellipse">
            <a:avLst/>
          </a:prstGeom>
          <a:solidFill>
            <a:srgbClr val="F4D9DC"/>
          </a:solidFill>
          <a:ln/>
        </p:spPr>
      </p:sp>
      <p:sp>
        <p:nvSpPr>
          <p:cNvPr id="41" name="Shape 39"/>
          <p:cNvSpPr/>
          <p:nvPr/>
        </p:nvSpPr>
        <p:spPr>
          <a:xfrm>
            <a:off x="11308791" y="912114"/>
            <a:ext cx="28448" cy="28448"/>
          </a:xfrm>
          <a:prstGeom prst="ellipse">
            <a:avLst/>
          </a:prstGeom>
          <a:solidFill>
            <a:srgbClr val="F4D9DC"/>
          </a:solidFill>
          <a:ln/>
        </p:spPr>
      </p:sp>
      <p:sp>
        <p:nvSpPr>
          <p:cNvPr id="42" name="Shape 40"/>
          <p:cNvSpPr/>
          <p:nvPr/>
        </p:nvSpPr>
        <p:spPr>
          <a:xfrm>
            <a:off x="11232337" y="898779"/>
            <a:ext cx="28448" cy="28448"/>
          </a:xfrm>
          <a:prstGeom prst="ellipse">
            <a:avLst/>
          </a:prstGeom>
          <a:solidFill>
            <a:srgbClr val="F4D9DC"/>
          </a:solidFill>
          <a:ln/>
        </p:spPr>
      </p:sp>
      <p:sp>
        <p:nvSpPr>
          <p:cNvPr id="43" name="Shape 41"/>
          <p:cNvSpPr/>
          <p:nvPr/>
        </p:nvSpPr>
        <p:spPr>
          <a:xfrm>
            <a:off x="11165662" y="860552"/>
            <a:ext cx="28448" cy="28448"/>
          </a:xfrm>
          <a:prstGeom prst="ellipse">
            <a:avLst/>
          </a:prstGeom>
          <a:solidFill>
            <a:srgbClr val="F4D9DC"/>
          </a:solidFill>
          <a:ln/>
        </p:spPr>
      </p:sp>
      <p:sp>
        <p:nvSpPr>
          <p:cNvPr id="44" name="Shape 42"/>
          <p:cNvSpPr/>
          <p:nvPr/>
        </p:nvSpPr>
        <p:spPr>
          <a:xfrm>
            <a:off x="11115878" y="800989"/>
            <a:ext cx="28448" cy="28448"/>
          </a:xfrm>
          <a:prstGeom prst="ellipse">
            <a:avLst/>
          </a:prstGeom>
          <a:solidFill>
            <a:srgbClr val="F4D9DC"/>
          </a:solidFill>
          <a:ln/>
        </p:spPr>
      </p:sp>
      <p:sp>
        <p:nvSpPr>
          <p:cNvPr id="45" name="Shape 43"/>
          <p:cNvSpPr/>
          <p:nvPr/>
        </p:nvSpPr>
        <p:spPr>
          <a:xfrm>
            <a:off x="11090097" y="728091"/>
            <a:ext cx="28448" cy="28448"/>
          </a:xfrm>
          <a:prstGeom prst="ellipse">
            <a:avLst/>
          </a:prstGeom>
          <a:solidFill>
            <a:srgbClr val="F4D9DC"/>
          </a:solidFill>
          <a:ln/>
        </p:spPr>
      </p:sp>
      <p:sp>
        <p:nvSpPr>
          <p:cNvPr id="46" name="Shape 44"/>
          <p:cNvSpPr/>
          <p:nvPr/>
        </p:nvSpPr>
        <p:spPr>
          <a:xfrm>
            <a:off x="11090097" y="651637"/>
            <a:ext cx="28448" cy="28448"/>
          </a:xfrm>
          <a:prstGeom prst="ellipse">
            <a:avLst/>
          </a:prstGeom>
          <a:solidFill>
            <a:srgbClr val="F4D9DC"/>
          </a:solidFill>
          <a:ln/>
        </p:spPr>
      </p:sp>
      <p:sp>
        <p:nvSpPr>
          <p:cNvPr id="47" name="Shape 45"/>
          <p:cNvSpPr/>
          <p:nvPr/>
        </p:nvSpPr>
        <p:spPr>
          <a:xfrm>
            <a:off x="11115878" y="578739"/>
            <a:ext cx="28448" cy="28448"/>
          </a:xfrm>
          <a:prstGeom prst="ellipse">
            <a:avLst/>
          </a:prstGeom>
          <a:solidFill>
            <a:srgbClr val="F4D9DC"/>
          </a:solidFill>
          <a:ln/>
        </p:spPr>
      </p:sp>
      <p:sp>
        <p:nvSpPr>
          <p:cNvPr id="48" name="Shape 46"/>
          <p:cNvSpPr/>
          <p:nvPr/>
        </p:nvSpPr>
        <p:spPr>
          <a:xfrm>
            <a:off x="11165662" y="519176"/>
            <a:ext cx="28448" cy="28448"/>
          </a:xfrm>
          <a:prstGeom prst="ellipse">
            <a:avLst/>
          </a:prstGeom>
          <a:solidFill>
            <a:srgbClr val="F4D9DC"/>
          </a:solidFill>
          <a:ln/>
        </p:spPr>
      </p:sp>
      <p:sp>
        <p:nvSpPr>
          <p:cNvPr id="49" name="Shape 47"/>
          <p:cNvSpPr/>
          <p:nvPr/>
        </p:nvSpPr>
        <p:spPr>
          <a:xfrm>
            <a:off x="11232337" y="480949"/>
            <a:ext cx="28448" cy="28448"/>
          </a:xfrm>
          <a:prstGeom prst="ellipse">
            <a:avLst/>
          </a:prstGeom>
          <a:solidFill>
            <a:srgbClr val="F4D9DC"/>
          </a:solidFill>
          <a:ln/>
        </p:spPr>
      </p:sp>
      <p:sp>
        <p:nvSpPr>
          <p:cNvPr id="50" name="Shape 48"/>
          <p:cNvSpPr/>
          <p:nvPr/>
        </p:nvSpPr>
        <p:spPr>
          <a:xfrm>
            <a:off x="11312347" y="417830"/>
            <a:ext cx="21336" cy="21336"/>
          </a:xfrm>
          <a:prstGeom prst="ellipse">
            <a:avLst/>
          </a:prstGeom>
          <a:solidFill>
            <a:srgbClr val="F4D9DC"/>
          </a:solidFill>
          <a:ln/>
        </p:spPr>
      </p:sp>
      <p:sp>
        <p:nvSpPr>
          <p:cNvPr id="51" name="Shape 49"/>
          <p:cNvSpPr/>
          <p:nvPr/>
        </p:nvSpPr>
        <p:spPr>
          <a:xfrm>
            <a:off x="11389690" y="429387"/>
            <a:ext cx="21336" cy="21336"/>
          </a:xfrm>
          <a:prstGeom prst="ellipse">
            <a:avLst/>
          </a:prstGeom>
          <a:solidFill>
            <a:srgbClr val="F4D9DC"/>
          </a:solidFill>
          <a:ln/>
        </p:spPr>
      </p:sp>
      <p:sp>
        <p:nvSpPr>
          <p:cNvPr id="52" name="Shape 50"/>
          <p:cNvSpPr/>
          <p:nvPr/>
        </p:nvSpPr>
        <p:spPr>
          <a:xfrm>
            <a:off x="11461699" y="461391"/>
            <a:ext cx="21336" cy="21336"/>
          </a:xfrm>
          <a:prstGeom prst="ellipse">
            <a:avLst/>
          </a:prstGeom>
          <a:solidFill>
            <a:srgbClr val="F4D9DC"/>
          </a:solidFill>
          <a:ln/>
        </p:spPr>
      </p:sp>
      <p:sp>
        <p:nvSpPr>
          <p:cNvPr id="53" name="Shape 51"/>
          <p:cNvSpPr/>
          <p:nvPr/>
        </p:nvSpPr>
        <p:spPr>
          <a:xfrm>
            <a:off x="11520373" y="512953"/>
            <a:ext cx="21336" cy="21336"/>
          </a:xfrm>
          <a:prstGeom prst="ellipse">
            <a:avLst/>
          </a:prstGeom>
          <a:solidFill>
            <a:srgbClr val="F4D9DC"/>
          </a:solidFill>
          <a:ln/>
        </p:spPr>
      </p:sp>
      <p:sp>
        <p:nvSpPr>
          <p:cNvPr id="54" name="Shape 52"/>
          <p:cNvSpPr/>
          <p:nvPr/>
        </p:nvSpPr>
        <p:spPr>
          <a:xfrm>
            <a:off x="11563045" y="578739"/>
            <a:ext cx="21336" cy="21336"/>
          </a:xfrm>
          <a:prstGeom prst="ellipse">
            <a:avLst/>
          </a:prstGeom>
          <a:solidFill>
            <a:srgbClr val="F4D9DC"/>
          </a:solidFill>
          <a:ln/>
        </p:spPr>
      </p:sp>
      <p:sp>
        <p:nvSpPr>
          <p:cNvPr id="55" name="Shape 53"/>
          <p:cNvSpPr/>
          <p:nvPr/>
        </p:nvSpPr>
        <p:spPr>
          <a:xfrm>
            <a:off x="11585270" y="654304"/>
            <a:ext cx="21336" cy="21336"/>
          </a:xfrm>
          <a:prstGeom prst="ellipse">
            <a:avLst/>
          </a:prstGeom>
          <a:solidFill>
            <a:srgbClr val="F4D9DC"/>
          </a:solidFill>
          <a:ln/>
        </p:spPr>
      </p:sp>
      <p:sp>
        <p:nvSpPr>
          <p:cNvPr id="56" name="Shape 54"/>
          <p:cNvSpPr/>
          <p:nvPr/>
        </p:nvSpPr>
        <p:spPr>
          <a:xfrm>
            <a:off x="11585270" y="732536"/>
            <a:ext cx="21336" cy="21336"/>
          </a:xfrm>
          <a:prstGeom prst="ellipse">
            <a:avLst/>
          </a:prstGeom>
          <a:solidFill>
            <a:srgbClr val="F4D9DC"/>
          </a:solidFill>
          <a:ln/>
        </p:spPr>
      </p:sp>
      <p:sp>
        <p:nvSpPr>
          <p:cNvPr id="57" name="Shape 55"/>
          <p:cNvSpPr/>
          <p:nvPr/>
        </p:nvSpPr>
        <p:spPr>
          <a:xfrm>
            <a:off x="11563045" y="808101"/>
            <a:ext cx="21336" cy="21336"/>
          </a:xfrm>
          <a:prstGeom prst="ellipse">
            <a:avLst/>
          </a:prstGeom>
          <a:solidFill>
            <a:srgbClr val="F4D9DC"/>
          </a:solidFill>
          <a:ln/>
        </p:spPr>
      </p:sp>
      <p:sp>
        <p:nvSpPr>
          <p:cNvPr id="58" name="Shape 56"/>
          <p:cNvSpPr/>
          <p:nvPr/>
        </p:nvSpPr>
        <p:spPr>
          <a:xfrm>
            <a:off x="11520373" y="873887"/>
            <a:ext cx="21336" cy="21336"/>
          </a:xfrm>
          <a:prstGeom prst="ellipse">
            <a:avLst/>
          </a:prstGeom>
          <a:solidFill>
            <a:srgbClr val="F4D9DC"/>
          </a:solidFill>
          <a:ln/>
        </p:spPr>
      </p:sp>
      <p:sp>
        <p:nvSpPr>
          <p:cNvPr id="59" name="Shape 57"/>
          <p:cNvSpPr/>
          <p:nvPr/>
        </p:nvSpPr>
        <p:spPr>
          <a:xfrm>
            <a:off x="11461699" y="925449"/>
            <a:ext cx="21336" cy="21336"/>
          </a:xfrm>
          <a:prstGeom prst="ellipse">
            <a:avLst/>
          </a:prstGeom>
          <a:solidFill>
            <a:srgbClr val="F4D9DC"/>
          </a:solidFill>
          <a:ln/>
        </p:spPr>
      </p:sp>
      <p:sp>
        <p:nvSpPr>
          <p:cNvPr id="60" name="Shape 58"/>
          <p:cNvSpPr/>
          <p:nvPr/>
        </p:nvSpPr>
        <p:spPr>
          <a:xfrm>
            <a:off x="11389690" y="957453"/>
            <a:ext cx="21336" cy="21336"/>
          </a:xfrm>
          <a:prstGeom prst="ellipse">
            <a:avLst/>
          </a:prstGeom>
          <a:solidFill>
            <a:srgbClr val="F4D9DC"/>
          </a:solidFill>
          <a:ln/>
        </p:spPr>
      </p:sp>
      <p:sp>
        <p:nvSpPr>
          <p:cNvPr id="61" name="Shape 59"/>
          <p:cNvSpPr/>
          <p:nvPr/>
        </p:nvSpPr>
        <p:spPr>
          <a:xfrm>
            <a:off x="11312347" y="969010"/>
            <a:ext cx="21336" cy="21336"/>
          </a:xfrm>
          <a:prstGeom prst="ellipse">
            <a:avLst/>
          </a:prstGeom>
          <a:solidFill>
            <a:srgbClr val="F4D9DC"/>
          </a:solidFill>
          <a:ln/>
        </p:spPr>
      </p:sp>
      <p:sp>
        <p:nvSpPr>
          <p:cNvPr id="62" name="Shape 60"/>
          <p:cNvSpPr/>
          <p:nvPr/>
        </p:nvSpPr>
        <p:spPr>
          <a:xfrm>
            <a:off x="11235004" y="957453"/>
            <a:ext cx="21336" cy="21336"/>
          </a:xfrm>
          <a:prstGeom prst="ellipse">
            <a:avLst/>
          </a:prstGeom>
          <a:solidFill>
            <a:srgbClr val="F4D9DC"/>
          </a:solidFill>
          <a:ln/>
        </p:spPr>
      </p:sp>
      <p:sp>
        <p:nvSpPr>
          <p:cNvPr id="63" name="Shape 61"/>
          <p:cNvSpPr/>
          <p:nvPr/>
        </p:nvSpPr>
        <p:spPr>
          <a:xfrm>
            <a:off x="11162995" y="925449"/>
            <a:ext cx="21336" cy="21336"/>
          </a:xfrm>
          <a:prstGeom prst="ellipse">
            <a:avLst/>
          </a:prstGeom>
          <a:solidFill>
            <a:srgbClr val="F4D9DC"/>
          </a:solidFill>
          <a:ln/>
        </p:spPr>
      </p:sp>
      <p:sp>
        <p:nvSpPr>
          <p:cNvPr id="64" name="Shape 62"/>
          <p:cNvSpPr/>
          <p:nvPr/>
        </p:nvSpPr>
        <p:spPr>
          <a:xfrm>
            <a:off x="11104321" y="873887"/>
            <a:ext cx="21336" cy="21336"/>
          </a:xfrm>
          <a:prstGeom prst="ellipse">
            <a:avLst/>
          </a:prstGeom>
          <a:solidFill>
            <a:srgbClr val="F4D9DC"/>
          </a:solidFill>
          <a:ln/>
        </p:spPr>
      </p:sp>
      <p:sp>
        <p:nvSpPr>
          <p:cNvPr id="65" name="Shape 63"/>
          <p:cNvSpPr/>
          <p:nvPr/>
        </p:nvSpPr>
        <p:spPr>
          <a:xfrm>
            <a:off x="11061649" y="808101"/>
            <a:ext cx="21336" cy="21336"/>
          </a:xfrm>
          <a:prstGeom prst="ellipse">
            <a:avLst/>
          </a:prstGeom>
          <a:solidFill>
            <a:srgbClr val="F4D9DC"/>
          </a:solidFill>
          <a:ln/>
        </p:spPr>
      </p:sp>
      <p:sp>
        <p:nvSpPr>
          <p:cNvPr id="66" name="Shape 64"/>
          <p:cNvSpPr/>
          <p:nvPr/>
        </p:nvSpPr>
        <p:spPr>
          <a:xfrm>
            <a:off x="11039424" y="732536"/>
            <a:ext cx="21336" cy="21336"/>
          </a:xfrm>
          <a:prstGeom prst="ellipse">
            <a:avLst/>
          </a:prstGeom>
          <a:solidFill>
            <a:srgbClr val="F4D9DC"/>
          </a:solidFill>
          <a:ln/>
        </p:spPr>
      </p:sp>
      <p:sp>
        <p:nvSpPr>
          <p:cNvPr id="67" name="Shape 65"/>
          <p:cNvSpPr/>
          <p:nvPr/>
        </p:nvSpPr>
        <p:spPr>
          <a:xfrm>
            <a:off x="11039424" y="654304"/>
            <a:ext cx="21336" cy="21336"/>
          </a:xfrm>
          <a:prstGeom prst="ellipse">
            <a:avLst/>
          </a:prstGeom>
          <a:solidFill>
            <a:srgbClr val="F4D9DC"/>
          </a:solidFill>
          <a:ln/>
        </p:spPr>
      </p:sp>
      <p:sp>
        <p:nvSpPr>
          <p:cNvPr id="68" name="Shape 66"/>
          <p:cNvSpPr/>
          <p:nvPr/>
        </p:nvSpPr>
        <p:spPr>
          <a:xfrm>
            <a:off x="11061649" y="578739"/>
            <a:ext cx="21336" cy="21336"/>
          </a:xfrm>
          <a:prstGeom prst="ellipse">
            <a:avLst/>
          </a:prstGeom>
          <a:solidFill>
            <a:srgbClr val="F4D9DC"/>
          </a:solidFill>
          <a:ln/>
        </p:spPr>
      </p:sp>
      <p:sp>
        <p:nvSpPr>
          <p:cNvPr id="69" name="Shape 67"/>
          <p:cNvSpPr/>
          <p:nvPr/>
        </p:nvSpPr>
        <p:spPr>
          <a:xfrm>
            <a:off x="11104321" y="512953"/>
            <a:ext cx="21336" cy="21336"/>
          </a:xfrm>
          <a:prstGeom prst="ellipse">
            <a:avLst/>
          </a:prstGeom>
          <a:solidFill>
            <a:srgbClr val="F4D9DC"/>
          </a:solidFill>
          <a:ln/>
        </p:spPr>
      </p:sp>
      <p:sp>
        <p:nvSpPr>
          <p:cNvPr id="70" name="Shape 68"/>
          <p:cNvSpPr/>
          <p:nvPr/>
        </p:nvSpPr>
        <p:spPr>
          <a:xfrm>
            <a:off x="11162995" y="461391"/>
            <a:ext cx="21336" cy="21336"/>
          </a:xfrm>
          <a:prstGeom prst="ellipse">
            <a:avLst/>
          </a:prstGeom>
          <a:solidFill>
            <a:srgbClr val="F4D9DC"/>
          </a:solidFill>
          <a:ln/>
        </p:spPr>
      </p:sp>
      <p:sp>
        <p:nvSpPr>
          <p:cNvPr id="71" name="Shape 69"/>
          <p:cNvSpPr/>
          <p:nvPr/>
        </p:nvSpPr>
        <p:spPr>
          <a:xfrm>
            <a:off x="11235004" y="429387"/>
            <a:ext cx="21336" cy="21336"/>
          </a:xfrm>
          <a:prstGeom prst="ellipse">
            <a:avLst/>
          </a:prstGeom>
          <a:solidFill>
            <a:srgbClr val="F4D9DC"/>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Prompt, skill, agent</a:t>
            </a:r>
            <a:endParaRPr lang="en-US" sz="3400" dirty="0"/>
          </a:p>
        </p:txBody>
      </p:sp>
      <p:sp>
        <p:nvSpPr>
          <p:cNvPr id="73" name="Shape 71"/>
          <p:cNvSpPr/>
          <p:nvPr/>
        </p:nvSpPr>
        <p:spPr>
          <a:xfrm>
            <a:off x="548640" y="1371600"/>
            <a:ext cx="3393338" cy="3817620"/>
          </a:xfrm>
          <a:prstGeom prst="roundRect">
            <a:avLst>
              <a:gd name="adj" fmla="val 2033"/>
            </a:avLst>
          </a:prstGeom>
          <a:solidFill>
            <a:srgbClr val="F4D74B"/>
          </a:solidFill>
          <a:ln/>
        </p:spPr>
      </p:sp>
      <p:sp>
        <p:nvSpPr>
          <p:cNvPr id="74" name="Shape 72"/>
          <p:cNvSpPr/>
          <p:nvPr/>
        </p:nvSpPr>
        <p:spPr>
          <a:xfrm>
            <a:off x="822960" y="1719072"/>
            <a:ext cx="2844698" cy="402336"/>
          </a:xfrm>
          <a:prstGeom prst="roundRect">
            <a:avLst>
              <a:gd name="adj" fmla="val 113636"/>
            </a:avLst>
          </a:prstGeom>
          <a:solidFill>
            <a:srgbClr val="3D68EC"/>
          </a:solidFill>
          <a:ln/>
        </p:spPr>
      </p:sp>
      <p:sp>
        <p:nvSpPr>
          <p:cNvPr id="75" name="Text 73"/>
          <p:cNvSpPr/>
          <p:nvPr/>
        </p:nvSpPr>
        <p:spPr>
          <a:xfrm>
            <a:off x="914400" y="1719072"/>
            <a:ext cx="266181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Losse vraag</a:t>
            </a:r>
            <a:endParaRPr lang="en-US" sz="1200" dirty="0"/>
          </a:p>
        </p:txBody>
      </p:sp>
      <p:sp>
        <p:nvSpPr>
          <p:cNvPr id="76" name="Text 74"/>
          <p:cNvSpPr/>
          <p:nvPr/>
        </p:nvSpPr>
        <p:spPr>
          <a:xfrm>
            <a:off x="822960" y="2423160"/>
            <a:ext cx="284469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77" name="Text 75"/>
          <p:cNvSpPr/>
          <p:nvPr/>
        </p:nvSpPr>
        <p:spPr>
          <a:xfrm>
            <a:off x="822960" y="3035808"/>
            <a:ext cx="284469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Je typt wat je wilt. Elke keer anders, de kennis zit in jouw hoofd.</a:t>
            </a:r>
            <a:endParaRPr lang="en-US" sz="1500" dirty="0"/>
          </a:p>
        </p:txBody>
      </p:sp>
      <p:sp>
        <p:nvSpPr>
          <p:cNvPr id="78" name="Text 76"/>
          <p:cNvSpPr/>
          <p:nvPr/>
        </p:nvSpPr>
        <p:spPr>
          <a:xfrm>
            <a:off x="822960" y="416356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79" name="Text 77"/>
          <p:cNvSpPr/>
          <p:nvPr/>
        </p:nvSpPr>
        <p:spPr>
          <a:xfrm>
            <a:off x="822960" y="451104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Eén antwoord</a:t>
            </a:r>
            <a:endParaRPr lang="en-US" sz="1500" dirty="0"/>
          </a:p>
        </p:txBody>
      </p:sp>
      <p:sp>
        <p:nvSpPr>
          <p:cNvPr id="80" name="Shape 78"/>
          <p:cNvSpPr/>
          <p:nvPr/>
        </p:nvSpPr>
        <p:spPr>
          <a:xfrm>
            <a:off x="4051706" y="3006090"/>
            <a:ext cx="237744" cy="548640"/>
          </a:xfrm>
          <a:prstGeom prst="chevron">
            <a:avLst/>
          </a:prstGeom>
          <a:solidFill>
            <a:srgbClr val="F4D9DC"/>
          </a:solidFill>
          <a:ln/>
        </p:spPr>
      </p:sp>
      <p:sp>
        <p:nvSpPr>
          <p:cNvPr id="81" name="Shape 79"/>
          <p:cNvSpPr/>
          <p:nvPr/>
        </p:nvSpPr>
        <p:spPr>
          <a:xfrm>
            <a:off x="4399178" y="1371600"/>
            <a:ext cx="3393338" cy="3817620"/>
          </a:xfrm>
          <a:prstGeom prst="roundRect">
            <a:avLst>
              <a:gd name="adj" fmla="val 2033"/>
            </a:avLst>
          </a:prstGeom>
          <a:solidFill>
            <a:srgbClr val="F4D9DC"/>
          </a:solidFill>
          <a:ln/>
        </p:spPr>
      </p:sp>
      <p:sp>
        <p:nvSpPr>
          <p:cNvPr id="82" name="Shape 80"/>
          <p:cNvSpPr/>
          <p:nvPr/>
        </p:nvSpPr>
        <p:spPr>
          <a:xfrm>
            <a:off x="4673498" y="1719072"/>
            <a:ext cx="2844698" cy="402336"/>
          </a:xfrm>
          <a:prstGeom prst="roundRect">
            <a:avLst>
              <a:gd name="adj" fmla="val 113636"/>
            </a:avLst>
          </a:prstGeom>
          <a:solidFill>
            <a:srgbClr val="3D68EC"/>
          </a:solidFill>
          <a:ln/>
        </p:spPr>
      </p:sp>
      <p:sp>
        <p:nvSpPr>
          <p:cNvPr id="83" name="Text 81"/>
          <p:cNvSpPr/>
          <p:nvPr/>
        </p:nvSpPr>
        <p:spPr>
          <a:xfrm>
            <a:off x="4764938" y="1719072"/>
            <a:ext cx="266181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Vastgelegd recept</a:t>
            </a:r>
            <a:endParaRPr lang="en-US" sz="1200" dirty="0"/>
          </a:p>
        </p:txBody>
      </p:sp>
      <p:sp>
        <p:nvSpPr>
          <p:cNvPr id="84" name="Text 82"/>
          <p:cNvSpPr/>
          <p:nvPr/>
        </p:nvSpPr>
        <p:spPr>
          <a:xfrm>
            <a:off x="4673498" y="2423160"/>
            <a:ext cx="284469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Skill</a:t>
            </a:r>
            <a:endParaRPr lang="en-US" sz="2200" dirty="0"/>
          </a:p>
        </p:txBody>
      </p:sp>
      <p:sp>
        <p:nvSpPr>
          <p:cNvPr id="85" name="Text 83"/>
          <p:cNvSpPr/>
          <p:nvPr/>
        </p:nvSpPr>
        <p:spPr>
          <a:xfrm>
            <a:off x="4673498" y="3035808"/>
            <a:ext cx="284469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map met een SKILL.md: instructies, voorbeelden, checks. Leesbaar en deelbaar.</a:t>
            </a:r>
            <a:endParaRPr lang="en-US" sz="1500" dirty="0"/>
          </a:p>
        </p:txBody>
      </p:sp>
      <p:sp>
        <p:nvSpPr>
          <p:cNvPr id="86" name="Text 84"/>
          <p:cNvSpPr/>
          <p:nvPr/>
        </p:nvSpPr>
        <p:spPr>
          <a:xfrm>
            <a:off x="4673498" y="416356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7" name="Text 85"/>
          <p:cNvSpPr/>
          <p:nvPr/>
        </p:nvSpPr>
        <p:spPr>
          <a:xfrm>
            <a:off x="4673498" y="451104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Herhaalbare werkwijze</a:t>
            </a:r>
            <a:endParaRPr lang="en-US" sz="1500" dirty="0"/>
          </a:p>
        </p:txBody>
      </p:sp>
      <p:sp>
        <p:nvSpPr>
          <p:cNvPr id="88" name="Shape 86"/>
          <p:cNvSpPr/>
          <p:nvPr/>
        </p:nvSpPr>
        <p:spPr>
          <a:xfrm>
            <a:off x="7902245" y="3006090"/>
            <a:ext cx="237744" cy="548640"/>
          </a:xfrm>
          <a:prstGeom prst="chevron">
            <a:avLst/>
          </a:prstGeom>
          <a:solidFill>
            <a:srgbClr val="F4D9DC"/>
          </a:solidFill>
          <a:ln/>
        </p:spPr>
      </p:sp>
      <p:sp>
        <p:nvSpPr>
          <p:cNvPr id="89" name="Shape 87"/>
          <p:cNvSpPr/>
          <p:nvPr/>
        </p:nvSpPr>
        <p:spPr>
          <a:xfrm>
            <a:off x="8249717" y="1371600"/>
            <a:ext cx="3393338" cy="3817620"/>
          </a:xfrm>
          <a:prstGeom prst="roundRect">
            <a:avLst>
              <a:gd name="adj" fmla="val 2033"/>
            </a:avLst>
          </a:prstGeom>
          <a:solidFill>
            <a:srgbClr val="F4D74B"/>
          </a:solidFill>
          <a:ln/>
        </p:spPr>
      </p:sp>
      <p:sp>
        <p:nvSpPr>
          <p:cNvPr id="90" name="Shape 88"/>
          <p:cNvSpPr/>
          <p:nvPr/>
        </p:nvSpPr>
        <p:spPr>
          <a:xfrm>
            <a:off x="8524037" y="1719072"/>
            <a:ext cx="2844698" cy="402336"/>
          </a:xfrm>
          <a:prstGeom prst="roundRect">
            <a:avLst>
              <a:gd name="adj" fmla="val 113636"/>
            </a:avLst>
          </a:prstGeom>
          <a:solidFill>
            <a:srgbClr val="3D68EC"/>
          </a:solidFill>
          <a:ln/>
        </p:spPr>
      </p:sp>
      <p:sp>
        <p:nvSpPr>
          <p:cNvPr id="91" name="Text 89"/>
          <p:cNvSpPr/>
          <p:nvPr/>
        </p:nvSpPr>
        <p:spPr>
          <a:xfrm>
            <a:off x="8615477" y="1719072"/>
            <a:ext cx="266181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Voert uit</a:t>
            </a:r>
            <a:endParaRPr lang="en-US" sz="1200" dirty="0"/>
          </a:p>
        </p:txBody>
      </p:sp>
      <p:sp>
        <p:nvSpPr>
          <p:cNvPr id="92" name="Text 90"/>
          <p:cNvSpPr/>
          <p:nvPr/>
        </p:nvSpPr>
        <p:spPr>
          <a:xfrm>
            <a:off x="8524037" y="2423160"/>
            <a:ext cx="284469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93" name="Text 91"/>
          <p:cNvSpPr/>
          <p:nvPr/>
        </p:nvSpPr>
        <p:spPr>
          <a:xfrm>
            <a:off x="8524037" y="3035808"/>
            <a:ext cx="284469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Claude Code leest de skill, draait de code en toetst aan de checks.</a:t>
            </a:r>
            <a:endParaRPr lang="en-US" sz="1500" dirty="0"/>
          </a:p>
        </p:txBody>
      </p:sp>
      <p:sp>
        <p:nvSpPr>
          <p:cNvPr id="94" name="Text 92"/>
          <p:cNvSpPr/>
          <p:nvPr/>
        </p:nvSpPr>
        <p:spPr>
          <a:xfrm>
            <a:off x="8524037" y="416356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5" name="Text 93"/>
          <p:cNvSpPr/>
          <p:nvPr/>
        </p:nvSpPr>
        <p:spPr>
          <a:xfrm>
            <a:off x="8524037" y="451104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Resultaat dat je kunt nalopen</a:t>
            </a:r>
            <a:endParaRPr lang="en-US" sz="1500" dirty="0"/>
          </a:p>
        </p:txBody>
      </p:sp>
      <p:sp>
        <p:nvSpPr>
          <p:cNvPr id="96" name="Text 94"/>
          <p:cNvSpPr/>
          <p:nvPr/>
        </p:nvSpPr>
        <p:spPr>
          <a:xfrm>
            <a:off x="548640" y="53721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F4D9DC"/>
                </a:solidFill>
                <a:latin typeface="General Sans" pitchFamily="34" charset="0"/>
                <a:ea typeface="General Sans" pitchFamily="34" charset="-122"/>
                <a:cs typeface="General Sans" pitchFamily="34" charset="-120"/>
              </a:rPr>
              <a:t>Vuistregel: elke prompt die je drie keer typt, is een skill in wording.</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296345" y="615188"/>
            <a:ext cx="53340" cy="53340"/>
          </a:xfrm>
          <a:prstGeom prst="ellipse">
            <a:avLst/>
          </a:prstGeom>
          <a:solidFill>
            <a:srgbClr val="000000"/>
          </a:solidFill>
          <a:ln/>
        </p:spPr>
      </p:sp>
      <p:sp>
        <p:nvSpPr>
          <p:cNvPr id="3" name="Shape 1"/>
          <p:cNvSpPr/>
          <p:nvPr/>
        </p:nvSpPr>
        <p:spPr>
          <a:xfrm>
            <a:off x="11350574" y="646303"/>
            <a:ext cx="53340" cy="53340"/>
          </a:xfrm>
          <a:prstGeom prst="ellipse">
            <a:avLst/>
          </a:prstGeom>
          <a:solidFill>
            <a:srgbClr val="000000"/>
          </a:solidFill>
          <a:ln/>
        </p:spPr>
      </p:sp>
      <p:sp>
        <p:nvSpPr>
          <p:cNvPr id="4" name="Shape 2"/>
          <p:cNvSpPr/>
          <p:nvPr/>
        </p:nvSpPr>
        <p:spPr>
          <a:xfrm>
            <a:off x="11350574" y="708533"/>
            <a:ext cx="53340" cy="53340"/>
          </a:xfrm>
          <a:prstGeom prst="ellipse">
            <a:avLst/>
          </a:prstGeom>
          <a:solidFill>
            <a:srgbClr val="000000"/>
          </a:solidFill>
          <a:ln/>
        </p:spPr>
      </p:sp>
      <p:sp>
        <p:nvSpPr>
          <p:cNvPr id="5" name="Shape 3"/>
          <p:cNvSpPr/>
          <p:nvPr/>
        </p:nvSpPr>
        <p:spPr>
          <a:xfrm>
            <a:off x="11296345" y="739648"/>
            <a:ext cx="53340" cy="53340"/>
          </a:xfrm>
          <a:prstGeom prst="ellipse">
            <a:avLst/>
          </a:prstGeom>
          <a:solidFill>
            <a:srgbClr val="000000"/>
          </a:solidFill>
          <a:ln/>
        </p:spPr>
      </p:sp>
      <p:sp>
        <p:nvSpPr>
          <p:cNvPr id="6" name="Shape 4"/>
          <p:cNvSpPr/>
          <p:nvPr/>
        </p:nvSpPr>
        <p:spPr>
          <a:xfrm>
            <a:off x="11242116" y="708533"/>
            <a:ext cx="53340" cy="53340"/>
          </a:xfrm>
          <a:prstGeom prst="ellipse">
            <a:avLst/>
          </a:prstGeom>
          <a:solidFill>
            <a:srgbClr val="000000"/>
          </a:solidFill>
          <a:ln/>
        </p:spPr>
      </p:sp>
      <p:sp>
        <p:nvSpPr>
          <p:cNvPr id="7" name="Shape 5"/>
          <p:cNvSpPr/>
          <p:nvPr/>
        </p:nvSpPr>
        <p:spPr>
          <a:xfrm>
            <a:off x="11242116" y="646303"/>
            <a:ext cx="53340" cy="53340"/>
          </a:xfrm>
          <a:prstGeom prst="ellipse">
            <a:avLst/>
          </a:prstGeom>
          <a:solidFill>
            <a:srgbClr val="000000"/>
          </a:solidFill>
          <a:ln/>
        </p:spPr>
      </p:sp>
      <p:sp>
        <p:nvSpPr>
          <p:cNvPr id="8" name="Shape 6"/>
          <p:cNvSpPr/>
          <p:nvPr/>
        </p:nvSpPr>
        <p:spPr>
          <a:xfrm>
            <a:off x="11300790" y="566293"/>
            <a:ext cx="44450" cy="44450"/>
          </a:xfrm>
          <a:prstGeom prst="ellipse">
            <a:avLst/>
          </a:prstGeom>
          <a:solidFill>
            <a:srgbClr val="000000"/>
          </a:solidFill>
          <a:ln/>
        </p:spPr>
      </p:sp>
      <p:sp>
        <p:nvSpPr>
          <p:cNvPr id="9" name="Shape 7"/>
          <p:cNvSpPr/>
          <p:nvPr/>
        </p:nvSpPr>
        <p:spPr>
          <a:xfrm>
            <a:off x="11368354" y="588518"/>
            <a:ext cx="44450" cy="44450"/>
          </a:xfrm>
          <a:prstGeom prst="ellipse">
            <a:avLst/>
          </a:prstGeom>
          <a:solidFill>
            <a:srgbClr val="000000"/>
          </a:solidFill>
          <a:ln/>
        </p:spPr>
      </p:sp>
      <p:sp>
        <p:nvSpPr>
          <p:cNvPr id="10" name="Shape 8"/>
          <p:cNvSpPr/>
          <p:nvPr/>
        </p:nvSpPr>
        <p:spPr>
          <a:xfrm>
            <a:off x="11411026" y="646303"/>
            <a:ext cx="44450" cy="44450"/>
          </a:xfrm>
          <a:prstGeom prst="ellipse">
            <a:avLst/>
          </a:prstGeom>
          <a:solidFill>
            <a:srgbClr val="000000"/>
          </a:solidFill>
          <a:ln/>
        </p:spPr>
      </p:sp>
      <p:sp>
        <p:nvSpPr>
          <p:cNvPr id="11" name="Shape 9"/>
          <p:cNvSpPr/>
          <p:nvPr/>
        </p:nvSpPr>
        <p:spPr>
          <a:xfrm>
            <a:off x="11411026" y="717423"/>
            <a:ext cx="44450" cy="44450"/>
          </a:xfrm>
          <a:prstGeom prst="ellipse">
            <a:avLst/>
          </a:prstGeom>
          <a:solidFill>
            <a:srgbClr val="000000"/>
          </a:solidFill>
          <a:ln/>
        </p:spPr>
      </p:sp>
      <p:sp>
        <p:nvSpPr>
          <p:cNvPr id="12" name="Shape 10"/>
          <p:cNvSpPr/>
          <p:nvPr/>
        </p:nvSpPr>
        <p:spPr>
          <a:xfrm>
            <a:off x="11368354" y="775208"/>
            <a:ext cx="44450" cy="44450"/>
          </a:xfrm>
          <a:prstGeom prst="ellipse">
            <a:avLst/>
          </a:prstGeom>
          <a:solidFill>
            <a:srgbClr val="000000"/>
          </a:solidFill>
          <a:ln/>
        </p:spPr>
      </p:sp>
      <p:sp>
        <p:nvSpPr>
          <p:cNvPr id="13" name="Shape 11"/>
          <p:cNvSpPr/>
          <p:nvPr/>
        </p:nvSpPr>
        <p:spPr>
          <a:xfrm>
            <a:off x="11300790" y="797433"/>
            <a:ext cx="44450" cy="44450"/>
          </a:xfrm>
          <a:prstGeom prst="ellipse">
            <a:avLst/>
          </a:prstGeom>
          <a:solidFill>
            <a:srgbClr val="000000"/>
          </a:solidFill>
          <a:ln/>
        </p:spPr>
      </p:sp>
      <p:sp>
        <p:nvSpPr>
          <p:cNvPr id="14" name="Shape 12"/>
          <p:cNvSpPr/>
          <p:nvPr/>
        </p:nvSpPr>
        <p:spPr>
          <a:xfrm>
            <a:off x="11233226" y="775208"/>
            <a:ext cx="44450" cy="44450"/>
          </a:xfrm>
          <a:prstGeom prst="ellipse">
            <a:avLst/>
          </a:prstGeom>
          <a:solidFill>
            <a:srgbClr val="000000"/>
          </a:solidFill>
          <a:ln/>
        </p:spPr>
      </p:sp>
      <p:sp>
        <p:nvSpPr>
          <p:cNvPr id="15" name="Shape 13"/>
          <p:cNvSpPr/>
          <p:nvPr/>
        </p:nvSpPr>
        <p:spPr>
          <a:xfrm>
            <a:off x="11190554" y="717423"/>
            <a:ext cx="44450" cy="44450"/>
          </a:xfrm>
          <a:prstGeom prst="ellipse">
            <a:avLst/>
          </a:prstGeom>
          <a:solidFill>
            <a:srgbClr val="000000"/>
          </a:solidFill>
          <a:ln/>
        </p:spPr>
      </p:sp>
      <p:sp>
        <p:nvSpPr>
          <p:cNvPr id="16" name="Shape 14"/>
          <p:cNvSpPr/>
          <p:nvPr/>
        </p:nvSpPr>
        <p:spPr>
          <a:xfrm>
            <a:off x="11190554" y="646303"/>
            <a:ext cx="44450" cy="44450"/>
          </a:xfrm>
          <a:prstGeom prst="ellipse">
            <a:avLst/>
          </a:prstGeom>
          <a:solidFill>
            <a:srgbClr val="000000"/>
          </a:solidFill>
          <a:ln/>
        </p:spPr>
      </p:sp>
      <p:sp>
        <p:nvSpPr>
          <p:cNvPr id="17" name="Shape 15"/>
          <p:cNvSpPr/>
          <p:nvPr/>
        </p:nvSpPr>
        <p:spPr>
          <a:xfrm>
            <a:off x="11233226" y="588518"/>
            <a:ext cx="44450" cy="44450"/>
          </a:xfrm>
          <a:prstGeom prst="ellipse">
            <a:avLst/>
          </a:prstGeom>
          <a:solidFill>
            <a:srgbClr val="000000"/>
          </a:solidFill>
          <a:ln/>
        </p:spPr>
      </p:sp>
      <p:sp>
        <p:nvSpPr>
          <p:cNvPr id="18" name="Shape 16"/>
          <p:cNvSpPr/>
          <p:nvPr/>
        </p:nvSpPr>
        <p:spPr>
          <a:xfrm>
            <a:off x="11305235" y="517398"/>
            <a:ext cx="35560" cy="35560"/>
          </a:xfrm>
          <a:prstGeom prst="ellipse">
            <a:avLst/>
          </a:prstGeom>
          <a:solidFill>
            <a:srgbClr val="000000"/>
          </a:solidFill>
          <a:ln/>
        </p:spPr>
      </p:sp>
      <p:sp>
        <p:nvSpPr>
          <p:cNvPr id="19" name="Shape 17"/>
          <p:cNvSpPr/>
          <p:nvPr/>
        </p:nvSpPr>
        <p:spPr>
          <a:xfrm>
            <a:off x="11378133" y="534289"/>
            <a:ext cx="35560" cy="35560"/>
          </a:xfrm>
          <a:prstGeom prst="ellipse">
            <a:avLst/>
          </a:prstGeom>
          <a:solidFill>
            <a:srgbClr val="000000"/>
          </a:solidFill>
          <a:ln/>
        </p:spPr>
      </p:sp>
      <p:sp>
        <p:nvSpPr>
          <p:cNvPr id="20" name="Shape 18"/>
          <p:cNvSpPr/>
          <p:nvPr/>
        </p:nvSpPr>
        <p:spPr>
          <a:xfrm>
            <a:off x="11437696" y="581406"/>
            <a:ext cx="35560" cy="35560"/>
          </a:xfrm>
          <a:prstGeom prst="ellipse">
            <a:avLst/>
          </a:prstGeom>
          <a:solidFill>
            <a:srgbClr val="000000"/>
          </a:solidFill>
          <a:ln/>
        </p:spPr>
      </p:sp>
      <p:sp>
        <p:nvSpPr>
          <p:cNvPr id="21" name="Shape 19"/>
          <p:cNvSpPr/>
          <p:nvPr/>
        </p:nvSpPr>
        <p:spPr>
          <a:xfrm>
            <a:off x="11469700" y="648970"/>
            <a:ext cx="35560" cy="35560"/>
          </a:xfrm>
          <a:prstGeom prst="ellipse">
            <a:avLst/>
          </a:prstGeom>
          <a:solidFill>
            <a:srgbClr val="000000"/>
          </a:solidFill>
          <a:ln/>
        </p:spPr>
      </p:sp>
      <p:sp>
        <p:nvSpPr>
          <p:cNvPr id="22" name="Shape 20"/>
          <p:cNvSpPr/>
          <p:nvPr/>
        </p:nvSpPr>
        <p:spPr>
          <a:xfrm>
            <a:off x="11469700" y="723646"/>
            <a:ext cx="35560" cy="35560"/>
          </a:xfrm>
          <a:prstGeom prst="ellipse">
            <a:avLst/>
          </a:prstGeom>
          <a:solidFill>
            <a:srgbClr val="000000"/>
          </a:solidFill>
          <a:ln/>
        </p:spPr>
      </p:sp>
      <p:sp>
        <p:nvSpPr>
          <p:cNvPr id="23" name="Shape 21"/>
          <p:cNvSpPr/>
          <p:nvPr/>
        </p:nvSpPr>
        <p:spPr>
          <a:xfrm>
            <a:off x="11437696" y="791210"/>
            <a:ext cx="35560" cy="35560"/>
          </a:xfrm>
          <a:prstGeom prst="ellipse">
            <a:avLst/>
          </a:prstGeom>
          <a:solidFill>
            <a:srgbClr val="000000"/>
          </a:solidFill>
          <a:ln/>
        </p:spPr>
      </p:sp>
      <p:sp>
        <p:nvSpPr>
          <p:cNvPr id="24" name="Shape 22"/>
          <p:cNvSpPr/>
          <p:nvPr/>
        </p:nvSpPr>
        <p:spPr>
          <a:xfrm>
            <a:off x="11378133" y="838327"/>
            <a:ext cx="35560" cy="35560"/>
          </a:xfrm>
          <a:prstGeom prst="ellipse">
            <a:avLst/>
          </a:prstGeom>
          <a:solidFill>
            <a:srgbClr val="000000"/>
          </a:solidFill>
          <a:ln/>
        </p:spPr>
      </p:sp>
      <p:sp>
        <p:nvSpPr>
          <p:cNvPr id="25" name="Shape 23"/>
          <p:cNvSpPr/>
          <p:nvPr/>
        </p:nvSpPr>
        <p:spPr>
          <a:xfrm>
            <a:off x="11305235" y="855218"/>
            <a:ext cx="35560" cy="35560"/>
          </a:xfrm>
          <a:prstGeom prst="ellipse">
            <a:avLst/>
          </a:prstGeom>
          <a:solidFill>
            <a:srgbClr val="000000"/>
          </a:solidFill>
          <a:ln/>
        </p:spPr>
      </p:sp>
      <p:sp>
        <p:nvSpPr>
          <p:cNvPr id="26" name="Shape 24"/>
          <p:cNvSpPr/>
          <p:nvPr/>
        </p:nvSpPr>
        <p:spPr>
          <a:xfrm>
            <a:off x="11232337" y="838327"/>
            <a:ext cx="35560" cy="35560"/>
          </a:xfrm>
          <a:prstGeom prst="ellipse">
            <a:avLst/>
          </a:prstGeom>
          <a:solidFill>
            <a:srgbClr val="000000"/>
          </a:solidFill>
          <a:ln/>
        </p:spPr>
      </p:sp>
      <p:sp>
        <p:nvSpPr>
          <p:cNvPr id="27" name="Shape 25"/>
          <p:cNvSpPr/>
          <p:nvPr/>
        </p:nvSpPr>
        <p:spPr>
          <a:xfrm>
            <a:off x="11172774" y="791210"/>
            <a:ext cx="35560" cy="35560"/>
          </a:xfrm>
          <a:prstGeom prst="ellipse">
            <a:avLst/>
          </a:prstGeom>
          <a:solidFill>
            <a:srgbClr val="000000"/>
          </a:solidFill>
          <a:ln/>
        </p:spPr>
      </p:sp>
      <p:sp>
        <p:nvSpPr>
          <p:cNvPr id="28" name="Shape 26"/>
          <p:cNvSpPr/>
          <p:nvPr/>
        </p:nvSpPr>
        <p:spPr>
          <a:xfrm>
            <a:off x="11140770" y="723646"/>
            <a:ext cx="35560" cy="35560"/>
          </a:xfrm>
          <a:prstGeom prst="ellipse">
            <a:avLst/>
          </a:prstGeom>
          <a:solidFill>
            <a:srgbClr val="000000"/>
          </a:solidFill>
          <a:ln/>
        </p:spPr>
      </p:sp>
      <p:sp>
        <p:nvSpPr>
          <p:cNvPr id="29" name="Shape 27"/>
          <p:cNvSpPr/>
          <p:nvPr/>
        </p:nvSpPr>
        <p:spPr>
          <a:xfrm>
            <a:off x="11140770" y="648970"/>
            <a:ext cx="35560" cy="35560"/>
          </a:xfrm>
          <a:prstGeom prst="ellipse">
            <a:avLst/>
          </a:prstGeom>
          <a:solidFill>
            <a:srgbClr val="000000"/>
          </a:solidFill>
          <a:ln/>
        </p:spPr>
      </p:sp>
      <p:sp>
        <p:nvSpPr>
          <p:cNvPr id="30" name="Shape 28"/>
          <p:cNvSpPr/>
          <p:nvPr/>
        </p:nvSpPr>
        <p:spPr>
          <a:xfrm>
            <a:off x="11172774" y="581406"/>
            <a:ext cx="35560" cy="35560"/>
          </a:xfrm>
          <a:prstGeom prst="ellipse">
            <a:avLst/>
          </a:prstGeom>
          <a:solidFill>
            <a:srgbClr val="000000"/>
          </a:solidFill>
          <a:ln/>
        </p:spPr>
      </p:sp>
      <p:sp>
        <p:nvSpPr>
          <p:cNvPr id="31" name="Shape 29"/>
          <p:cNvSpPr/>
          <p:nvPr/>
        </p:nvSpPr>
        <p:spPr>
          <a:xfrm>
            <a:off x="11232337" y="534289"/>
            <a:ext cx="35560" cy="35560"/>
          </a:xfrm>
          <a:prstGeom prst="ellipse">
            <a:avLst/>
          </a:prstGeom>
          <a:solidFill>
            <a:srgbClr val="000000"/>
          </a:solidFill>
          <a:ln/>
        </p:spPr>
      </p:sp>
      <p:sp>
        <p:nvSpPr>
          <p:cNvPr id="32" name="Shape 30"/>
          <p:cNvSpPr/>
          <p:nvPr/>
        </p:nvSpPr>
        <p:spPr>
          <a:xfrm>
            <a:off x="11308791" y="467614"/>
            <a:ext cx="28448" cy="28448"/>
          </a:xfrm>
          <a:prstGeom prst="ellipse">
            <a:avLst/>
          </a:prstGeom>
          <a:solidFill>
            <a:srgbClr val="000000"/>
          </a:solidFill>
          <a:ln/>
        </p:spPr>
      </p:sp>
      <p:sp>
        <p:nvSpPr>
          <p:cNvPr id="33" name="Shape 31"/>
          <p:cNvSpPr/>
          <p:nvPr/>
        </p:nvSpPr>
        <p:spPr>
          <a:xfrm>
            <a:off x="11385245" y="480949"/>
            <a:ext cx="28448" cy="28448"/>
          </a:xfrm>
          <a:prstGeom prst="ellipse">
            <a:avLst/>
          </a:prstGeom>
          <a:solidFill>
            <a:srgbClr val="000000"/>
          </a:solidFill>
          <a:ln/>
        </p:spPr>
      </p:sp>
      <p:sp>
        <p:nvSpPr>
          <p:cNvPr id="34" name="Shape 32"/>
          <p:cNvSpPr/>
          <p:nvPr/>
        </p:nvSpPr>
        <p:spPr>
          <a:xfrm>
            <a:off x="11451920" y="519176"/>
            <a:ext cx="28448" cy="28448"/>
          </a:xfrm>
          <a:prstGeom prst="ellipse">
            <a:avLst/>
          </a:prstGeom>
          <a:solidFill>
            <a:srgbClr val="000000"/>
          </a:solidFill>
          <a:ln/>
        </p:spPr>
      </p:sp>
      <p:sp>
        <p:nvSpPr>
          <p:cNvPr id="35" name="Shape 33"/>
          <p:cNvSpPr/>
          <p:nvPr/>
        </p:nvSpPr>
        <p:spPr>
          <a:xfrm>
            <a:off x="11501704" y="578739"/>
            <a:ext cx="28448" cy="28448"/>
          </a:xfrm>
          <a:prstGeom prst="ellipse">
            <a:avLst/>
          </a:prstGeom>
          <a:solidFill>
            <a:srgbClr val="000000"/>
          </a:solidFill>
          <a:ln/>
        </p:spPr>
      </p:sp>
      <p:sp>
        <p:nvSpPr>
          <p:cNvPr id="36" name="Shape 34"/>
          <p:cNvSpPr/>
          <p:nvPr/>
        </p:nvSpPr>
        <p:spPr>
          <a:xfrm>
            <a:off x="11527485" y="651637"/>
            <a:ext cx="28448" cy="28448"/>
          </a:xfrm>
          <a:prstGeom prst="ellipse">
            <a:avLst/>
          </a:prstGeom>
          <a:solidFill>
            <a:srgbClr val="000000"/>
          </a:solidFill>
          <a:ln/>
        </p:spPr>
      </p:sp>
      <p:sp>
        <p:nvSpPr>
          <p:cNvPr id="37" name="Shape 35"/>
          <p:cNvSpPr/>
          <p:nvPr/>
        </p:nvSpPr>
        <p:spPr>
          <a:xfrm>
            <a:off x="11527485" y="728091"/>
            <a:ext cx="28448" cy="28448"/>
          </a:xfrm>
          <a:prstGeom prst="ellipse">
            <a:avLst/>
          </a:prstGeom>
          <a:solidFill>
            <a:srgbClr val="000000"/>
          </a:solidFill>
          <a:ln/>
        </p:spPr>
      </p:sp>
      <p:sp>
        <p:nvSpPr>
          <p:cNvPr id="38" name="Shape 36"/>
          <p:cNvSpPr/>
          <p:nvPr/>
        </p:nvSpPr>
        <p:spPr>
          <a:xfrm>
            <a:off x="11501704" y="800989"/>
            <a:ext cx="28448" cy="28448"/>
          </a:xfrm>
          <a:prstGeom prst="ellipse">
            <a:avLst/>
          </a:prstGeom>
          <a:solidFill>
            <a:srgbClr val="000000"/>
          </a:solidFill>
          <a:ln/>
        </p:spPr>
      </p:sp>
      <p:sp>
        <p:nvSpPr>
          <p:cNvPr id="39" name="Shape 37"/>
          <p:cNvSpPr/>
          <p:nvPr/>
        </p:nvSpPr>
        <p:spPr>
          <a:xfrm>
            <a:off x="11451920" y="860552"/>
            <a:ext cx="28448" cy="28448"/>
          </a:xfrm>
          <a:prstGeom prst="ellipse">
            <a:avLst/>
          </a:prstGeom>
          <a:solidFill>
            <a:srgbClr val="000000"/>
          </a:solidFill>
          <a:ln/>
        </p:spPr>
      </p:sp>
      <p:sp>
        <p:nvSpPr>
          <p:cNvPr id="40" name="Shape 38"/>
          <p:cNvSpPr/>
          <p:nvPr/>
        </p:nvSpPr>
        <p:spPr>
          <a:xfrm>
            <a:off x="11385245" y="898779"/>
            <a:ext cx="28448" cy="28448"/>
          </a:xfrm>
          <a:prstGeom prst="ellipse">
            <a:avLst/>
          </a:prstGeom>
          <a:solidFill>
            <a:srgbClr val="000000"/>
          </a:solidFill>
          <a:ln/>
        </p:spPr>
      </p:sp>
      <p:sp>
        <p:nvSpPr>
          <p:cNvPr id="41" name="Shape 39"/>
          <p:cNvSpPr/>
          <p:nvPr/>
        </p:nvSpPr>
        <p:spPr>
          <a:xfrm>
            <a:off x="11308791" y="912114"/>
            <a:ext cx="28448" cy="28448"/>
          </a:xfrm>
          <a:prstGeom prst="ellipse">
            <a:avLst/>
          </a:prstGeom>
          <a:solidFill>
            <a:srgbClr val="000000"/>
          </a:solidFill>
          <a:ln/>
        </p:spPr>
      </p:sp>
      <p:sp>
        <p:nvSpPr>
          <p:cNvPr id="42" name="Shape 40"/>
          <p:cNvSpPr/>
          <p:nvPr/>
        </p:nvSpPr>
        <p:spPr>
          <a:xfrm>
            <a:off x="11232337" y="898779"/>
            <a:ext cx="28448" cy="28448"/>
          </a:xfrm>
          <a:prstGeom prst="ellipse">
            <a:avLst/>
          </a:prstGeom>
          <a:solidFill>
            <a:srgbClr val="000000"/>
          </a:solidFill>
          <a:ln/>
        </p:spPr>
      </p:sp>
      <p:sp>
        <p:nvSpPr>
          <p:cNvPr id="43" name="Shape 41"/>
          <p:cNvSpPr/>
          <p:nvPr/>
        </p:nvSpPr>
        <p:spPr>
          <a:xfrm>
            <a:off x="11165662" y="860552"/>
            <a:ext cx="28448" cy="28448"/>
          </a:xfrm>
          <a:prstGeom prst="ellipse">
            <a:avLst/>
          </a:prstGeom>
          <a:solidFill>
            <a:srgbClr val="000000"/>
          </a:solidFill>
          <a:ln/>
        </p:spPr>
      </p:sp>
      <p:sp>
        <p:nvSpPr>
          <p:cNvPr id="44" name="Shape 42"/>
          <p:cNvSpPr/>
          <p:nvPr/>
        </p:nvSpPr>
        <p:spPr>
          <a:xfrm>
            <a:off x="11115878" y="800989"/>
            <a:ext cx="28448" cy="28448"/>
          </a:xfrm>
          <a:prstGeom prst="ellipse">
            <a:avLst/>
          </a:prstGeom>
          <a:solidFill>
            <a:srgbClr val="000000"/>
          </a:solidFill>
          <a:ln/>
        </p:spPr>
      </p:sp>
      <p:sp>
        <p:nvSpPr>
          <p:cNvPr id="45" name="Shape 43"/>
          <p:cNvSpPr/>
          <p:nvPr/>
        </p:nvSpPr>
        <p:spPr>
          <a:xfrm>
            <a:off x="11090097" y="728091"/>
            <a:ext cx="28448" cy="28448"/>
          </a:xfrm>
          <a:prstGeom prst="ellipse">
            <a:avLst/>
          </a:prstGeom>
          <a:solidFill>
            <a:srgbClr val="000000"/>
          </a:solidFill>
          <a:ln/>
        </p:spPr>
      </p:sp>
      <p:sp>
        <p:nvSpPr>
          <p:cNvPr id="46" name="Shape 44"/>
          <p:cNvSpPr/>
          <p:nvPr/>
        </p:nvSpPr>
        <p:spPr>
          <a:xfrm>
            <a:off x="11090097" y="651637"/>
            <a:ext cx="28448" cy="28448"/>
          </a:xfrm>
          <a:prstGeom prst="ellipse">
            <a:avLst/>
          </a:prstGeom>
          <a:solidFill>
            <a:srgbClr val="000000"/>
          </a:solidFill>
          <a:ln/>
        </p:spPr>
      </p:sp>
      <p:sp>
        <p:nvSpPr>
          <p:cNvPr id="47" name="Shape 45"/>
          <p:cNvSpPr/>
          <p:nvPr/>
        </p:nvSpPr>
        <p:spPr>
          <a:xfrm>
            <a:off x="11115878" y="578739"/>
            <a:ext cx="28448" cy="28448"/>
          </a:xfrm>
          <a:prstGeom prst="ellipse">
            <a:avLst/>
          </a:prstGeom>
          <a:solidFill>
            <a:srgbClr val="000000"/>
          </a:solidFill>
          <a:ln/>
        </p:spPr>
      </p:sp>
      <p:sp>
        <p:nvSpPr>
          <p:cNvPr id="48" name="Shape 46"/>
          <p:cNvSpPr/>
          <p:nvPr/>
        </p:nvSpPr>
        <p:spPr>
          <a:xfrm>
            <a:off x="11165662" y="519176"/>
            <a:ext cx="28448" cy="28448"/>
          </a:xfrm>
          <a:prstGeom prst="ellipse">
            <a:avLst/>
          </a:prstGeom>
          <a:solidFill>
            <a:srgbClr val="000000"/>
          </a:solidFill>
          <a:ln/>
        </p:spPr>
      </p:sp>
      <p:sp>
        <p:nvSpPr>
          <p:cNvPr id="49" name="Shape 47"/>
          <p:cNvSpPr/>
          <p:nvPr/>
        </p:nvSpPr>
        <p:spPr>
          <a:xfrm>
            <a:off x="11232337" y="480949"/>
            <a:ext cx="28448" cy="28448"/>
          </a:xfrm>
          <a:prstGeom prst="ellipse">
            <a:avLst/>
          </a:prstGeom>
          <a:solidFill>
            <a:srgbClr val="000000"/>
          </a:solidFill>
          <a:ln/>
        </p:spPr>
      </p:sp>
      <p:sp>
        <p:nvSpPr>
          <p:cNvPr id="50" name="Shape 48"/>
          <p:cNvSpPr/>
          <p:nvPr/>
        </p:nvSpPr>
        <p:spPr>
          <a:xfrm>
            <a:off x="11312347" y="417830"/>
            <a:ext cx="21336" cy="21336"/>
          </a:xfrm>
          <a:prstGeom prst="ellipse">
            <a:avLst/>
          </a:prstGeom>
          <a:solidFill>
            <a:srgbClr val="000000"/>
          </a:solidFill>
          <a:ln/>
        </p:spPr>
      </p:sp>
      <p:sp>
        <p:nvSpPr>
          <p:cNvPr id="51" name="Shape 49"/>
          <p:cNvSpPr/>
          <p:nvPr/>
        </p:nvSpPr>
        <p:spPr>
          <a:xfrm>
            <a:off x="11389690" y="429387"/>
            <a:ext cx="21336" cy="21336"/>
          </a:xfrm>
          <a:prstGeom prst="ellipse">
            <a:avLst/>
          </a:prstGeom>
          <a:solidFill>
            <a:srgbClr val="000000"/>
          </a:solidFill>
          <a:ln/>
        </p:spPr>
      </p:sp>
      <p:sp>
        <p:nvSpPr>
          <p:cNvPr id="52" name="Shape 50"/>
          <p:cNvSpPr/>
          <p:nvPr/>
        </p:nvSpPr>
        <p:spPr>
          <a:xfrm>
            <a:off x="11461699" y="461391"/>
            <a:ext cx="21336" cy="21336"/>
          </a:xfrm>
          <a:prstGeom prst="ellipse">
            <a:avLst/>
          </a:prstGeom>
          <a:solidFill>
            <a:srgbClr val="000000"/>
          </a:solidFill>
          <a:ln/>
        </p:spPr>
      </p:sp>
      <p:sp>
        <p:nvSpPr>
          <p:cNvPr id="53" name="Shape 51"/>
          <p:cNvSpPr/>
          <p:nvPr/>
        </p:nvSpPr>
        <p:spPr>
          <a:xfrm>
            <a:off x="11520373" y="512953"/>
            <a:ext cx="21336" cy="21336"/>
          </a:xfrm>
          <a:prstGeom prst="ellipse">
            <a:avLst/>
          </a:prstGeom>
          <a:solidFill>
            <a:srgbClr val="000000"/>
          </a:solidFill>
          <a:ln/>
        </p:spPr>
      </p:sp>
      <p:sp>
        <p:nvSpPr>
          <p:cNvPr id="54" name="Shape 52"/>
          <p:cNvSpPr/>
          <p:nvPr/>
        </p:nvSpPr>
        <p:spPr>
          <a:xfrm>
            <a:off x="11563045" y="578739"/>
            <a:ext cx="21336" cy="21336"/>
          </a:xfrm>
          <a:prstGeom prst="ellipse">
            <a:avLst/>
          </a:prstGeom>
          <a:solidFill>
            <a:srgbClr val="000000"/>
          </a:solidFill>
          <a:ln/>
        </p:spPr>
      </p:sp>
      <p:sp>
        <p:nvSpPr>
          <p:cNvPr id="55" name="Shape 53"/>
          <p:cNvSpPr/>
          <p:nvPr/>
        </p:nvSpPr>
        <p:spPr>
          <a:xfrm>
            <a:off x="11585270" y="654304"/>
            <a:ext cx="21336" cy="21336"/>
          </a:xfrm>
          <a:prstGeom prst="ellipse">
            <a:avLst/>
          </a:prstGeom>
          <a:solidFill>
            <a:srgbClr val="000000"/>
          </a:solidFill>
          <a:ln/>
        </p:spPr>
      </p:sp>
      <p:sp>
        <p:nvSpPr>
          <p:cNvPr id="56" name="Shape 54"/>
          <p:cNvSpPr/>
          <p:nvPr/>
        </p:nvSpPr>
        <p:spPr>
          <a:xfrm>
            <a:off x="11585270" y="732536"/>
            <a:ext cx="21336" cy="21336"/>
          </a:xfrm>
          <a:prstGeom prst="ellipse">
            <a:avLst/>
          </a:prstGeom>
          <a:solidFill>
            <a:srgbClr val="000000"/>
          </a:solidFill>
          <a:ln/>
        </p:spPr>
      </p:sp>
      <p:sp>
        <p:nvSpPr>
          <p:cNvPr id="57" name="Shape 55"/>
          <p:cNvSpPr/>
          <p:nvPr/>
        </p:nvSpPr>
        <p:spPr>
          <a:xfrm>
            <a:off x="11563045" y="808101"/>
            <a:ext cx="21336" cy="21336"/>
          </a:xfrm>
          <a:prstGeom prst="ellipse">
            <a:avLst/>
          </a:prstGeom>
          <a:solidFill>
            <a:srgbClr val="000000"/>
          </a:solidFill>
          <a:ln/>
        </p:spPr>
      </p:sp>
      <p:sp>
        <p:nvSpPr>
          <p:cNvPr id="58" name="Shape 56"/>
          <p:cNvSpPr/>
          <p:nvPr/>
        </p:nvSpPr>
        <p:spPr>
          <a:xfrm>
            <a:off x="11520373" y="873887"/>
            <a:ext cx="21336" cy="21336"/>
          </a:xfrm>
          <a:prstGeom prst="ellipse">
            <a:avLst/>
          </a:prstGeom>
          <a:solidFill>
            <a:srgbClr val="000000"/>
          </a:solidFill>
          <a:ln/>
        </p:spPr>
      </p:sp>
      <p:sp>
        <p:nvSpPr>
          <p:cNvPr id="59" name="Shape 57"/>
          <p:cNvSpPr/>
          <p:nvPr/>
        </p:nvSpPr>
        <p:spPr>
          <a:xfrm>
            <a:off x="11461699" y="925449"/>
            <a:ext cx="21336" cy="21336"/>
          </a:xfrm>
          <a:prstGeom prst="ellipse">
            <a:avLst/>
          </a:prstGeom>
          <a:solidFill>
            <a:srgbClr val="000000"/>
          </a:solidFill>
          <a:ln/>
        </p:spPr>
      </p:sp>
      <p:sp>
        <p:nvSpPr>
          <p:cNvPr id="60" name="Shape 58"/>
          <p:cNvSpPr/>
          <p:nvPr/>
        </p:nvSpPr>
        <p:spPr>
          <a:xfrm>
            <a:off x="11389690" y="957453"/>
            <a:ext cx="21336" cy="21336"/>
          </a:xfrm>
          <a:prstGeom prst="ellipse">
            <a:avLst/>
          </a:prstGeom>
          <a:solidFill>
            <a:srgbClr val="000000"/>
          </a:solidFill>
          <a:ln/>
        </p:spPr>
      </p:sp>
      <p:sp>
        <p:nvSpPr>
          <p:cNvPr id="61" name="Shape 59"/>
          <p:cNvSpPr/>
          <p:nvPr/>
        </p:nvSpPr>
        <p:spPr>
          <a:xfrm>
            <a:off x="11312347" y="969010"/>
            <a:ext cx="21336" cy="21336"/>
          </a:xfrm>
          <a:prstGeom prst="ellipse">
            <a:avLst/>
          </a:prstGeom>
          <a:solidFill>
            <a:srgbClr val="000000"/>
          </a:solidFill>
          <a:ln/>
        </p:spPr>
      </p:sp>
      <p:sp>
        <p:nvSpPr>
          <p:cNvPr id="62" name="Shape 60"/>
          <p:cNvSpPr/>
          <p:nvPr/>
        </p:nvSpPr>
        <p:spPr>
          <a:xfrm>
            <a:off x="11235004" y="957453"/>
            <a:ext cx="21336" cy="21336"/>
          </a:xfrm>
          <a:prstGeom prst="ellipse">
            <a:avLst/>
          </a:prstGeom>
          <a:solidFill>
            <a:srgbClr val="000000"/>
          </a:solidFill>
          <a:ln/>
        </p:spPr>
      </p:sp>
      <p:sp>
        <p:nvSpPr>
          <p:cNvPr id="63" name="Shape 61"/>
          <p:cNvSpPr/>
          <p:nvPr/>
        </p:nvSpPr>
        <p:spPr>
          <a:xfrm>
            <a:off x="11162995" y="925449"/>
            <a:ext cx="21336" cy="21336"/>
          </a:xfrm>
          <a:prstGeom prst="ellipse">
            <a:avLst/>
          </a:prstGeom>
          <a:solidFill>
            <a:srgbClr val="000000"/>
          </a:solidFill>
          <a:ln/>
        </p:spPr>
      </p:sp>
      <p:sp>
        <p:nvSpPr>
          <p:cNvPr id="64" name="Shape 62"/>
          <p:cNvSpPr/>
          <p:nvPr/>
        </p:nvSpPr>
        <p:spPr>
          <a:xfrm>
            <a:off x="11104321" y="873887"/>
            <a:ext cx="21336" cy="21336"/>
          </a:xfrm>
          <a:prstGeom prst="ellipse">
            <a:avLst/>
          </a:prstGeom>
          <a:solidFill>
            <a:srgbClr val="000000"/>
          </a:solidFill>
          <a:ln/>
        </p:spPr>
      </p:sp>
      <p:sp>
        <p:nvSpPr>
          <p:cNvPr id="65" name="Shape 63"/>
          <p:cNvSpPr/>
          <p:nvPr/>
        </p:nvSpPr>
        <p:spPr>
          <a:xfrm>
            <a:off x="11061649" y="808101"/>
            <a:ext cx="21336" cy="21336"/>
          </a:xfrm>
          <a:prstGeom prst="ellipse">
            <a:avLst/>
          </a:prstGeom>
          <a:solidFill>
            <a:srgbClr val="000000"/>
          </a:solidFill>
          <a:ln/>
        </p:spPr>
      </p:sp>
      <p:sp>
        <p:nvSpPr>
          <p:cNvPr id="66" name="Shape 64"/>
          <p:cNvSpPr/>
          <p:nvPr/>
        </p:nvSpPr>
        <p:spPr>
          <a:xfrm>
            <a:off x="11039424" y="732536"/>
            <a:ext cx="21336" cy="21336"/>
          </a:xfrm>
          <a:prstGeom prst="ellipse">
            <a:avLst/>
          </a:prstGeom>
          <a:solidFill>
            <a:srgbClr val="000000"/>
          </a:solidFill>
          <a:ln/>
        </p:spPr>
      </p:sp>
      <p:sp>
        <p:nvSpPr>
          <p:cNvPr id="67" name="Shape 65"/>
          <p:cNvSpPr/>
          <p:nvPr/>
        </p:nvSpPr>
        <p:spPr>
          <a:xfrm>
            <a:off x="11039424" y="654304"/>
            <a:ext cx="21336" cy="21336"/>
          </a:xfrm>
          <a:prstGeom prst="ellipse">
            <a:avLst/>
          </a:prstGeom>
          <a:solidFill>
            <a:srgbClr val="000000"/>
          </a:solidFill>
          <a:ln/>
        </p:spPr>
      </p:sp>
      <p:sp>
        <p:nvSpPr>
          <p:cNvPr id="68" name="Shape 66"/>
          <p:cNvSpPr/>
          <p:nvPr/>
        </p:nvSpPr>
        <p:spPr>
          <a:xfrm>
            <a:off x="11061649" y="578739"/>
            <a:ext cx="21336" cy="21336"/>
          </a:xfrm>
          <a:prstGeom prst="ellipse">
            <a:avLst/>
          </a:prstGeom>
          <a:solidFill>
            <a:srgbClr val="000000"/>
          </a:solidFill>
          <a:ln/>
        </p:spPr>
      </p:sp>
      <p:sp>
        <p:nvSpPr>
          <p:cNvPr id="69" name="Shape 67"/>
          <p:cNvSpPr/>
          <p:nvPr/>
        </p:nvSpPr>
        <p:spPr>
          <a:xfrm>
            <a:off x="11104321" y="512953"/>
            <a:ext cx="21336" cy="21336"/>
          </a:xfrm>
          <a:prstGeom prst="ellipse">
            <a:avLst/>
          </a:prstGeom>
          <a:solidFill>
            <a:srgbClr val="000000"/>
          </a:solidFill>
          <a:ln/>
        </p:spPr>
      </p:sp>
      <p:sp>
        <p:nvSpPr>
          <p:cNvPr id="70" name="Shape 68"/>
          <p:cNvSpPr/>
          <p:nvPr/>
        </p:nvSpPr>
        <p:spPr>
          <a:xfrm>
            <a:off x="11162995" y="461391"/>
            <a:ext cx="21336" cy="21336"/>
          </a:xfrm>
          <a:prstGeom prst="ellipse">
            <a:avLst/>
          </a:prstGeom>
          <a:solidFill>
            <a:srgbClr val="000000"/>
          </a:solidFill>
          <a:ln/>
        </p:spPr>
      </p:sp>
      <p:sp>
        <p:nvSpPr>
          <p:cNvPr id="71" name="Shape 69"/>
          <p:cNvSpPr/>
          <p:nvPr/>
        </p:nvSpPr>
        <p:spPr>
          <a:xfrm>
            <a:off x="11235004" y="429387"/>
            <a:ext cx="21336" cy="21336"/>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start je met de agent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Open de devcontainer</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Alles staat klaar: Python, DuckDB, Streamlit, de data en de skills</a:t>
            </a:r>
            <a:endParaRPr lang="en-US" sz="1400" dirty="0"/>
          </a:p>
        </p:txBody>
      </p:sp>
      <p:sp>
        <p:nvSpPr>
          <p:cNvPr id="76" name="Shape 74"/>
          <p:cNvSpPr/>
          <p:nvPr/>
        </p:nvSpPr>
        <p:spPr>
          <a:xfrm>
            <a:off x="9859975" y="1687068"/>
            <a:ext cx="1554480" cy="329184"/>
          </a:xfrm>
          <a:prstGeom prst="roundRect">
            <a:avLst>
              <a:gd name="adj" fmla="val 138889"/>
            </a:avLst>
          </a:prstGeom>
          <a:solidFill>
            <a:srgbClr val="00AF81"/>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Start Claude Code</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Typ claude in de terminal</a:t>
            </a:r>
            <a:endParaRPr lang="en-US" sz="1400" dirty="0"/>
          </a:p>
        </p:txBody>
      </p:sp>
      <p:sp>
        <p:nvSpPr>
          <p:cNvPr id="81" name="Shape 79"/>
          <p:cNvSpPr/>
          <p:nvPr/>
        </p:nvSpPr>
        <p:spPr>
          <a:xfrm>
            <a:off x="9859975" y="2647188"/>
            <a:ext cx="1554480" cy="329184"/>
          </a:xfrm>
          <a:prstGeom prst="roundRect">
            <a:avLst>
              <a:gd name="adj" fmla="val 138889"/>
            </a:avLst>
          </a:prstGeom>
          <a:solidFill>
            <a:srgbClr val="00AF81"/>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Probeer een eerste instructie</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Lees data/synthetisch_1cho.csv en vertel in gewone taal wat erin zit</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Activeer skill 1</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/workshop-verkennen: dat doen we straks bij het spiegelmoment</a:t>
            </a:r>
            <a:endParaRPr lang="en-US" sz="1400" dirty="0"/>
          </a:p>
        </p:txBody>
      </p:sp>
      <p:sp>
        <p:nvSpPr>
          <p:cNvPr id="91" name="Shape 89"/>
          <p:cNvSpPr/>
          <p:nvPr/>
        </p:nvSpPr>
        <p:spPr>
          <a:xfrm>
            <a:off x="9859975" y="4567428"/>
            <a:ext cx="1554480" cy="329184"/>
          </a:xfrm>
          <a:prstGeom prst="roundRect">
            <a:avLst>
              <a:gd name="adj" fmla="val 138889"/>
            </a:avLst>
          </a:prstGeom>
          <a:solidFill>
            <a:srgbClr val="DD784B"/>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Later</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Duurt het starten langer dan een minuut? Roep iemand, dan zoeken we het samen uit.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AF81"/>
        </a:solidFill>
      </p:bgPr>
    </p:bg>
    <p:spTree>
      <p:nvGrpSpPr>
        <p:cNvPr id="1" name=""/>
        <p:cNvGrpSpPr/>
        <p:nvPr/>
      </p:nvGrpSpPr>
      <p:grpSpPr>
        <a:xfrm>
          <a:off x="0" y="0"/>
          <a:ext cx="0" cy="0"/>
          <a:chOff x="0" y="0"/>
          <a:chExt cx="0" cy="0"/>
        </a:xfrm>
      </p:grpSpPr>
      <p:sp>
        <p:nvSpPr>
          <p:cNvPr id="2" name="Shape 0"/>
          <p:cNvSpPr/>
          <p:nvPr/>
        </p:nvSpPr>
        <p:spPr>
          <a:xfrm>
            <a:off x="11296345" y="615188"/>
            <a:ext cx="53340" cy="53340"/>
          </a:xfrm>
          <a:prstGeom prst="ellipse">
            <a:avLst/>
          </a:prstGeom>
          <a:solidFill>
            <a:srgbClr val="000000"/>
          </a:solidFill>
          <a:ln/>
        </p:spPr>
      </p:sp>
      <p:sp>
        <p:nvSpPr>
          <p:cNvPr id="3" name="Shape 1"/>
          <p:cNvSpPr/>
          <p:nvPr/>
        </p:nvSpPr>
        <p:spPr>
          <a:xfrm>
            <a:off x="11350574" y="646303"/>
            <a:ext cx="53340" cy="53340"/>
          </a:xfrm>
          <a:prstGeom prst="ellipse">
            <a:avLst/>
          </a:prstGeom>
          <a:solidFill>
            <a:srgbClr val="000000"/>
          </a:solidFill>
          <a:ln/>
        </p:spPr>
      </p:sp>
      <p:sp>
        <p:nvSpPr>
          <p:cNvPr id="4" name="Shape 2"/>
          <p:cNvSpPr/>
          <p:nvPr/>
        </p:nvSpPr>
        <p:spPr>
          <a:xfrm>
            <a:off x="11350574" y="708533"/>
            <a:ext cx="53340" cy="53340"/>
          </a:xfrm>
          <a:prstGeom prst="ellipse">
            <a:avLst/>
          </a:prstGeom>
          <a:solidFill>
            <a:srgbClr val="000000"/>
          </a:solidFill>
          <a:ln/>
        </p:spPr>
      </p:sp>
      <p:sp>
        <p:nvSpPr>
          <p:cNvPr id="5" name="Shape 3"/>
          <p:cNvSpPr/>
          <p:nvPr/>
        </p:nvSpPr>
        <p:spPr>
          <a:xfrm>
            <a:off x="11296345" y="739648"/>
            <a:ext cx="53340" cy="53340"/>
          </a:xfrm>
          <a:prstGeom prst="ellipse">
            <a:avLst/>
          </a:prstGeom>
          <a:solidFill>
            <a:srgbClr val="000000"/>
          </a:solidFill>
          <a:ln/>
        </p:spPr>
      </p:sp>
      <p:sp>
        <p:nvSpPr>
          <p:cNvPr id="6" name="Shape 4"/>
          <p:cNvSpPr/>
          <p:nvPr/>
        </p:nvSpPr>
        <p:spPr>
          <a:xfrm>
            <a:off x="11242116" y="708533"/>
            <a:ext cx="53340" cy="53340"/>
          </a:xfrm>
          <a:prstGeom prst="ellipse">
            <a:avLst/>
          </a:prstGeom>
          <a:solidFill>
            <a:srgbClr val="000000"/>
          </a:solidFill>
          <a:ln/>
        </p:spPr>
      </p:sp>
      <p:sp>
        <p:nvSpPr>
          <p:cNvPr id="7" name="Shape 5"/>
          <p:cNvSpPr/>
          <p:nvPr/>
        </p:nvSpPr>
        <p:spPr>
          <a:xfrm>
            <a:off x="11242116" y="646303"/>
            <a:ext cx="53340" cy="53340"/>
          </a:xfrm>
          <a:prstGeom prst="ellipse">
            <a:avLst/>
          </a:prstGeom>
          <a:solidFill>
            <a:srgbClr val="000000"/>
          </a:solidFill>
          <a:ln/>
        </p:spPr>
      </p:sp>
      <p:sp>
        <p:nvSpPr>
          <p:cNvPr id="8" name="Shape 6"/>
          <p:cNvSpPr/>
          <p:nvPr/>
        </p:nvSpPr>
        <p:spPr>
          <a:xfrm>
            <a:off x="11300790" y="566293"/>
            <a:ext cx="44450" cy="44450"/>
          </a:xfrm>
          <a:prstGeom prst="ellipse">
            <a:avLst/>
          </a:prstGeom>
          <a:solidFill>
            <a:srgbClr val="000000"/>
          </a:solidFill>
          <a:ln/>
        </p:spPr>
      </p:sp>
      <p:sp>
        <p:nvSpPr>
          <p:cNvPr id="9" name="Shape 7"/>
          <p:cNvSpPr/>
          <p:nvPr/>
        </p:nvSpPr>
        <p:spPr>
          <a:xfrm>
            <a:off x="11368354" y="588518"/>
            <a:ext cx="44450" cy="44450"/>
          </a:xfrm>
          <a:prstGeom prst="ellipse">
            <a:avLst/>
          </a:prstGeom>
          <a:solidFill>
            <a:srgbClr val="000000"/>
          </a:solidFill>
          <a:ln/>
        </p:spPr>
      </p:sp>
      <p:sp>
        <p:nvSpPr>
          <p:cNvPr id="10" name="Shape 8"/>
          <p:cNvSpPr/>
          <p:nvPr/>
        </p:nvSpPr>
        <p:spPr>
          <a:xfrm>
            <a:off x="11411026" y="646303"/>
            <a:ext cx="44450" cy="44450"/>
          </a:xfrm>
          <a:prstGeom prst="ellipse">
            <a:avLst/>
          </a:prstGeom>
          <a:solidFill>
            <a:srgbClr val="000000"/>
          </a:solidFill>
          <a:ln/>
        </p:spPr>
      </p:sp>
      <p:sp>
        <p:nvSpPr>
          <p:cNvPr id="11" name="Shape 9"/>
          <p:cNvSpPr/>
          <p:nvPr/>
        </p:nvSpPr>
        <p:spPr>
          <a:xfrm>
            <a:off x="11411026" y="717423"/>
            <a:ext cx="44450" cy="44450"/>
          </a:xfrm>
          <a:prstGeom prst="ellipse">
            <a:avLst/>
          </a:prstGeom>
          <a:solidFill>
            <a:srgbClr val="000000"/>
          </a:solidFill>
          <a:ln/>
        </p:spPr>
      </p:sp>
      <p:sp>
        <p:nvSpPr>
          <p:cNvPr id="12" name="Shape 10"/>
          <p:cNvSpPr/>
          <p:nvPr/>
        </p:nvSpPr>
        <p:spPr>
          <a:xfrm>
            <a:off x="11368354" y="775208"/>
            <a:ext cx="44450" cy="44450"/>
          </a:xfrm>
          <a:prstGeom prst="ellipse">
            <a:avLst/>
          </a:prstGeom>
          <a:solidFill>
            <a:srgbClr val="000000"/>
          </a:solidFill>
          <a:ln/>
        </p:spPr>
      </p:sp>
      <p:sp>
        <p:nvSpPr>
          <p:cNvPr id="13" name="Shape 11"/>
          <p:cNvSpPr/>
          <p:nvPr/>
        </p:nvSpPr>
        <p:spPr>
          <a:xfrm>
            <a:off x="11300790" y="797433"/>
            <a:ext cx="44450" cy="44450"/>
          </a:xfrm>
          <a:prstGeom prst="ellipse">
            <a:avLst/>
          </a:prstGeom>
          <a:solidFill>
            <a:srgbClr val="000000"/>
          </a:solidFill>
          <a:ln/>
        </p:spPr>
      </p:sp>
      <p:sp>
        <p:nvSpPr>
          <p:cNvPr id="14" name="Shape 12"/>
          <p:cNvSpPr/>
          <p:nvPr/>
        </p:nvSpPr>
        <p:spPr>
          <a:xfrm>
            <a:off x="11233226" y="775208"/>
            <a:ext cx="44450" cy="44450"/>
          </a:xfrm>
          <a:prstGeom prst="ellipse">
            <a:avLst/>
          </a:prstGeom>
          <a:solidFill>
            <a:srgbClr val="000000"/>
          </a:solidFill>
          <a:ln/>
        </p:spPr>
      </p:sp>
      <p:sp>
        <p:nvSpPr>
          <p:cNvPr id="15" name="Shape 13"/>
          <p:cNvSpPr/>
          <p:nvPr/>
        </p:nvSpPr>
        <p:spPr>
          <a:xfrm>
            <a:off x="11190554" y="717423"/>
            <a:ext cx="44450" cy="44450"/>
          </a:xfrm>
          <a:prstGeom prst="ellipse">
            <a:avLst/>
          </a:prstGeom>
          <a:solidFill>
            <a:srgbClr val="000000"/>
          </a:solidFill>
          <a:ln/>
        </p:spPr>
      </p:sp>
      <p:sp>
        <p:nvSpPr>
          <p:cNvPr id="16" name="Shape 14"/>
          <p:cNvSpPr/>
          <p:nvPr/>
        </p:nvSpPr>
        <p:spPr>
          <a:xfrm>
            <a:off x="11190554" y="646303"/>
            <a:ext cx="44450" cy="44450"/>
          </a:xfrm>
          <a:prstGeom prst="ellipse">
            <a:avLst/>
          </a:prstGeom>
          <a:solidFill>
            <a:srgbClr val="000000"/>
          </a:solidFill>
          <a:ln/>
        </p:spPr>
      </p:sp>
      <p:sp>
        <p:nvSpPr>
          <p:cNvPr id="17" name="Shape 15"/>
          <p:cNvSpPr/>
          <p:nvPr/>
        </p:nvSpPr>
        <p:spPr>
          <a:xfrm>
            <a:off x="11233226" y="588518"/>
            <a:ext cx="44450" cy="44450"/>
          </a:xfrm>
          <a:prstGeom prst="ellipse">
            <a:avLst/>
          </a:prstGeom>
          <a:solidFill>
            <a:srgbClr val="000000"/>
          </a:solidFill>
          <a:ln/>
        </p:spPr>
      </p:sp>
      <p:sp>
        <p:nvSpPr>
          <p:cNvPr id="18" name="Shape 16"/>
          <p:cNvSpPr/>
          <p:nvPr/>
        </p:nvSpPr>
        <p:spPr>
          <a:xfrm>
            <a:off x="11305235" y="517398"/>
            <a:ext cx="35560" cy="35560"/>
          </a:xfrm>
          <a:prstGeom prst="ellipse">
            <a:avLst/>
          </a:prstGeom>
          <a:solidFill>
            <a:srgbClr val="000000"/>
          </a:solidFill>
          <a:ln/>
        </p:spPr>
      </p:sp>
      <p:sp>
        <p:nvSpPr>
          <p:cNvPr id="19" name="Shape 17"/>
          <p:cNvSpPr/>
          <p:nvPr/>
        </p:nvSpPr>
        <p:spPr>
          <a:xfrm>
            <a:off x="11378133" y="534289"/>
            <a:ext cx="35560" cy="35560"/>
          </a:xfrm>
          <a:prstGeom prst="ellipse">
            <a:avLst/>
          </a:prstGeom>
          <a:solidFill>
            <a:srgbClr val="000000"/>
          </a:solidFill>
          <a:ln/>
        </p:spPr>
      </p:sp>
      <p:sp>
        <p:nvSpPr>
          <p:cNvPr id="20" name="Shape 18"/>
          <p:cNvSpPr/>
          <p:nvPr/>
        </p:nvSpPr>
        <p:spPr>
          <a:xfrm>
            <a:off x="11437696" y="581406"/>
            <a:ext cx="35560" cy="35560"/>
          </a:xfrm>
          <a:prstGeom prst="ellipse">
            <a:avLst/>
          </a:prstGeom>
          <a:solidFill>
            <a:srgbClr val="000000"/>
          </a:solidFill>
          <a:ln/>
        </p:spPr>
      </p:sp>
      <p:sp>
        <p:nvSpPr>
          <p:cNvPr id="21" name="Shape 19"/>
          <p:cNvSpPr/>
          <p:nvPr/>
        </p:nvSpPr>
        <p:spPr>
          <a:xfrm>
            <a:off x="11469700" y="648970"/>
            <a:ext cx="35560" cy="35560"/>
          </a:xfrm>
          <a:prstGeom prst="ellipse">
            <a:avLst/>
          </a:prstGeom>
          <a:solidFill>
            <a:srgbClr val="000000"/>
          </a:solidFill>
          <a:ln/>
        </p:spPr>
      </p:sp>
      <p:sp>
        <p:nvSpPr>
          <p:cNvPr id="22" name="Shape 20"/>
          <p:cNvSpPr/>
          <p:nvPr/>
        </p:nvSpPr>
        <p:spPr>
          <a:xfrm>
            <a:off x="11469700" y="723646"/>
            <a:ext cx="35560" cy="35560"/>
          </a:xfrm>
          <a:prstGeom prst="ellipse">
            <a:avLst/>
          </a:prstGeom>
          <a:solidFill>
            <a:srgbClr val="000000"/>
          </a:solidFill>
          <a:ln/>
        </p:spPr>
      </p:sp>
      <p:sp>
        <p:nvSpPr>
          <p:cNvPr id="23" name="Shape 21"/>
          <p:cNvSpPr/>
          <p:nvPr/>
        </p:nvSpPr>
        <p:spPr>
          <a:xfrm>
            <a:off x="11437696" y="791210"/>
            <a:ext cx="35560" cy="35560"/>
          </a:xfrm>
          <a:prstGeom prst="ellipse">
            <a:avLst/>
          </a:prstGeom>
          <a:solidFill>
            <a:srgbClr val="000000"/>
          </a:solidFill>
          <a:ln/>
        </p:spPr>
      </p:sp>
      <p:sp>
        <p:nvSpPr>
          <p:cNvPr id="24" name="Shape 22"/>
          <p:cNvSpPr/>
          <p:nvPr/>
        </p:nvSpPr>
        <p:spPr>
          <a:xfrm>
            <a:off x="11378133" y="838327"/>
            <a:ext cx="35560" cy="35560"/>
          </a:xfrm>
          <a:prstGeom prst="ellipse">
            <a:avLst/>
          </a:prstGeom>
          <a:solidFill>
            <a:srgbClr val="000000"/>
          </a:solidFill>
          <a:ln/>
        </p:spPr>
      </p:sp>
      <p:sp>
        <p:nvSpPr>
          <p:cNvPr id="25" name="Shape 23"/>
          <p:cNvSpPr/>
          <p:nvPr/>
        </p:nvSpPr>
        <p:spPr>
          <a:xfrm>
            <a:off x="11305235" y="855218"/>
            <a:ext cx="35560" cy="35560"/>
          </a:xfrm>
          <a:prstGeom prst="ellipse">
            <a:avLst/>
          </a:prstGeom>
          <a:solidFill>
            <a:srgbClr val="000000"/>
          </a:solidFill>
          <a:ln/>
        </p:spPr>
      </p:sp>
      <p:sp>
        <p:nvSpPr>
          <p:cNvPr id="26" name="Shape 24"/>
          <p:cNvSpPr/>
          <p:nvPr/>
        </p:nvSpPr>
        <p:spPr>
          <a:xfrm>
            <a:off x="11232337" y="838327"/>
            <a:ext cx="35560" cy="35560"/>
          </a:xfrm>
          <a:prstGeom prst="ellipse">
            <a:avLst/>
          </a:prstGeom>
          <a:solidFill>
            <a:srgbClr val="000000"/>
          </a:solidFill>
          <a:ln/>
        </p:spPr>
      </p:sp>
      <p:sp>
        <p:nvSpPr>
          <p:cNvPr id="27" name="Shape 25"/>
          <p:cNvSpPr/>
          <p:nvPr/>
        </p:nvSpPr>
        <p:spPr>
          <a:xfrm>
            <a:off x="11172774" y="791210"/>
            <a:ext cx="35560" cy="35560"/>
          </a:xfrm>
          <a:prstGeom prst="ellipse">
            <a:avLst/>
          </a:prstGeom>
          <a:solidFill>
            <a:srgbClr val="000000"/>
          </a:solidFill>
          <a:ln/>
        </p:spPr>
      </p:sp>
      <p:sp>
        <p:nvSpPr>
          <p:cNvPr id="28" name="Shape 26"/>
          <p:cNvSpPr/>
          <p:nvPr/>
        </p:nvSpPr>
        <p:spPr>
          <a:xfrm>
            <a:off x="11140770" y="723646"/>
            <a:ext cx="35560" cy="35560"/>
          </a:xfrm>
          <a:prstGeom prst="ellipse">
            <a:avLst/>
          </a:prstGeom>
          <a:solidFill>
            <a:srgbClr val="000000"/>
          </a:solidFill>
          <a:ln/>
        </p:spPr>
      </p:sp>
      <p:sp>
        <p:nvSpPr>
          <p:cNvPr id="29" name="Shape 27"/>
          <p:cNvSpPr/>
          <p:nvPr/>
        </p:nvSpPr>
        <p:spPr>
          <a:xfrm>
            <a:off x="11140770" y="648970"/>
            <a:ext cx="35560" cy="35560"/>
          </a:xfrm>
          <a:prstGeom prst="ellipse">
            <a:avLst/>
          </a:prstGeom>
          <a:solidFill>
            <a:srgbClr val="000000"/>
          </a:solidFill>
          <a:ln/>
        </p:spPr>
      </p:sp>
      <p:sp>
        <p:nvSpPr>
          <p:cNvPr id="30" name="Shape 28"/>
          <p:cNvSpPr/>
          <p:nvPr/>
        </p:nvSpPr>
        <p:spPr>
          <a:xfrm>
            <a:off x="11172774" y="581406"/>
            <a:ext cx="35560" cy="35560"/>
          </a:xfrm>
          <a:prstGeom prst="ellipse">
            <a:avLst/>
          </a:prstGeom>
          <a:solidFill>
            <a:srgbClr val="000000"/>
          </a:solidFill>
          <a:ln/>
        </p:spPr>
      </p:sp>
      <p:sp>
        <p:nvSpPr>
          <p:cNvPr id="31" name="Shape 29"/>
          <p:cNvSpPr/>
          <p:nvPr/>
        </p:nvSpPr>
        <p:spPr>
          <a:xfrm>
            <a:off x="11232337" y="534289"/>
            <a:ext cx="35560" cy="35560"/>
          </a:xfrm>
          <a:prstGeom prst="ellipse">
            <a:avLst/>
          </a:prstGeom>
          <a:solidFill>
            <a:srgbClr val="000000"/>
          </a:solidFill>
          <a:ln/>
        </p:spPr>
      </p:sp>
      <p:sp>
        <p:nvSpPr>
          <p:cNvPr id="32" name="Shape 30"/>
          <p:cNvSpPr/>
          <p:nvPr/>
        </p:nvSpPr>
        <p:spPr>
          <a:xfrm>
            <a:off x="11308791" y="467614"/>
            <a:ext cx="28448" cy="28448"/>
          </a:xfrm>
          <a:prstGeom prst="ellipse">
            <a:avLst/>
          </a:prstGeom>
          <a:solidFill>
            <a:srgbClr val="000000"/>
          </a:solidFill>
          <a:ln/>
        </p:spPr>
      </p:sp>
      <p:sp>
        <p:nvSpPr>
          <p:cNvPr id="33" name="Shape 31"/>
          <p:cNvSpPr/>
          <p:nvPr/>
        </p:nvSpPr>
        <p:spPr>
          <a:xfrm>
            <a:off x="11385245" y="480949"/>
            <a:ext cx="28448" cy="28448"/>
          </a:xfrm>
          <a:prstGeom prst="ellipse">
            <a:avLst/>
          </a:prstGeom>
          <a:solidFill>
            <a:srgbClr val="000000"/>
          </a:solidFill>
          <a:ln/>
        </p:spPr>
      </p:sp>
      <p:sp>
        <p:nvSpPr>
          <p:cNvPr id="34" name="Shape 32"/>
          <p:cNvSpPr/>
          <p:nvPr/>
        </p:nvSpPr>
        <p:spPr>
          <a:xfrm>
            <a:off x="11451920" y="519176"/>
            <a:ext cx="28448" cy="28448"/>
          </a:xfrm>
          <a:prstGeom prst="ellipse">
            <a:avLst/>
          </a:prstGeom>
          <a:solidFill>
            <a:srgbClr val="000000"/>
          </a:solidFill>
          <a:ln/>
        </p:spPr>
      </p:sp>
      <p:sp>
        <p:nvSpPr>
          <p:cNvPr id="35" name="Shape 33"/>
          <p:cNvSpPr/>
          <p:nvPr/>
        </p:nvSpPr>
        <p:spPr>
          <a:xfrm>
            <a:off x="11501704" y="578739"/>
            <a:ext cx="28448" cy="28448"/>
          </a:xfrm>
          <a:prstGeom prst="ellipse">
            <a:avLst/>
          </a:prstGeom>
          <a:solidFill>
            <a:srgbClr val="000000"/>
          </a:solidFill>
          <a:ln/>
        </p:spPr>
      </p:sp>
      <p:sp>
        <p:nvSpPr>
          <p:cNvPr id="36" name="Shape 34"/>
          <p:cNvSpPr/>
          <p:nvPr/>
        </p:nvSpPr>
        <p:spPr>
          <a:xfrm>
            <a:off x="11527485" y="651637"/>
            <a:ext cx="28448" cy="28448"/>
          </a:xfrm>
          <a:prstGeom prst="ellipse">
            <a:avLst/>
          </a:prstGeom>
          <a:solidFill>
            <a:srgbClr val="000000"/>
          </a:solidFill>
          <a:ln/>
        </p:spPr>
      </p:sp>
      <p:sp>
        <p:nvSpPr>
          <p:cNvPr id="37" name="Shape 35"/>
          <p:cNvSpPr/>
          <p:nvPr/>
        </p:nvSpPr>
        <p:spPr>
          <a:xfrm>
            <a:off x="11527485" y="728091"/>
            <a:ext cx="28448" cy="28448"/>
          </a:xfrm>
          <a:prstGeom prst="ellipse">
            <a:avLst/>
          </a:prstGeom>
          <a:solidFill>
            <a:srgbClr val="000000"/>
          </a:solidFill>
          <a:ln/>
        </p:spPr>
      </p:sp>
      <p:sp>
        <p:nvSpPr>
          <p:cNvPr id="38" name="Shape 36"/>
          <p:cNvSpPr/>
          <p:nvPr/>
        </p:nvSpPr>
        <p:spPr>
          <a:xfrm>
            <a:off x="11501704" y="800989"/>
            <a:ext cx="28448" cy="28448"/>
          </a:xfrm>
          <a:prstGeom prst="ellipse">
            <a:avLst/>
          </a:prstGeom>
          <a:solidFill>
            <a:srgbClr val="000000"/>
          </a:solidFill>
          <a:ln/>
        </p:spPr>
      </p:sp>
      <p:sp>
        <p:nvSpPr>
          <p:cNvPr id="39" name="Shape 37"/>
          <p:cNvSpPr/>
          <p:nvPr/>
        </p:nvSpPr>
        <p:spPr>
          <a:xfrm>
            <a:off x="11451920" y="860552"/>
            <a:ext cx="28448" cy="28448"/>
          </a:xfrm>
          <a:prstGeom prst="ellipse">
            <a:avLst/>
          </a:prstGeom>
          <a:solidFill>
            <a:srgbClr val="000000"/>
          </a:solidFill>
          <a:ln/>
        </p:spPr>
      </p:sp>
      <p:sp>
        <p:nvSpPr>
          <p:cNvPr id="40" name="Shape 38"/>
          <p:cNvSpPr/>
          <p:nvPr/>
        </p:nvSpPr>
        <p:spPr>
          <a:xfrm>
            <a:off x="11385245" y="898779"/>
            <a:ext cx="28448" cy="28448"/>
          </a:xfrm>
          <a:prstGeom prst="ellipse">
            <a:avLst/>
          </a:prstGeom>
          <a:solidFill>
            <a:srgbClr val="000000"/>
          </a:solidFill>
          <a:ln/>
        </p:spPr>
      </p:sp>
      <p:sp>
        <p:nvSpPr>
          <p:cNvPr id="41" name="Shape 39"/>
          <p:cNvSpPr/>
          <p:nvPr/>
        </p:nvSpPr>
        <p:spPr>
          <a:xfrm>
            <a:off x="11308791" y="912114"/>
            <a:ext cx="28448" cy="28448"/>
          </a:xfrm>
          <a:prstGeom prst="ellipse">
            <a:avLst/>
          </a:prstGeom>
          <a:solidFill>
            <a:srgbClr val="000000"/>
          </a:solidFill>
          <a:ln/>
        </p:spPr>
      </p:sp>
      <p:sp>
        <p:nvSpPr>
          <p:cNvPr id="42" name="Shape 40"/>
          <p:cNvSpPr/>
          <p:nvPr/>
        </p:nvSpPr>
        <p:spPr>
          <a:xfrm>
            <a:off x="11232337" y="898779"/>
            <a:ext cx="28448" cy="28448"/>
          </a:xfrm>
          <a:prstGeom prst="ellipse">
            <a:avLst/>
          </a:prstGeom>
          <a:solidFill>
            <a:srgbClr val="000000"/>
          </a:solidFill>
          <a:ln/>
        </p:spPr>
      </p:sp>
      <p:sp>
        <p:nvSpPr>
          <p:cNvPr id="43" name="Shape 41"/>
          <p:cNvSpPr/>
          <p:nvPr/>
        </p:nvSpPr>
        <p:spPr>
          <a:xfrm>
            <a:off x="11165662" y="860552"/>
            <a:ext cx="28448" cy="28448"/>
          </a:xfrm>
          <a:prstGeom prst="ellipse">
            <a:avLst/>
          </a:prstGeom>
          <a:solidFill>
            <a:srgbClr val="000000"/>
          </a:solidFill>
          <a:ln/>
        </p:spPr>
      </p:sp>
      <p:sp>
        <p:nvSpPr>
          <p:cNvPr id="44" name="Shape 42"/>
          <p:cNvSpPr/>
          <p:nvPr/>
        </p:nvSpPr>
        <p:spPr>
          <a:xfrm>
            <a:off x="11115878" y="800989"/>
            <a:ext cx="28448" cy="28448"/>
          </a:xfrm>
          <a:prstGeom prst="ellipse">
            <a:avLst/>
          </a:prstGeom>
          <a:solidFill>
            <a:srgbClr val="000000"/>
          </a:solidFill>
          <a:ln/>
        </p:spPr>
      </p:sp>
      <p:sp>
        <p:nvSpPr>
          <p:cNvPr id="45" name="Shape 43"/>
          <p:cNvSpPr/>
          <p:nvPr/>
        </p:nvSpPr>
        <p:spPr>
          <a:xfrm>
            <a:off x="11090097" y="728091"/>
            <a:ext cx="28448" cy="28448"/>
          </a:xfrm>
          <a:prstGeom prst="ellipse">
            <a:avLst/>
          </a:prstGeom>
          <a:solidFill>
            <a:srgbClr val="000000"/>
          </a:solidFill>
          <a:ln/>
        </p:spPr>
      </p:sp>
      <p:sp>
        <p:nvSpPr>
          <p:cNvPr id="46" name="Shape 44"/>
          <p:cNvSpPr/>
          <p:nvPr/>
        </p:nvSpPr>
        <p:spPr>
          <a:xfrm>
            <a:off x="11090097" y="651637"/>
            <a:ext cx="28448" cy="28448"/>
          </a:xfrm>
          <a:prstGeom prst="ellipse">
            <a:avLst/>
          </a:prstGeom>
          <a:solidFill>
            <a:srgbClr val="000000"/>
          </a:solidFill>
          <a:ln/>
        </p:spPr>
      </p:sp>
      <p:sp>
        <p:nvSpPr>
          <p:cNvPr id="47" name="Shape 45"/>
          <p:cNvSpPr/>
          <p:nvPr/>
        </p:nvSpPr>
        <p:spPr>
          <a:xfrm>
            <a:off x="11115878" y="578739"/>
            <a:ext cx="28448" cy="28448"/>
          </a:xfrm>
          <a:prstGeom prst="ellipse">
            <a:avLst/>
          </a:prstGeom>
          <a:solidFill>
            <a:srgbClr val="000000"/>
          </a:solidFill>
          <a:ln/>
        </p:spPr>
      </p:sp>
      <p:sp>
        <p:nvSpPr>
          <p:cNvPr id="48" name="Shape 46"/>
          <p:cNvSpPr/>
          <p:nvPr/>
        </p:nvSpPr>
        <p:spPr>
          <a:xfrm>
            <a:off x="11165662" y="519176"/>
            <a:ext cx="28448" cy="28448"/>
          </a:xfrm>
          <a:prstGeom prst="ellipse">
            <a:avLst/>
          </a:prstGeom>
          <a:solidFill>
            <a:srgbClr val="000000"/>
          </a:solidFill>
          <a:ln/>
        </p:spPr>
      </p:sp>
      <p:sp>
        <p:nvSpPr>
          <p:cNvPr id="49" name="Shape 47"/>
          <p:cNvSpPr/>
          <p:nvPr/>
        </p:nvSpPr>
        <p:spPr>
          <a:xfrm>
            <a:off x="11232337" y="480949"/>
            <a:ext cx="28448" cy="28448"/>
          </a:xfrm>
          <a:prstGeom prst="ellipse">
            <a:avLst/>
          </a:prstGeom>
          <a:solidFill>
            <a:srgbClr val="000000"/>
          </a:solidFill>
          <a:ln/>
        </p:spPr>
      </p:sp>
      <p:sp>
        <p:nvSpPr>
          <p:cNvPr id="50" name="Shape 48"/>
          <p:cNvSpPr/>
          <p:nvPr/>
        </p:nvSpPr>
        <p:spPr>
          <a:xfrm>
            <a:off x="11312347" y="417830"/>
            <a:ext cx="21336" cy="21336"/>
          </a:xfrm>
          <a:prstGeom prst="ellipse">
            <a:avLst/>
          </a:prstGeom>
          <a:solidFill>
            <a:srgbClr val="000000"/>
          </a:solidFill>
          <a:ln/>
        </p:spPr>
      </p:sp>
      <p:sp>
        <p:nvSpPr>
          <p:cNvPr id="51" name="Shape 49"/>
          <p:cNvSpPr/>
          <p:nvPr/>
        </p:nvSpPr>
        <p:spPr>
          <a:xfrm>
            <a:off x="11389690" y="429387"/>
            <a:ext cx="21336" cy="21336"/>
          </a:xfrm>
          <a:prstGeom prst="ellipse">
            <a:avLst/>
          </a:prstGeom>
          <a:solidFill>
            <a:srgbClr val="000000"/>
          </a:solidFill>
          <a:ln/>
        </p:spPr>
      </p:sp>
      <p:sp>
        <p:nvSpPr>
          <p:cNvPr id="52" name="Shape 50"/>
          <p:cNvSpPr/>
          <p:nvPr/>
        </p:nvSpPr>
        <p:spPr>
          <a:xfrm>
            <a:off x="11461699" y="461391"/>
            <a:ext cx="21336" cy="21336"/>
          </a:xfrm>
          <a:prstGeom prst="ellipse">
            <a:avLst/>
          </a:prstGeom>
          <a:solidFill>
            <a:srgbClr val="000000"/>
          </a:solidFill>
          <a:ln/>
        </p:spPr>
      </p:sp>
      <p:sp>
        <p:nvSpPr>
          <p:cNvPr id="53" name="Shape 51"/>
          <p:cNvSpPr/>
          <p:nvPr/>
        </p:nvSpPr>
        <p:spPr>
          <a:xfrm>
            <a:off x="11520373" y="512953"/>
            <a:ext cx="21336" cy="21336"/>
          </a:xfrm>
          <a:prstGeom prst="ellipse">
            <a:avLst/>
          </a:prstGeom>
          <a:solidFill>
            <a:srgbClr val="000000"/>
          </a:solidFill>
          <a:ln/>
        </p:spPr>
      </p:sp>
      <p:sp>
        <p:nvSpPr>
          <p:cNvPr id="54" name="Shape 52"/>
          <p:cNvSpPr/>
          <p:nvPr/>
        </p:nvSpPr>
        <p:spPr>
          <a:xfrm>
            <a:off x="11563045" y="578739"/>
            <a:ext cx="21336" cy="21336"/>
          </a:xfrm>
          <a:prstGeom prst="ellipse">
            <a:avLst/>
          </a:prstGeom>
          <a:solidFill>
            <a:srgbClr val="000000"/>
          </a:solidFill>
          <a:ln/>
        </p:spPr>
      </p:sp>
      <p:sp>
        <p:nvSpPr>
          <p:cNvPr id="55" name="Shape 53"/>
          <p:cNvSpPr/>
          <p:nvPr/>
        </p:nvSpPr>
        <p:spPr>
          <a:xfrm>
            <a:off x="11585270" y="654304"/>
            <a:ext cx="21336" cy="21336"/>
          </a:xfrm>
          <a:prstGeom prst="ellipse">
            <a:avLst/>
          </a:prstGeom>
          <a:solidFill>
            <a:srgbClr val="000000"/>
          </a:solidFill>
          <a:ln/>
        </p:spPr>
      </p:sp>
      <p:sp>
        <p:nvSpPr>
          <p:cNvPr id="56" name="Shape 54"/>
          <p:cNvSpPr/>
          <p:nvPr/>
        </p:nvSpPr>
        <p:spPr>
          <a:xfrm>
            <a:off x="11585270" y="732536"/>
            <a:ext cx="21336" cy="21336"/>
          </a:xfrm>
          <a:prstGeom prst="ellipse">
            <a:avLst/>
          </a:prstGeom>
          <a:solidFill>
            <a:srgbClr val="000000"/>
          </a:solidFill>
          <a:ln/>
        </p:spPr>
      </p:sp>
      <p:sp>
        <p:nvSpPr>
          <p:cNvPr id="57" name="Shape 55"/>
          <p:cNvSpPr/>
          <p:nvPr/>
        </p:nvSpPr>
        <p:spPr>
          <a:xfrm>
            <a:off x="11563045" y="808101"/>
            <a:ext cx="21336" cy="21336"/>
          </a:xfrm>
          <a:prstGeom prst="ellipse">
            <a:avLst/>
          </a:prstGeom>
          <a:solidFill>
            <a:srgbClr val="000000"/>
          </a:solidFill>
          <a:ln/>
        </p:spPr>
      </p:sp>
      <p:sp>
        <p:nvSpPr>
          <p:cNvPr id="58" name="Shape 56"/>
          <p:cNvSpPr/>
          <p:nvPr/>
        </p:nvSpPr>
        <p:spPr>
          <a:xfrm>
            <a:off x="11520373" y="873887"/>
            <a:ext cx="21336" cy="21336"/>
          </a:xfrm>
          <a:prstGeom prst="ellipse">
            <a:avLst/>
          </a:prstGeom>
          <a:solidFill>
            <a:srgbClr val="000000"/>
          </a:solidFill>
          <a:ln/>
        </p:spPr>
      </p:sp>
      <p:sp>
        <p:nvSpPr>
          <p:cNvPr id="59" name="Shape 57"/>
          <p:cNvSpPr/>
          <p:nvPr/>
        </p:nvSpPr>
        <p:spPr>
          <a:xfrm>
            <a:off x="11461699" y="925449"/>
            <a:ext cx="21336" cy="21336"/>
          </a:xfrm>
          <a:prstGeom prst="ellipse">
            <a:avLst/>
          </a:prstGeom>
          <a:solidFill>
            <a:srgbClr val="000000"/>
          </a:solidFill>
          <a:ln/>
        </p:spPr>
      </p:sp>
      <p:sp>
        <p:nvSpPr>
          <p:cNvPr id="60" name="Shape 58"/>
          <p:cNvSpPr/>
          <p:nvPr/>
        </p:nvSpPr>
        <p:spPr>
          <a:xfrm>
            <a:off x="11389690" y="957453"/>
            <a:ext cx="21336" cy="21336"/>
          </a:xfrm>
          <a:prstGeom prst="ellipse">
            <a:avLst/>
          </a:prstGeom>
          <a:solidFill>
            <a:srgbClr val="000000"/>
          </a:solidFill>
          <a:ln/>
        </p:spPr>
      </p:sp>
      <p:sp>
        <p:nvSpPr>
          <p:cNvPr id="61" name="Shape 59"/>
          <p:cNvSpPr/>
          <p:nvPr/>
        </p:nvSpPr>
        <p:spPr>
          <a:xfrm>
            <a:off x="11312347" y="969010"/>
            <a:ext cx="21336" cy="21336"/>
          </a:xfrm>
          <a:prstGeom prst="ellipse">
            <a:avLst/>
          </a:prstGeom>
          <a:solidFill>
            <a:srgbClr val="000000"/>
          </a:solidFill>
          <a:ln/>
        </p:spPr>
      </p:sp>
      <p:sp>
        <p:nvSpPr>
          <p:cNvPr id="62" name="Shape 60"/>
          <p:cNvSpPr/>
          <p:nvPr/>
        </p:nvSpPr>
        <p:spPr>
          <a:xfrm>
            <a:off x="11235004" y="957453"/>
            <a:ext cx="21336" cy="21336"/>
          </a:xfrm>
          <a:prstGeom prst="ellipse">
            <a:avLst/>
          </a:prstGeom>
          <a:solidFill>
            <a:srgbClr val="000000"/>
          </a:solidFill>
          <a:ln/>
        </p:spPr>
      </p:sp>
      <p:sp>
        <p:nvSpPr>
          <p:cNvPr id="63" name="Shape 61"/>
          <p:cNvSpPr/>
          <p:nvPr/>
        </p:nvSpPr>
        <p:spPr>
          <a:xfrm>
            <a:off x="11162995" y="925449"/>
            <a:ext cx="21336" cy="21336"/>
          </a:xfrm>
          <a:prstGeom prst="ellipse">
            <a:avLst/>
          </a:prstGeom>
          <a:solidFill>
            <a:srgbClr val="000000"/>
          </a:solidFill>
          <a:ln/>
        </p:spPr>
      </p:sp>
      <p:sp>
        <p:nvSpPr>
          <p:cNvPr id="64" name="Shape 62"/>
          <p:cNvSpPr/>
          <p:nvPr/>
        </p:nvSpPr>
        <p:spPr>
          <a:xfrm>
            <a:off x="11104321" y="873887"/>
            <a:ext cx="21336" cy="21336"/>
          </a:xfrm>
          <a:prstGeom prst="ellipse">
            <a:avLst/>
          </a:prstGeom>
          <a:solidFill>
            <a:srgbClr val="000000"/>
          </a:solidFill>
          <a:ln/>
        </p:spPr>
      </p:sp>
      <p:sp>
        <p:nvSpPr>
          <p:cNvPr id="65" name="Shape 63"/>
          <p:cNvSpPr/>
          <p:nvPr/>
        </p:nvSpPr>
        <p:spPr>
          <a:xfrm>
            <a:off x="11061649" y="808101"/>
            <a:ext cx="21336" cy="21336"/>
          </a:xfrm>
          <a:prstGeom prst="ellipse">
            <a:avLst/>
          </a:prstGeom>
          <a:solidFill>
            <a:srgbClr val="000000"/>
          </a:solidFill>
          <a:ln/>
        </p:spPr>
      </p:sp>
      <p:sp>
        <p:nvSpPr>
          <p:cNvPr id="66" name="Shape 64"/>
          <p:cNvSpPr/>
          <p:nvPr/>
        </p:nvSpPr>
        <p:spPr>
          <a:xfrm>
            <a:off x="11039424" y="732536"/>
            <a:ext cx="21336" cy="21336"/>
          </a:xfrm>
          <a:prstGeom prst="ellipse">
            <a:avLst/>
          </a:prstGeom>
          <a:solidFill>
            <a:srgbClr val="000000"/>
          </a:solidFill>
          <a:ln/>
        </p:spPr>
      </p:sp>
      <p:sp>
        <p:nvSpPr>
          <p:cNvPr id="67" name="Shape 65"/>
          <p:cNvSpPr/>
          <p:nvPr/>
        </p:nvSpPr>
        <p:spPr>
          <a:xfrm>
            <a:off x="11039424" y="654304"/>
            <a:ext cx="21336" cy="21336"/>
          </a:xfrm>
          <a:prstGeom prst="ellipse">
            <a:avLst/>
          </a:prstGeom>
          <a:solidFill>
            <a:srgbClr val="000000"/>
          </a:solidFill>
          <a:ln/>
        </p:spPr>
      </p:sp>
      <p:sp>
        <p:nvSpPr>
          <p:cNvPr id="68" name="Shape 66"/>
          <p:cNvSpPr/>
          <p:nvPr/>
        </p:nvSpPr>
        <p:spPr>
          <a:xfrm>
            <a:off x="11061649" y="578739"/>
            <a:ext cx="21336" cy="21336"/>
          </a:xfrm>
          <a:prstGeom prst="ellipse">
            <a:avLst/>
          </a:prstGeom>
          <a:solidFill>
            <a:srgbClr val="000000"/>
          </a:solidFill>
          <a:ln/>
        </p:spPr>
      </p:sp>
      <p:sp>
        <p:nvSpPr>
          <p:cNvPr id="69" name="Shape 67"/>
          <p:cNvSpPr/>
          <p:nvPr/>
        </p:nvSpPr>
        <p:spPr>
          <a:xfrm>
            <a:off x="11104321" y="512953"/>
            <a:ext cx="21336" cy="21336"/>
          </a:xfrm>
          <a:prstGeom prst="ellipse">
            <a:avLst/>
          </a:prstGeom>
          <a:solidFill>
            <a:srgbClr val="000000"/>
          </a:solidFill>
          <a:ln/>
        </p:spPr>
      </p:sp>
      <p:sp>
        <p:nvSpPr>
          <p:cNvPr id="70" name="Shape 68"/>
          <p:cNvSpPr/>
          <p:nvPr/>
        </p:nvSpPr>
        <p:spPr>
          <a:xfrm>
            <a:off x="11162995" y="461391"/>
            <a:ext cx="21336" cy="21336"/>
          </a:xfrm>
          <a:prstGeom prst="ellipse">
            <a:avLst/>
          </a:prstGeom>
          <a:solidFill>
            <a:srgbClr val="000000"/>
          </a:solidFill>
          <a:ln/>
        </p:spPr>
      </p:sp>
      <p:sp>
        <p:nvSpPr>
          <p:cNvPr id="71" name="Shape 69"/>
          <p:cNvSpPr/>
          <p:nvPr/>
        </p:nvSpPr>
        <p:spPr>
          <a:xfrm>
            <a:off x="11235004" y="429387"/>
            <a:ext cx="21336" cy="21336"/>
          </a:xfrm>
          <a:prstGeom prst="ellipse">
            <a:avLst/>
          </a:prstGeom>
          <a:solidFill>
            <a:srgbClr val="000000"/>
          </a:solidFill>
          <a:ln/>
        </p:spPr>
      </p:sp>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22 minuten. Verken data en codebook voor je iets bouwt.</a:t>
            </a:r>
            <a:endParaRPr lang="en-US" sz="2200" dirty="0"/>
          </a:p>
        </p:txBody>
      </p:sp>
      <p:pic>
        <p:nvPicPr>
          <p:cNvPr id="76" name="Image 0" descr="exports\261005_workshop_rad_uitvoering\img\data.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296345" y="615188"/>
            <a:ext cx="53340" cy="53340"/>
          </a:xfrm>
          <a:prstGeom prst="ellipse">
            <a:avLst/>
          </a:prstGeom>
          <a:solidFill>
            <a:srgbClr val="000000"/>
          </a:solidFill>
          <a:ln/>
        </p:spPr>
      </p:sp>
      <p:sp>
        <p:nvSpPr>
          <p:cNvPr id="3" name="Shape 1"/>
          <p:cNvSpPr/>
          <p:nvPr/>
        </p:nvSpPr>
        <p:spPr>
          <a:xfrm>
            <a:off x="11350574" y="646303"/>
            <a:ext cx="53340" cy="53340"/>
          </a:xfrm>
          <a:prstGeom prst="ellipse">
            <a:avLst/>
          </a:prstGeom>
          <a:solidFill>
            <a:srgbClr val="000000"/>
          </a:solidFill>
          <a:ln/>
        </p:spPr>
      </p:sp>
      <p:sp>
        <p:nvSpPr>
          <p:cNvPr id="4" name="Shape 2"/>
          <p:cNvSpPr/>
          <p:nvPr/>
        </p:nvSpPr>
        <p:spPr>
          <a:xfrm>
            <a:off x="11350574" y="708533"/>
            <a:ext cx="53340" cy="53340"/>
          </a:xfrm>
          <a:prstGeom prst="ellipse">
            <a:avLst/>
          </a:prstGeom>
          <a:solidFill>
            <a:srgbClr val="000000"/>
          </a:solidFill>
          <a:ln/>
        </p:spPr>
      </p:sp>
      <p:sp>
        <p:nvSpPr>
          <p:cNvPr id="5" name="Shape 3"/>
          <p:cNvSpPr/>
          <p:nvPr/>
        </p:nvSpPr>
        <p:spPr>
          <a:xfrm>
            <a:off x="11296345" y="739648"/>
            <a:ext cx="53340" cy="53340"/>
          </a:xfrm>
          <a:prstGeom prst="ellipse">
            <a:avLst/>
          </a:prstGeom>
          <a:solidFill>
            <a:srgbClr val="000000"/>
          </a:solidFill>
          <a:ln/>
        </p:spPr>
      </p:sp>
      <p:sp>
        <p:nvSpPr>
          <p:cNvPr id="6" name="Shape 4"/>
          <p:cNvSpPr/>
          <p:nvPr/>
        </p:nvSpPr>
        <p:spPr>
          <a:xfrm>
            <a:off x="11242116" y="708533"/>
            <a:ext cx="53340" cy="53340"/>
          </a:xfrm>
          <a:prstGeom prst="ellipse">
            <a:avLst/>
          </a:prstGeom>
          <a:solidFill>
            <a:srgbClr val="000000"/>
          </a:solidFill>
          <a:ln/>
        </p:spPr>
      </p:sp>
      <p:sp>
        <p:nvSpPr>
          <p:cNvPr id="7" name="Shape 5"/>
          <p:cNvSpPr/>
          <p:nvPr/>
        </p:nvSpPr>
        <p:spPr>
          <a:xfrm>
            <a:off x="11242116" y="646303"/>
            <a:ext cx="53340" cy="53340"/>
          </a:xfrm>
          <a:prstGeom prst="ellipse">
            <a:avLst/>
          </a:prstGeom>
          <a:solidFill>
            <a:srgbClr val="000000"/>
          </a:solidFill>
          <a:ln/>
        </p:spPr>
      </p:sp>
      <p:sp>
        <p:nvSpPr>
          <p:cNvPr id="8" name="Shape 6"/>
          <p:cNvSpPr/>
          <p:nvPr/>
        </p:nvSpPr>
        <p:spPr>
          <a:xfrm>
            <a:off x="11300790" y="566293"/>
            <a:ext cx="44450" cy="44450"/>
          </a:xfrm>
          <a:prstGeom prst="ellipse">
            <a:avLst/>
          </a:prstGeom>
          <a:solidFill>
            <a:srgbClr val="000000"/>
          </a:solidFill>
          <a:ln/>
        </p:spPr>
      </p:sp>
      <p:sp>
        <p:nvSpPr>
          <p:cNvPr id="9" name="Shape 7"/>
          <p:cNvSpPr/>
          <p:nvPr/>
        </p:nvSpPr>
        <p:spPr>
          <a:xfrm>
            <a:off x="11368354" y="588518"/>
            <a:ext cx="44450" cy="44450"/>
          </a:xfrm>
          <a:prstGeom prst="ellipse">
            <a:avLst/>
          </a:prstGeom>
          <a:solidFill>
            <a:srgbClr val="000000"/>
          </a:solidFill>
          <a:ln/>
        </p:spPr>
      </p:sp>
      <p:sp>
        <p:nvSpPr>
          <p:cNvPr id="10" name="Shape 8"/>
          <p:cNvSpPr/>
          <p:nvPr/>
        </p:nvSpPr>
        <p:spPr>
          <a:xfrm>
            <a:off x="11411026" y="646303"/>
            <a:ext cx="44450" cy="44450"/>
          </a:xfrm>
          <a:prstGeom prst="ellipse">
            <a:avLst/>
          </a:prstGeom>
          <a:solidFill>
            <a:srgbClr val="000000"/>
          </a:solidFill>
          <a:ln/>
        </p:spPr>
      </p:sp>
      <p:sp>
        <p:nvSpPr>
          <p:cNvPr id="11" name="Shape 9"/>
          <p:cNvSpPr/>
          <p:nvPr/>
        </p:nvSpPr>
        <p:spPr>
          <a:xfrm>
            <a:off x="11411026" y="717423"/>
            <a:ext cx="44450" cy="44450"/>
          </a:xfrm>
          <a:prstGeom prst="ellipse">
            <a:avLst/>
          </a:prstGeom>
          <a:solidFill>
            <a:srgbClr val="000000"/>
          </a:solidFill>
          <a:ln/>
        </p:spPr>
      </p:sp>
      <p:sp>
        <p:nvSpPr>
          <p:cNvPr id="12" name="Shape 10"/>
          <p:cNvSpPr/>
          <p:nvPr/>
        </p:nvSpPr>
        <p:spPr>
          <a:xfrm>
            <a:off x="11368354" y="775208"/>
            <a:ext cx="44450" cy="44450"/>
          </a:xfrm>
          <a:prstGeom prst="ellipse">
            <a:avLst/>
          </a:prstGeom>
          <a:solidFill>
            <a:srgbClr val="000000"/>
          </a:solidFill>
          <a:ln/>
        </p:spPr>
      </p:sp>
      <p:sp>
        <p:nvSpPr>
          <p:cNvPr id="13" name="Shape 11"/>
          <p:cNvSpPr/>
          <p:nvPr/>
        </p:nvSpPr>
        <p:spPr>
          <a:xfrm>
            <a:off x="11300790" y="797433"/>
            <a:ext cx="44450" cy="44450"/>
          </a:xfrm>
          <a:prstGeom prst="ellipse">
            <a:avLst/>
          </a:prstGeom>
          <a:solidFill>
            <a:srgbClr val="000000"/>
          </a:solidFill>
          <a:ln/>
        </p:spPr>
      </p:sp>
      <p:sp>
        <p:nvSpPr>
          <p:cNvPr id="14" name="Shape 12"/>
          <p:cNvSpPr/>
          <p:nvPr/>
        </p:nvSpPr>
        <p:spPr>
          <a:xfrm>
            <a:off x="11233226" y="775208"/>
            <a:ext cx="44450" cy="44450"/>
          </a:xfrm>
          <a:prstGeom prst="ellipse">
            <a:avLst/>
          </a:prstGeom>
          <a:solidFill>
            <a:srgbClr val="000000"/>
          </a:solidFill>
          <a:ln/>
        </p:spPr>
      </p:sp>
      <p:sp>
        <p:nvSpPr>
          <p:cNvPr id="15" name="Shape 13"/>
          <p:cNvSpPr/>
          <p:nvPr/>
        </p:nvSpPr>
        <p:spPr>
          <a:xfrm>
            <a:off x="11190554" y="717423"/>
            <a:ext cx="44450" cy="44450"/>
          </a:xfrm>
          <a:prstGeom prst="ellipse">
            <a:avLst/>
          </a:prstGeom>
          <a:solidFill>
            <a:srgbClr val="000000"/>
          </a:solidFill>
          <a:ln/>
        </p:spPr>
      </p:sp>
      <p:sp>
        <p:nvSpPr>
          <p:cNvPr id="16" name="Shape 14"/>
          <p:cNvSpPr/>
          <p:nvPr/>
        </p:nvSpPr>
        <p:spPr>
          <a:xfrm>
            <a:off x="11190554" y="646303"/>
            <a:ext cx="44450" cy="44450"/>
          </a:xfrm>
          <a:prstGeom prst="ellipse">
            <a:avLst/>
          </a:prstGeom>
          <a:solidFill>
            <a:srgbClr val="000000"/>
          </a:solidFill>
          <a:ln/>
        </p:spPr>
      </p:sp>
      <p:sp>
        <p:nvSpPr>
          <p:cNvPr id="17" name="Shape 15"/>
          <p:cNvSpPr/>
          <p:nvPr/>
        </p:nvSpPr>
        <p:spPr>
          <a:xfrm>
            <a:off x="11233226" y="588518"/>
            <a:ext cx="44450" cy="44450"/>
          </a:xfrm>
          <a:prstGeom prst="ellipse">
            <a:avLst/>
          </a:prstGeom>
          <a:solidFill>
            <a:srgbClr val="000000"/>
          </a:solidFill>
          <a:ln/>
        </p:spPr>
      </p:sp>
      <p:sp>
        <p:nvSpPr>
          <p:cNvPr id="18" name="Shape 16"/>
          <p:cNvSpPr/>
          <p:nvPr/>
        </p:nvSpPr>
        <p:spPr>
          <a:xfrm>
            <a:off x="11305235" y="517398"/>
            <a:ext cx="35560" cy="35560"/>
          </a:xfrm>
          <a:prstGeom prst="ellipse">
            <a:avLst/>
          </a:prstGeom>
          <a:solidFill>
            <a:srgbClr val="000000"/>
          </a:solidFill>
          <a:ln/>
        </p:spPr>
      </p:sp>
      <p:sp>
        <p:nvSpPr>
          <p:cNvPr id="19" name="Shape 17"/>
          <p:cNvSpPr/>
          <p:nvPr/>
        </p:nvSpPr>
        <p:spPr>
          <a:xfrm>
            <a:off x="11378133" y="534289"/>
            <a:ext cx="35560" cy="35560"/>
          </a:xfrm>
          <a:prstGeom prst="ellipse">
            <a:avLst/>
          </a:prstGeom>
          <a:solidFill>
            <a:srgbClr val="000000"/>
          </a:solidFill>
          <a:ln/>
        </p:spPr>
      </p:sp>
      <p:sp>
        <p:nvSpPr>
          <p:cNvPr id="20" name="Shape 18"/>
          <p:cNvSpPr/>
          <p:nvPr/>
        </p:nvSpPr>
        <p:spPr>
          <a:xfrm>
            <a:off x="11437696" y="581406"/>
            <a:ext cx="35560" cy="35560"/>
          </a:xfrm>
          <a:prstGeom prst="ellipse">
            <a:avLst/>
          </a:prstGeom>
          <a:solidFill>
            <a:srgbClr val="000000"/>
          </a:solidFill>
          <a:ln/>
        </p:spPr>
      </p:sp>
      <p:sp>
        <p:nvSpPr>
          <p:cNvPr id="21" name="Shape 19"/>
          <p:cNvSpPr/>
          <p:nvPr/>
        </p:nvSpPr>
        <p:spPr>
          <a:xfrm>
            <a:off x="11469700" y="648970"/>
            <a:ext cx="35560" cy="35560"/>
          </a:xfrm>
          <a:prstGeom prst="ellipse">
            <a:avLst/>
          </a:prstGeom>
          <a:solidFill>
            <a:srgbClr val="000000"/>
          </a:solidFill>
          <a:ln/>
        </p:spPr>
      </p:sp>
      <p:sp>
        <p:nvSpPr>
          <p:cNvPr id="22" name="Shape 20"/>
          <p:cNvSpPr/>
          <p:nvPr/>
        </p:nvSpPr>
        <p:spPr>
          <a:xfrm>
            <a:off x="11469700" y="723646"/>
            <a:ext cx="35560" cy="35560"/>
          </a:xfrm>
          <a:prstGeom prst="ellipse">
            <a:avLst/>
          </a:prstGeom>
          <a:solidFill>
            <a:srgbClr val="000000"/>
          </a:solidFill>
          <a:ln/>
        </p:spPr>
      </p:sp>
      <p:sp>
        <p:nvSpPr>
          <p:cNvPr id="23" name="Shape 21"/>
          <p:cNvSpPr/>
          <p:nvPr/>
        </p:nvSpPr>
        <p:spPr>
          <a:xfrm>
            <a:off x="11437696" y="791210"/>
            <a:ext cx="35560" cy="35560"/>
          </a:xfrm>
          <a:prstGeom prst="ellipse">
            <a:avLst/>
          </a:prstGeom>
          <a:solidFill>
            <a:srgbClr val="000000"/>
          </a:solidFill>
          <a:ln/>
        </p:spPr>
      </p:sp>
      <p:sp>
        <p:nvSpPr>
          <p:cNvPr id="24" name="Shape 22"/>
          <p:cNvSpPr/>
          <p:nvPr/>
        </p:nvSpPr>
        <p:spPr>
          <a:xfrm>
            <a:off x="11378133" y="838327"/>
            <a:ext cx="35560" cy="35560"/>
          </a:xfrm>
          <a:prstGeom prst="ellipse">
            <a:avLst/>
          </a:prstGeom>
          <a:solidFill>
            <a:srgbClr val="000000"/>
          </a:solidFill>
          <a:ln/>
        </p:spPr>
      </p:sp>
      <p:sp>
        <p:nvSpPr>
          <p:cNvPr id="25" name="Shape 23"/>
          <p:cNvSpPr/>
          <p:nvPr/>
        </p:nvSpPr>
        <p:spPr>
          <a:xfrm>
            <a:off x="11305235" y="855218"/>
            <a:ext cx="35560" cy="35560"/>
          </a:xfrm>
          <a:prstGeom prst="ellipse">
            <a:avLst/>
          </a:prstGeom>
          <a:solidFill>
            <a:srgbClr val="000000"/>
          </a:solidFill>
          <a:ln/>
        </p:spPr>
      </p:sp>
      <p:sp>
        <p:nvSpPr>
          <p:cNvPr id="26" name="Shape 24"/>
          <p:cNvSpPr/>
          <p:nvPr/>
        </p:nvSpPr>
        <p:spPr>
          <a:xfrm>
            <a:off x="11232337" y="838327"/>
            <a:ext cx="35560" cy="35560"/>
          </a:xfrm>
          <a:prstGeom prst="ellipse">
            <a:avLst/>
          </a:prstGeom>
          <a:solidFill>
            <a:srgbClr val="000000"/>
          </a:solidFill>
          <a:ln/>
        </p:spPr>
      </p:sp>
      <p:sp>
        <p:nvSpPr>
          <p:cNvPr id="27" name="Shape 25"/>
          <p:cNvSpPr/>
          <p:nvPr/>
        </p:nvSpPr>
        <p:spPr>
          <a:xfrm>
            <a:off x="11172774" y="791210"/>
            <a:ext cx="35560" cy="35560"/>
          </a:xfrm>
          <a:prstGeom prst="ellipse">
            <a:avLst/>
          </a:prstGeom>
          <a:solidFill>
            <a:srgbClr val="000000"/>
          </a:solidFill>
          <a:ln/>
        </p:spPr>
      </p:sp>
      <p:sp>
        <p:nvSpPr>
          <p:cNvPr id="28" name="Shape 26"/>
          <p:cNvSpPr/>
          <p:nvPr/>
        </p:nvSpPr>
        <p:spPr>
          <a:xfrm>
            <a:off x="11140770" y="723646"/>
            <a:ext cx="35560" cy="35560"/>
          </a:xfrm>
          <a:prstGeom prst="ellipse">
            <a:avLst/>
          </a:prstGeom>
          <a:solidFill>
            <a:srgbClr val="000000"/>
          </a:solidFill>
          <a:ln/>
        </p:spPr>
      </p:sp>
      <p:sp>
        <p:nvSpPr>
          <p:cNvPr id="29" name="Shape 27"/>
          <p:cNvSpPr/>
          <p:nvPr/>
        </p:nvSpPr>
        <p:spPr>
          <a:xfrm>
            <a:off x="11140770" y="648970"/>
            <a:ext cx="35560" cy="35560"/>
          </a:xfrm>
          <a:prstGeom prst="ellipse">
            <a:avLst/>
          </a:prstGeom>
          <a:solidFill>
            <a:srgbClr val="000000"/>
          </a:solidFill>
          <a:ln/>
        </p:spPr>
      </p:sp>
      <p:sp>
        <p:nvSpPr>
          <p:cNvPr id="30" name="Shape 28"/>
          <p:cNvSpPr/>
          <p:nvPr/>
        </p:nvSpPr>
        <p:spPr>
          <a:xfrm>
            <a:off x="11172774" y="581406"/>
            <a:ext cx="35560" cy="35560"/>
          </a:xfrm>
          <a:prstGeom prst="ellipse">
            <a:avLst/>
          </a:prstGeom>
          <a:solidFill>
            <a:srgbClr val="000000"/>
          </a:solidFill>
          <a:ln/>
        </p:spPr>
      </p:sp>
      <p:sp>
        <p:nvSpPr>
          <p:cNvPr id="31" name="Shape 29"/>
          <p:cNvSpPr/>
          <p:nvPr/>
        </p:nvSpPr>
        <p:spPr>
          <a:xfrm>
            <a:off x="11232337" y="534289"/>
            <a:ext cx="35560" cy="35560"/>
          </a:xfrm>
          <a:prstGeom prst="ellipse">
            <a:avLst/>
          </a:prstGeom>
          <a:solidFill>
            <a:srgbClr val="000000"/>
          </a:solidFill>
          <a:ln/>
        </p:spPr>
      </p:sp>
      <p:sp>
        <p:nvSpPr>
          <p:cNvPr id="32" name="Shape 30"/>
          <p:cNvSpPr/>
          <p:nvPr/>
        </p:nvSpPr>
        <p:spPr>
          <a:xfrm>
            <a:off x="11308791" y="467614"/>
            <a:ext cx="28448" cy="28448"/>
          </a:xfrm>
          <a:prstGeom prst="ellipse">
            <a:avLst/>
          </a:prstGeom>
          <a:solidFill>
            <a:srgbClr val="000000"/>
          </a:solidFill>
          <a:ln/>
        </p:spPr>
      </p:sp>
      <p:sp>
        <p:nvSpPr>
          <p:cNvPr id="33" name="Shape 31"/>
          <p:cNvSpPr/>
          <p:nvPr/>
        </p:nvSpPr>
        <p:spPr>
          <a:xfrm>
            <a:off x="11385245" y="480949"/>
            <a:ext cx="28448" cy="28448"/>
          </a:xfrm>
          <a:prstGeom prst="ellipse">
            <a:avLst/>
          </a:prstGeom>
          <a:solidFill>
            <a:srgbClr val="000000"/>
          </a:solidFill>
          <a:ln/>
        </p:spPr>
      </p:sp>
      <p:sp>
        <p:nvSpPr>
          <p:cNvPr id="34" name="Shape 32"/>
          <p:cNvSpPr/>
          <p:nvPr/>
        </p:nvSpPr>
        <p:spPr>
          <a:xfrm>
            <a:off x="11451920" y="519176"/>
            <a:ext cx="28448" cy="28448"/>
          </a:xfrm>
          <a:prstGeom prst="ellipse">
            <a:avLst/>
          </a:prstGeom>
          <a:solidFill>
            <a:srgbClr val="000000"/>
          </a:solidFill>
          <a:ln/>
        </p:spPr>
      </p:sp>
      <p:sp>
        <p:nvSpPr>
          <p:cNvPr id="35" name="Shape 33"/>
          <p:cNvSpPr/>
          <p:nvPr/>
        </p:nvSpPr>
        <p:spPr>
          <a:xfrm>
            <a:off x="11501704" y="578739"/>
            <a:ext cx="28448" cy="28448"/>
          </a:xfrm>
          <a:prstGeom prst="ellipse">
            <a:avLst/>
          </a:prstGeom>
          <a:solidFill>
            <a:srgbClr val="000000"/>
          </a:solidFill>
          <a:ln/>
        </p:spPr>
      </p:sp>
      <p:sp>
        <p:nvSpPr>
          <p:cNvPr id="36" name="Shape 34"/>
          <p:cNvSpPr/>
          <p:nvPr/>
        </p:nvSpPr>
        <p:spPr>
          <a:xfrm>
            <a:off x="11527485" y="651637"/>
            <a:ext cx="28448" cy="28448"/>
          </a:xfrm>
          <a:prstGeom prst="ellipse">
            <a:avLst/>
          </a:prstGeom>
          <a:solidFill>
            <a:srgbClr val="000000"/>
          </a:solidFill>
          <a:ln/>
        </p:spPr>
      </p:sp>
      <p:sp>
        <p:nvSpPr>
          <p:cNvPr id="37" name="Shape 35"/>
          <p:cNvSpPr/>
          <p:nvPr/>
        </p:nvSpPr>
        <p:spPr>
          <a:xfrm>
            <a:off x="11527485" y="728091"/>
            <a:ext cx="28448" cy="28448"/>
          </a:xfrm>
          <a:prstGeom prst="ellipse">
            <a:avLst/>
          </a:prstGeom>
          <a:solidFill>
            <a:srgbClr val="000000"/>
          </a:solidFill>
          <a:ln/>
        </p:spPr>
      </p:sp>
      <p:sp>
        <p:nvSpPr>
          <p:cNvPr id="38" name="Shape 36"/>
          <p:cNvSpPr/>
          <p:nvPr/>
        </p:nvSpPr>
        <p:spPr>
          <a:xfrm>
            <a:off x="11501704" y="800989"/>
            <a:ext cx="28448" cy="28448"/>
          </a:xfrm>
          <a:prstGeom prst="ellipse">
            <a:avLst/>
          </a:prstGeom>
          <a:solidFill>
            <a:srgbClr val="000000"/>
          </a:solidFill>
          <a:ln/>
        </p:spPr>
      </p:sp>
      <p:sp>
        <p:nvSpPr>
          <p:cNvPr id="39" name="Shape 37"/>
          <p:cNvSpPr/>
          <p:nvPr/>
        </p:nvSpPr>
        <p:spPr>
          <a:xfrm>
            <a:off x="11451920" y="860552"/>
            <a:ext cx="28448" cy="28448"/>
          </a:xfrm>
          <a:prstGeom prst="ellipse">
            <a:avLst/>
          </a:prstGeom>
          <a:solidFill>
            <a:srgbClr val="000000"/>
          </a:solidFill>
          <a:ln/>
        </p:spPr>
      </p:sp>
      <p:sp>
        <p:nvSpPr>
          <p:cNvPr id="40" name="Shape 38"/>
          <p:cNvSpPr/>
          <p:nvPr/>
        </p:nvSpPr>
        <p:spPr>
          <a:xfrm>
            <a:off x="11385245" y="898779"/>
            <a:ext cx="28448" cy="28448"/>
          </a:xfrm>
          <a:prstGeom prst="ellipse">
            <a:avLst/>
          </a:prstGeom>
          <a:solidFill>
            <a:srgbClr val="000000"/>
          </a:solidFill>
          <a:ln/>
        </p:spPr>
      </p:sp>
      <p:sp>
        <p:nvSpPr>
          <p:cNvPr id="41" name="Shape 39"/>
          <p:cNvSpPr/>
          <p:nvPr/>
        </p:nvSpPr>
        <p:spPr>
          <a:xfrm>
            <a:off x="11308791" y="912114"/>
            <a:ext cx="28448" cy="28448"/>
          </a:xfrm>
          <a:prstGeom prst="ellipse">
            <a:avLst/>
          </a:prstGeom>
          <a:solidFill>
            <a:srgbClr val="000000"/>
          </a:solidFill>
          <a:ln/>
        </p:spPr>
      </p:sp>
      <p:sp>
        <p:nvSpPr>
          <p:cNvPr id="42" name="Shape 40"/>
          <p:cNvSpPr/>
          <p:nvPr/>
        </p:nvSpPr>
        <p:spPr>
          <a:xfrm>
            <a:off x="11232337" y="898779"/>
            <a:ext cx="28448" cy="28448"/>
          </a:xfrm>
          <a:prstGeom prst="ellipse">
            <a:avLst/>
          </a:prstGeom>
          <a:solidFill>
            <a:srgbClr val="000000"/>
          </a:solidFill>
          <a:ln/>
        </p:spPr>
      </p:sp>
      <p:sp>
        <p:nvSpPr>
          <p:cNvPr id="43" name="Shape 41"/>
          <p:cNvSpPr/>
          <p:nvPr/>
        </p:nvSpPr>
        <p:spPr>
          <a:xfrm>
            <a:off x="11165662" y="860552"/>
            <a:ext cx="28448" cy="28448"/>
          </a:xfrm>
          <a:prstGeom prst="ellipse">
            <a:avLst/>
          </a:prstGeom>
          <a:solidFill>
            <a:srgbClr val="000000"/>
          </a:solidFill>
          <a:ln/>
        </p:spPr>
      </p:sp>
      <p:sp>
        <p:nvSpPr>
          <p:cNvPr id="44" name="Shape 42"/>
          <p:cNvSpPr/>
          <p:nvPr/>
        </p:nvSpPr>
        <p:spPr>
          <a:xfrm>
            <a:off x="11115878" y="800989"/>
            <a:ext cx="28448" cy="28448"/>
          </a:xfrm>
          <a:prstGeom prst="ellipse">
            <a:avLst/>
          </a:prstGeom>
          <a:solidFill>
            <a:srgbClr val="000000"/>
          </a:solidFill>
          <a:ln/>
        </p:spPr>
      </p:sp>
      <p:sp>
        <p:nvSpPr>
          <p:cNvPr id="45" name="Shape 43"/>
          <p:cNvSpPr/>
          <p:nvPr/>
        </p:nvSpPr>
        <p:spPr>
          <a:xfrm>
            <a:off x="11090097" y="728091"/>
            <a:ext cx="28448" cy="28448"/>
          </a:xfrm>
          <a:prstGeom prst="ellipse">
            <a:avLst/>
          </a:prstGeom>
          <a:solidFill>
            <a:srgbClr val="000000"/>
          </a:solidFill>
          <a:ln/>
        </p:spPr>
      </p:sp>
      <p:sp>
        <p:nvSpPr>
          <p:cNvPr id="46" name="Shape 44"/>
          <p:cNvSpPr/>
          <p:nvPr/>
        </p:nvSpPr>
        <p:spPr>
          <a:xfrm>
            <a:off x="11090097" y="651637"/>
            <a:ext cx="28448" cy="28448"/>
          </a:xfrm>
          <a:prstGeom prst="ellipse">
            <a:avLst/>
          </a:prstGeom>
          <a:solidFill>
            <a:srgbClr val="000000"/>
          </a:solidFill>
          <a:ln/>
        </p:spPr>
      </p:sp>
      <p:sp>
        <p:nvSpPr>
          <p:cNvPr id="47" name="Shape 45"/>
          <p:cNvSpPr/>
          <p:nvPr/>
        </p:nvSpPr>
        <p:spPr>
          <a:xfrm>
            <a:off x="11115878" y="578739"/>
            <a:ext cx="28448" cy="28448"/>
          </a:xfrm>
          <a:prstGeom prst="ellipse">
            <a:avLst/>
          </a:prstGeom>
          <a:solidFill>
            <a:srgbClr val="000000"/>
          </a:solidFill>
          <a:ln/>
        </p:spPr>
      </p:sp>
      <p:sp>
        <p:nvSpPr>
          <p:cNvPr id="48" name="Shape 46"/>
          <p:cNvSpPr/>
          <p:nvPr/>
        </p:nvSpPr>
        <p:spPr>
          <a:xfrm>
            <a:off x="11165662" y="519176"/>
            <a:ext cx="28448" cy="28448"/>
          </a:xfrm>
          <a:prstGeom prst="ellipse">
            <a:avLst/>
          </a:prstGeom>
          <a:solidFill>
            <a:srgbClr val="000000"/>
          </a:solidFill>
          <a:ln/>
        </p:spPr>
      </p:sp>
      <p:sp>
        <p:nvSpPr>
          <p:cNvPr id="49" name="Shape 47"/>
          <p:cNvSpPr/>
          <p:nvPr/>
        </p:nvSpPr>
        <p:spPr>
          <a:xfrm>
            <a:off x="11232337" y="480949"/>
            <a:ext cx="28448" cy="28448"/>
          </a:xfrm>
          <a:prstGeom prst="ellipse">
            <a:avLst/>
          </a:prstGeom>
          <a:solidFill>
            <a:srgbClr val="000000"/>
          </a:solidFill>
          <a:ln/>
        </p:spPr>
      </p:sp>
      <p:sp>
        <p:nvSpPr>
          <p:cNvPr id="50" name="Shape 48"/>
          <p:cNvSpPr/>
          <p:nvPr/>
        </p:nvSpPr>
        <p:spPr>
          <a:xfrm>
            <a:off x="11312347" y="417830"/>
            <a:ext cx="21336" cy="21336"/>
          </a:xfrm>
          <a:prstGeom prst="ellipse">
            <a:avLst/>
          </a:prstGeom>
          <a:solidFill>
            <a:srgbClr val="000000"/>
          </a:solidFill>
          <a:ln/>
        </p:spPr>
      </p:sp>
      <p:sp>
        <p:nvSpPr>
          <p:cNvPr id="51" name="Shape 49"/>
          <p:cNvSpPr/>
          <p:nvPr/>
        </p:nvSpPr>
        <p:spPr>
          <a:xfrm>
            <a:off x="11389690" y="429387"/>
            <a:ext cx="21336" cy="21336"/>
          </a:xfrm>
          <a:prstGeom prst="ellipse">
            <a:avLst/>
          </a:prstGeom>
          <a:solidFill>
            <a:srgbClr val="000000"/>
          </a:solidFill>
          <a:ln/>
        </p:spPr>
      </p:sp>
      <p:sp>
        <p:nvSpPr>
          <p:cNvPr id="52" name="Shape 50"/>
          <p:cNvSpPr/>
          <p:nvPr/>
        </p:nvSpPr>
        <p:spPr>
          <a:xfrm>
            <a:off x="11461699" y="461391"/>
            <a:ext cx="21336" cy="21336"/>
          </a:xfrm>
          <a:prstGeom prst="ellipse">
            <a:avLst/>
          </a:prstGeom>
          <a:solidFill>
            <a:srgbClr val="000000"/>
          </a:solidFill>
          <a:ln/>
        </p:spPr>
      </p:sp>
      <p:sp>
        <p:nvSpPr>
          <p:cNvPr id="53" name="Shape 51"/>
          <p:cNvSpPr/>
          <p:nvPr/>
        </p:nvSpPr>
        <p:spPr>
          <a:xfrm>
            <a:off x="11520373" y="512953"/>
            <a:ext cx="21336" cy="21336"/>
          </a:xfrm>
          <a:prstGeom prst="ellipse">
            <a:avLst/>
          </a:prstGeom>
          <a:solidFill>
            <a:srgbClr val="000000"/>
          </a:solidFill>
          <a:ln/>
        </p:spPr>
      </p:sp>
      <p:sp>
        <p:nvSpPr>
          <p:cNvPr id="54" name="Shape 52"/>
          <p:cNvSpPr/>
          <p:nvPr/>
        </p:nvSpPr>
        <p:spPr>
          <a:xfrm>
            <a:off x="11563045" y="578739"/>
            <a:ext cx="21336" cy="21336"/>
          </a:xfrm>
          <a:prstGeom prst="ellipse">
            <a:avLst/>
          </a:prstGeom>
          <a:solidFill>
            <a:srgbClr val="000000"/>
          </a:solidFill>
          <a:ln/>
        </p:spPr>
      </p:sp>
      <p:sp>
        <p:nvSpPr>
          <p:cNvPr id="55" name="Shape 53"/>
          <p:cNvSpPr/>
          <p:nvPr/>
        </p:nvSpPr>
        <p:spPr>
          <a:xfrm>
            <a:off x="11585270" y="654304"/>
            <a:ext cx="21336" cy="21336"/>
          </a:xfrm>
          <a:prstGeom prst="ellipse">
            <a:avLst/>
          </a:prstGeom>
          <a:solidFill>
            <a:srgbClr val="000000"/>
          </a:solidFill>
          <a:ln/>
        </p:spPr>
      </p:sp>
      <p:sp>
        <p:nvSpPr>
          <p:cNvPr id="56" name="Shape 54"/>
          <p:cNvSpPr/>
          <p:nvPr/>
        </p:nvSpPr>
        <p:spPr>
          <a:xfrm>
            <a:off x="11585270" y="732536"/>
            <a:ext cx="21336" cy="21336"/>
          </a:xfrm>
          <a:prstGeom prst="ellipse">
            <a:avLst/>
          </a:prstGeom>
          <a:solidFill>
            <a:srgbClr val="000000"/>
          </a:solidFill>
          <a:ln/>
        </p:spPr>
      </p:sp>
      <p:sp>
        <p:nvSpPr>
          <p:cNvPr id="57" name="Shape 55"/>
          <p:cNvSpPr/>
          <p:nvPr/>
        </p:nvSpPr>
        <p:spPr>
          <a:xfrm>
            <a:off x="11563045" y="808101"/>
            <a:ext cx="21336" cy="21336"/>
          </a:xfrm>
          <a:prstGeom prst="ellipse">
            <a:avLst/>
          </a:prstGeom>
          <a:solidFill>
            <a:srgbClr val="000000"/>
          </a:solidFill>
          <a:ln/>
        </p:spPr>
      </p:sp>
      <p:sp>
        <p:nvSpPr>
          <p:cNvPr id="58" name="Shape 56"/>
          <p:cNvSpPr/>
          <p:nvPr/>
        </p:nvSpPr>
        <p:spPr>
          <a:xfrm>
            <a:off x="11520373" y="873887"/>
            <a:ext cx="21336" cy="21336"/>
          </a:xfrm>
          <a:prstGeom prst="ellipse">
            <a:avLst/>
          </a:prstGeom>
          <a:solidFill>
            <a:srgbClr val="000000"/>
          </a:solidFill>
          <a:ln/>
        </p:spPr>
      </p:sp>
      <p:sp>
        <p:nvSpPr>
          <p:cNvPr id="59" name="Shape 57"/>
          <p:cNvSpPr/>
          <p:nvPr/>
        </p:nvSpPr>
        <p:spPr>
          <a:xfrm>
            <a:off x="11461699" y="925449"/>
            <a:ext cx="21336" cy="21336"/>
          </a:xfrm>
          <a:prstGeom prst="ellipse">
            <a:avLst/>
          </a:prstGeom>
          <a:solidFill>
            <a:srgbClr val="000000"/>
          </a:solidFill>
          <a:ln/>
        </p:spPr>
      </p:sp>
      <p:sp>
        <p:nvSpPr>
          <p:cNvPr id="60" name="Shape 58"/>
          <p:cNvSpPr/>
          <p:nvPr/>
        </p:nvSpPr>
        <p:spPr>
          <a:xfrm>
            <a:off x="11389690" y="957453"/>
            <a:ext cx="21336" cy="21336"/>
          </a:xfrm>
          <a:prstGeom prst="ellipse">
            <a:avLst/>
          </a:prstGeom>
          <a:solidFill>
            <a:srgbClr val="000000"/>
          </a:solidFill>
          <a:ln/>
        </p:spPr>
      </p:sp>
      <p:sp>
        <p:nvSpPr>
          <p:cNvPr id="61" name="Shape 59"/>
          <p:cNvSpPr/>
          <p:nvPr/>
        </p:nvSpPr>
        <p:spPr>
          <a:xfrm>
            <a:off x="11312347" y="969010"/>
            <a:ext cx="21336" cy="21336"/>
          </a:xfrm>
          <a:prstGeom prst="ellipse">
            <a:avLst/>
          </a:prstGeom>
          <a:solidFill>
            <a:srgbClr val="000000"/>
          </a:solidFill>
          <a:ln/>
        </p:spPr>
      </p:sp>
      <p:sp>
        <p:nvSpPr>
          <p:cNvPr id="62" name="Shape 60"/>
          <p:cNvSpPr/>
          <p:nvPr/>
        </p:nvSpPr>
        <p:spPr>
          <a:xfrm>
            <a:off x="11235004" y="957453"/>
            <a:ext cx="21336" cy="21336"/>
          </a:xfrm>
          <a:prstGeom prst="ellipse">
            <a:avLst/>
          </a:prstGeom>
          <a:solidFill>
            <a:srgbClr val="000000"/>
          </a:solidFill>
          <a:ln/>
        </p:spPr>
      </p:sp>
      <p:sp>
        <p:nvSpPr>
          <p:cNvPr id="63" name="Shape 61"/>
          <p:cNvSpPr/>
          <p:nvPr/>
        </p:nvSpPr>
        <p:spPr>
          <a:xfrm>
            <a:off x="11162995" y="925449"/>
            <a:ext cx="21336" cy="21336"/>
          </a:xfrm>
          <a:prstGeom prst="ellipse">
            <a:avLst/>
          </a:prstGeom>
          <a:solidFill>
            <a:srgbClr val="000000"/>
          </a:solidFill>
          <a:ln/>
        </p:spPr>
      </p:sp>
      <p:sp>
        <p:nvSpPr>
          <p:cNvPr id="64" name="Shape 62"/>
          <p:cNvSpPr/>
          <p:nvPr/>
        </p:nvSpPr>
        <p:spPr>
          <a:xfrm>
            <a:off x="11104321" y="873887"/>
            <a:ext cx="21336" cy="21336"/>
          </a:xfrm>
          <a:prstGeom prst="ellipse">
            <a:avLst/>
          </a:prstGeom>
          <a:solidFill>
            <a:srgbClr val="000000"/>
          </a:solidFill>
          <a:ln/>
        </p:spPr>
      </p:sp>
      <p:sp>
        <p:nvSpPr>
          <p:cNvPr id="65" name="Shape 63"/>
          <p:cNvSpPr/>
          <p:nvPr/>
        </p:nvSpPr>
        <p:spPr>
          <a:xfrm>
            <a:off x="11061649" y="808101"/>
            <a:ext cx="21336" cy="21336"/>
          </a:xfrm>
          <a:prstGeom prst="ellipse">
            <a:avLst/>
          </a:prstGeom>
          <a:solidFill>
            <a:srgbClr val="000000"/>
          </a:solidFill>
          <a:ln/>
        </p:spPr>
      </p:sp>
      <p:sp>
        <p:nvSpPr>
          <p:cNvPr id="66" name="Shape 64"/>
          <p:cNvSpPr/>
          <p:nvPr/>
        </p:nvSpPr>
        <p:spPr>
          <a:xfrm>
            <a:off x="11039424" y="732536"/>
            <a:ext cx="21336" cy="21336"/>
          </a:xfrm>
          <a:prstGeom prst="ellipse">
            <a:avLst/>
          </a:prstGeom>
          <a:solidFill>
            <a:srgbClr val="000000"/>
          </a:solidFill>
          <a:ln/>
        </p:spPr>
      </p:sp>
      <p:sp>
        <p:nvSpPr>
          <p:cNvPr id="67" name="Shape 65"/>
          <p:cNvSpPr/>
          <p:nvPr/>
        </p:nvSpPr>
        <p:spPr>
          <a:xfrm>
            <a:off x="11039424" y="654304"/>
            <a:ext cx="21336" cy="21336"/>
          </a:xfrm>
          <a:prstGeom prst="ellipse">
            <a:avLst/>
          </a:prstGeom>
          <a:solidFill>
            <a:srgbClr val="000000"/>
          </a:solidFill>
          <a:ln/>
        </p:spPr>
      </p:sp>
      <p:sp>
        <p:nvSpPr>
          <p:cNvPr id="68" name="Shape 66"/>
          <p:cNvSpPr/>
          <p:nvPr/>
        </p:nvSpPr>
        <p:spPr>
          <a:xfrm>
            <a:off x="11061649" y="578739"/>
            <a:ext cx="21336" cy="21336"/>
          </a:xfrm>
          <a:prstGeom prst="ellipse">
            <a:avLst/>
          </a:prstGeom>
          <a:solidFill>
            <a:srgbClr val="000000"/>
          </a:solidFill>
          <a:ln/>
        </p:spPr>
      </p:sp>
      <p:sp>
        <p:nvSpPr>
          <p:cNvPr id="69" name="Shape 67"/>
          <p:cNvSpPr/>
          <p:nvPr/>
        </p:nvSpPr>
        <p:spPr>
          <a:xfrm>
            <a:off x="11104321" y="512953"/>
            <a:ext cx="21336" cy="21336"/>
          </a:xfrm>
          <a:prstGeom prst="ellipse">
            <a:avLst/>
          </a:prstGeom>
          <a:solidFill>
            <a:srgbClr val="000000"/>
          </a:solidFill>
          <a:ln/>
        </p:spPr>
      </p:sp>
      <p:sp>
        <p:nvSpPr>
          <p:cNvPr id="70" name="Shape 68"/>
          <p:cNvSpPr/>
          <p:nvPr/>
        </p:nvSpPr>
        <p:spPr>
          <a:xfrm>
            <a:off x="11162995" y="461391"/>
            <a:ext cx="21336" cy="21336"/>
          </a:xfrm>
          <a:prstGeom prst="ellipse">
            <a:avLst/>
          </a:prstGeom>
          <a:solidFill>
            <a:srgbClr val="000000"/>
          </a:solidFill>
          <a:ln/>
        </p:spPr>
      </p:sp>
      <p:sp>
        <p:nvSpPr>
          <p:cNvPr id="71" name="Shape 69"/>
          <p:cNvSpPr/>
          <p:nvPr/>
        </p:nvSpPr>
        <p:spPr>
          <a:xfrm>
            <a:off x="11235004" y="429387"/>
            <a:ext cx="21336" cy="21336"/>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1: wat je doet en oplevert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Verken</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Wat zit erin?</a:t>
            </a:r>
            <a:endParaRPr lang="en-US" sz="24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de definitie van uitval en instroom.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mag je laten zien?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Kleine groepen en cohorten die nog niet afgelopen zijn. Wat telt wel en niet mee?</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Schets</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Twee of drie views</a:t>
            </a:r>
            <a:endParaRPr lang="en-US" sz="23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schets op papier of in tekst van wat je gaat bouwen, met een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DD784B"/>
                </a:solidFill>
                <a:latin typeface="General Sans Semibold" pitchFamily="34" charset="0"/>
                <a:ea typeface="General Sans Semibold" pitchFamily="34" charset="-122"/>
                <a:cs typeface="General Sans Semibold" pitchFamily="34" charset="-120"/>
              </a:rPr>
              <a:t>Oplevering:</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begrip van de data, een schets en een eerste privacy-check.</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D784B"/>
        </a:solidFill>
      </p:bgPr>
    </p:bg>
    <p:spTree>
      <p:nvGrpSpPr>
        <p:cNvPr id="1" name=""/>
        <p:cNvGrpSpPr/>
        <p:nvPr/>
      </p:nvGrpSpPr>
      <p:grpSpPr>
        <a:xfrm>
          <a:off x="0" y="0"/>
          <a:ext cx="0" cy="0"/>
          <a:chOff x="0" y="0"/>
          <a:chExt cx="0" cy="0"/>
        </a:xfrm>
      </p:grpSpPr>
      <p:sp>
        <p:nvSpPr>
          <p:cNvPr id="2" name="Shape 0"/>
          <p:cNvSpPr/>
          <p:nvPr/>
        </p:nvSpPr>
        <p:spPr>
          <a:xfrm>
            <a:off x="11296345" y="615188"/>
            <a:ext cx="53340" cy="53340"/>
          </a:xfrm>
          <a:prstGeom prst="ellipse">
            <a:avLst/>
          </a:prstGeom>
          <a:solidFill>
            <a:srgbClr val="000000"/>
          </a:solidFill>
          <a:ln/>
        </p:spPr>
      </p:sp>
      <p:sp>
        <p:nvSpPr>
          <p:cNvPr id="3" name="Shape 1"/>
          <p:cNvSpPr/>
          <p:nvPr/>
        </p:nvSpPr>
        <p:spPr>
          <a:xfrm>
            <a:off x="11350574" y="646303"/>
            <a:ext cx="53340" cy="53340"/>
          </a:xfrm>
          <a:prstGeom prst="ellipse">
            <a:avLst/>
          </a:prstGeom>
          <a:solidFill>
            <a:srgbClr val="000000"/>
          </a:solidFill>
          <a:ln/>
        </p:spPr>
      </p:sp>
      <p:sp>
        <p:nvSpPr>
          <p:cNvPr id="4" name="Shape 2"/>
          <p:cNvSpPr/>
          <p:nvPr/>
        </p:nvSpPr>
        <p:spPr>
          <a:xfrm>
            <a:off x="11350574" y="708533"/>
            <a:ext cx="53340" cy="53340"/>
          </a:xfrm>
          <a:prstGeom prst="ellipse">
            <a:avLst/>
          </a:prstGeom>
          <a:solidFill>
            <a:srgbClr val="000000"/>
          </a:solidFill>
          <a:ln/>
        </p:spPr>
      </p:sp>
      <p:sp>
        <p:nvSpPr>
          <p:cNvPr id="5" name="Shape 3"/>
          <p:cNvSpPr/>
          <p:nvPr/>
        </p:nvSpPr>
        <p:spPr>
          <a:xfrm>
            <a:off x="11296345" y="739648"/>
            <a:ext cx="53340" cy="53340"/>
          </a:xfrm>
          <a:prstGeom prst="ellipse">
            <a:avLst/>
          </a:prstGeom>
          <a:solidFill>
            <a:srgbClr val="000000"/>
          </a:solidFill>
          <a:ln/>
        </p:spPr>
      </p:sp>
      <p:sp>
        <p:nvSpPr>
          <p:cNvPr id="6" name="Shape 4"/>
          <p:cNvSpPr/>
          <p:nvPr/>
        </p:nvSpPr>
        <p:spPr>
          <a:xfrm>
            <a:off x="11242116" y="708533"/>
            <a:ext cx="53340" cy="53340"/>
          </a:xfrm>
          <a:prstGeom prst="ellipse">
            <a:avLst/>
          </a:prstGeom>
          <a:solidFill>
            <a:srgbClr val="000000"/>
          </a:solidFill>
          <a:ln/>
        </p:spPr>
      </p:sp>
      <p:sp>
        <p:nvSpPr>
          <p:cNvPr id="7" name="Shape 5"/>
          <p:cNvSpPr/>
          <p:nvPr/>
        </p:nvSpPr>
        <p:spPr>
          <a:xfrm>
            <a:off x="11242116" y="646303"/>
            <a:ext cx="53340" cy="53340"/>
          </a:xfrm>
          <a:prstGeom prst="ellipse">
            <a:avLst/>
          </a:prstGeom>
          <a:solidFill>
            <a:srgbClr val="000000"/>
          </a:solidFill>
          <a:ln/>
        </p:spPr>
      </p:sp>
      <p:sp>
        <p:nvSpPr>
          <p:cNvPr id="8" name="Shape 6"/>
          <p:cNvSpPr/>
          <p:nvPr/>
        </p:nvSpPr>
        <p:spPr>
          <a:xfrm>
            <a:off x="11300790" y="566293"/>
            <a:ext cx="44450" cy="44450"/>
          </a:xfrm>
          <a:prstGeom prst="ellipse">
            <a:avLst/>
          </a:prstGeom>
          <a:solidFill>
            <a:srgbClr val="000000"/>
          </a:solidFill>
          <a:ln/>
        </p:spPr>
      </p:sp>
      <p:sp>
        <p:nvSpPr>
          <p:cNvPr id="9" name="Shape 7"/>
          <p:cNvSpPr/>
          <p:nvPr/>
        </p:nvSpPr>
        <p:spPr>
          <a:xfrm>
            <a:off x="11368354" y="588518"/>
            <a:ext cx="44450" cy="44450"/>
          </a:xfrm>
          <a:prstGeom prst="ellipse">
            <a:avLst/>
          </a:prstGeom>
          <a:solidFill>
            <a:srgbClr val="000000"/>
          </a:solidFill>
          <a:ln/>
        </p:spPr>
      </p:sp>
      <p:sp>
        <p:nvSpPr>
          <p:cNvPr id="10" name="Shape 8"/>
          <p:cNvSpPr/>
          <p:nvPr/>
        </p:nvSpPr>
        <p:spPr>
          <a:xfrm>
            <a:off x="11411026" y="646303"/>
            <a:ext cx="44450" cy="44450"/>
          </a:xfrm>
          <a:prstGeom prst="ellipse">
            <a:avLst/>
          </a:prstGeom>
          <a:solidFill>
            <a:srgbClr val="000000"/>
          </a:solidFill>
          <a:ln/>
        </p:spPr>
      </p:sp>
      <p:sp>
        <p:nvSpPr>
          <p:cNvPr id="11" name="Shape 9"/>
          <p:cNvSpPr/>
          <p:nvPr/>
        </p:nvSpPr>
        <p:spPr>
          <a:xfrm>
            <a:off x="11411026" y="717423"/>
            <a:ext cx="44450" cy="44450"/>
          </a:xfrm>
          <a:prstGeom prst="ellipse">
            <a:avLst/>
          </a:prstGeom>
          <a:solidFill>
            <a:srgbClr val="000000"/>
          </a:solidFill>
          <a:ln/>
        </p:spPr>
      </p:sp>
      <p:sp>
        <p:nvSpPr>
          <p:cNvPr id="12" name="Shape 10"/>
          <p:cNvSpPr/>
          <p:nvPr/>
        </p:nvSpPr>
        <p:spPr>
          <a:xfrm>
            <a:off x="11368354" y="775208"/>
            <a:ext cx="44450" cy="44450"/>
          </a:xfrm>
          <a:prstGeom prst="ellipse">
            <a:avLst/>
          </a:prstGeom>
          <a:solidFill>
            <a:srgbClr val="000000"/>
          </a:solidFill>
          <a:ln/>
        </p:spPr>
      </p:sp>
      <p:sp>
        <p:nvSpPr>
          <p:cNvPr id="13" name="Shape 11"/>
          <p:cNvSpPr/>
          <p:nvPr/>
        </p:nvSpPr>
        <p:spPr>
          <a:xfrm>
            <a:off x="11300790" y="797433"/>
            <a:ext cx="44450" cy="44450"/>
          </a:xfrm>
          <a:prstGeom prst="ellipse">
            <a:avLst/>
          </a:prstGeom>
          <a:solidFill>
            <a:srgbClr val="000000"/>
          </a:solidFill>
          <a:ln/>
        </p:spPr>
      </p:sp>
      <p:sp>
        <p:nvSpPr>
          <p:cNvPr id="14" name="Shape 12"/>
          <p:cNvSpPr/>
          <p:nvPr/>
        </p:nvSpPr>
        <p:spPr>
          <a:xfrm>
            <a:off x="11233226" y="775208"/>
            <a:ext cx="44450" cy="44450"/>
          </a:xfrm>
          <a:prstGeom prst="ellipse">
            <a:avLst/>
          </a:prstGeom>
          <a:solidFill>
            <a:srgbClr val="000000"/>
          </a:solidFill>
          <a:ln/>
        </p:spPr>
      </p:sp>
      <p:sp>
        <p:nvSpPr>
          <p:cNvPr id="15" name="Shape 13"/>
          <p:cNvSpPr/>
          <p:nvPr/>
        </p:nvSpPr>
        <p:spPr>
          <a:xfrm>
            <a:off x="11190554" y="717423"/>
            <a:ext cx="44450" cy="44450"/>
          </a:xfrm>
          <a:prstGeom prst="ellipse">
            <a:avLst/>
          </a:prstGeom>
          <a:solidFill>
            <a:srgbClr val="000000"/>
          </a:solidFill>
          <a:ln/>
        </p:spPr>
      </p:sp>
      <p:sp>
        <p:nvSpPr>
          <p:cNvPr id="16" name="Shape 14"/>
          <p:cNvSpPr/>
          <p:nvPr/>
        </p:nvSpPr>
        <p:spPr>
          <a:xfrm>
            <a:off x="11190554" y="646303"/>
            <a:ext cx="44450" cy="44450"/>
          </a:xfrm>
          <a:prstGeom prst="ellipse">
            <a:avLst/>
          </a:prstGeom>
          <a:solidFill>
            <a:srgbClr val="000000"/>
          </a:solidFill>
          <a:ln/>
        </p:spPr>
      </p:sp>
      <p:sp>
        <p:nvSpPr>
          <p:cNvPr id="17" name="Shape 15"/>
          <p:cNvSpPr/>
          <p:nvPr/>
        </p:nvSpPr>
        <p:spPr>
          <a:xfrm>
            <a:off x="11233226" y="588518"/>
            <a:ext cx="44450" cy="44450"/>
          </a:xfrm>
          <a:prstGeom prst="ellipse">
            <a:avLst/>
          </a:prstGeom>
          <a:solidFill>
            <a:srgbClr val="000000"/>
          </a:solidFill>
          <a:ln/>
        </p:spPr>
      </p:sp>
      <p:sp>
        <p:nvSpPr>
          <p:cNvPr id="18" name="Shape 16"/>
          <p:cNvSpPr/>
          <p:nvPr/>
        </p:nvSpPr>
        <p:spPr>
          <a:xfrm>
            <a:off x="11305235" y="517398"/>
            <a:ext cx="35560" cy="35560"/>
          </a:xfrm>
          <a:prstGeom prst="ellipse">
            <a:avLst/>
          </a:prstGeom>
          <a:solidFill>
            <a:srgbClr val="000000"/>
          </a:solidFill>
          <a:ln/>
        </p:spPr>
      </p:sp>
      <p:sp>
        <p:nvSpPr>
          <p:cNvPr id="19" name="Shape 17"/>
          <p:cNvSpPr/>
          <p:nvPr/>
        </p:nvSpPr>
        <p:spPr>
          <a:xfrm>
            <a:off x="11378133" y="534289"/>
            <a:ext cx="35560" cy="35560"/>
          </a:xfrm>
          <a:prstGeom prst="ellipse">
            <a:avLst/>
          </a:prstGeom>
          <a:solidFill>
            <a:srgbClr val="000000"/>
          </a:solidFill>
          <a:ln/>
        </p:spPr>
      </p:sp>
      <p:sp>
        <p:nvSpPr>
          <p:cNvPr id="20" name="Shape 18"/>
          <p:cNvSpPr/>
          <p:nvPr/>
        </p:nvSpPr>
        <p:spPr>
          <a:xfrm>
            <a:off x="11437696" y="581406"/>
            <a:ext cx="35560" cy="35560"/>
          </a:xfrm>
          <a:prstGeom prst="ellipse">
            <a:avLst/>
          </a:prstGeom>
          <a:solidFill>
            <a:srgbClr val="000000"/>
          </a:solidFill>
          <a:ln/>
        </p:spPr>
      </p:sp>
      <p:sp>
        <p:nvSpPr>
          <p:cNvPr id="21" name="Shape 19"/>
          <p:cNvSpPr/>
          <p:nvPr/>
        </p:nvSpPr>
        <p:spPr>
          <a:xfrm>
            <a:off x="11469700" y="648970"/>
            <a:ext cx="35560" cy="35560"/>
          </a:xfrm>
          <a:prstGeom prst="ellipse">
            <a:avLst/>
          </a:prstGeom>
          <a:solidFill>
            <a:srgbClr val="000000"/>
          </a:solidFill>
          <a:ln/>
        </p:spPr>
      </p:sp>
      <p:sp>
        <p:nvSpPr>
          <p:cNvPr id="22" name="Shape 20"/>
          <p:cNvSpPr/>
          <p:nvPr/>
        </p:nvSpPr>
        <p:spPr>
          <a:xfrm>
            <a:off x="11469700" y="723646"/>
            <a:ext cx="35560" cy="35560"/>
          </a:xfrm>
          <a:prstGeom prst="ellipse">
            <a:avLst/>
          </a:prstGeom>
          <a:solidFill>
            <a:srgbClr val="000000"/>
          </a:solidFill>
          <a:ln/>
        </p:spPr>
      </p:sp>
      <p:sp>
        <p:nvSpPr>
          <p:cNvPr id="23" name="Shape 21"/>
          <p:cNvSpPr/>
          <p:nvPr/>
        </p:nvSpPr>
        <p:spPr>
          <a:xfrm>
            <a:off x="11437696" y="791210"/>
            <a:ext cx="35560" cy="35560"/>
          </a:xfrm>
          <a:prstGeom prst="ellipse">
            <a:avLst/>
          </a:prstGeom>
          <a:solidFill>
            <a:srgbClr val="000000"/>
          </a:solidFill>
          <a:ln/>
        </p:spPr>
      </p:sp>
      <p:sp>
        <p:nvSpPr>
          <p:cNvPr id="24" name="Shape 22"/>
          <p:cNvSpPr/>
          <p:nvPr/>
        </p:nvSpPr>
        <p:spPr>
          <a:xfrm>
            <a:off x="11378133" y="838327"/>
            <a:ext cx="35560" cy="35560"/>
          </a:xfrm>
          <a:prstGeom prst="ellipse">
            <a:avLst/>
          </a:prstGeom>
          <a:solidFill>
            <a:srgbClr val="000000"/>
          </a:solidFill>
          <a:ln/>
        </p:spPr>
      </p:sp>
      <p:sp>
        <p:nvSpPr>
          <p:cNvPr id="25" name="Shape 23"/>
          <p:cNvSpPr/>
          <p:nvPr/>
        </p:nvSpPr>
        <p:spPr>
          <a:xfrm>
            <a:off x="11305235" y="855218"/>
            <a:ext cx="35560" cy="35560"/>
          </a:xfrm>
          <a:prstGeom prst="ellipse">
            <a:avLst/>
          </a:prstGeom>
          <a:solidFill>
            <a:srgbClr val="000000"/>
          </a:solidFill>
          <a:ln/>
        </p:spPr>
      </p:sp>
      <p:sp>
        <p:nvSpPr>
          <p:cNvPr id="26" name="Shape 24"/>
          <p:cNvSpPr/>
          <p:nvPr/>
        </p:nvSpPr>
        <p:spPr>
          <a:xfrm>
            <a:off x="11232337" y="838327"/>
            <a:ext cx="35560" cy="35560"/>
          </a:xfrm>
          <a:prstGeom prst="ellipse">
            <a:avLst/>
          </a:prstGeom>
          <a:solidFill>
            <a:srgbClr val="000000"/>
          </a:solidFill>
          <a:ln/>
        </p:spPr>
      </p:sp>
      <p:sp>
        <p:nvSpPr>
          <p:cNvPr id="27" name="Shape 25"/>
          <p:cNvSpPr/>
          <p:nvPr/>
        </p:nvSpPr>
        <p:spPr>
          <a:xfrm>
            <a:off x="11172774" y="791210"/>
            <a:ext cx="35560" cy="35560"/>
          </a:xfrm>
          <a:prstGeom prst="ellipse">
            <a:avLst/>
          </a:prstGeom>
          <a:solidFill>
            <a:srgbClr val="000000"/>
          </a:solidFill>
          <a:ln/>
        </p:spPr>
      </p:sp>
      <p:sp>
        <p:nvSpPr>
          <p:cNvPr id="28" name="Shape 26"/>
          <p:cNvSpPr/>
          <p:nvPr/>
        </p:nvSpPr>
        <p:spPr>
          <a:xfrm>
            <a:off x="11140770" y="723646"/>
            <a:ext cx="35560" cy="35560"/>
          </a:xfrm>
          <a:prstGeom prst="ellipse">
            <a:avLst/>
          </a:prstGeom>
          <a:solidFill>
            <a:srgbClr val="000000"/>
          </a:solidFill>
          <a:ln/>
        </p:spPr>
      </p:sp>
      <p:sp>
        <p:nvSpPr>
          <p:cNvPr id="29" name="Shape 27"/>
          <p:cNvSpPr/>
          <p:nvPr/>
        </p:nvSpPr>
        <p:spPr>
          <a:xfrm>
            <a:off x="11140770" y="648970"/>
            <a:ext cx="35560" cy="35560"/>
          </a:xfrm>
          <a:prstGeom prst="ellipse">
            <a:avLst/>
          </a:prstGeom>
          <a:solidFill>
            <a:srgbClr val="000000"/>
          </a:solidFill>
          <a:ln/>
        </p:spPr>
      </p:sp>
      <p:sp>
        <p:nvSpPr>
          <p:cNvPr id="30" name="Shape 28"/>
          <p:cNvSpPr/>
          <p:nvPr/>
        </p:nvSpPr>
        <p:spPr>
          <a:xfrm>
            <a:off x="11172774" y="581406"/>
            <a:ext cx="35560" cy="35560"/>
          </a:xfrm>
          <a:prstGeom prst="ellipse">
            <a:avLst/>
          </a:prstGeom>
          <a:solidFill>
            <a:srgbClr val="000000"/>
          </a:solidFill>
          <a:ln/>
        </p:spPr>
      </p:sp>
      <p:sp>
        <p:nvSpPr>
          <p:cNvPr id="31" name="Shape 29"/>
          <p:cNvSpPr/>
          <p:nvPr/>
        </p:nvSpPr>
        <p:spPr>
          <a:xfrm>
            <a:off x="11232337" y="534289"/>
            <a:ext cx="35560" cy="35560"/>
          </a:xfrm>
          <a:prstGeom prst="ellipse">
            <a:avLst/>
          </a:prstGeom>
          <a:solidFill>
            <a:srgbClr val="000000"/>
          </a:solidFill>
          <a:ln/>
        </p:spPr>
      </p:sp>
      <p:sp>
        <p:nvSpPr>
          <p:cNvPr id="32" name="Shape 30"/>
          <p:cNvSpPr/>
          <p:nvPr/>
        </p:nvSpPr>
        <p:spPr>
          <a:xfrm>
            <a:off x="11308791" y="467614"/>
            <a:ext cx="28448" cy="28448"/>
          </a:xfrm>
          <a:prstGeom prst="ellipse">
            <a:avLst/>
          </a:prstGeom>
          <a:solidFill>
            <a:srgbClr val="000000"/>
          </a:solidFill>
          <a:ln/>
        </p:spPr>
      </p:sp>
      <p:sp>
        <p:nvSpPr>
          <p:cNvPr id="33" name="Shape 31"/>
          <p:cNvSpPr/>
          <p:nvPr/>
        </p:nvSpPr>
        <p:spPr>
          <a:xfrm>
            <a:off x="11385245" y="480949"/>
            <a:ext cx="28448" cy="28448"/>
          </a:xfrm>
          <a:prstGeom prst="ellipse">
            <a:avLst/>
          </a:prstGeom>
          <a:solidFill>
            <a:srgbClr val="000000"/>
          </a:solidFill>
          <a:ln/>
        </p:spPr>
      </p:sp>
      <p:sp>
        <p:nvSpPr>
          <p:cNvPr id="34" name="Shape 32"/>
          <p:cNvSpPr/>
          <p:nvPr/>
        </p:nvSpPr>
        <p:spPr>
          <a:xfrm>
            <a:off x="11451920" y="519176"/>
            <a:ext cx="28448" cy="28448"/>
          </a:xfrm>
          <a:prstGeom prst="ellipse">
            <a:avLst/>
          </a:prstGeom>
          <a:solidFill>
            <a:srgbClr val="000000"/>
          </a:solidFill>
          <a:ln/>
        </p:spPr>
      </p:sp>
      <p:sp>
        <p:nvSpPr>
          <p:cNvPr id="35" name="Shape 33"/>
          <p:cNvSpPr/>
          <p:nvPr/>
        </p:nvSpPr>
        <p:spPr>
          <a:xfrm>
            <a:off x="11501704" y="578739"/>
            <a:ext cx="28448" cy="28448"/>
          </a:xfrm>
          <a:prstGeom prst="ellipse">
            <a:avLst/>
          </a:prstGeom>
          <a:solidFill>
            <a:srgbClr val="000000"/>
          </a:solidFill>
          <a:ln/>
        </p:spPr>
      </p:sp>
      <p:sp>
        <p:nvSpPr>
          <p:cNvPr id="36" name="Shape 34"/>
          <p:cNvSpPr/>
          <p:nvPr/>
        </p:nvSpPr>
        <p:spPr>
          <a:xfrm>
            <a:off x="11527485" y="651637"/>
            <a:ext cx="28448" cy="28448"/>
          </a:xfrm>
          <a:prstGeom prst="ellipse">
            <a:avLst/>
          </a:prstGeom>
          <a:solidFill>
            <a:srgbClr val="000000"/>
          </a:solidFill>
          <a:ln/>
        </p:spPr>
      </p:sp>
      <p:sp>
        <p:nvSpPr>
          <p:cNvPr id="37" name="Shape 35"/>
          <p:cNvSpPr/>
          <p:nvPr/>
        </p:nvSpPr>
        <p:spPr>
          <a:xfrm>
            <a:off x="11527485" y="728091"/>
            <a:ext cx="28448" cy="28448"/>
          </a:xfrm>
          <a:prstGeom prst="ellipse">
            <a:avLst/>
          </a:prstGeom>
          <a:solidFill>
            <a:srgbClr val="000000"/>
          </a:solidFill>
          <a:ln/>
        </p:spPr>
      </p:sp>
      <p:sp>
        <p:nvSpPr>
          <p:cNvPr id="38" name="Shape 36"/>
          <p:cNvSpPr/>
          <p:nvPr/>
        </p:nvSpPr>
        <p:spPr>
          <a:xfrm>
            <a:off x="11501704" y="800989"/>
            <a:ext cx="28448" cy="28448"/>
          </a:xfrm>
          <a:prstGeom prst="ellipse">
            <a:avLst/>
          </a:prstGeom>
          <a:solidFill>
            <a:srgbClr val="000000"/>
          </a:solidFill>
          <a:ln/>
        </p:spPr>
      </p:sp>
      <p:sp>
        <p:nvSpPr>
          <p:cNvPr id="39" name="Shape 37"/>
          <p:cNvSpPr/>
          <p:nvPr/>
        </p:nvSpPr>
        <p:spPr>
          <a:xfrm>
            <a:off x="11451920" y="860552"/>
            <a:ext cx="28448" cy="28448"/>
          </a:xfrm>
          <a:prstGeom prst="ellipse">
            <a:avLst/>
          </a:prstGeom>
          <a:solidFill>
            <a:srgbClr val="000000"/>
          </a:solidFill>
          <a:ln/>
        </p:spPr>
      </p:sp>
      <p:sp>
        <p:nvSpPr>
          <p:cNvPr id="40" name="Shape 38"/>
          <p:cNvSpPr/>
          <p:nvPr/>
        </p:nvSpPr>
        <p:spPr>
          <a:xfrm>
            <a:off x="11385245" y="898779"/>
            <a:ext cx="28448" cy="28448"/>
          </a:xfrm>
          <a:prstGeom prst="ellipse">
            <a:avLst/>
          </a:prstGeom>
          <a:solidFill>
            <a:srgbClr val="000000"/>
          </a:solidFill>
          <a:ln/>
        </p:spPr>
      </p:sp>
      <p:sp>
        <p:nvSpPr>
          <p:cNvPr id="41" name="Shape 39"/>
          <p:cNvSpPr/>
          <p:nvPr/>
        </p:nvSpPr>
        <p:spPr>
          <a:xfrm>
            <a:off x="11308791" y="912114"/>
            <a:ext cx="28448" cy="28448"/>
          </a:xfrm>
          <a:prstGeom prst="ellipse">
            <a:avLst/>
          </a:prstGeom>
          <a:solidFill>
            <a:srgbClr val="000000"/>
          </a:solidFill>
          <a:ln/>
        </p:spPr>
      </p:sp>
      <p:sp>
        <p:nvSpPr>
          <p:cNvPr id="42" name="Shape 40"/>
          <p:cNvSpPr/>
          <p:nvPr/>
        </p:nvSpPr>
        <p:spPr>
          <a:xfrm>
            <a:off x="11232337" y="898779"/>
            <a:ext cx="28448" cy="28448"/>
          </a:xfrm>
          <a:prstGeom prst="ellipse">
            <a:avLst/>
          </a:prstGeom>
          <a:solidFill>
            <a:srgbClr val="000000"/>
          </a:solidFill>
          <a:ln/>
        </p:spPr>
      </p:sp>
      <p:sp>
        <p:nvSpPr>
          <p:cNvPr id="43" name="Shape 41"/>
          <p:cNvSpPr/>
          <p:nvPr/>
        </p:nvSpPr>
        <p:spPr>
          <a:xfrm>
            <a:off x="11165662" y="860552"/>
            <a:ext cx="28448" cy="28448"/>
          </a:xfrm>
          <a:prstGeom prst="ellipse">
            <a:avLst/>
          </a:prstGeom>
          <a:solidFill>
            <a:srgbClr val="000000"/>
          </a:solidFill>
          <a:ln/>
        </p:spPr>
      </p:sp>
      <p:sp>
        <p:nvSpPr>
          <p:cNvPr id="44" name="Shape 42"/>
          <p:cNvSpPr/>
          <p:nvPr/>
        </p:nvSpPr>
        <p:spPr>
          <a:xfrm>
            <a:off x="11115878" y="800989"/>
            <a:ext cx="28448" cy="28448"/>
          </a:xfrm>
          <a:prstGeom prst="ellipse">
            <a:avLst/>
          </a:prstGeom>
          <a:solidFill>
            <a:srgbClr val="000000"/>
          </a:solidFill>
          <a:ln/>
        </p:spPr>
      </p:sp>
      <p:sp>
        <p:nvSpPr>
          <p:cNvPr id="45" name="Shape 43"/>
          <p:cNvSpPr/>
          <p:nvPr/>
        </p:nvSpPr>
        <p:spPr>
          <a:xfrm>
            <a:off x="11090097" y="728091"/>
            <a:ext cx="28448" cy="28448"/>
          </a:xfrm>
          <a:prstGeom prst="ellipse">
            <a:avLst/>
          </a:prstGeom>
          <a:solidFill>
            <a:srgbClr val="000000"/>
          </a:solidFill>
          <a:ln/>
        </p:spPr>
      </p:sp>
      <p:sp>
        <p:nvSpPr>
          <p:cNvPr id="46" name="Shape 44"/>
          <p:cNvSpPr/>
          <p:nvPr/>
        </p:nvSpPr>
        <p:spPr>
          <a:xfrm>
            <a:off x="11090097" y="651637"/>
            <a:ext cx="28448" cy="28448"/>
          </a:xfrm>
          <a:prstGeom prst="ellipse">
            <a:avLst/>
          </a:prstGeom>
          <a:solidFill>
            <a:srgbClr val="000000"/>
          </a:solidFill>
          <a:ln/>
        </p:spPr>
      </p:sp>
      <p:sp>
        <p:nvSpPr>
          <p:cNvPr id="47" name="Shape 45"/>
          <p:cNvSpPr/>
          <p:nvPr/>
        </p:nvSpPr>
        <p:spPr>
          <a:xfrm>
            <a:off x="11115878" y="578739"/>
            <a:ext cx="28448" cy="28448"/>
          </a:xfrm>
          <a:prstGeom prst="ellipse">
            <a:avLst/>
          </a:prstGeom>
          <a:solidFill>
            <a:srgbClr val="000000"/>
          </a:solidFill>
          <a:ln/>
        </p:spPr>
      </p:sp>
      <p:sp>
        <p:nvSpPr>
          <p:cNvPr id="48" name="Shape 46"/>
          <p:cNvSpPr/>
          <p:nvPr/>
        </p:nvSpPr>
        <p:spPr>
          <a:xfrm>
            <a:off x="11165662" y="519176"/>
            <a:ext cx="28448" cy="28448"/>
          </a:xfrm>
          <a:prstGeom prst="ellipse">
            <a:avLst/>
          </a:prstGeom>
          <a:solidFill>
            <a:srgbClr val="000000"/>
          </a:solidFill>
          <a:ln/>
        </p:spPr>
      </p:sp>
      <p:sp>
        <p:nvSpPr>
          <p:cNvPr id="49" name="Shape 47"/>
          <p:cNvSpPr/>
          <p:nvPr/>
        </p:nvSpPr>
        <p:spPr>
          <a:xfrm>
            <a:off x="11232337" y="480949"/>
            <a:ext cx="28448" cy="28448"/>
          </a:xfrm>
          <a:prstGeom prst="ellipse">
            <a:avLst/>
          </a:prstGeom>
          <a:solidFill>
            <a:srgbClr val="000000"/>
          </a:solidFill>
          <a:ln/>
        </p:spPr>
      </p:sp>
      <p:sp>
        <p:nvSpPr>
          <p:cNvPr id="50" name="Shape 48"/>
          <p:cNvSpPr/>
          <p:nvPr/>
        </p:nvSpPr>
        <p:spPr>
          <a:xfrm>
            <a:off x="11312347" y="417830"/>
            <a:ext cx="21336" cy="21336"/>
          </a:xfrm>
          <a:prstGeom prst="ellipse">
            <a:avLst/>
          </a:prstGeom>
          <a:solidFill>
            <a:srgbClr val="000000"/>
          </a:solidFill>
          <a:ln/>
        </p:spPr>
      </p:sp>
      <p:sp>
        <p:nvSpPr>
          <p:cNvPr id="51" name="Shape 49"/>
          <p:cNvSpPr/>
          <p:nvPr/>
        </p:nvSpPr>
        <p:spPr>
          <a:xfrm>
            <a:off x="11389690" y="429387"/>
            <a:ext cx="21336" cy="21336"/>
          </a:xfrm>
          <a:prstGeom prst="ellipse">
            <a:avLst/>
          </a:prstGeom>
          <a:solidFill>
            <a:srgbClr val="000000"/>
          </a:solidFill>
          <a:ln/>
        </p:spPr>
      </p:sp>
      <p:sp>
        <p:nvSpPr>
          <p:cNvPr id="52" name="Shape 50"/>
          <p:cNvSpPr/>
          <p:nvPr/>
        </p:nvSpPr>
        <p:spPr>
          <a:xfrm>
            <a:off x="11461699" y="461391"/>
            <a:ext cx="21336" cy="21336"/>
          </a:xfrm>
          <a:prstGeom prst="ellipse">
            <a:avLst/>
          </a:prstGeom>
          <a:solidFill>
            <a:srgbClr val="000000"/>
          </a:solidFill>
          <a:ln/>
        </p:spPr>
      </p:sp>
      <p:sp>
        <p:nvSpPr>
          <p:cNvPr id="53" name="Shape 51"/>
          <p:cNvSpPr/>
          <p:nvPr/>
        </p:nvSpPr>
        <p:spPr>
          <a:xfrm>
            <a:off x="11520373" y="512953"/>
            <a:ext cx="21336" cy="21336"/>
          </a:xfrm>
          <a:prstGeom prst="ellipse">
            <a:avLst/>
          </a:prstGeom>
          <a:solidFill>
            <a:srgbClr val="000000"/>
          </a:solidFill>
          <a:ln/>
        </p:spPr>
      </p:sp>
      <p:sp>
        <p:nvSpPr>
          <p:cNvPr id="54" name="Shape 52"/>
          <p:cNvSpPr/>
          <p:nvPr/>
        </p:nvSpPr>
        <p:spPr>
          <a:xfrm>
            <a:off x="11563045" y="578739"/>
            <a:ext cx="21336" cy="21336"/>
          </a:xfrm>
          <a:prstGeom prst="ellipse">
            <a:avLst/>
          </a:prstGeom>
          <a:solidFill>
            <a:srgbClr val="000000"/>
          </a:solidFill>
          <a:ln/>
        </p:spPr>
      </p:sp>
      <p:sp>
        <p:nvSpPr>
          <p:cNvPr id="55" name="Shape 53"/>
          <p:cNvSpPr/>
          <p:nvPr/>
        </p:nvSpPr>
        <p:spPr>
          <a:xfrm>
            <a:off x="11585270" y="654304"/>
            <a:ext cx="21336" cy="21336"/>
          </a:xfrm>
          <a:prstGeom prst="ellipse">
            <a:avLst/>
          </a:prstGeom>
          <a:solidFill>
            <a:srgbClr val="000000"/>
          </a:solidFill>
          <a:ln/>
        </p:spPr>
      </p:sp>
      <p:sp>
        <p:nvSpPr>
          <p:cNvPr id="56" name="Shape 54"/>
          <p:cNvSpPr/>
          <p:nvPr/>
        </p:nvSpPr>
        <p:spPr>
          <a:xfrm>
            <a:off x="11585270" y="732536"/>
            <a:ext cx="21336" cy="21336"/>
          </a:xfrm>
          <a:prstGeom prst="ellipse">
            <a:avLst/>
          </a:prstGeom>
          <a:solidFill>
            <a:srgbClr val="000000"/>
          </a:solidFill>
          <a:ln/>
        </p:spPr>
      </p:sp>
      <p:sp>
        <p:nvSpPr>
          <p:cNvPr id="57" name="Shape 55"/>
          <p:cNvSpPr/>
          <p:nvPr/>
        </p:nvSpPr>
        <p:spPr>
          <a:xfrm>
            <a:off x="11563045" y="808101"/>
            <a:ext cx="21336" cy="21336"/>
          </a:xfrm>
          <a:prstGeom prst="ellipse">
            <a:avLst/>
          </a:prstGeom>
          <a:solidFill>
            <a:srgbClr val="000000"/>
          </a:solidFill>
          <a:ln/>
        </p:spPr>
      </p:sp>
      <p:sp>
        <p:nvSpPr>
          <p:cNvPr id="58" name="Shape 56"/>
          <p:cNvSpPr/>
          <p:nvPr/>
        </p:nvSpPr>
        <p:spPr>
          <a:xfrm>
            <a:off x="11520373" y="873887"/>
            <a:ext cx="21336" cy="21336"/>
          </a:xfrm>
          <a:prstGeom prst="ellipse">
            <a:avLst/>
          </a:prstGeom>
          <a:solidFill>
            <a:srgbClr val="000000"/>
          </a:solidFill>
          <a:ln/>
        </p:spPr>
      </p:sp>
      <p:sp>
        <p:nvSpPr>
          <p:cNvPr id="59" name="Shape 57"/>
          <p:cNvSpPr/>
          <p:nvPr/>
        </p:nvSpPr>
        <p:spPr>
          <a:xfrm>
            <a:off x="11461699" y="925449"/>
            <a:ext cx="21336" cy="21336"/>
          </a:xfrm>
          <a:prstGeom prst="ellipse">
            <a:avLst/>
          </a:prstGeom>
          <a:solidFill>
            <a:srgbClr val="000000"/>
          </a:solidFill>
          <a:ln/>
        </p:spPr>
      </p:sp>
      <p:sp>
        <p:nvSpPr>
          <p:cNvPr id="60" name="Shape 58"/>
          <p:cNvSpPr/>
          <p:nvPr/>
        </p:nvSpPr>
        <p:spPr>
          <a:xfrm>
            <a:off x="11389690" y="957453"/>
            <a:ext cx="21336" cy="21336"/>
          </a:xfrm>
          <a:prstGeom prst="ellipse">
            <a:avLst/>
          </a:prstGeom>
          <a:solidFill>
            <a:srgbClr val="000000"/>
          </a:solidFill>
          <a:ln/>
        </p:spPr>
      </p:sp>
      <p:sp>
        <p:nvSpPr>
          <p:cNvPr id="61" name="Shape 59"/>
          <p:cNvSpPr/>
          <p:nvPr/>
        </p:nvSpPr>
        <p:spPr>
          <a:xfrm>
            <a:off x="11312347" y="969010"/>
            <a:ext cx="21336" cy="21336"/>
          </a:xfrm>
          <a:prstGeom prst="ellipse">
            <a:avLst/>
          </a:prstGeom>
          <a:solidFill>
            <a:srgbClr val="000000"/>
          </a:solidFill>
          <a:ln/>
        </p:spPr>
      </p:sp>
      <p:sp>
        <p:nvSpPr>
          <p:cNvPr id="62" name="Shape 60"/>
          <p:cNvSpPr/>
          <p:nvPr/>
        </p:nvSpPr>
        <p:spPr>
          <a:xfrm>
            <a:off x="11235004" y="957453"/>
            <a:ext cx="21336" cy="21336"/>
          </a:xfrm>
          <a:prstGeom prst="ellipse">
            <a:avLst/>
          </a:prstGeom>
          <a:solidFill>
            <a:srgbClr val="000000"/>
          </a:solidFill>
          <a:ln/>
        </p:spPr>
      </p:sp>
      <p:sp>
        <p:nvSpPr>
          <p:cNvPr id="63" name="Shape 61"/>
          <p:cNvSpPr/>
          <p:nvPr/>
        </p:nvSpPr>
        <p:spPr>
          <a:xfrm>
            <a:off x="11162995" y="925449"/>
            <a:ext cx="21336" cy="21336"/>
          </a:xfrm>
          <a:prstGeom prst="ellipse">
            <a:avLst/>
          </a:prstGeom>
          <a:solidFill>
            <a:srgbClr val="000000"/>
          </a:solidFill>
          <a:ln/>
        </p:spPr>
      </p:sp>
      <p:sp>
        <p:nvSpPr>
          <p:cNvPr id="64" name="Shape 62"/>
          <p:cNvSpPr/>
          <p:nvPr/>
        </p:nvSpPr>
        <p:spPr>
          <a:xfrm>
            <a:off x="11104321" y="873887"/>
            <a:ext cx="21336" cy="21336"/>
          </a:xfrm>
          <a:prstGeom prst="ellipse">
            <a:avLst/>
          </a:prstGeom>
          <a:solidFill>
            <a:srgbClr val="000000"/>
          </a:solidFill>
          <a:ln/>
        </p:spPr>
      </p:sp>
      <p:sp>
        <p:nvSpPr>
          <p:cNvPr id="65" name="Shape 63"/>
          <p:cNvSpPr/>
          <p:nvPr/>
        </p:nvSpPr>
        <p:spPr>
          <a:xfrm>
            <a:off x="11061649" y="808101"/>
            <a:ext cx="21336" cy="21336"/>
          </a:xfrm>
          <a:prstGeom prst="ellipse">
            <a:avLst/>
          </a:prstGeom>
          <a:solidFill>
            <a:srgbClr val="000000"/>
          </a:solidFill>
          <a:ln/>
        </p:spPr>
      </p:sp>
      <p:sp>
        <p:nvSpPr>
          <p:cNvPr id="66" name="Shape 64"/>
          <p:cNvSpPr/>
          <p:nvPr/>
        </p:nvSpPr>
        <p:spPr>
          <a:xfrm>
            <a:off x="11039424" y="732536"/>
            <a:ext cx="21336" cy="21336"/>
          </a:xfrm>
          <a:prstGeom prst="ellipse">
            <a:avLst/>
          </a:prstGeom>
          <a:solidFill>
            <a:srgbClr val="000000"/>
          </a:solidFill>
          <a:ln/>
        </p:spPr>
      </p:sp>
      <p:sp>
        <p:nvSpPr>
          <p:cNvPr id="67" name="Shape 65"/>
          <p:cNvSpPr/>
          <p:nvPr/>
        </p:nvSpPr>
        <p:spPr>
          <a:xfrm>
            <a:off x="11039424" y="654304"/>
            <a:ext cx="21336" cy="21336"/>
          </a:xfrm>
          <a:prstGeom prst="ellipse">
            <a:avLst/>
          </a:prstGeom>
          <a:solidFill>
            <a:srgbClr val="000000"/>
          </a:solidFill>
          <a:ln/>
        </p:spPr>
      </p:sp>
      <p:sp>
        <p:nvSpPr>
          <p:cNvPr id="68" name="Shape 66"/>
          <p:cNvSpPr/>
          <p:nvPr/>
        </p:nvSpPr>
        <p:spPr>
          <a:xfrm>
            <a:off x="11061649" y="578739"/>
            <a:ext cx="21336" cy="21336"/>
          </a:xfrm>
          <a:prstGeom prst="ellipse">
            <a:avLst/>
          </a:prstGeom>
          <a:solidFill>
            <a:srgbClr val="000000"/>
          </a:solidFill>
          <a:ln/>
        </p:spPr>
      </p:sp>
      <p:sp>
        <p:nvSpPr>
          <p:cNvPr id="69" name="Shape 67"/>
          <p:cNvSpPr/>
          <p:nvPr/>
        </p:nvSpPr>
        <p:spPr>
          <a:xfrm>
            <a:off x="11104321" y="512953"/>
            <a:ext cx="21336" cy="21336"/>
          </a:xfrm>
          <a:prstGeom prst="ellipse">
            <a:avLst/>
          </a:prstGeom>
          <a:solidFill>
            <a:srgbClr val="000000"/>
          </a:solidFill>
          <a:ln/>
        </p:spPr>
      </p:sp>
      <p:sp>
        <p:nvSpPr>
          <p:cNvPr id="70" name="Shape 68"/>
          <p:cNvSpPr/>
          <p:nvPr/>
        </p:nvSpPr>
        <p:spPr>
          <a:xfrm>
            <a:off x="11162995" y="461391"/>
            <a:ext cx="21336" cy="21336"/>
          </a:xfrm>
          <a:prstGeom prst="ellipse">
            <a:avLst/>
          </a:prstGeom>
          <a:solidFill>
            <a:srgbClr val="000000"/>
          </a:solidFill>
          <a:ln/>
        </p:spPr>
      </p:sp>
      <p:sp>
        <p:nvSpPr>
          <p:cNvPr id="71" name="Shape 69"/>
          <p:cNvSpPr/>
          <p:nvPr/>
        </p:nvSpPr>
        <p:spPr>
          <a:xfrm>
            <a:off x="11235004" y="429387"/>
            <a:ext cx="21336" cy="21336"/>
          </a:xfrm>
          <a:prstGeom prst="ellipse">
            <a:avLst/>
          </a:prstGeom>
          <a:solidFill>
            <a:srgbClr val="000000"/>
          </a:solidFill>
          <a:ln/>
        </p:spPr>
      </p:sp>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wat deden jullie?</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Twee of drie tweetallen delen hun aanpak. Daarna doet skill 1 de ronde.</a:t>
            </a:r>
            <a:endParaRPr lang="en-US" sz="2200" dirty="0"/>
          </a:p>
        </p:txBody>
      </p:sp>
      <p:pic>
        <p:nvPicPr>
          <p:cNvPr id="76" name="Image 0" descr="exports\261005_workshop_rad_uitvoering\img\gesprek.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296345" y="615188"/>
            <a:ext cx="53340" cy="53340"/>
          </a:xfrm>
          <a:prstGeom prst="ellipse">
            <a:avLst/>
          </a:prstGeom>
          <a:solidFill>
            <a:srgbClr val="000000"/>
          </a:solidFill>
          <a:ln/>
        </p:spPr>
      </p:sp>
      <p:sp>
        <p:nvSpPr>
          <p:cNvPr id="3" name="Shape 1"/>
          <p:cNvSpPr/>
          <p:nvPr/>
        </p:nvSpPr>
        <p:spPr>
          <a:xfrm>
            <a:off x="11350574" y="646303"/>
            <a:ext cx="53340" cy="53340"/>
          </a:xfrm>
          <a:prstGeom prst="ellipse">
            <a:avLst/>
          </a:prstGeom>
          <a:solidFill>
            <a:srgbClr val="000000"/>
          </a:solidFill>
          <a:ln/>
        </p:spPr>
      </p:sp>
      <p:sp>
        <p:nvSpPr>
          <p:cNvPr id="4" name="Shape 2"/>
          <p:cNvSpPr/>
          <p:nvPr/>
        </p:nvSpPr>
        <p:spPr>
          <a:xfrm>
            <a:off x="11350574" y="708533"/>
            <a:ext cx="53340" cy="53340"/>
          </a:xfrm>
          <a:prstGeom prst="ellipse">
            <a:avLst/>
          </a:prstGeom>
          <a:solidFill>
            <a:srgbClr val="000000"/>
          </a:solidFill>
          <a:ln/>
        </p:spPr>
      </p:sp>
      <p:sp>
        <p:nvSpPr>
          <p:cNvPr id="5" name="Shape 3"/>
          <p:cNvSpPr/>
          <p:nvPr/>
        </p:nvSpPr>
        <p:spPr>
          <a:xfrm>
            <a:off x="11296345" y="739648"/>
            <a:ext cx="53340" cy="53340"/>
          </a:xfrm>
          <a:prstGeom prst="ellipse">
            <a:avLst/>
          </a:prstGeom>
          <a:solidFill>
            <a:srgbClr val="000000"/>
          </a:solidFill>
          <a:ln/>
        </p:spPr>
      </p:sp>
      <p:sp>
        <p:nvSpPr>
          <p:cNvPr id="6" name="Shape 4"/>
          <p:cNvSpPr/>
          <p:nvPr/>
        </p:nvSpPr>
        <p:spPr>
          <a:xfrm>
            <a:off x="11242116" y="708533"/>
            <a:ext cx="53340" cy="53340"/>
          </a:xfrm>
          <a:prstGeom prst="ellipse">
            <a:avLst/>
          </a:prstGeom>
          <a:solidFill>
            <a:srgbClr val="000000"/>
          </a:solidFill>
          <a:ln/>
        </p:spPr>
      </p:sp>
      <p:sp>
        <p:nvSpPr>
          <p:cNvPr id="7" name="Shape 5"/>
          <p:cNvSpPr/>
          <p:nvPr/>
        </p:nvSpPr>
        <p:spPr>
          <a:xfrm>
            <a:off x="11242116" y="646303"/>
            <a:ext cx="53340" cy="53340"/>
          </a:xfrm>
          <a:prstGeom prst="ellipse">
            <a:avLst/>
          </a:prstGeom>
          <a:solidFill>
            <a:srgbClr val="000000"/>
          </a:solidFill>
          <a:ln/>
        </p:spPr>
      </p:sp>
      <p:sp>
        <p:nvSpPr>
          <p:cNvPr id="8" name="Shape 6"/>
          <p:cNvSpPr/>
          <p:nvPr/>
        </p:nvSpPr>
        <p:spPr>
          <a:xfrm>
            <a:off x="11300790" y="566293"/>
            <a:ext cx="44450" cy="44450"/>
          </a:xfrm>
          <a:prstGeom prst="ellipse">
            <a:avLst/>
          </a:prstGeom>
          <a:solidFill>
            <a:srgbClr val="000000"/>
          </a:solidFill>
          <a:ln/>
        </p:spPr>
      </p:sp>
      <p:sp>
        <p:nvSpPr>
          <p:cNvPr id="9" name="Shape 7"/>
          <p:cNvSpPr/>
          <p:nvPr/>
        </p:nvSpPr>
        <p:spPr>
          <a:xfrm>
            <a:off x="11368354" y="588518"/>
            <a:ext cx="44450" cy="44450"/>
          </a:xfrm>
          <a:prstGeom prst="ellipse">
            <a:avLst/>
          </a:prstGeom>
          <a:solidFill>
            <a:srgbClr val="000000"/>
          </a:solidFill>
          <a:ln/>
        </p:spPr>
      </p:sp>
      <p:sp>
        <p:nvSpPr>
          <p:cNvPr id="10" name="Shape 8"/>
          <p:cNvSpPr/>
          <p:nvPr/>
        </p:nvSpPr>
        <p:spPr>
          <a:xfrm>
            <a:off x="11411026" y="646303"/>
            <a:ext cx="44450" cy="44450"/>
          </a:xfrm>
          <a:prstGeom prst="ellipse">
            <a:avLst/>
          </a:prstGeom>
          <a:solidFill>
            <a:srgbClr val="000000"/>
          </a:solidFill>
          <a:ln/>
        </p:spPr>
      </p:sp>
      <p:sp>
        <p:nvSpPr>
          <p:cNvPr id="11" name="Shape 9"/>
          <p:cNvSpPr/>
          <p:nvPr/>
        </p:nvSpPr>
        <p:spPr>
          <a:xfrm>
            <a:off x="11411026" y="717423"/>
            <a:ext cx="44450" cy="44450"/>
          </a:xfrm>
          <a:prstGeom prst="ellipse">
            <a:avLst/>
          </a:prstGeom>
          <a:solidFill>
            <a:srgbClr val="000000"/>
          </a:solidFill>
          <a:ln/>
        </p:spPr>
      </p:sp>
      <p:sp>
        <p:nvSpPr>
          <p:cNvPr id="12" name="Shape 10"/>
          <p:cNvSpPr/>
          <p:nvPr/>
        </p:nvSpPr>
        <p:spPr>
          <a:xfrm>
            <a:off x="11368354" y="775208"/>
            <a:ext cx="44450" cy="44450"/>
          </a:xfrm>
          <a:prstGeom prst="ellipse">
            <a:avLst/>
          </a:prstGeom>
          <a:solidFill>
            <a:srgbClr val="000000"/>
          </a:solidFill>
          <a:ln/>
        </p:spPr>
      </p:sp>
      <p:sp>
        <p:nvSpPr>
          <p:cNvPr id="13" name="Shape 11"/>
          <p:cNvSpPr/>
          <p:nvPr/>
        </p:nvSpPr>
        <p:spPr>
          <a:xfrm>
            <a:off x="11300790" y="797433"/>
            <a:ext cx="44450" cy="44450"/>
          </a:xfrm>
          <a:prstGeom prst="ellipse">
            <a:avLst/>
          </a:prstGeom>
          <a:solidFill>
            <a:srgbClr val="000000"/>
          </a:solidFill>
          <a:ln/>
        </p:spPr>
      </p:sp>
      <p:sp>
        <p:nvSpPr>
          <p:cNvPr id="14" name="Shape 12"/>
          <p:cNvSpPr/>
          <p:nvPr/>
        </p:nvSpPr>
        <p:spPr>
          <a:xfrm>
            <a:off x="11233226" y="775208"/>
            <a:ext cx="44450" cy="44450"/>
          </a:xfrm>
          <a:prstGeom prst="ellipse">
            <a:avLst/>
          </a:prstGeom>
          <a:solidFill>
            <a:srgbClr val="000000"/>
          </a:solidFill>
          <a:ln/>
        </p:spPr>
      </p:sp>
      <p:sp>
        <p:nvSpPr>
          <p:cNvPr id="15" name="Shape 13"/>
          <p:cNvSpPr/>
          <p:nvPr/>
        </p:nvSpPr>
        <p:spPr>
          <a:xfrm>
            <a:off x="11190554" y="717423"/>
            <a:ext cx="44450" cy="44450"/>
          </a:xfrm>
          <a:prstGeom prst="ellipse">
            <a:avLst/>
          </a:prstGeom>
          <a:solidFill>
            <a:srgbClr val="000000"/>
          </a:solidFill>
          <a:ln/>
        </p:spPr>
      </p:sp>
      <p:sp>
        <p:nvSpPr>
          <p:cNvPr id="16" name="Shape 14"/>
          <p:cNvSpPr/>
          <p:nvPr/>
        </p:nvSpPr>
        <p:spPr>
          <a:xfrm>
            <a:off x="11190554" y="646303"/>
            <a:ext cx="44450" cy="44450"/>
          </a:xfrm>
          <a:prstGeom prst="ellipse">
            <a:avLst/>
          </a:prstGeom>
          <a:solidFill>
            <a:srgbClr val="000000"/>
          </a:solidFill>
          <a:ln/>
        </p:spPr>
      </p:sp>
      <p:sp>
        <p:nvSpPr>
          <p:cNvPr id="17" name="Shape 15"/>
          <p:cNvSpPr/>
          <p:nvPr/>
        </p:nvSpPr>
        <p:spPr>
          <a:xfrm>
            <a:off x="11233226" y="588518"/>
            <a:ext cx="44450" cy="44450"/>
          </a:xfrm>
          <a:prstGeom prst="ellipse">
            <a:avLst/>
          </a:prstGeom>
          <a:solidFill>
            <a:srgbClr val="000000"/>
          </a:solidFill>
          <a:ln/>
        </p:spPr>
      </p:sp>
      <p:sp>
        <p:nvSpPr>
          <p:cNvPr id="18" name="Shape 16"/>
          <p:cNvSpPr/>
          <p:nvPr/>
        </p:nvSpPr>
        <p:spPr>
          <a:xfrm>
            <a:off x="11305235" y="517398"/>
            <a:ext cx="35560" cy="35560"/>
          </a:xfrm>
          <a:prstGeom prst="ellipse">
            <a:avLst/>
          </a:prstGeom>
          <a:solidFill>
            <a:srgbClr val="000000"/>
          </a:solidFill>
          <a:ln/>
        </p:spPr>
      </p:sp>
      <p:sp>
        <p:nvSpPr>
          <p:cNvPr id="19" name="Shape 17"/>
          <p:cNvSpPr/>
          <p:nvPr/>
        </p:nvSpPr>
        <p:spPr>
          <a:xfrm>
            <a:off x="11378133" y="534289"/>
            <a:ext cx="35560" cy="35560"/>
          </a:xfrm>
          <a:prstGeom prst="ellipse">
            <a:avLst/>
          </a:prstGeom>
          <a:solidFill>
            <a:srgbClr val="000000"/>
          </a:solidFill>
          <a:ln/>
        </p:spPr>
      </p:sp>
      <p:sp>
        <p:nvSpPr>
          <p:cNvPr id="20" name="Shape 18"/>
          <p:cNvSpPr/>
          <p:nvPr/>
        </p:nvSpPr>
        <p:spPr>
          <a:xfrm>
            <a:off x="11437696" y="581406"/>
            <a:ext cx="35560" cy="35560"/>
          </a:xfrm>
          <a:prstGeom prst="ellipse">
            <a:avLst/>
          </a:prstGeom>
          <a:solidFill>
            <a:srgbClr val="000000"/>
          </a:solidFill>
          <a:ln/>
        </p:spPr>
      </p:sp>
      <p:sp>
        <p:nvSpPr>
          <p:cNvPr id="21" name="Shape 19"/>
          <p:cNvSpPr/>
          <p:nvPr/>
        </p:nvSpPr>
        <p:spPr>
          <a:xfrm>
            <a:off x="11469700" y="648970"/>
            <a:ext cx="35560" cy="35560"/>
          </a:xfrm>
          <a:prstGeom prst="ellipse">
            <a:avLst/>
          </a:prstGeom>
          <a:solidFill>
            <a:srgbClr val="000000"/>
          </a:solidFill>
          <a:ln/>
        </p:spPr>
      </p:sp>
      <p:sp>
        <p:nvSpPr>
          <p:cNvPr id="22" name="Shape 20"/>
          <p:cNvSpPr/>
          <p:nvPr/>
        </p:nvSpPr>
        <p:spPr>
          <a:xfrm>
            <a:off x="11469700" y="723646"/>
            <a:ext cx="35560" cy="35560"/>
          </a:xfrm>
          <a:prstGeom prst="ellipse">
            <a:avLst/>
          </a:prstGeom>
          <a:solidFill>
            <a:srgbClr val="000000"/>
          </a:solidFill>
          <a:ln/>
        </p:spPr>
      </p:sp>
      <p:sp>
        <p:nvSpPr>
          <p:cNvPr id="23" name="Shape 21"/>
          <p:cNvSpPr/>
          <p:nvPr/>
        </p:nvSpPr>
        <p:spPr>
          <a:xfrm>
            <a:off x="11437696" y="791210"/>
            <a:ext cx="35560" cy="35560"/>
          </a:xfrm>
          <a:prstGeom prst="ellipse">
            <a:avLst/>
          </a:prstGeom>
          <a:solidFill>
            <a:srgbClr val="000000"/>
          </a:solidFill>
          <a:ln/>
        </p:spPr>
      </p:sp>
      <p:sp>
        <p:nvSpPr>
          <p:cNvPr id="24" name="Shape 22"/>
          <p:cNvSpPr/>
          <p:nvPr/>
        </p:nvSpPr>
        <p:spPr>
          <a:xfrm>
            <a:off x="11378133" y="838327"/>
            <a:ext cx="35560" cy="35560"/>
          </a:xfrm>
          <a:prstGeom prst="ellipse">
            <a:avLst/>
          </a:prstGeom>
          <a:solidFill>
            <a:srgbClr val="000000"/>
          </a:solidFill>
          <a:ln/>
        </p:spPr>
      </p:sp>
      <p:sp>
        <p:nvSpPr>
          <p:cNvPr id="25" name="Shape 23"/>
          <p:cNvSpPr/>
          <p:nvPr/>
        </p:nvSpPr>
        <p:spPr>
          <a:xfrm>
            <a:off x="11305235" y="855218"/>
            <a:ext cx="35560" cy="35560"/>
          </a:xfrm>
          <a:prstGeom prst="ellipse">
            <a:avLst/>
          </a:prstGeom>
          <a:solidFill>
            <a:srgbClr val="000000"/>
          </a:solidFill>
          <a:ln/>
        </p:spPr>
      </p:sp>
      <p:sp>
        <p:nvSpPr>
          <p:cNvPr id="26" name="Shape 24"/>
          <p:cNvSpPr/>
          <p:nvPr/>
        </p:nvSpPr>
        <p:spPr>
          <a:xfrm>
            <a:off x="11232337" y="838327"/>
            <a:ext cx="35560" cy="35560"/>
          </a:xfrm>
          <a:prstGeom prst="ellipse">
            <a:avLst/>
          </a:prstGeom>
          <a:solidFill>
            <a:srgbClr val="000000"/>
          </a:solidFill>
          <a:ln/>
        </p:spPr>
      </p:sp>
      <p:sp>
        <p:nvSpPr>
          <p:cNvPr id="27" name="Shape 25"/>
          <p:cNvSpPr/>
          <p:nvPr/>
        </p:nvSpPr>
        <p:spPr>
          <a:xfrm>
            <a:off x="11172774" y="791210"/>
            <a:ext cx="35560" cy="35560"/>
          </a:xfrm>
          <a:prstGeom prst="ellipse">
            <a:avLst/>
          </a:prstGeom>
          <a:solidFill>
            <a:srgbClr val="000000"/>
          </a:solidFill>
          <a:ln/>
        </p:spPr>
      </p:sp>
      <p:sp>
        <p:nvSpPr>
          <p:cNvPr id="28" name="Shape 26"/>
          <p:cNvSpPr/>
          <p:nvPr/>
        </p:nvSpPr>
        <p:spPr>
          <a:xfrm>
            <a:off x="11140770" y="723646"/>
            <a:ext cx="35560" cy="35560"/>
          </a:xfrm>
          <a:prstGeom prst="ellipse">
            <a:avLst/>
          </a:prstGeom>
          <a:solidFill>
            <a:srgbClr val="000000"/>
          </a:solidFill>
          <a:ln/>
        </p:spPr>
      </p:sp>
      <p:sp>
        <p:nvSpPr>
          <p:cNvPr id="29" name="Shape 27"/>
          <p:cNvSpPr/>
          <p:nvPr/>
        </p:nvSpPr>
        <p:spPr>
          <a:xfrm>
            <a:off x="11140770" y="648970"/>
            <a:ext cx="35560" cy="35560"/>
          </a:xfrm>
          <a:prstGeom prst="ellipse">
            <a:avLst/>
          </a:prstGeom>
          <a:solidFill>
            <a:srgbClr val="000000"/>
          </a:solidFill>
          <a:ln/>
        </p:spPr>
      </p:sp>
      <p:sp>
        <p:nvSpPr>
          <p:cNvPr id="30" name="Shape 28"/>
          <p:cNvSpPr/>
          <p:nvPr/>
        </p:nvSpPr>
        <p:spPr>
          <a:xfrm>
            <a:off x="11172774" y="581406"/>
            <a:ext cx="35560" cy="35560"/>
          </a:xfrm>
          <a:prstGeom prst="ellipse">
            <a:avLst/>
          </a:prstGeom>
          <a:solidFill>
            <a:srgbClr val="000000"/>
          </a:solidFill>
          <a:ln/>
        </p:spPr>
      </p:sp>
      <p:sp>
        <p:nvSpPr>
          <p:cNvPr id="31" name="Shape 29"/>
          <p:cNvSpPr/>
          <p:nvPr/>
        </p:nvSpPr>
        <p:spPr>
          <a:xfrm>
            <a:off x="11232337" y="534289"/>
            <a:ext cx="35560" cy="35560"/>
          </a:xfrm>
          <a:prstGeom prst="ellipse">
            <a:avLst/>
          </a:prstGeom>
          <a:solidFill>
            <a:srgbClr val="000000"/>
          </a:solidFill>
          <a:ln/>
        </p:spPr>
      </p:sp>
      <p:sp>
        <p:nvSpPr>
          <p:cNvPr id="32" name="Shape 30"/>
          <p:cNvSpPr/>
          <p:nvPr/>
        </p:nvSpPr>
        <p:spPr>
          <a:xfrm>
            <a:off x="11308791" y="467614"/>
            <a:ext cx="28448" cy="28448"/>
          </a:xfrm>
          <a:prstGeom prst="ellipse">
            <a:avLst/>
          </a:prstGeom>
          <a:solidFill>
            <a:srgbClr val="000000"/>
          </a:solidFill>
          <a:ln/>
        </p:spPr>
      </p:sp>
      <p:sp>
        <p:nvSpPr>
          <p:cNvPr id="33" name="Shape 31"/>
          <p:cNvSpPr/>
          <p:nvPr/>
        </p:nvSpPr>
        <p:spPr>
          <a:xfrm>
            <a:off x="11385245" y="480949"/>
            <a:ext cx="28448" cy="28448"/>
          </a:xfrm>
          <a:prstGeom prst="ellipse">
            <a:avLst/>
          </a:prstGeom>
          <a:solidFill>
            <a:srgbClr val="000000"/>
          </a:solidFill>
          <a:ln/>
        </p:spPr>
      </p:sp>
      <p:sp>
        <p:nvSpPr>
          <p:cNvPr id="34" name="Shape 32"/>
          <p:cNvSpPr/>
          <p:nvPr/>
        </p:nvSpPr>
        <p:spPr>
          <a:xfrm>
            <a:off x="11451920" y="519176"/>
            <a:ext cx="28448" cy="28448"/>
          </a:xfrm>
          <a:prstGeom prst="ellipse">
            <a:avLst/>
          </a:prstGeom>
          <a:solidFill>
            <a:srgbClr val="000000"/>
          </a:solidFill>
          <a:ln/>
        </p:spPr>
      </p:sp>
      <p:sp>
        <p:nvSpPr>
          <p:cNvPr id="35" name="Shape 33"/>
          <p:cNvSpPr/>
          <p:nvPr/>
        </p:nvSpPr>
        <p:spPr>
          <a:xfrm>
            <a:off x="11501704" y="578739"/>
            <a:ext cx="28448" cy="28448"/>
          </a:xfrm>
          <a:prstGeom prst="ellipse">
            <a:avLst/>
          </a:prstGeom>
          <a:solidFill>
            <a:srgbClr val="000000"/>
          </a:solidFill>
          <a:ln/>
        </p:spPr>
      </p:sp>
      <p:sp>
        <p:nvSpPr>
          <p:cNvPr id="36" name="Shape 34"/>
          <p:cNvSpPr/>
          <p:nvPr/>
        </p:nvSpPr>
        <p:spPr>
          <a:xfrm>
            <a:off x="11527485" y="651637"/>
            <a:ext cx="28448" cy="28448"/>
          </a:xfrm>
          <a:prstGeom prst="ellipse">
            <a:avLst/>
          </a:prstGeom>
          <a:solidFill>
            <a:srgbClr val="000000"/>
          </a:solidFill>
          <a:ln/>
        </p:spPr>
      </p:sp>
      <p:sp>
        <p:nvSpPr>
          <p:cNvPr id="37" name="Shape 35"/>
          <p:cNvSpPr/>
          <p:nvPr/>
        </p:nvSpPr>
        <p:spPr>
          <a:xfrm>
            <a:off x="11527485" y="728091"/>
            <a:ext cx="28448" cy="28448"/>
          </a:xfrm>
          <a:prstGeom prst="ellipse">
            <a:avLst/>
          </a:prstGeom>
          <a:solidFill>
            <a:srgbClr val="000000"/>
          </a:solidFill>
          <a:ln/>
        </p:spPr>
      </p:sp>
      <p:sp>
        <p:nvSpPr>
          <p:cNvPr id="38" name="Shape 36"/>
          <p:cNvSpPr/>
          <p:nvPr/>
        </p:nvSpPr>
        <p:spPr>
          <a:xfrm>
            <a:off x="11501704" y="800989"/>
            <a:ext cx="28448" cy="28448"/>
          </a:xfrm>
          <a:prstGeom prst="ellipse">
            <a:avLst/>
          </a:prstGeom>
          <a:solidFill>
            <a:srgbClr val="000000"/>
          </a:solidFill>
          <a:ln/>
        </p:spPr>
      </p:sp>
      <p:sp>
        <p:nvSpPr>
          <p:cNvPr id="39" name="Shape 37"/>
          <p:cNvSpPr/>
          <p:nvPr/>
        </p:nvSpPr>
        <p:spPr>
          <a:xfrm>
            <a:off x="11451920" y="860552"/>
            <a:ext cx="28448" cy="28448"/>
          </a:xfrm>
          <a:prstGeom prst="ellipse">
            <a:avLst/>
          </a:prstGeom>
          <a:solidFill>
            <a:srgbClr val="000000"/>
          </a:solidFill>
          <a:ln/>
        </p:spPr>
      </p:sp>
      <p:sp>
        <p:nvSpPr>
          <p:cNvPr id="40" name="Shape 38"/>
          <p:cNvSpPr/>
          <p:nvPr/>
        </p:nvSpPr>
        <p:spPr>
          <a:xfrm>
            <a:off x="11385245" y="898779"/>
            <a:ext cx="28448" cy="28448"/>
          </a:xfrm>
          <a:prstGeom prst="ellipse">
            <a:avLst/>
          </a:prstGeom>
          <a:solidFill>
            <a:srgbClr val="000000"/>
          </a:solidFill>
          <a:ln/>
        </p:spPr>
      </p:sp>
      <p:sp>
        <p:nvSpPr>
          <p:cNvPr id="41" name="Shape 39"/>
          <p:cNvSpPr/>
          <p:nvPr/>
        </p:nvSpPr>
        <p:spPr>
          <a:xfrm>
            <a:off x="11308791" y="912114"/>
            <a:ext cx="28448" cy="28448"/>
          </a:xfrm>
          <a:prstGeom prst="ellipse">
            <a:avLst/>
          </a:prstGeom>
          <a:solidFill>
            <a:srgbClr val="000000"/>
          </a:solidFill>
          <a:ln/>
        </p:spPr>
      </p:sp>
      <p:sp>
        <p:nvSpPr>
          <p:cNvPr id="42" name="Shape 40"/>
          <p:cNvSpPr/>
          <p:nvPr/>
        </p:nvSpPr>
        <p:spPr>
          <a:xfrm>
            <a:off x="11232337" y="898779"/>
            <a:ext cx="28448" cy="28448"/>
          </a:xfrm>
          <a:prstGeom prst="ellipse">
            <a:avLst/>
          </a:prstGeom>
          <a:solidFill>
            <a:srgbClr val="000000"/>
          </a:solidFill>
          <a:ln/>
        </p:spPr>
      </p:sp>
      <p:sp>
        <p:nvSpPr>
          <p:cNvPr id="43" name="Shape 41"/>
          <p:cNvSpPr/>
          <p:nvPr/>
        </p:nvSpPr>
        <p:spPr>
          <a:xfrm>
            <a:off x="11165662" y="860552"/>
            <a:ext cx="28448" cy="28448"/>
          </a:xfrm>
          <a:prstGeom prst="ellipse">
            <a:avLst/>
          </a:prstGeom>
          <a:solidFill>
            <a:srgbClr val="000000"/>
          </a:solidFill>
          <a:ln/>
        </p:spPr>
      </p:sp>
      <p:sp>
        <p:nvSpPr>
          <p:cNvPr id="44" name="Shape 42"/>
          <p:cNvSpPr/>
          <p:nvPr/>
        </p:nvSpPr>
        <p:spPr>
          <a:xfrm>
            <a:off x="11115878" y="800989"/>
            <a:ext cx="28448" cy="28448"/>
          </a:xfrm>
          <a:prstGeom prst="ellipse">
            <a:avLst/>
          </a:prstGeom>
          <a:solidFill>
            <a:srgbClr val="000000"/>
          </a:solidFill>
          <a:ln/>
        </p:spPr>
      </p:sp>
      <p:sp>
        <p:nvSpPr>
          <p:cNvPr id="45" name="Shape 43"/>
          <p:cNvSpPr/>
          <p:nvPr/>
        </p:nvSpPr>
        <p:spPr>
          <a:xfrm>
            <a:off x="11090097" y="728091"/>
            <a:ext cx="28448" cy="28448"/>
          </a:xfrm>
          <a:prstGeom prst="ellipse">
            <a:avLst/>
          </a:prstGeom>
          <a:solidFill>
            <a:srgbClr val="000000"/>
          </a:solidFill>
          <a:ln/>
        </p:spPr>
      </p:sp>
      <p:sp>
        <p:nvSpPr>
          <p:cNvPr id="46" name="Shape 44"/>
          <p:cNvSpPr/>
          <p:nvPr/>
        </p:nvSpPr>
        <p:spPr>
          <a:xfrm>
            <a:off x="11090097" y="651637"/>
            <a:ext cx="28448" cy="28448"/>
          </a:xfrm>
          <a:prstGeom prst="ellipse">
            <a:avLst/>
          </a:prstGeom>
          <a:solidFill>
            <a:srgbClr val="000000"/>
          </a:solidFill>
          <a:ln/>
        </p:spPr>
      </p:sp>
      <p:sp>
        <p:nvSpPr>
          <p:cNvPr id="47" name="Shape 45"/>
          <p:cNvSpPr/>
          <p:nvPr/>
        </p:nvSpPr>
        <p:spPr>
          <a:xfrm>
            <a:off x="11115878" y="578739"/>
            <a:ext cx="28448" cy="28448"/>
          </a:xfrm>
          <a:prstGeom prst="ellipse">
            <a:avLst/>
          </a:prstGeom>
          <a:solidFill>
            <a:srgbClr val="000000"/>
          </a:solidFill>
          <a:ln/>
        </p:spPr>
      </p:sp>
      <p:sp>
        <p:nvSpPr>
          <p:cNvPr id="48" name="Shape 46"/>
          <p:cNvSpPr/>
          <p:nvPr/>
        </p:nvSpPr>
        <p:spPr>
          <a:xfrm>
            <a:off x="11165662" y="519176"/>
            <a:ext cx="28448" cy="28448"/>
          </a:xfrm>
          <a:prstGeom prst="ellipse">
            <a:avLst/>
          </a:prstGeom>
          <a:solidFill>
            <a:srgbClr val="000000"/>
          </a:solidFill>
          <a:ln/>
        </p:spPr>
      </p:sp>
      <p:sp>
        <p:nvSpPr>
          <p:cNvPr id="49" name="Shape 47"/>
          <p:cNvSpPr/>
          <p:nvPr/>
        </p:nvSpPr>
        <p:spPr>
          <a:xfrm>
            <a:off x="11232337" y="480949"/>
            <a:ext cx="28448" cy="28448"/>
          </a:xfrm>
          <a:prstGeom prst="ellipse">
            <a:avLst/>
          </a:prstGeom>
          <a:solidFill>
            <a:srgbClr val="000000"/>
          </a:solidFill>
          <a:ln/>
        </p:spPr>
      </p:sp>
      <p:sp>
        <p:nvSpPr>
          <p:cNvPr id="50" name="Shape 48"/>
          <p:cNvSpPr/>
          <p:nvPr/>
        </p:nvSpPr>
        <p:spPr>
          <a:xfrm>
            <a:off x="11312347" y="417830"/>
            <a:ext cx="21336" cy="21336"/>
          </a:xfrm>
          <a:prstGeom prst="ellipse">
            <a:avLst/>
          </a:prstGeom>
          <a:solidFill>
            <a:srgbClr val="000000"/>
          </a:solidFill>
          <a:ln/>
        </p:spPr>
      </p:sp>
      <p:sp>
        <p:nvSpPr>
          <p:cNvPr id="51" name="Shape 49"/>
          <p:cNvSpPr/>
          <p:nvPr/>
        </p:nvSpPr>
        <p:spPr>
          <a:xfrm>
            <a:off x="11389690" y="429387"/>
            <a:ext cx="21336" cy="21336"/>
          </a:xfrm>
          <a:prstGeom prst="ellipse">
            <a:avLst/>
          </a:prstGeom>
          <a:solidFill>
            <a:srgbClr val="000000"/>
          </a:solidFill>
          <a:ln/>
        </p:spPr>
      </p:sp>
      <p:sp>
        <p:nvSpPr>
          <p:cNvPr id="52" name="Shape 50"/>
          <p:cNvSpPr/>
          <p:nvPr/>
        </p:nvSpPr>
        <p:spPr>
          <a:xfrm>
            <a:off x="11461699" y="461391"/>
            <a:ext cx="21336" cy="21336"/>
          </a:xfrm>
          <a:prstGeom prst="ellipse">
            <a:avLst/>
          </a:prstGeom>
          <a:solidFill>
            <a:srgbClr val="000000"/>
          </a:solidFill>
          <a:ln/>
        </p:spPr>
      </p:sp>
      <p:sp>
        <p:nvSpPr>
          <p:cNvPr id="53" name="Shape 51"/>
          <p:cNvSpPr/>
          <p:nvPr/>
        </p:nvSpPr>
        <p:spPr>
          <a:xfrm>
            <a:off x="11520373" y="512953"/>
            <a:ext cx="21336" cy="21336"/>
          </a:xfrm>
          <a:prstGeom prst="ellipse">
            <a:avLst/>
          </a:prstGeom>
          <a:solidFill>
            <a:srgbClr val="000000"/>
          </a:solidFill>
          <a:ln/>
        </p:spPr>
      </p:sp>
      <p:sp>
        <p:nvSpPr>
          <p:cNvPr id="54" name="Shape 52"/>
          <p:cNvSpPr/>
          <p:nvPr/>
        </p:nvSpPr>
        <p:spPr>
          <a:xfrm>
            <a:off x="11563045" y="578739"/>
            <a:ext cx="21336" cy="21336"/>
          </a:xfrm>
          <a:prstGeom prst="ellipse">
            <a:avLst/>
          </a:prstGeom>
          <a:solidFill>
            <a:srgbClr val="000000"/>
          </a:solidFill>
          <a:ln/>
        </p:spPr>
      </p:sp>
      <p:sp>
        <p:nvSpPr>
          <p:cNvPr id="55" name="Shape 53"/>
          <p:cNvSpPr/>
          <p:nvPr/>
        </p:nvSpPr>
        <p:spPr>
          <a:xfrm>
            <a:off x="11585270" y="654304"/>
            <a:ext cx="21336" cy="21336"/>
          </a:xfrm>
          <a:prstGeom prst="ellipse">
            <a:avLst/>
          </a:prstGeom>
          <a:solidFill>
            <a:srgbClr val="000000"/>
          </a:solidFill>
          <a:ln/>
        </p:spPr>
      </p:sp>
      <p:sp>
        <p:nvSpPr>
          <p:cNvPr id="56" name="Shape 54"/>
          <p:cNvSpPr/>
          <p:nvPr/>
        </p:nvSpPr>
        <p:spPr>
          <a:xfrm>
            <a:off x="11585270" y="732536"/>
            <a:ext cx="21336" cy="21336"/>
          </a:xfrm>
          <a:prstGeom prst="ellipse">
            <a:avLst/>
          </a:prstGeom>
          <a:solidFill>
            <a:srgbClr val="000000"/>
          </a:solidFill>
          <a:ln/>
        </p:spPr>
      </p:sp>
      <p:sp>
        <p:nvSpPr>
          <p:cNvPr id="57" name="Shape 55"/>
          <p:cNvSpPr/>
          <p:nvPr/>
        </p:nvSpPr>
        <p:spPr>
          <a:xfrm>
            <a:off x="11563045" y="808101"/>
            <a:ext cx="21336" cy="21336"/>
          </a:xfrm>
          <a:prstGeom prst="ellipse">
            <a:avLst/>
          </a:prstGeom>
          <a:solidFill>
            <a:srgbClr val="000000"/>
          </a:solidFill>
          <a:ln/>
        </p:spPr>
      </p:sp>
      <p:sp>
        <p:nvSpPr>
          <p:cNvPr id="58" name="Shape 56"/>
          <p:cNvSpPr/>
          <p:nvPr/>
        </p:nvSpPr>
        <p:spPr>
          <a:xfrm>
            <a:off x="11520373" y="873887"/>
            <a:ext cx="21336" cy="21336"/>
          </a:xfrm>
          <a:prstGeom prst="ellipse">
            <a:avLst/>
          </a:prstGeom>
          <a:solidFill>
            <a:srgbClr val="000000"/>
          </a:solidFill>
          <a:ln/>
        </p:spPr>
      </p:sp>
      <p:sp>
        <p:nvSpPr>
          <p:cNvPr id="59" name="Shape 57"/>
          <p:cNvSpPr/>
          <p:nvPr/>
        </p:nvSpPr>
        <p:spPr>
          <a:xfrm>
            <a:off x="11461699" y="925449"/>
            <a:ext cx="21336" cy="21336"/>
          </a:xfrm>
          <a:prstGeom prst="ellipse">
            <a:avLst/>
          </a:prstGeom>
          <a:solidFill>
            <a:srgbClr val="000000"/>
          </a:solidFill>
          <a:ln/>
        </p:spPr>
      </p:sp>
      <p:sp>
        <p:nvSpPr>
          <p:cNvPr id="60" name="Shape 58"/>
          <p:cNvSpPr/>
          <p:nvPr/>
        </p:nvSpPr>
        <p:spPr>
          <a:xfrm>
            <a:off x="11389690" y="957453"/>
            <a:ext cx="21336" cy="21336"/>
          </a:xfrm>
          <a:prstGeom prst="ellipse">
            <a:avLst/>
          </a:prstGeom>
          <a:solidFill>
            <a:srgbClr val="000000"/>
          </a:solidFill>
          <a:ln/>
        </p:spPr>
      </p:sp>
      <p:sp>
        <p:nvSpPr>
          <p:cNvPr id="61" name="Shape 59"/>
          <p:cNvSpPr/>
          <p:nvPr/>
        </p:nvSpPr>
        <p:spPr>
          <a:xfrm>
            <a:off x="11312347" y="969010"/>
            <a:ext cx="21336" cy="21336"/>
          </a:xfrm>
          <a:prstGeom prst="ellipse">
            <a:avLst/>
          </a:prstGeom>
          <a:solidFill>
            <a:srgbClr val="000000"/>
          </a:solidFill>
          <a:ln/>
        </p:spPr>
      </p:sp>
      <p:sp>
        <p:nvSpPr>
          <p:cNvPr id="62" name="Shape 60"/>
          <p:cNvSpPr/>
          <p:nvPr/>
        </p:nvSpPr>
        <p:spPr>
          <a:xfrm>
            <a:off x="11235004" y="957453"/>
            <a:ext cx="21336" cy="21336"/>
          </a:xfrm>
          <a:prstGeom prst="ellipse">
            <a:avLst/>
          </a:prstGeom>
          <a:solidFill>
            <a:srgbClr val="000000"/>
          </a:solidFill>
          <a:ln/>
        </p:spPr>
      </p:sp>
      <p:sp>
        <p:nvSpPr>
          <p:cNvPr id="63" name="Shape 61"/>
          <p:cNvSpPr/>
          <p:nvPr/>
        </p:nvSpPr>
        <p:spPr>
          <a:xfrm>
            <a:off x="11162995" y="925449"/>
            <a:ext cx="21336" cy="21336"/>
          </a:xfrm>
          <a:prstGeom prst="ellipse">
            <a:avLst/>
          </a:prstGeom>
          <a:solidFill>
            <a:srgbClr val="000000"/>
          </a:solidFill>
          <a:ln/>
        </p:spPr>
      </p:sp>
      <p:sp>
        <p:nvSpPr>
          <p:cNvPr id="64" name="Shape 62"/>
          <p:cNvSpPr/>
          <p:nvPr/>
        </p:nvSpPr>
        <p:spPr>
          <a:xfrm>
            <a:off x="11104321" y="873887"/>
            <a:ext cx="21336" cy="21336"/>
          </a:xfrm>
          <a:prstGeom prst="ellipse">
            <a:avLst/>
          </a:prstGeom>
          <a:solidFill>
            <a:srgbClr val="000000"/>
          </a:solidFill>
          <a:ln/>
        </p:spPr>
      </p:sp>
      <p:sp>
        <p:nvSpPr>
          <p:cNvPr id="65" name="Shape 63"/>
          <p:cNvSpPr/>
          <p:nvPr/>
        </p:nvSpPr>
        <p:spPr>
          <a:xfrm>
            <a:off x="11061649" y="808101"/>
            <a:ext cx="21336" cy="21336"/>
          </a:xfrm>
          <a:prstGeom prst="ellipse">
            <a:avLst/>
          </a:prstGeom>
          <a:solidFill>
            <a:srgbClr val="000000"/>
          </a:solidFill>
          <a:ln/>
        </p:spPr>
      </p:sp>
      <p:sp>
        <p:nvSpPr>
          <p:cNvPr id="66" name="Shape 64"/>
          <p:cNvSpPr/>
          <p:nvPr/>
        </p:nvSpPr>
        <p:spPr>
          <a:xfrm>
            <a:off x="11039424" y="732536"/>
            <a:ext cx="21336" cy="21336"/>
          </a:xfrm>
          <a:prstGeom prst="ellipse">
            <a:avLst/>
          </a:prstGeom>
          <a:solidFill>
            <a:srgbClr val="000000"/>
          </a:solidFill>
          <a:ln/>
        </p:spPr>
      </p:sp>
      <p:sp>
        <p:nvSpPr>
          <p:cNvPr id="67" name="Shape 65"/>
          <p:cNvSpPr/>
          <p:nvPr/>
        </p:nvSpPr>
        <p:spPr>
          <a:xfrm>
            <a:off x="11039424" y="654304"/>
            <a:ext cx="21336" cy="21336"/>
          </a:xfrm>
          <a:prstGeom prst="ellipse">
            <a:avLst/>
          </a:prstGeom>
          <a:solidFill>
            <a:srgbClr val="000000"/>
          </a:solidFill>
          <a:ln/>
        </p:spPr>
      </p:sp>
      <p:sp>
        <p:nvSpPr>
          <p:cNvPr id="68" name="Shape 66"/>
          <p:cNvSpPr/>
          <p:nvPr/>
        </p:nvSpPr>
        <p:spPr>
          <a:xfrm>
            <a:off x="11061649" y="578739"/>
            <a:ext cx="21336" cy="21336"/>
          </a:xfrm>
          <a:prstGeom prst="ellipse">
            <a:avLst/>
          </a:prstGeom>
          <a:solidFill>
            <a:srgbClr val="000000"/>
          </a:solidFill>
          <a:ln/>
        </p:spPr>
      </p:sp>
      <p:sp>
        <p:nvSpPr>
          <p:cNvPr id="69" name="Shape 67"/>
          <p:cNvSpPr/>
          <p:nvPr/>
        </p:nvSpPr>
        <p:spPr>
          <a:xfrm>
            <a:off x="11104321" y="512953"/>
            <a:ext cx="21336" cy="21336"/>
          </a:xfrm>
          <a:prstGeom prst="ellipse">
            <a:avLst/>
          </a:prstGeom>
          <a:solidFill>
            <a:srgbClr val="000000"/>
          </a:solidFill>
          <a:ln/>
        </p:spPr>
      </p:sp>
      <p:sp>
        <p:nvSpPr>
          <p:cNvPr id="70" name="Shape 68"/>
          <p:cNvSpPr/>
          <p:nvPr/>
        </p:nvSpPr>
        <p:spPr>
          <a:xfrm>
            <a:off x="11162995" y="461391"/>
            <a:ext cx="21336" cy="21336"/>
          </a:xfrm>
          <a:prstGeom prst="ellipse">
            <a:avLst/>
          </a:prstGeom>
          <a:solidFill>
            <a:srgbClr val="000000"/>
          </a:solidFill>
          <a:ln/>
        </p:spPr>
      </p:sp>
      <p:sp>
        <p:nvSpPr>
          <p:cNvPr id="71" name="Shape 69"/>
          <p:cNvSpPr/>
          <p:nvPr/>
        </p:nvSpPr>
        <p:spPr>
          <a:xfrm>
            <a:off x="11235004" y="429387"/>
            <a:ext cx="21336" cy="21336"/>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Skill 1 doet ronde 1 in één instructie</a:t>
            </a:r>
            <a:endParaRPr lang="en-US" sz="34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Profiel:</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rijen, studenten, cohorten, ontbrekende waarden</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Definities:</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staat1cho-definities van uitval, instroom en rendement</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Kleine groepen: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onder 30 studenten, met secundaire onderdrukking</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Schets:</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twee of drie views als tussenproduct (schets.md)</a:t>
            </a:r>
            <a:endParaRPr lang="en-US" sz="1900" dirty="0"/>
          </a:p>
        </p:txBody>
      </p:sp>
      <p:pic>
        <p:nvPicPr>
          <p:cNvPr id="81" name="Image 0" descr="exports\261005_workshop_rad_uitvoering\img\Lamp.png">    </p:cNvPr>
          <p:cNvPicPr>
            <a:picLocks noChangeAspect="1"/>
          </p:cNvPicPr>
          <p:nvPr/>
        </p:nvPicPr>
        <p:blipFill>
          <a:blip r:embed="rId1"/>
          <a:stretch>
            <a:fillRect/>
          </a:stretch>
        </p:blipFill>
        <p:spPr>
          <a:xfrm>
            <a:off x="7498080" y="1417320"/>
            <a:ext cx="4206240" cy="42062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296345" y="615188"/>
            <a:ext cx="53340" cy="53340"/>
          </a:xfrm>
          <a:prstGeom prst="ellipse">
            <a:avLst/>
          </a:prstGeom>
          <a:solidFill>
            <a:srgbClr val="F4D9DC"/>
          </a:solidFill>
          <a:ln/>
        </p:spPr>
      </p:sp>
      <p:sp>
        <p:nvSpPr>
          <p:cNvPr id="3" name="Shape 1"/>
          <p:cNvSpPr/>
          <p:nvPr/>
        </p:nvSpPr>
        <p:spPr>
          <a:xfrm>
            <a:off x="11350574" y="646303"/>
            <a:ext cx="53340" cy="53340"/>
          </a:xfrm>
          <a:prstGeom prst="ellipse">
            <a:avLst/>
          </a:prstGeom>
          <a:solidFill>
            <a:srgbClr val="F4D9DC"/>
          </a:solidFill>
          <a:ln/>
        </p:spPr>
      </p:sp>
      <p:sp>
        <p:nvSpPr>
          <p:cNvPr id="4" name="Shape 2"/>
          <p:cNvSpPr/>
          <p:nvPr/>
        </p:nvSpPr>
        <p:spPr>
          <a:xfrm>
            <a:off x="11350574" y="708533"/>
            <a:ext cx="53340" cy="53340"/>
          </a:xfrm>
          <a:prstGeom prst="ellipse">
            <a:avLst/>
          </a:prstGeom>
          <a:solidFill>
            <a:srgbClr val="F4D9DC"/>
          </a:solidFill>
          <a:ln/>
        </p:spPr>
      </p:sp>
      <p:sp>
        <p:nvSpPr>
          <p:cNvPr id="5" name="Shape 3"/>
          <p:cNvSpPr/>
          <p:nvPr/>
        </p:nvSpPr>
        <p:spPr>
          <a:xfrm>
            <a:off x="11296345" y="739648"/>
            <a:ext cx="53340" cy="53340"/>
          </a:xfrm>
          <a:prstGeom prst="ellipse">
            <a:avLst/>
          </a:prstGeom>
          <a:solidFill>
            <a:srgbClr val="F4D9DC"/>
          </a:solidFill>
          <a:ln/>
        </p:spPr>
      </p:sp>
      <p:sp>
        <p:nvSpPr>
          <p:cNvPr id="6" name="Shape 4"/>
          <p:cNvSpPr/>
          <p:nvPr/>
        </p:nvSpPr>
        <p:spPr>
          <a:xfrm>
            <a:off x="11242116" y="708533"/>
            <a:ext cx="53340" cy="53340"/>
          </a:xfrm>
          <a:prstGeom prst="ellipse">
            <a:avLst/>
          </a:prstGeom>
          <a:solidFill>
            <a:srgbClr val="F4D9DC"/>
          </a:solidFill>
          <a:ln/>
        </p:spPr>
      </p:sp>
      <p:sp>
        <p:nvSpPr>
          <p:cNvPr id="7" name="Shape 5"/>
          <p:cNvSpPr/>
          <p:nvPr/>
        </p:nvSpPr>
        <p:spPr>
          <a:xfrm>
            <a:off x="11242116" y="646303"/>
            <a:ext cx="53340" cy="53340"/>
          </a:xfrm>
          <a:prstGeom prst="ellipse">
            <a:avLst/>
          </a:prstGeom>
          <a:solidFill>
            <a:srgbClr val="F4D9DC"/>
          </a:solidFill>
          <a:ln/>
        </p:spPr>
      </p:sp>
      <p:sp>
        <p:nvSpPr>
          <p:cNvPr id="8" name="Shape 6"/>
          <p:cNvSpPr/>
          <p:nvPr/>
        </p:nvSpPr>
        <p:spPr>
          <a:xfrm>
            <a:off x="11300790" y="566293"/>
            <a:ext cx="44450" cy="44450"/>
          </a:xfrm>
          <a:prstGeom prst="ellipse">
            <a:avLst/>
          </a:prstGeom>
          <a:solidFill>
            <a:srgbClr val="F4D9DC"/>
          </a:solidFill>
          <a:ln/>
        </p:spPr>
      </p:sp>
      <p:sp>
        <p:nvSpPr>
          <p:cNvPr id="9" name="Shape 7"/>
          <p:cNvSpPr/>
          <p:nvPr/>
        </p:nvSpPr>
        <p:spPr>
          <a:xfrm>
            <a:off x="11368354" y="588518"/>
            <a:ext cx="44450" cy="44450"/>
          </a:xfrm>
          <a:prstGeom prst="ellipse">
            <a:avLst/>
          </a:prstGeom>
          <a:solidFill>
            <a:srgbClr val="F4D9DC"/>
          </a:solidFill>
          <a:ln/>
        </p:spPr>
      </p:sp>
      <p:sp>
        <p:nvSpPr>
          <p:cNvPr id="10" name="Shape 8"/>
          <p:cNvSpPr/>
          <p:nvPr/>
        </p:nvSpPr>
        <p:spPr>
          <a:xfrm>
            <a:off x="11411026" y="646303"/>
            <a:ext cx="44450" cy="44450"/>
          </a:xfrm>
          <a:prstGeom prst="ellipse">
            <a:avLst/>
          </a:prstGeom>
          <a:solidFill>
            <a:srgbClr val="F4D9DC"/>
          </a:solidFill>
          <a:ln/>
        </p:spPr>
      </p:sp>
      <p:sp>
        <p:nvSpPr>
          <p:cNvPr id="11" name="Shape 9"/>
          <p:cNvSpPr/>
          <p:nvPr/>
        </p:nvSpPr>
        <p:spPr>
          <a:xfrm>
            <a:off x="11411026" y="717423"/>
            <a:ext cx="44450" cy="44450"/>
          </a:xfrm>
          <a:prstGeom prst="ellipse">
            <a:avLst/>
          </a:prstGeom>
          <a:solidFill>
            <a:srgbClr val="F4D9DC"/>
          </a:solidFill>
          <a:ln/>
        </p:spPr>
      </p:sp>
      <p:sp>
        <p:nvSpPr>
          <p:cNvPr id="12" name="Shape 10"/>
          <p:cNvSpPr/>
          <p:nvPr/>
        </p:nvSpPr>
        <p:spPr>
          <a:xfrm>
            <a:off x="11368354" y="775208"/>
            <a:ext cx="44450" cy="44450"/>
          </a:xfrm>
          <a:prstGeom prst="ellipse">
            <a:avLst/>
          </a:prstGeom>
          <a:solidFill>
            <a:srgbClr val="F4D9DC"/>
          </a:solidFill>
          <a:ln/>
        </p:spPr>
      </p:sp>
      <p:sp>
        <p:nvSpPr>
          <p:cNvPr id="13" name="Shape 11"/>
          <p:cNvSpPr/>
          <p:nvPr/>
        </p:nvSpPr>
        <p:spPr>
          <a:xfrm>
            <a:off x="11300790" y="797433"/>
            <a:ext cx="44450" cy="44450"/>
          </a:xfrm>
          <a:prstGeom prst="ellipse">
            <a:avLst/>
          </a:prstGeom>
          <a:solidFill>
            <a:srgbClr val="F4D9DC"/>
          </a:solidFill>
          <a:ln/>
        </p:spPr>
      </p:sp>
      <p:sp>
        <p:nvSpPr>
          <p:cNvPr id="14" name="Shape 12"/>
          <p:cNvSpPr/>
          <p:nvPr/>
        </p:nvSpPr>
        <p:spPr>
          <a:xfrm>
            <a:off x="11233226" y="775208"/>
            <a:ext cx="44450" cy="44450"/>
          </a:xfrm>
          <a:prstGeom prst="ellipse">
            <a:avLst/>
          </a:prstGeom>
          <a:solidFill>
            <a:srgbClr val="F4D9DC"/>
          </a:solidFill>
          <a:ln/>
        </p:spPr>
      </p:sp>
      <p:sp>
        <p:nvSpPr>
          <p:cNvPr id="15" name="Shape 13"/>
          <p:cNvSpPr/>
          <p:nvPr/>
        </p:nvSpPr>
        <p:spPr>
          <a:xfrm>
            <a:off x="11190554" y="717423"/>
            <a:ext cx="44450" cy="44450"/>
          </a:xfrm>
          <a:prstGeom prst="ellipse">
            <a:avLst/>
          </a:prstGeom>
          <a:solidFill>
            <a:srgbClr val="F4D9DC"/>
          </a:solidFill>
          <a:ln/>
        </p:spPr>
      </p:sp>
      <p:sp>
        <p:nvSpPr>
          <p:cNvPr id="16" name="Shape 14"/>
          <p:cNvSpPr/>
          <p:nvPr/>
        </p:nvSpPr>
        <p:spPr>
          <a:xfrm>
            <a:off x="11190554" y="646303"/>
            <a:ext cx="44450" cy="44450"/>
          </a:xfrm>
          <a:prstGeom prst="ellipse">
            <a:avLst/>
          </a:prstGeom>
          <a:solidFill>
            <a:srgbClr val="F4D9DC"/>
          </a:solidFill>
          <a:ln/>
        </p:spPr>
      </p:sp>
      <p:sp>
        <p:nvSpPr>
          <p:cNvPr id="17" name="Shape 15"/>
          <p:cNvSpPr/>
          <p:nvPr/>
        </p:nvSpPr>
        <p:spPr>
          <a:xfrm>
            <a:off x="11233226" y="588518"/>
            <a:ext cx="44450" cy="44450"/>
          </a:xfrm>
          <a:prstGeom prst="ellipse">
            <a:avLst/>
          </a:prstGeom>
          <a:solidFill>
            <a:srgbClr val="F4D9DC"/>
          </a:solidFill>
          <a:ln/>
        </p:spPr>
      </p:sp>
      <p:sp>
        <p:nvSpPr>
          <p:cNvPr id="18" name="Shape 16"/>
          <p:cNvSpPr/>
          <p:nvPr/>
        </p:nvSpPr>
        <p:spPr>
          <a:xfrm>
            <a:off x="11305235" y="517398"/>
            <a:ext cx="35560" cy="35560"/>
          </a:xfrm>
          <a:prstGeom prst="ellipse">
            <a:avLst/>
          </a:prstGeom>
          <a:solidFill>
            <a:srgbClr val="F4D9DC"/>
          </a:solidFill>
          <a:ln/>
        </p:spPr>
      </p:sp>
      <p:sp>
        <p:nvSpPr>
          <p:cNvPr id="19" name="Shape 17"/>
          <p:cNvSpPr/>
          <p:nvPr/>
        </p:nvSpPr>
        <p:spPr>
          <a:xfrm>
            <a:off x="11378133" y="534289"/>
            <a:ext cx="35560" cy="35560"/>
          </a:xfrm>
          <a:prstGeom prst="ellipse">
            <a:avLst/>
          </a:prstGeom>
          <a:solidFill>
            <a:srgbClr val="F4D9DC"/>
          </a:solidFill>
          <a:ln/>
        </p:spPr>
      </p:sp>
      <p:sp>
        <p:nvSpPr>
          <p:cNvPr id="20" name="Shape 18"/>
          <p:cNvSpPr/>
          <p:nvPr/>
        </p:nvSpPr>
        <p:spPr>
          <a:xfrm>
            <a:off x="11437696" y="581406"/>
            <a:ext cx="35560" cy="35560"/>
          </a:xfrm>
          <a:prstGeom prst="ellipse">
            <a:avLst/>
          </a:prstGeom>
          <a:solidFill>
            <a:srgbClr val="F4D9DC"/>
          </a:solidFill>
          <a:ln/>
        </p:spPr>
      </p:sp>
      <p:sp>
        <p:nvSpPr>
          <p:cNvPr id="21" name="Shape 19"/>
          <p:cNvSpPr/>
          <p:nvPr/>
        </p:nvSpPr>
        <p:spPr>
          <a:xfrm>
            <a:off x="11469700" y="648970"/>
            <a:ext cx="35560" cy="35560"/>
          </a:xfrm>
          <a:prstGeom prst="ellipse">
            <a:avLst/>
          </a:prstGeom>
          <a:solidFill>
            <a:srgbClr val="F4D9DC"/>
          </a:solidFill>
          <a:ln/>
        </p:spPr>
      </p:sp>
      <p:sp>
        <p:nvSpPr>
          <p:cNvPr id="22" name="Shape 20"/>
          <p:cNvSpPr/>
          <p:nvPr/>
        </p:nvSpPr>
        <p:spPr>
          <a:xfrm>
            <a:off x="11469700" y="723646"/>
            <a:ext cx="35560" cy="35560"/>
          </a:xfrm>
          <a:prstGeom prst="ellipse">
            <a:avLst/>
          </a:prstGeom>
          <a:solidFill>
            <a:srgbClr val="F4D9DC"/>
          </a:solidFill>
          <a:ln/>
        </p:spPr>
      </p:sp>
      <p:sp>
        <p:nvSpPr>
          <p:cNvPr id="23" name="Shape 21"/>
          <p:cNvSpPr/>
          <p:nvPr/>
        </p:nvSpPr>
        <p:spPr>
          <a:xfrm>
            <a:off x="11437696" y="791210"/>
            <a:ext cx="35560" cy="35560"/>
          </a:xfrm>
          <a:prstGeom prst="ellipse">
            <a:avLst/>
          </a:prstGeom>
          <a:solidFill>
            <a:srgbClr val="F4D9DC"/>
          </a:solidFill>
          <a:ln/>
        </p:spPr>
      </p:sp>
      <p:sp>
        <p:nvSpPr>
          <p:cNvPr id="24" name="Shape 22"/>
          <p:cNvSpPr/>
          <p:nvPr/>
        </p:nvSpPr>
        <p:spPr>
          <a:xfrm>
            <a:off x="11378133" y="838327"/>
            <a:ext cx="35560" cy="35560"/>
          </a:xfrm>
          <a:prstGeom prst="ellipse">
            <a:avLst/>
          </a:prstGeom>
          <a:solidFill>
            <a:srgbClr val="F4D9DC"/>
          </a:solidFill>
          <a:ln/>
        </p:spPr>
      </p:sp>
      <p:sp>
        <p:nvSpPr>
          <p:cNvPr id="25" name="Shape 23"/>
          <p:cNvSpPr/>
          <p:nvPr/>
        </p:nvSpPr>
        <p:spPr>
          <a:xfrm>
            <a:off x="11305235" y="855218"/>
            <a:ext cx="35560" cy="35560"/>
          </a:xfrm>
          <a:prstGeom prst="ellipse">
            <a:avLst/>
          </a:prstGeom>
          <a:solidFill>
            <a:srgbClr val="F4D9DC"/>
          </a:solidFill>
          <a:ln/>
        </p:spPr>
      </p:sp>
      <p:sp>
        <p:nvSpPr>
          <p:cNvPr id="26" name="Shape 24"/>
          <p:cNvSpPr/>
          <p:nvPr/>
        </p:nvSpPr>
        <p:spPr>
          <a:xfrm>
            <a:off x="11232337" y="838327"/>
            <a:ext cx="35560" cy="35560"/>
          </a:xfrm>
          <a:prstGeom prst="ellipse">
            <a:avLst/>
          </a:prstGeom>
          <a:solidFill>
            <a:srgbClr val="F4D9DC"/>
          </a:solidFill>
          <a:ln/>
        </p:spPr>
      </p:sp>
      <p:sp>
        <p:nvSpPr>
          <p:cNvPr id="27" name="Shape 25"/>
          <p:cNvSpPr/>
          <p:nvPr/>
        </p:nvSpPr>
        <p:spPr>
          <a:xfrm>
            <a:off x="11172774" y="791210"/>
            <a:ext cx="35560" cy="35560"/>
          </a:xfrm>
          <a:prstGeom prst="ellipse">
            <a:avLst/>
          </a:prstGeom>
          <a:solidFill>
            <a:srgbClr val="F4D9DC"/>
          </a:solidFill>
          <a:ln/>
        </p:spPr>
      </p:sp>
      <p:sp>
        <p:nvSpPr>
          <p:cNvPr id="28" name="Shape 26"/>
          <p:cNvSpPr/>
          <p:nvPr/>
        </p:nvSpPr>
        <p:spPr>
          <a:xfrm>
            <a:off x="11140770" y="723646"/>
            <a:ext cx="35560" cy="35560"/>
          </a:xfrm>
          <a:prstGeom prst="ellipse">
            <a:avLst/>
          </a:prstGeom>
          <a:solidFill>
            <a:srgbClr val="F4D9DC"/>
          </a:solidFill>
          <a:ln/>
        </p:spPr>
      </p:sp>
      <p:sp>
        <p:nvSpPr>
          <p:cNvPr id="29" name="Shape 27"/>
          <p:cNvSpPr/>
          <p:nvPr/>
        </p:nvSpPr>
        <p:spPr>
          <a:xfrm>
            <a:off x="11140770" y="648970"/>
            <a:ext cx="35560" cy="35560"/>
          </a:xfrm>
          <a:prstGeom prst="ellipse">
            <a:avLst/>
          </a:prstGeom>
          <a:solidFill>
            <a:srgbClr val="F4D9DC"/>
          </a:solidFill>
          <a:ln/>
        </p:spPr>
      </p:sp>
      <p:sp>
        <p:nvSpPr>
          <p:cNvPr id="30" name="Shape 28"/>
          <p:cNvSpPr/>
          <p:nvPr/>
        </p:nvSpPr>
        <p:spPr>
          <a:xfrm>
            <a:off x="11172774" y="581406"/>
            <a:ext cx="35560" cy="35560"/>
          </a:xfrm>
          <a:prstGeom prst="ellipse">
            <a:avLst/>
          </a:prstGeom>
          <a:solidFill>
            <a:srgbClr val="F4D9DC"/>
          </a:solidFill>
          <a:ln/>
        </p:spPr>
      </p:sp>
      <p:sp>
        <p:nvSpPr>
          <p:cNvPr id="31" name="Shape 29"/>
          <p:cNvSpPr/>
          <p:nvPr/>
        </p:nvSpPr>
        <p:spPr>
          <a:xfrm>
            <a:off x="11232337" y="534289"/>
            <a:ext cx="35560" cy="35560"/>
          </a:xfrm>
          <a:prstGeom prst="ellipse">
            <a:avLst/>
          </a:prstGeom>
          <a:solidFill>
            <a:srgbClr val="F4D9DC"/>
          </a:solidFill>
          <a:ln/>
        </p:spPr>
      </p:sp>
      <p:sp>
        <p:nvSpPr>
          <p:cNvPr id="32" name="Shape 30"/>
          <p:cNvSpPr/>
          <p:nvPr/>
        </p:nvSpPr>
        <p:spPr>
          <a:xfrm>
            <a:off x="11308791" y="467614"/>
            <a:ext cx="28448" cy="28448"/>
          </a:xfrm>
          <a:prstGeom prst="ellipse">
            <a:avLst/>
          </a:prstGeom>
          <a:solidFill>
            <a:srgbClr val="F4D9DC"/>
          </a:solidFill>
          <a:ln/>
        </p:spPr>
      </p:sp>
      <p:sp>
        <p:nvSpPr>
          <p:cNvPr id="33" name="Shape 31"/>
          <p:cNvSpPr/>
          <p:nvPr/>
        </p:nvSpPr>
        <p:spPr>
          <a:xfrm>
            <a:off x="11385245" y="480949"/>
            <a:ext cx="28448" cy="28448"/>
          </a:xfrm>
          <a:prstGeom prst="ellipse">
            <a:avLst/>
          </a:prstGeom>
          <a:solidFill>
            <a:srgbClr val="F4D9DC"/>
          </a:solidFill>
          <a:ln/>
        </p:spPr>
      </p:sp>
      <p:sp>
        <p:nvSpPr>
          <p:cNvPr id="34" name="Shape 32"/>
          <p:cNvSpPr/>
          <p:nvPr/>
        </p:nvSpPr>
        <p:spPr>
          <a:xfrm>
            <a:off x="11451920" y="519176"/>
            <a:ext cx="28448" cy="28448"/>
          </a:xfrm>
          <a:prstGeom prst="ellipse">
            <a:avLst/>
          </a:prstGeom>
          <a:solidFill>
            <a:srgbClr val="F4D9DC"/>
          </a:solidFill>
          <a:ln/>
        </p:spPr>
      </p:sp>
      <p:sp>
        <p:nvSpPr>
          <p:cNvPr id="35" name="Shape 33"/>
          <p:cNvSpPr/>
          <p:nvPr/>
        </p:nvSpPr>
        <p:spPr>
          <a:xfrm>
            <a:off x="11501704" y="578739"/>
            <a:ext cx="28448" cy="28448"/>
          </a:xfrm>
          <a:prstGeom prst="ellipse">
            <a:avLst/>
          </a:prstGeom>
          <a:solidFill>
            <a:srgbClr val="F4D9DC"/>
          </a:solidFill>
          <a:ln/>
        </p:spPr>
      </p:sp>
      <p:sp>
        <p:nvSpPr>
          <p:cNvPr id="36" name="Shape 34"/>
          <p:cNvSpPr/>
          <p:nvPr/>
        </p:nvSpPr>
        <p:spPr>
          <a:xfrm>
            <a:off x="11527485" y="651637"/>
            <a:ext cx="28448" cy="28448"/>
          </a:xfrm>
          <a:prstGeom prst="ellipse">
            <a:avLst/>
          </a:prstGeom>
          <a:solidFill>
            <a:srgbClr val="F4D9DC"/>
          </a:solidFill>
          <a:ln/>
        </p:spPr>
      </p:sp>
      <p:sp>
        <p:nvSpPr>
          <p:cNvPr id="37" name="Shape 35"/>
          <p:cNvSpPr/>
          <p:nvPr/>
        </p:nvSpPr>
        <p:spPr>
          <a:xfrm>
            <a:off x="11527485" y="728091"/>
            <a:ext cx="28448" cy="28448"/>
          </a:xfrm>
          <a:prstGeom prst="ellipse">
            <a:avLst/>
          </a:prstGeom>
          <a:solidFill>
            <a:srgbClr val="F4D9DC"/>
          </a:solidFill>
          <a:ln/>
        </p:spPr>
      </p:sp>
      <p:sp>
        <p:nvSpPr>
          <p:cNvPr id="38" name="Shape 36"/>
          <p:cNvSpPr/>
          <p:nvPr/>
        </p:nvSpPr>
        <p:spPr>
          <a:xfrm>
            <a:off x="11501704" y="800989"/>
            <a:ext cx="28448" cy="28448"/>
          </a:xfrm>
          <a:prstGeom prst="ellipse">
            <a:avLst/>
          </a:prstGeom>
          <a:solidFill>
            <a:srgbClr val="F4D9DC"/>
          </a:solidFill>
          <a:ln/>
        </p:spPr>
      </p:sp>
      <p:sp>
        <p:nvSpPr>
          <p:cNvPr id="39" name="Shape 37"/>
          <p:cNvSpPr/>
          <p:nvPr/>
        </p:nvSpPr>
        <p:spPr>
          <a:xfrm>
            <a:off x="11451920" y="860552"/>
            <a:ext cx="28448" cy="28448"/>
          </a:xfrm>
          <a:prstGeom prst="ellipse">
            <a:avLst/>
          </a:prstGeom>
          <a:solidFill>
            <a:srgbClr val="F4D9DC"/>
          </a:solidFill>
          <a:ln/>
        </p:spPr>
      </p:sp>
      <p:sp>
        <p:nvSpPr>
          <p:cNvPr id="40" name="Shape 38"/>
          <p:cNvSpPr/>
          <p:nvPr/>
        </p:nvSpPr>
        <p:spPr>
          <a:xfrm>
            <a:off x="11385245" y="898779"/>
            <a:ext cx="28448" cy="28448"/>
          </a:xfrm>
          <a:prstGeom prst="ellipse">
            <a:avLst/>
          </a:prstGeom>
          <a:solidFill>
            <a:srgbClr val="F4D9DC"/>
          </a:solidFill>
          <a:ln/>
        </p:spPr>
      </p:sp>
      <p:sp>
        <p:nvSpPr>
          <p:cNvPr id="41" name="Shape 39"/>
          <p:cNvSpPr/>
          <p:nvPr/>
        </p:nvSpPr>
        <p:spPr>
          <a:xfrm>
            <a:off x="11308791" y="912114"/>
            <a:ext cx="28448" cy="28448"/>
          </a:xfrm>
          <a:prstGeom prst="ellipse">
            <a:avLst/>
          </a:prstGeom>
          <a:solidFill>
            <a:srgbClr val="F4D9DC"/>
          </a:solidFill>
          <a:ln/>
        </p:spPr>
      </p:sp>
      <p:sp>
        <p:nvSpPr>
          <p:cNvPr id="42" name="Shape 40"/>
          <p:cNvSpPr/>
          <p:nvPr/>
        </p:nvSpPr>
        <p:spPr>
          <a:xfrm>
            <a:off x="11232337" y="898779"/>
            <a:ext cx="28448" cy="28448"/>
          </a:xfrm>
          <a:prstGeom prst="ellipse">
            <a:avLst/>
          </a:prstGeom>
          <a:solidFill>
            <a:srgbClr val="F4D9DC"/>
          </a:solidFill>
          <a:ln/>
        </p:spPr>
      </p:sp>
      <p:sp>
        <p:nvSpPr>
          <p:cNvPr id="43" name="Shape 41"/>
          <p:cNvSpPr/>
          <p:nvPr/>
        </p:nvSpPr>
        <p:spPr>
          <a:xfrm>
            <a:off x="11165662" y="860552"/>
            <a:ext cx="28448" cy="28448"/>
          </a:xfrm>
          <a:prstGeom prst="ellipse">
            <a:avLst/>
          </a:prstGeom>
          <a:solidFill>
            <a:srgbClr val="F4D9DC"/>
          </a:solidFill>
          <a:ln/>
        </p:spPr>
      </p:sp>
      <p:sp>
        <p:nvSpPr>
          <p:cNvPr id="44" name="Shape 42"/>
          <p:cNvSpPr/>
          <p:nvPr/>
        </p:nvSpPr>
        <p:spPr>
          <a:xfrm>
            <a:off x="11115878" y="800989"/>
            <a:ext cx="28448" cy="28448"/>
          </a:xfrm>
          <a:prstGeom prst="ellipse">
            <a:avLst/>
          </a:prstGeom>
          <a:solidFill>
            <a:srgbClr val="F4D9DC"/>
          </a:solidFill>
          <a:ln/>
        </p:spPr>
      </p:sp>
      <p:sp>
        <p:nvSpPr>
          <p:cNvPr id="45" name="Shape 43"/>
          <p:cNvSpPr/>
          <p:nvPr/>
        </p:nvSpPr>
        <p:spPr>
          <a:xfrm>
            <a:off x="11090097" y="728091"/>
            <a:ext cx="28448" cy="28448"/>
          </a:xfrm>
          <a:prstGeom prst="ellipse">
            <a:avLst/>
          </a:prstGeom>
          <a:solidFill>
            <a:srgbClr val="F4D9DC"/>
          </a:solidFill>
          <a:ln/>
        </p:spPr>
      </p:sp>
      <p:sp>
        <p:nvSpPr>
          <p:cNvPr id="46" name="Shape 44"/>
          <p:cNvSpPr/>
          <p:nvPr/>
        </p:nvSpPr>
        <p:spPr>
          <a:xfrm>
            <a:off x="11090097" y="651637"/>
            <a:ext cx="28448" cy="28448"/>
          </a:xfrm>
          <a:prstGeom prst="ellipse">
            <a:avLst/>
          </a:prstGeom>
          <a:solidFill>
            <a:srgbClr val="F4D9DC"/>
          </a:solidFill>
          <a:ln/>
        </p:spPr>
      </p:sp>
      <p:sp>
        <p:nvSpPr>
          <p:cNvPr id="47" name="Shape 45"/>
          <p:cNvSpPr/>
          <p:nvPr/>
        </p:nvSpPr>
        <p:spPr>
          <a:xfrm>
            <a:off x="11115878" y="578739"/>
            <a:ext cx="28448" cy="28448"/>
          </a:xfrm>
          <a:prstGeom prst="ellipse">
            <a:avLst/>
          </a:prstGeom>
          <a:solidFill>
            <a:srgbClr val="F4D9DC"/>
          </a:solidFill>
          <a:ln/>
        </p:spPr>
      </p:sp>
      <p:sp>
        <p:nvSpPr>
          <p:cNvPr id="48" name="Shape 46"/>
          <p:cNvSpPr/>
          <p:nvPr/>
        </p:nvSpPr>
        <p:spPr>
          <a:xfrm>
            <a:off x="11165662" y="519176"/>
            <a:ext cx="28448" cy="28448"/>
          </a:xfrm>
          <a:prstGeom prst="ellipse">
            <a:avLst/>
          </a:prstGeom>
          <a:solidFill>
            <a:srgbClr val="F4D9DC"/>
          </a:solidFill>
          <a:ln/>
        </p:spPr>
      </p:sp>
      <p:sp>
        <p:nvSpPr>
          <p:cNvPr id="49" name="Shape 47"/>
          <p:cNvSpPr/>
          <p:nvPr/>
        </p:nvSpPr>
        <p:spPr>
          <a:xfrm>
            <a:off x="11232337" y="480949"/>
            <a:ext cx="28448" cy="28448"/>
          </a:xfrm>
          <a:prstGeom prst="ellipse">
            <a:avLst/>
          </a:prstGeom>
          <a:solidFill>
            <a:srgbClr val="F4D9DC"/>
          </a:solidFill>
          <a:ln/>
        </p:spPr>
      </p:sp>
      <p:sp>
        <p:nvSpPr>
          <p:cNvPr id="50" name="Shape 48"/>
          <p:cNvSpPr/>
          <p:nvPr/>
        </p:nvSpPr>
        <p:spPr>
          <a:xfrm>
            <a:off x="11312347" y="417830"/>
            <a:ext cx="21336" cy="21336"/>
          </a:xfrm>
          <a:prstGeom prst="ellipse">
            <a:avLst/>
          </a:prstGeom>
          <a:solidFill>
            <a:srgbClr val="F4D9DC"/>
          </a:solidFill>
          <a:ln/>
        </p:spPr>
      </p:sp>
      <p:sp>
        <p:nvSpPr>
          <p:cNvPr id="51" name="Shape 49"/>
          <p:cNvSpPr/>
          <p:nvPr/>
        </p:nvSpPr>
        <p:spPr>
          <a:xfrm>
            <a:off x="11389690" y="429387"/>
            <a:ext cx="21336" cy="21336"/>
          </a:xfrm>
          <a:prstGeom prst="ellipse">
            <a:avLst/>
          </a:prstGeom>
          <a:solidFill>
            <a:srgbClr val="F4D9DC"/>
          </a:solidFill>
          <a:ln/>
        </p:spPr>
      </p:sp>
      <p:sp>
        <p:nvSpPr>
          <p:cNvPr id="52" name="Shape 50"/>
          <p:cNvSpPr/>
          <p:nvPr/>
        </p:nvSpPr>
        <p:spPr>
          <a:xfrm>
            <a:off x="11461699" y="461391"/>
            <a:ext cx="21336" cy="21336"/>
          </a:xfrm>
          <a:prstGeom prst="ellipse">
            <a:avLst/>
          </a:prstGeom>
          <a:solidFill>
            <a:srgbClr val="F4D9DC"/>
          </a:solidFill>
          <a:ln/>
        </p:spPr>
      </p:sp>
      <p:sp>
        <p:nvSpPr>
          <p:cNvPr id="53" name="Shape 51"/>
          <p:cNvSpPr/>
          <p:nvPr/>
        </p:nvSpPr>
        <p:spPr>
          <a:xfrm>
            <a:off x="11520373" y="512953"/>
            <a:ext cx="21336" cy="21336"/>
          </a:xfrm>
          <a:prstGeom prst="ellipse">
            <a:avLst/>
          </a:prstGeom>
          <a:solidFill>
            <a:srgbClr val="F4D9DC"/>
          </a:solidFill>
          <a:ln/>
        </p:spPr>
      </p:sp>
      <p:sp>
        <p:nvSpPr>
          <p:cNvPr id="54" name="Shape 52"/>
          <p:cNvSpPr/>
          <p:nvPr/>
        </p:nvSpPr>
        <p:spPr>
          <a:xfrm>
            <a:off x="11563045" y="578739"/>
            <a:ext cx="21336" cy="21336"/>
          </a:xfrm>
          <a:prstGeom prst="ellipse">
            <a:avLst/>
          </a:prstGeom>
          <a:solidFill>
            <a:srgbClr val="F4D9DC"/>
          </a:solidFill>
          <a:ln/>
        </p:spPr>
      </p:sp>
      <p:sp>
        <p:nvSpPr>
          <p:cNvPr id="55" name="Shape 53"/>
          <p:cNvSpPr/>
          <p:nvPr/>
        </p:nvSpPr>
        <p:spPr>
          <a:xfrm>
            <a:off x="11585270" y="654304"/>
            <a:ext cx="21336" cy="21336"/>
          </a:xfrm>
          <a:prstGeom prst="ellipse">
            <a:avLst/>
          </a:prstGeom>
          <a:solidFill>
            <a:srgbClr val="F4D9DC"/>
          </a:solidFill>
          <a:ln/>
        </p:spPr>
      </p:sp>
      <p:sp>
        <p:nvSpPr>
          <p:cNvPr id="56" name="Shape 54"/>
          <p:cNvSpPr/>
          <p:nvPr/>
        </p:nvSpPr>
        <p:spPr>
          <a:xfrm>
            <a:off x="11585270" y="732536"/>
            <a:ext cx="21336" cy="21336"/>
          </a:xfrm>
          <a:prstGeom prst="ellipse">
            <a:avLst/>
          </a:prstGeom>
          <a:solidFill>
            <a:srgbClr val="F4D9DC"/>
          </a:solidFill>
          <a:ln/>
        </p:spPr>
      </p:sp>
      <p:sp>
        <p:nvSpPr>
          <p:cNvPr id="57" name="Shape 55"/>
          <p:cNvSpPr/>
          <p:nvPr/>
        </p:nvSpPr>
        <p:spPr>
          <a:xfrm>
            <a:off x="11563045" y="808101"/>
            <a:ext cx="21336" cy="21336"/>
          </a:xfrm>
          <a:prstGeom prst="ellipse">
            <a:avLst/>
          </a:prstGeom>
          <a:solidFill>
            <a:srgbClr val="F4D9DC"/>
          </a:solidFill>
          <a:ln/>
        </p:spPr>
      </p:sp>
      <p:sp>
        <p:nvSpPr>
          <p:cNvPr id="58" name="Shape 56"/>
          <p:cNvSpPr/>
          <p:nvPr/>
        </p:nvSpPr>
        <p:spPr>
          <a:xfrm>
            <a:off x="11520373" y="873887"/>
            <a:ext cx="21336" cy="21336"/>
          </a:xfrm>
          <a:prstGeom prst="ellipse">
            <a:avLst/>
          </a:prstGeom>
          <a:solidFill>
            <a:srgbClr val="F4D9DC"/>
          </a:solidFill>
          <a:ln/>
        </p:spPr>
      </p:sp>
      <p:sp>
        <p:nvSpPr>
          <p:cNvPr id="59" name="Shape 57"/>
          <p:cNvSpPr/>
          <p:nvPr/>
        </p:nvSpPr>
        <p:spPr>
          <a:xfrm>
            <a:off x="11461699" y="925449"/>
            <a:ext cx="21336" cy="21336"/>
          </a:xfrm>
          <a:prstGeom prst="ellipse">
            <a:avLst/>
          </a:prstGeom>
          <a:solidFill>
            <a:srgbClr val="F4D9DC"/>
          </a:solidFill>
          <a:ln/>
        </p:spPr>
      </p:sp>
      <p:sp>
        <p:nvSpPr>
          <p:cNvPr id="60" name="Shape 58"/>
          <p:cNvSpPr/>
          <p:nvPr/>
        </p:nvSpPr>
        <p:spPr>
          <a:xfrm>
            <a:off x="11389690" y="957453"/>
            <a:ext cx="21336" cy="21336"/>
          </a:xfrm>
          <a:prstGeom prst="ellipse">
            <a:avLst/>
          </a:prstGeom>
          <a:solidFill>
            <a:srgbClr val="F4D9DC"/>
          </a:solidFill>
          <a:ln/>
        </p:spPr>
      </p:sp>
      <p:sp>
        <p:nvSpPr>
          <p:cNvPr id="61" name="Shape 59"/>
          <p:cNvSpPr/>
          <p:nvPr/>
        </p:nvSpPr>
        <p:spPr>
          <a:xfrm>
            <a:off x="11312347" y="969010"/>
            <a:ext cx="21336" cy="21336"/>
          </a:xfrm>
          <a:prstGeom prst="ellipse">
            <a:avLst/>
          </a:prstGeom>
          <a:solidFill>
            <a:srgbClr val="F4D9DC"/>
          </a:solidFill>
          <a:ln/>
        </p:spPr>
      </p:sp>
      <p:sp>
        <p:nvSpPr>
          <p:cNvPr id="62" name="Shape 60"/>
          <p:cNvSpPr/>
          <p:nvPr/>
        </p:nvSpPr>
        <p:spPr>
          <a:xfrm>
            <a:off x="11235004" y="957453"/>
            <a:ext cx="21336" cy="21336"/>
          </a:xfrm>
          <a:prstGeom prst="ellipse">
            <a:avLst/>
          </a:prstGeom>
          <a:solidFill>
            <a:srgbClr val="F4D9DC"/>
          </a:solidFill>
          <a:ln/>
        </p:spPr>
      </p:sp>
      <p:sp>
        <p:nvSpPr>
          <p:cNvPr id="63" name="Shape 61"/>
          <p:cNvSpPr/>
          <p:nvPr/>
        </p:nvSpPr>
        <p:spPr>
          <a:xfrm>
            <a:off x="11162995" y="925449"/>
            <a:ext cx="21336" cy="21336"/>
          </a:xfrm>
          <a:prstGeom prst="ellipse">
            <a:avLst/>
          </a:prstGeom>
          <a:solidFill>
            <a:srgbClr val="F4D9DC"/>
          </a:solidFill>
          <a:ln/>
        </p:spPr>
      </p:sp>
      <p:sp>
        <p:nvSpPr>
          <p:cNvPr id="64" name="Shape 62"/>
          <p:cNvSpPr/>
          <p:nvPr/>
        </p:nvSpPr>
        <p:spPr>
          <a:xfrm>
            <a:off x="11104321" y="873887"/>
            <a:ext cx="21336" cy="21336"/>
          </a:xfrm>
          <a:prstGeom prst="ellipse">
            <a:avLst/>
          </a:prstGeom>
          <a:solidFill>
            <a:srgbClr val="F4D9DC"/>
          </a:solidFill>
          <a:ln/>
        </p:spPr>
      </p:sp>
      <p:sp>
        <p:nvSpPr>
          <p:cNvPr id="65" name="Shape 63"/>
          <p:cNvSpPr/>
          <p:nvPr/>
        </p:nvSpPr>
        <p:spPr>
          <a:xfrm>
            <a:off x="11061649" y="808101"/>
            <a:ext cx="21336" cy="21336"/>
          </a:xfrm>
          <a:prstGeom prst="ellipse">
            <a:avLst/>
          </a:prstGeom>
          <a:solidFill>
            <a:srgbClr val="F4D9DC"/>
          </a:solidFill>
          <a:ln/>
        </p:spPr>
      </p:sp>
      <p:sp>
        <p:nvSpPr>
          <p:cNvPr id="66" name="Shape 64"/>
          <p:cNvSpPr/>
          <p:nvPr/>
        </p:nvSpPr>
        <p:spPr>
          <a:xfrm>
            <a:off x="11039424" y="732536"/>
            <a:ext cx="21336" cy="21336"/>
          </a:xfrm>
          <a:prstGeom prst="ellipse">
            <a:avLst/>
          </a:prstGeom>
          <a:solidFill>
            <a:srgbClr val="F4D9DC"/>
          </a:solidFill>
          <a:ln/>
        </p:spPr>
      </p:sp>
      <p:sp>
        <p:nvSpPr>
          <p:cNvPr id="67" name="Shape 65"/>
          <p:cNvSpPr/>
          <p:nvPr/>
        </p:nvSpPr>
        <p:spPr>
          <a:xfrm>
            <a:off x="11039424" y="654304"/>
            <a:ext cx="21336" cy="21336"/>
          </a:xfrm>
          <a:prstGeom prst="ellipse">
            <a:avLst/>
          </a:prstGeom>
          <a:solidFill>
            <a:srgbClr val="F4D9DC"/>
          </a:solidFill>
          <a:ln/>
        </p:spPr>
      </p:sp>
      <p:sp>
        <p:nvSpPr>
          <p:cNvPr id="68" name="Shape 66"/>
          <p:cNvSpPr/>
          <p:nvPr/>
        </p:nvSpPr>
        <p:spPr>
          <a:xfrm>
            <a:off x="11061649" y="578739"/>
            <a:ext cx="21336" cy="21336"/>
          </a:xfrm>
          <a:prstGeom prst="ellipse">
            <a:avLst/>
          </a:prstGeom>
          <a:solidFill>
            <a:srgbClr val="F4D9DC"/>
          </a:solidFill>
          <a:ln/>
        </p:spPr>
      </p:sp>
      <p:sp>
        <p:nvSpPr>
          <p:cNvPr id="69" name="Shape 67"/>
          <p:cNvSpPr/>
          <p:nvPr/>
        </p:nvSpPr>
        <p:spPr>
          <a:xfrm>
            <a:off x="11104321" y="512953"/>
            <a:ext cx="21336" cy="21336"/>
          </a:xfrm>
          <a:prstGeom prst="ellipse">
            <a:avLst/>
          </a:prstGeom>
          <a:solidFill>
            <a:srgbClr val="F4D9DC"/>
          </a:solidFill>
          <a:ln/>
        </p:spPr>
      </p:sp>
      <p:sp>
        <p:nvSpPr>
          <p:cNvPr id="70" name="Shape 68"/>
          <p:cNvSpPr/>
          <p:nvPr/>
        </p:nvSpPr>
        <p:spPr>
          <a:xfrm>
            <a:off x="11162995" y="461391"/>
            <a:ext cx="21336" cy="21336"/>
          </a:xfrm>
          <a:prstGeom prst="ellipse">
            <a:avLst/>
          </a:prstGeom>
          <a:solidFill>
            <a:srgbClr val="F4D9DC"/>
          </a:solidFill>
          <a:ln/>
        </p:spPr>
      </p:sp>
      <p:sp>
        <p:nvSpPr>
          <p:cNvPr id="71" name="Shape 69"/>
          <p:cNvSpPr/>
          <p:nvPr/>
        </p:nvSpPr>
        <p:spPr>
          <a:xfrm>
            <a:off x="11235004" y="429387"/>
            <a:ext cx="21336" cy="21336"/>
          </a:xfrm>
          <a:prstGeom prst="ellipse">
            <a:avLst/>
          </a:prstGeom>
          <a:solidFill>
            <a:srgbClr val="F4D9DC"/>
          </a:solidFill>
          <a:ln/>
        </p:spPr>
      </p:sp>
      <p:sp>
        <p:nvSpPr>
          <p:cNvPr id="72" name="Shape 70"/>
          <p:cNvSpPr/>
          <p:nvPr/>
        </p:nvSpPr>
        <p:spPr>
          <a:xfrm>
            <a:off x="548640" y="1280160"/>
            <a:ext cx="1005840" cy="1005840"/>
          </a:xfrm>
          <a:prstGeom prst="ellipse">
            <a:avLst/>
          </a:prstGeom>
          <a:solidFill>
            <a:srgbClr val="F4D74B"/>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22 minuten. Wissel van rol en maak de conclusie zichtbaar.</a:t>
            </a:r>
            <a:endParaRPr lang="en-US" sz="2200" dirty="0"/>
          </a:p>
        </p:txBody>
      </p:sp>
      <p:pic>
        <p:nvPicPr>
          <p:cNvPr id="76" name="Image 0" descr="exports\261005_workshop_rad_uitvoering\img\Laptopman.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296345" y="615188"/>
            <a:ext cx="53340" cy="53340"/>
          </a:xfrm>
          <a:prstGeom prst="ellipse">
            <a:avLst/>
          </a:prstGeom>
          <a:solidFill>
            <a:srgbClr val="000000"/>
          </a:solidFill>
          <a:ln/>
        </p:spPr>
      </p:sp>
      <p:sp>
        <p:nvSpPr>
          <p:cNvPr id="3" name="Shape 1"/>
          <p:cNvSpPr/>
          <p:nvPr/>
        </p:nvSpPr>
        <p:spPr>
          <a:xfrm>
            <a:off x="11350574" y="646303"/>
            <a:ext cx="53340" cy="53340"/>
          </a:xfrm>
          <a:prstGeom prst="ellipse">
            <a:avLst/>
          </a:prstGeom>
          <a:solidFill>
            <a:srgbClr val="000000"/>
          </a:solidFill>
          <a:ln/>
        </p:spPr>
      </p:sp>
      <p:sp>
        <p:nvSpPr>
          <p:cNvPr id="4" name="Shape 2"/>
          <p:cNvSpPr/>
          <p:nvPr/>
        </p:nvSpPr>
        <p:spPr>
          <a:xfrm>
            <a:off x="11350574" y="708533"/>
            <a:ext cx="53340" cy="53340"/>
          </a:xfrm>
          <a:prstGeom prst="ellipse">
            <a:avLst/>
          </a:prstGeom>
          <a:solidFill>
            <a:srgbClr val="000000"/>
          </a:solidFill>
          <a:ln/>
        </p:spPr>
      </p:sp>
      <p:sp>
        <p:nvSpPr>
          <p:cNvPr id="5" name="Shape 3"/>
          <p:cNvSpPr/>
          <p:nvPr/>
        </p:nvSpPr>
        <p:spPr>
          <a:xfrm>
            <a:off x="11296345" y="739648"/>
            <a:ext cx="53340" cy="53340"/>
          </a:xfrm>
          <a:prstGeom prst="ellipse">
            <a:avLst/>
          </a:prstGeom>
          <a:solidFill>
            <a:srgbClr val="000000"/>
          </a:solidFill>
          <a:ln/>
        </p:spPr>
      </p:sp>
      <p:sp>
        <p:nvSpPr>
          <p:cNvPr id="6" name="Shape 4"/>
          <p:cNvSpPr/>
          <p:nvPr/>
        </p:nvSpPr>
        <p:spPr>
          <a:xfrm>
            <a:off x="11242116" y="708533"/>
            <a:ext cx="53340" cy="53340"/>
          </a:xfrm>
          <a:prstGeom prst="ellipse">
            <a:avLst/>
          </a:prstGeom>
          <a:solidFill>
            <a:srgbClr val="000000"/>
          </a:solidFill>
          <a:ln/>
        </p:spPr>
      </p:sp>
      <p:sp>
        <p:nvSpPr>
          <p:cNvPr id="7" name="Shape 5"/>
          <p:cNvSpPr/>
          <p:nvPr/>
        </p:nvSpPr>
        <p:spPr>
          <a:xfrm>
            <a:off x="11242116" y="646303"/>
            <a:ext cx="53340" cy="53340"/>
          </a:xfrm>
          <a:prstGeom prst="ellipse">
            <a:avLst/>
          </a:prstGeom>
          <a:solidFill>
            <a:srgbClr val="000000"/>
          </a:solidFill>
          <a:ln/>
        </p:spPr>
      </p:sp>
      <p:sp>
        <p:nvSpPr>
          <p:cNvPr id="8" name="Shape 6"/>
          <p:cNvSpPr/>
          <p:nvPr/>
        </p:nvSpPr>
        <p:spPr>
          <a:xfrm>
            <a:off x="11300790" y="566293"/>
            <a:ext cx="44450" cy="44450"/>
          </a:xfrm>
          <a:prstGeom prst="ellipse">
            <a:avLst/>
          </a:prstGeom>
          <a:solidFill>
            <a:srgbClr val="000000"/>
          </a:solidFill>
          <a:ln/>
        </p:spPr>
      </p:sp>
      <p:sp>
        <p:nvSpPr>
          <p:cNvPr id="9" name="Shape 7"/>
          <p:cNvSpPr/>
          <p:nvPr/>
        </p:nvSpPr>
        <p:spPr>
          <a:xfrm>
            <a:off x="11368354" y="588518"/>
            <a:ext cx="44450" cy="44450"/>
          </a:xfrm>
          <a:prstGeom prst="ellipse">
            <a:avLst/>
          </a:prstGeom>
          <a:solidFill>
            <a:srgbClr val="000000"/>
          </a:solidFill>
          <a:ln/>
        </p:spPr>
      </p:sp>
      <p:sp>
        <p:nvSpPr>
          <p:cNvPr id="10" name="Shape 8"/>
          <p:cNvSpPr/>
          <p:nvPr/>
        </p:nvSpPr>
        <p:spPr>
          <a:xfrm>
            <a:off x="11411026" y="646303"/>
            <a:ext cx="44450" cy="44450"/>
          </a:xfrm>
          <a:prstGeom prst="ellipse">
            <a:avLst/>
          </a:prstGeom>
          <a:solidFill>
            <a:srgbClr val="000000"/>
          </a:solidFill>
          <a:ln/>
        </p:spPr>
      </p:sp>
      <p:sp>
        <p:nvSpPr>
          <p:cNvPr id="11" name="Shape 9"/>
          <p:cNvSpPr/>
          <p:nvPr/>
        </p:nvSpPr>
        <p:spPr>
          <a:xfrm>
            <a:off x="11411026" y="717423"/>
            <a:ext cx="44450" cy="44450"/>
          </a:xfrm>
          <a:prstGeom prst="ellipse">
            <a:avLst/>
          </a:prstGeom>
          <a:solidFill>
            <a:srgbClr val="000000"/>
          </a:solidFill>
          <a:ln/>
        </p:spPr>
      </p:sp>
      <p:sp>
        <p:nvSpPr>
          <p:cNvPr id="12" name="Shape 10"/>
          <p:cNvSpPr/>
          <p:nvPr/>
        </p:nvSpPr>
        <p:spPr>
          <a:xfrm>
            <a:off x="11368354" y="775208"/>
            <a:ext cx="44450" cy="44450"/>
          </a:xfrm>
          <a:prstGeom prst="ellipse">
            <a:avLst/>
          </a:prstGeom>
          <a:solidFill>
            <a:srgbClr val="000000"/>
          </a:solidFill>
          <a:ln/>
        </p:spPr>
      </p:sp>
      <p:sp>
        <p:nvSpPr>
          <p:cNvPr id="13" name="Shape 11"/>
          <p:cNvSpPr/>
          <p:nvPr/>
        </p:nvSpPr>
        <p:spPr>
          <a:xfrm>
            <a:off x="11300790" y="797433"/>
            <a:ext cx="44450" cy="44450"/>
          </a:xfrm>
          <a:prstGeom prst="ellipse">
            <a:avLst/>
          </a:prstGeom>
          <a:solidFill>
            <a:srgbClr val="000000"/>
          </a:solidFill>
          <a:ln/>
        </p:spPr>
      </p:sp>
      <p:sp>
        <p:nvSpPr>
          <p:cNvPr id="14" name="Shape 12"/>
          <p:cNvSpPr/>
          <p:nvPr/>
        </p:nvSpPr>
        <p:spPr>
          <a:xfrm>
            <a:off x="11233226" y="775208"/>
            <a:ext cx="44450" cy="44450"/>
          </a:xfrm>
          <a:prstGeom prst="ellipse">
            <a:avLst/>
          </a:prstGeom>
          <a:solidFill>
            <a:srgbClr val="000000"/>
          </a:solidFill>
          <a:ln/>
        </p:spPr>
      </p:sp>
      <p:sp>
        <p:nvSpPr>
          <p:cNvPr id="15" name="Shape 13"/>
          <p:cNvSpPr/>
          <p:nvPr/>
        </p:nvSpPr>
        <p:spPr>
          <a:xfrm>
            <a:off x="11190554" y="717423"/>
            <a:ext cx="44450" cy="44450"/>
          </a:xfrm>
          <a:prstGeom prst="ellipse">
            <a:avLst/>
          </a:prstGeom>
          <a:solidFill>
            <a:srgbClr val="000000"/>
          </a:solidFill>
          <a:ln/>
        </p:spPr>
      </p:sp>
      <p:sp>
        <p:nvSpPr>
          <p:cNvPr id="16" name="Shape 14"/>
          <p:cNvSpPr/>
          <p:nvPr/>
        </p:nvSpPr>
        <p:spPr>
          <a:xfrm>
            <a:off x="11190554" y="646303"/>
            <a:ext cx="44450" cy="44450"/>
          </a:xfrm>
          <a:prstGeom prst="ellipse">
            <a:avLst/>
          </a:prstGeom>
          <a:solidFill>
            <a:srgbClr val="000000"/>
          </a:solidFill>
          <a:ln/>
        </p:spPr>
      </p:sp>
      <p:sp>
        <p:nvSpPr>
          <p:cNvPr id="17" name="Shape 15"/>
          <p:cNvSpPr/>
          <p:nvPr/>
        </p:nvSpPr>
        <p:spPr>
          <a:xfrm>
            <a:off x="11233226" y="588518"/>
            <a:ext cx="44450" cy="44450"/>
          </a:xfrm>
          <a:prstGeom prst="ellipse">
            <a:avLst/>
          </a:prstGeom>
          <a:solidFill>
            <a:srgbClr val="000000"/>
          </a:solidFill>
          <a:ln/>
        </p:spPr>
      </p:sp>
      <p:sp>
        <p:nvSpPr>
          <p:cNvPr id="18" name="Shape 16"/>
          <p:cNvSpPr/>
          <p:nvPr/>
        </p:nvSpPr>
        <p:spPr>
          <a:xfrm>
            <a:off x="11305235" y="517398"/>
            <a:ext cx="35560" cy="35560"/>
          </a:xfrm>
          <a:prstGeom prst="ellipse">
            <a:avLst/>
          </a:prstGeom>
          <a:solidFill>
            <a:srgbClr val="000000"/>
          </a:solidFill>
          <a:ln/>
        </p:spPr>
      </p:sp>
      <p:sp>
        <p:nvSpPr>
          <p:cNvPr id="19" name="Shape 17"/>
          <p:cNvSpPr/>
          <p:nvPr/>
        </p:nvSpPr>
        <p:spPr>
          <a:xfrm>
            <a:off x="11378133" y="534289"/>
            <a:ext cx="35560" cy="35560"/>
          </a:xfrm>
          <a:prstGeom prst="ellipse">
            <a:avLst/>
          </a:prstGeom>
          <a:solidFill>
            <a:srgbClr val="000000"/>
          </a:solidFill>
          <a:ln/>
        </p:spPr>
      </p:sp>
      <p:sp>
        <p:nvSpPr>
          <p:cNvPr id="20" name="Shape 18"/>
          <p:cNvSpPr/>
          <p:nvPr/>
        </p:nvSpPr>
        <p:spPr>
          <a:xfrm>
            <a:off x="11437696" y="581406"/>
            <a:ext cx="35560" cy="35560"/>
          </a:xfrm>
          <a:prstGeom prst="ellipse">
            <a:avLst/>
          </a:prstGeom>
          <a:solidFill>
            <a:srgbClr val="000000"/>
          </a:solidFill>
          <a:ln/>
        </p:spPr>
      </p:sp>
      <p:sp>
        <p:nvSpPr>
          <p:cNvPr id="21" name="Shape 19"/>
          <p:cNvSpPr/>
          <p:nvPr/>
        </p:nvSpPr>
        <p:spPr>
          <a:xfrm>
            <a:off x="11469700" y="648970"/>
            <a:ext cx="35560" cy="35560"/>
          </a:xfrm>
          <a:prstGeom prst="ellipse">
            <a:avLst/>
          </a:prstGeom>
          <a:solidFill>
            <a:srgbClr val="000000"/>
          </a:solidFill>
          <a:ln/>
        </p:spPr>
      </p:sp>
      <p:sp>
        <p:nvSpPr>
          <p:cNvPr id="22" name="Shape 20"/>
          <p:cNvSpPr/>
          <p:nvPr/>
        </p:nvSpPr>
        <p:spPr>
          <a:xfrm>
            <a:off x="11469700" y="723646"/>
            <a:ext cx="35560" cy="35560"/>
          </a:xfrm>
          <a:prstGeom prst="ellipse">
            <a:avLst/>
          </a:prstGeom>
          <a:solidFill>
            <a:srgbClr val="000000"/>
          </a:solidFill>
          <a:ln/>
        </p:spPr>
      </p:sp>
      <p:sp>
        <p:nvSpPr>
          <p:cNvPr id="23" name="Shape 21"/>
          <p:cNvSpPr/>
          <p:nvPr/>
        </p:nvSpPr>
        <p:spPr>
          <a:xfrm>
            <a:off x="11437696" y="791210"/>
            <a:ext cx="35560" cy="35560"/>
          </a:xfrm>
          <a:prstGeom prst="ellipse">
            <a:avLst/>
          </a:prstGeom>
          <a:solidFill>
            <a:srgbClr val="000000"/>
          </a:solidFill>
          <a:ln/>
        </p:spPr>
      </p:sp>
      <p:sp>
        <p:nvSpPr>
          <p:cNvPr id="24" name="Shape 22"/>
          <p:cNvSpPr/>
          <p:nvPr/>
        </p:nvSpPr>
        <p:spPr>
          <a:xfrm>
            <a:off x="11378133" y="838327"/>
            <a:ext cx="35560" cy="35560"/>
          </a:xfrm>
          <a:prstGeom prst="ellipse">
            <a:avLst/>
          </a:prstGeom>
          <a:solidFill>
            <a:srgbClr val="000000"/>
          </a:solidFill>
          <a:ln/>
        </p:spPr>
      </p:sp>
      <p:sp>
        <p:nvSpPr>
          <p:cNvPr id="25" name="Shape 23"/>
          <p:cNvSpPr/>
          <p:nvPr/>
        </p:nvSpPr>
        <p:spPr>
          <a:xfrm>
            <a:off x="11305235" y="855218"/>
            <a:ext cx="35560" cy="35560"/>
          </a:xfrm>
          <a:prstGeom prst="ellipse">
            <a:avLst/>
          </a:prstGeom>
          <a:solidFill>
            <a:srgbClr val="000000"/>
          </a:solidFill>
          <a:ln/>
        </p:spPr>
      </p:sp>
      <p:sp>
        <p:nvSpPr>
          <p:cNvPr id="26" name="Shape 24"/>
          <p:cNvSpPr/>
          <p:nvPr/>
        </p:nvSpPr>
        <p:spPr>
          <a:xfrm>
            <a:off x="11232337" y="838327"/>
            <a:ext cx="35560" cy="35560"/>
          </a:xfrm>
          <a:prstGeom prst="ellipse">
            <a:avLst/>
          </a:prstGeom>
          <a:solidFill>
            <a:srgbClr val="000000"/>
          </a:solidFill>
          <a:ln/>
        </p:spPr>
      </p:sp>
      <p:sp>
        <p:nvSpPr>
          <p:cNvPr id="27" name="Shape 25"/>
          <p:cNvSpPr/>
          <p:nvPr/>
        </p:nvSpPr>
        <p:spPr>
          <a:xfrm>
            <a:off x="11172774" y="791210"/>
            <a:ext cx="35560" cy="35560"/>
          </a:xfrm>
          <a:prstGeom prst="ellipse">
            <a:avLst/>
          </a:prstGeom>
          <a:solidFill>
            <a:srgbClr val="000000"/>
          </a:solidFill>
          <a:ln/>
        </p:spPr>
      </p:sp>
      <p:sp>
        <p:nvSpPr>
          <p:cNvPr id="28" name="Shape 26"/>
          <p:cNvSpPr/>
          <p:nvPr/>
        </p:nvSpPr>
        <p:spPr>
          <a:xfrm>
            <a:off x="11140770" y="723646"/>
            <a:ext cx="35560" cy="35560"/>
          </a:xfrm>
          <a:prstGeom prst="ellipse">
            <a:avLst/>
          </a:prstGeom>
          <a:solidFill>
            <a:srgbClr val="000000"/>
          </a:solidFill>
          <a:ln/>
        </p:spPr>
      </p:sp>
      <p:sp>
        <p:nvSpPr>
          <p:cNvPr id="29" name="Shape 27"/>
          <p:cNvSpPr/>
          <p:nvPr/>
        </p:nvSpPr>
        <p:spPr>
          <a:xfrm>
            <a:off x="11140770" y="648970"/>
            <a:ext cx="35560" cy="35560"/>
          </a:xfrm>
          <a:prstGeom prst="ellipse">
            <a:avLst/>
          </a:prstGeom>
          <a:solidFill>
            <a:srgbClr val="000000"/>
          </a:solidFill>
          <a:ln/>
        </p:spPr>
      </p:sp>
      <p:sp>
        <p:nvSpPr>
          <p:cNvPr id="30" name="Shape 28"/>
          <p:cNvSpPr/>
          <p:nvPr/>
        </p:nvSpPr>
        <p:spPr>
          <a:xfrm>
            <a:off x="11172774" y="581406"/>
            <a:ext cx="35560" cy="35560"/>
          </a:xfrm>
          <a:prstGeom prst="ellipse">
            <a:avLst/>
          </a:prstGeom>
          <a:solidFill>
            <a:srgbClr val="000000"/>
          </a:solidFill>
          <a:ln/>
        </p:spPr>
      </p:sp>
      <p:sp>
        <p:nvSpPr>
          <p:cNvPr id="31" name="Shape 29"/>
          <p:cNvSpPr/>
          <p:nvPr/>
        </p:nvSpPr>
        <p:spPr>
          <a:xfrm>
            <a:off x="11232337" y="534289"/>
            <a:ext cx="35560" cy="35560"/>
          </a:xfrm>
          <a:prstGeom prst="ellipse">
            <a:avLst/>
          </a:prstGeom>
          <a:solidFill>
            <a:srgbClr val="000000"/>
          </a:solidFill>
          <a:ln/>
        </p:spPr>
      </p:sp>
      <p:sp>
        <p:nvSpPr>
          <p:cNvPr id="32" name="Shape 30"/>
          <p:cNvSpPr/>
          <p:nvPr/>
        </p:nvSpPr>
        <p:spPr>
          <a:xfrm>
            <a:off x="11308791" y="467614"/>
            <a:ext cx="28448" cy="28448"/>
          </a:xfrm>
          <a:prstGeom prst="ellipse">
            <a:avLst/>
          </a:prstGeom>
          <a:solidFill>
            <a:srgbClr val="000000"/>
          </a:solidFill>
          <a:ln/>
        </p:spPr>
      </p:sp>
      <p:sp>
        <p:nvSpPr>
          <p:cNvPr id="33" name="Shape 31"/>
          <p:cNvSpPr/>
          <p:nvPr/>
        </p:nvSpPr>
        <p:spPr>
          <a:xfrm>
            <a:off x="11385245" y="480949"/>
            <a:ext cx="28448" cy="28448"/>
          </a:xfrm>
          <a:prstGeom prst="ellipse">
            <a:avLst/>
          </a:prstGeom>
          <a:solidFill>
            <a:srgbClr val="000000"/>
          </a:solidFill>
          <a:ln/>
        </p:spPr>
      </p:sp>
      <p:sp>
        <p:nvSpPr>
          <p:cNvPr id="34" name="Shape 32"/>
          <p:cNvSpPr/>
          <p:nvPr/>
        </p:nvSpPr>
        <p:spPr>
          <a:xfrm>
            <a:off x="11451920" y="519176"/>
            <a:ext cx="28448" cy="28448"/>
          </a:xfrm>
          <a:prstGeom prst="ellipse">
            <a:avLst/>
          </a:prstGeom>
          <a:solidFill>
            <a:srgbClr val="000000"/>
          </a:solidFill>
          <a:ln/>
        </p:spPr>
      </p:sp>
      <p:sp>
        <p:nvSpPr>
          <p:cNvPr id="35" name="Shape 33"/>
          <p:cNvSpPr/>
          <p:nvPr/>
        </p:nvSpPr>
        <p:spPr>
          <a:xfrm>
            <a:off x="11501704" y="578739"/>
            <a:ext cx="28448" cy="28448"/>
          </a:xfrm>
          <a:prstGeom prst="ellipse">
            <a:avLst/>
          </a:prstGeom>
          <a:solidFill>
            <a:srgbClr val="000000"/>
          </a:solidFill>
          <a:ln/>
        </p:spPr>
      </p:sp>
      <p:sp>
        <p:nvSpPr>
          <p:cNvPr id="36" name="Shape 34"/>
          <p:cNvSpPr/>
          <p:nvPr/>
        </p:nvSpPr>
        <p:spPr>
          <a:xfrm>
            <a:off x="11527485" y="651637"/>
            <a:ext cx="28448" cy="28448"/>
          </a:xfrm>
          <a:prstGeom prst="ellipse">
            <a:avLst/>
          </a:prstGeom>
          <a:solidFill>
            <a:srgbClr val="000000"/>
          </a:solidFill>
          <a:ln/>
        </p:spPr>
      </p:sp>
      <p:sp>
        <p:nvSpPr>
          <p:cNvPr id="37" name="Shape 35"/>
          <p:cNvSpPr/>
          <p:nvPr/>
        </p:nvSpPr>
        <p:spPr>
          <a:xfrm>
            <a:off x="11527485" y="728091"/>
            <a:ext cx="28448" cy="28448"/>
          </a:xfrm>
          <a:prstGeom prst="ellipse">
            <a:avLst/>
          </a:prstGeom>
          <a:solidFill>
            <a:srgbClr val="000000"/>
          </a:solidFill>
          <a:ln/>
        </p:spPr>
      </p:sp>
      <p:sp>
        <p:nvSpPr>
          <p:cNvPr id="38" name="Shape 36"/>
          <p:cNvSpPr/>
          <p:nvPr/>
        </p:nvSpPr>
        <p:spPr>
          <a:xfrm>
            <a:off x="11501704" y="800989"/>
            <a:ext cx="28448" cy="28448"/>
          </a:xfrm>
          <a:prstGeom prst="ellipse">
            <a:avLst/>
          </a:prstGeom>
          <a:solidFill>
            <a:srgbClr val="000000"/>
          </a:solidFill>
          <a:ln/>
        </p:spPr>
      </p:sp>
      <p:sp>
        <p:nvSpPr>
          <p:cNvPr id="39" name="Shape 37"/>
          <p:cNvSpPr/>
          <p:nvPr/>
        </p:nvSpPr>
        <p:spPr>
          <a:xfrm>
            <a:off x="11451920" y="860552"/>
            <a:ext cx="28448" cy="28448"/>
          </a:xfrm>
          <a:prstGeom prst="ellipse">
            <a:avLst/>
          </a:prstGeom>
          <a:solidFill>
            <a:srgbClr val="000000"/>
          </a:solidFill>
          <a:ln/>
        </p:spPr>
      </p:sp>
      <p:sp>
        <p:nvSpPr>
          <p:cNvPr id="40" name="Shape 38"/>
          <p:cNvSpPr/>
          <p:nvPr/>
        </p:nvSpPr>
        <p:spPr>
          <a:xfrm>
            <a:off x="11385245" y="898779"/>
            <a:ext cx="28448" cy="28448"/>
          </a:xfrm>
          <a:prstGeom prst="ellipse">
            <a:avLst/>
          </a:prstGeom>
          <a:solidFill>
            <a:srgbClr val="000000"/>
          </a:solidFill>
          <a:ln/>
        </p:spPr>
      </p:sp>
      <p:sp>
        <p:nvSpPr>
          <p:cNvPr id="41" name="Shape 39"/>
          <p:cNvSpPr/>
          <p:nvPr/>
        </p:nvSpPr>
        <p:spPr>
          <a:xfrm>
            <a:off x="11308791" y="912114"/>
            <a:ext cx="28448" cy="28448"/>
          </a:xfrm>
          <a:prstGeom prst="ellipse">
            <a:avLst/>
          </a:prstGeom>
          <a:solidFill>
            <a:srgbClr val="000000"/>
          </a:solidFill>
          <a:ln/>
        </p:spPr>
      </p:sp>
      <p:sp>
        <p:nvSpPr>
          <p:cNvPr id="42" name="Shape 40"/>
          <p:cNvSpPr/>
          <p:nvPr/>
        </p:nvSpPr>
        <p:spPr>
          <a:xfrm>
            <a:off x="11232337" y="898779"/>
            <a:ext cx="28448" cy="28448"/>
          </a:xfrm>
          <a:prstGeom prst="ellipse">
            <a:avLst/>
          </a:prstGeom>
          <a:solidFill>
            <a:srgbClr val="000000"/>
          </a:solidFill>
          <a:ln/>
        </p:spPr>
      </p:sp>
      <p:sp>
        <p:nvSpPr>
          <p:cNvPr id="43" name="Shape 41"/>
          <p:cNvSpPr/>
          <p:nvPr/>
        </p:nvSpPr>
        <p:spPr>
          <a:xfrm>
            <a:off x="11165662" y="860552"/>
            <a:ext cx="28448" cy="28448"/>
          </a:xfrm>
          <a:prstGeom prst="ellipse">
            <a:avLst/>
          </a:prstGeom>
          <a:solidFill>
            <a:srgbClr val="000000"/>
          </a:solidFill>
          <a:ln/>
        </p:spPr>
      </p:sp>
      <p:sp>
        <p:nvSpPr>
          <p:cNvPr id="44" name="Shape 42"/>
          <p:cNvSpPr/>
          <p:nvPr/>
        </p:nvSpPr>
        <p:spPr>
          <a:xfrm>
            <a:off x="11115878" y="800989"/>
            <a:ext cx="28448" cy="28448"/>
          </a:xfrm>
          <a:prstGeom prst="ellipse">
            <a:avLst/>
          </a:prstGeom>
          <a:solidFill>
            <a:srgbClr val="000000"/>
          </a:solidFill>
          <a:ln/>
        </p:spPr>
      </p:sp>
      <p:sp>
        <p:nvSpPr>
          <p:cNvPr id="45" name="Shape 43"/>
          <p:cNvSpPr/>
          <p:nvPr/>
        </p:nvSpPr>
        <p:spPr>
          <a:xfrm>
            <a:off x="11090097" y="728091"/>
            <a:ext cx="28448" cy="28448"/>
          </a:xfrm>
          <a:prstGeom prst="ellipse">
            <a:avLst/>
          </a:prstGeom>
          <a:solidFill>
            <a:srgbClr val="000000"/>
          </a:solidFill>
          <a:ln/>
        </p:spPr>
      </p:sp>
      <p:sp>
        <p:nvSpPr>
          <p:cNvPr id="46" name="Shape 44"/>
          <p:cNvSpPr/>
          <p:nvPr/>
        </p:nvSpPr>
        <p:spPr>
          <a:xfrm>
            <a:off x="11090097" y="651637"/>
            <a:ext cx="28448" cy="28448"/>
          </a:xfrm>
          <a:prstGeom prst="ellipse">
            <a:avLst/>
          </a:prstGeom>
          <a:solidFill>
            <a:srgbClr val="000000"/>
          </a:solidFill>
          <a:ln/>
        </p:spPr>
      </p:sp>
      <p:sp>
        <p:nvSpPr>
          <p:cNvPr id="47" name="Shape 45"/>
          <p:cNvSpPr/>
          <p:nvPr/>
        </p:nvSpPr>
        <p:spPr>
          <a:xfrm>
            <a:off x="11115878" y="578739"/>
            <a:ext cx="28448" cy="28448"/>
          </a:xfrm>
          <a:prstGeom prst="ellipse">
            <a:avLst/>
          </a:prstGeom>
          <a:solidFill>
            <a:srgbClr val="000000"/>
          </a:solidFill>
          <a:ln/>
        </p:spPr>
      </p:sp>
      <p:sp>
        <p:nvSpPr>
          <p:cNvPr id="48" name="Shape 46"/>
          <p:cNvSpPr/>
          <p:nvPr/>
        </p:nvSpPr>
        <p:spPr>
          <a:xfrm>
            <a:off x="11165662" y="519176"/>
            <a:ext cx="28448" cy="28448"/>
          </a:xfrm>
          <a:prstGeom prst="ellipse">
            <a:avLst/>
          </a:prstGeom>
          <a:solidFill>
            <a:srgbClr val="000000"/>
          </a:solidFill>
          <a:ln/>
        </p:spPr>
      </p:sp>
      <p:sp>
        <p:nvSpPr>
          <p:cNvPr id="49" name="Shape 47"/>
          <p:cNvSpPr/>
          <p:nvPr/>
        </p:nvSpPr>
        <p:spPr>
          <a:xfrm>
            <a:off x="11232337" y="480949"/>
            <a:ext cx="28448" cy="28448"/>
          </a:xfrm>
          <a:prstGeom prst="ellipse">
            <a:avLst/>
          </a:prstGeom>
          <a:solidFill>
            <a:srgbClr val="000000"/>
          </a:solidFill>
          <a:ln/>
        </p:spPr>
      </p:sp>
      <p:sp>
        <p:nvSpPr>
          <p:cNvPr id="50" name="Shape 48"/>
          <p:cNvSpPr/>
          <p:nvPr/>
        </p:nvSpPr>
        <p:spPr>
          <a:xfrm>
            <a:off x="11312347" y="417830"/>
            <a:ext cx="21336" cy="21336"/>
          </a:xfrm>
          <a:prstGeom prst="ellipse">
            <a:avLst/>
          </a:prstGeom>
          <a:solidFill>
            <a:srgbClr val="000000"/>
          </a:solidFill>
          <a:ln/>
        </p:spPr>
      </p:sp>
      <p:sp>
        <p:nvSpPr>
          <p:cNvPr id="51" name="Shape 49"/>
          <p:cNvSpPr/>
          <p:nvPr/>
        </p:nvSpPr>
        <p:spPr>
          <a:xfrm>
            <a:off x="11389690" y="429387"/>
            <a:ext cx="21336" cy="21336"/>
          </a:xfrm>
          <a:prstGeom prst="ellipse">
            <a:avLst/>
          </a:prstGeom>
          <a:solidFill>
            <a:srgbClr val="000000"/>
          </a:solidFill>
          <a:ln/>
        </p:spPr>
      </p:sp>
      <p:sp>
        <p:nvSpPr>
          <p:cNvPr id="52" name="Shape 50"/>
          <p:cNvSpPr/>
          <p:nvPr/>
        </p:nvSpPr>
        <p:spPr>
          <a:xfrm>
            <a:off x="11461699" y="461391"/>
            <a:ext cx="21336" cy="21336"/>
          </a:xfrm>
          <a:prstGeom prst="ellipse">
            <a:avLst/>
          </a:prstGeom>
          <a:solidFill>
            <a:srgbClr val="000000"/>
          </a:solidFill>
          <a:ln/>
        </p:spPr>
      </p:sp>
      <p:sp>
        <p:nvSpPr>
          <p:cNvPr id="53" name="Shape 51"/>
          <p:cNvSpPr/>
          <p:nvPr/>
        </p:nvSpPr>
        <p:spPr>
          <a:xfrm>
            <a:off x="11520373" y="512953"/>
            <a:ext cx="21336" cy="21336"/>
          </a:xfrm>
          <a:prstGeom prst="ellipse">
            <a:avLst/>
          </a:prstGeom>
          <a:solidFill>
            <a:srgbClr val="000000"/>
          </a:solidFill>
          <a:ln/>
        </p:spPr>
      </p:sp>
      <p:sp>
        <p:nvSpPr>
          <p:cNvPr id="54" name="Shape 52"/>
          <p:cNvSpPr/>
          <p:nvPr/>
        </p:nvSpPr>
        <p:spPr>
          <a:xfrm>
            <a:off x="11563045" y="578739"/>
            <a:ext cx="21336" cy="21336"/>
          </a:xfrm>
          <a:prstGeom prst="ellipse">
            <a:avLst/>
          </a:prstGeom>
          <a:solidFill>
            <a:srgbClr val="000000"/>
          </a:solidFill>
          <a:ln/>
        </p:spPr>
      </p:sp>
      <p:sp>
        <p:nvSpPr>
          <p:cNvPr id="55" name="Shape 53"/>
          <p:cNvSpPr/>
          <p:nvPr/>
        </p:nvSpPr>
        <p:spPr>
          <a:xfrm>
            <a:off x="11585270" y="654304"/>
            <a:ext cx="21336" cy="21336"/>
          </a:xfrm>
          <a:prstGeom prst="ellipse">
            <a:avLst/>
          </a:prstGeom>
          <a:solidFill>
            <a:srgbClr val="000000"/>
          </a:solidFill>
          <a:ln/>
        </p:spPr>
      </p:sp>
      <p:sp>
        <p:nvSpPr>
          <p:cNvPr id="56" name="Shape 54"/>
          <p:cNvSpPr/>
          <p:nvPr/>
        </p:nvSpPr>
        <p:spPr>
          <a:xfrm>
            <a:off x="11585270" y="732536"/>
            <a:ext cx="21336" cy="21336"/>
          </a:xfrm>
          <a:prstGeom prst="ellipse">
            <a:avLst/>
          </a:prstGeom>
          <a:solidFill>
            <a:srgbClr val="000000"/>
          </a:solidFill>
          <a:ln/>
        </p:spPr>
      </p:sp>
      <p:sp>
        <p:nvSpPr>
          <p:cNvPr id="57" name="Shape 55"/>
          <p:cNvSpPr/>
          <p:nvPr/>
        </p:nvSpPr>
        <p:spPr>
          <a:xfrm>
            <a:off x="11563045" y="808101"/>
            <a:ext cx="21336" cy="21336"/>
          </a:xfrm>
          <a:prstGeom prst="ellipse">
            <a:avLst/>
          </a:prstGeom>
          <a:solidFill>
            <a:srgbClr val="000000"/>
          </a:solidFill>
          <a:ln/>
        </p:spPr>
      </p:sp>
      <p:sp>
        <p:nvSpPr>
          <p:cNvPr id="58" name="Shape 56"/>
          <p:cNvSpPr/>
          <p:nvPr/>
        </p:nvSpPr>
        <p:spPr>
          <a:xfrm>
            <a:off x="11520373" y="873887"/>
            <a:ext cx="21336" cy="21336"/>
          </a:xfrm>
          <a:prstGeom prst="ellipse">
            <a:avLst/>
          </a:prstGeom>
          <a:solidFill>
            <a:srgbClr val="000000"/>
          </a:solidFill>
          <a:ln/>
        </p:spPr>
      </p:sp>
      <p:sp>
        <p:nvSpPr>
          <p:cNvPr id="59" name="Shape 57"/>
          <p:cNvSpPr/>
          <p:nvPr/>
        </p:nvSpPr>
        <p:spPr>
          <a:xfrm>
            <a:off x="11461699" y="925449"/>
            <a:ext cx="21336" cy="21336"/>
          </a:xfrm>
          <a:prstGeom prst="ellipse">
            <a:avLst/>
          </a:prstGeom>
          <a:solidFill>
            <a:srgbClr val="000000"/>
          </a:solidFill>
          <a:ln/>
        </p:spPr>
      </p:sp>
      <p:sp>
        <p:nvSpPr>
          <p:cNvPr id="60" name="Shape 58"/>
          <p:cNvSpPr/>
          <p:nvPr/>
        </p:nvSpPr>
        <p:spPr>
          <a:xfrm>
            <a:off x="11389690" y="957453"/>
            <a:ext cx="21336" cy="21336"/>
          </a:xfrm>
          <a:prstGeom prst="ellipse">
            <a:avLst/>
          </a:prstGeom>
          <a:solidFill>
            <a:srgbClr val="000000"/>
          </a:solidFill>
          <a:ln/>
        </p:spPr>
      </p:sp>
      <p:sp>
        <p:nvSpPr>
          <p:cNvPr id="61" name="Shape 59"/>
          <p:cNvSpPr/>
          <p:nvPr/>
        </p:nvSpPr>
        <p:spPr>
          <a:xfrm>
            <a:off x="11312347" y="969010"/>
            <a:ext cx="21336" cy="21336"/>
          </a:xfrm>
          <a:prstGeom prst="ellipse">
            <a:avLst/>
          </a:prstGeom>
          <a:solidFill>
            <a:srgbClr val="000000"/>
          </a:solidFill>
          <a:ln/>
        </p:spPr>
      </p:sp>
      <p:sp>
        <p:nvSpPr>
          <p:cNvPr id="62" name="Shape 60"/>
          <p:cNvSpPr/>
          <p:nvPr/>
        </p:nvSpPr>
        <p:spPr>
          <a:xfrm>
            <a:off x="11235004" y="957453"/>
            <a:ext cx="21336" cy="21336"/>
          </a:xfrm>
          <a:prstGeom prst="ellipse">
            <a:avLst/>
          </a:prstGeom>
          <a:solidFill>
            <a:srgbClr val="000000"/>
          </a:solidFill>
          <a:ln/>
        </p:spPr>
      </p:sp>
      <p:sp>
        <p:nvSpPr>
          <p:cNvPr id="63" name="Shape 61"/>
          <p:cNvSpPr/>
          <p:nvPr/>
        </p:nvSpPr>
        <p:spPr>
          <a:xfrm>
            <a:off x="11162995" y="925449"/>
            <a:ext cx="21336" cy="21336"/>
          </a:xfrm>
          <a:prstGeom prst="ellipse">
            <a:avLst/>
          </a:prstGeom>
          <a:solidFill>
            <a:srgbClr val="000000"/>
          </a:solidFill>
          <a:ln/>
        </p:spPr>
      </p:sp>
      <p:sp>
        <p:nvSpPr>
          <p:cNvPr id="64" name="Shape 62"/>
          <p:cNvSpPr/>
          <p:nvPr/>
        </p:nvSpPr>
        <p:spPr>
          <a:xfrm>
            <a:off x="11104321" y="873887"/>
            <a:ext cx="21336" cy="21336"/>
          </a:xfrm>
          <a:prstGeom prst="ellipse">
            <a:avLst/>
          </a:prstGeom>
          <a:solidFill>
            <a:srgbClr val="000000"/>
          </a:solidFill>
          <a:ln/>
        </p:spPr>
      </p:sp>
      <p:sp>
        <p:nvSpPr>
          <p:cNvPr id="65" name="Shape 63"/>
          <p:cNvSpPr/>
          <p:nvPr/>
        </p:nvSpPr>
        <p:spPr>
          <a:xfrm>
            <a:off x="11061649" y="808101"/>
            <a:ext cx="21336" cy="21336"/>
          </a:xfrm>
          <a:prstGeom prst="ellipse">
            <a:avLst/>
          </a:prstGeom>
          <a:solidFill>
            <a:srgbClr val="000000"/>
          </a:solidFill>
          <a:ln/>
        </p:spPr>
      </p:sp>
      <p:sp>
        <p:nvSpPr>
          <p:cNvPr id="66" name="Shape 64"/>
          <p:cNvSpPr/>
          <p:nvPr/>
        </p:nvSpPr>
        <p:spPr>
          <a:xfrm>
            <a:off x="11039424" y="732536"/>
            <a:ext cx="21336" cy="21336"/>
          </a:xfrm>
          <a:prstGeom prst="ellipse">
            <a:avLst/>
          </a:prstGeom>
          <a:solidFill>
            <a:srgbClr val="000000"/>
          </a:solidFill>
          <a:ln/>
        </p:spPr>
      </p:sp>
      <p:sp>
        <p:nvSpPr>
          <p:cNvPr id="67" name="Shape 65"/>
          <p:cNvSpPr/>
          <p:nvPr/>
        </p:nvSpPr>
        <p:spPr>
          <a:xfrm>
            <a:off x="11039424" y="654304"/>
            <a:ext cx="21336" cy="21336"/>
          </a:xfrm>
          <a:prstGeom prst="ellipse">
            <a:avLst/>
          </a:prstGeom>
          <a:solidFill>
            <a:srgbClr val="000000"/>
          </a:solidFill>
          <a:ln/>
        </p:spPr>
      </p:sp>
      <p:sp>
        <p:nvSpPr>
          <p:cNvPr id="68" name="Shape 66"/>
          <p:cNvSpPr/>
          <p:nvPr/>
        </p:nvSpPr>
        <p:spPr>
          <a:xfrm>
            <a:off x="11061649" y="578739"/>
            <a:ext cx="21336" cy="21336"/>
          </a:xfrm>
          <a:prstGeom prst="ellipse">
            <a:avLst/>
          </a:prstGeom>
          <a:solidFill>
            <a:srgbClr val="000000"/>
          </a:solidFill>
          <a:ln/>
        </p:spPr>
      </p:sp>
      <p:sp>
        <p:nvSpPr>
          <p:cNvPr id="69" name="Shape 67"/>
          <p:cNvSpPr/>
          <p:nvPr/>
        </p:nvSpPr>
        <p:spPr>
          <a:xfrm>
            <a:off x="11104321" y="512953"/>
            <a:ext cx="21336" cy="21336"/>
          </a:xfrm>
          <a:prstGeom prst="ellipse">
            <a:avLst/>
          </a:prstGeom>
          <a:solidFill>
            <a:srgbClr val="000000"/>
          </a:solidFill>
          <a:ln/>
        </p:spPr>
      </p:sp>
      <p:sp>
        <p:nvSpPr>
          <p:cNvPr id="70" name="Shape 68"/>
          <p:cNvSpPr/>
          <p:nvPr/>
        </p:nvSpPr>
        <p:spPr>
          <a:xfrm>
            <a:off x="11162995" y="461391"/>
            <a:ext cx="21336" cy="21336"/>
          </a:xfrm>
          <a:prstGeom prst="ellipse">
            <a:avLst/>
          </a:prstGeom>
          <a:solidFill>
            <a:srgbClr val="000000"/>
          </a:solidFill>
          <a:ln/>
        </p:spPr>
      </p:sp>
      <p:sp>
        <p:nvSpPr>
          <p:cNvPr id="71" name="Shape 69"/>
          <p:cNvSpPr/>
          <p:nvPr/>
        </p:nvSpPr>
        <p:spPr>
          <a:xfrm>
            <a:off x="11235004" y="429387"/>
            <a:ext cx="21336" cy="21336"/>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je dashboard minimaal heeft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F4D74B"/>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Grafiek</a:t>
            </a:r>
            <a:endParaRPr lang="en-US" sz="1200" dirty="0"/>
          </a:p>
        </p:txBody>
      </p:sp>
      <p:sp>
        <p:nvSpPr>
          <p:cNvPr id="78" name="Text 76"/>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Conclusie als titel</a:t>
            </a:r>
            <a:endParaRPr lang="en-US" sz="1900" dirty="0"/>
          </a:p>
        </p:txBody>
      </p:sp>
      <p:sp>
        <p:nvSpPr>
          <p:cNvPr id="79" name="Text 77"/>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"Uitval is het hoogst in techniek" in plaats van "Uitval per sector".</a:t>
            </a:r>
            <a:endParaRPr lang="en-US" sz="1500" dirty="0"/>
          </a:p>
        </p:txBody>
      </p:sp>
      <p:sp>
        <p:nvSpPr>
          <p:cNvPr id="80" name="Shape 78"/>
          <p:cNvSpPr/>
          <p:nvPr/>
        </p:nvSpPr>
        <p:spPr>
          <a:xfrm>
            <a:off x="3390824" y="1371600"/>
            <a:ext cx="2567864" cy="3025648"/>
          </a:xfrm>
          <a:prstGeom prst="roundRect">
            <a:avLst>
              <a:gd name="adj" fmla="val 3550"/>
            </a:avLst>
          </a:prstGeom>
          <a:solidFill>
            <a:srgbClr val="DD784B"/>
          </a:solidFill>
          <a:ln/>
        </p:spPr>
      </p:sp>
      <p:sp>
        <p:nvSpPr>
          <p:cNvPr id="81" name="Shape 79"/>
          <p:cNvSpPr/>
          <p:nvPr/>
        </p:nvSpPr>
        <p:spPr>
          <a:xfrm>
            <a:off x="3665144" y="1645920"/>
            <a:ext cx="548640" cy="548640"/>
          </a:xfrm>
          <a:prstGeom prst="ellipse">
            <a:avLst/>
          </a:prstGeom>
          <a:solidFill>
            <a:srgbClr val="F4D9D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F4D9D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Vergelijking</a:t>
            </a:r>
            <a:endParaRPr lang="en-US" sz="1200" dirty="0"/>
          </a:p>
        </p:txBody>
      </p:sp>
      <p:sp>
        <p:nvSpPr>
          <p:cNvPr id="85" name="Text 83"/>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nul-as</a:t>
            </a:r>
            <a:endParaRPr lang="en-US" sz="2000" dirty="0"/>
          </a:p>
        </p:txBody>
      </p:sp>
      <p:sp>
        <p:nvSpPr>
          <p:cNvPr id="86" name="Text 84"/>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of cohorten naast elkaar, vergelijkbaar en eerlijk.</a:t>
            </a:r>
            <a:endParaRPr lang="en-US" sz="1500" dirty="0"/>
          </a:p>
        </p:txBody>
      </p:sp>
      <p:sp>
        <p:nvSpPr>
          <p:cNvPr id="87" name="Shape 85"/>
          <p:cNvSpPr/>
          <p:nvPr/>
        </p:nvSpPr>
        <p:spPr>
          <a:xfrm>
            <a:off x="6233008" y="1371600"/>
            <a:ext cx="2567864" cy="3025648"/>
          </a:xfrm>
          <a:prstGeom prst="roundRect">
            <a:avLst>
              <a:gd name="adj" fmla="val 3550"/>
            </a:avLst>
          </a:prstGeom>
          <a:solidFill>
            <a:srgbClr val="00AF81"/>
          </a:solidFill>
          <a:ln/>
        </p:spPr>
      </p:sp>
      <p:sp>
        <p:nvSpPr>
          <p:cNvPr id="88" name="Shape 86"/>
          <p:cNvSpPr/>
          <p:nvPr/>
        </p:nvSpPr>
        <p:spPr>
          <a:xfrm>
            <a:off x="6507328" y="1645920"/>
            <a:ext cx="548640" cy="548640"/>
          </a:xfrm>
          <a:prstGeom prst="ellipse">
            <a:avLst/>
          </a:prstGeom>
          <a:solidFill>
            <a:srgbClr val="F4D9D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F4D9D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Filter</a:t>
            </a:r>
            <a:endParaRPr lang="en-US" sz="1200" dirty="0"/>
          </a:p>
        </p:txBody>
      </p:sp>
      <p:sp>
        <p:nvSpPr>
          <p:cNvPr id="92" name="Text 90"/>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Sector of cohort</a:t>
            </a:r>
            <a:endParaRPr lang="en-US" sz="1900" dirty="0"/>
          </a:p>
        </p:txBody>
      </p:sp>
      <p:sp>
        <p:nvSpPr>
          <p:cNvPr id="93" name="Text 91"/>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Ook na het filteren worden kleine groepen niet getoond.</a:t>
            </a:r>
            <a:endParaRPr lang="en-US" sz="1500" dirty="0"/>
          </a:p>
        </p:txBody>
      </p:sp>
      <p:sp>
        <p:nvSpPr>
          <p:cNvPr id="94" name="Shape 92"/>
          <p:cNvSpPr/>
          <p:nvPr/>
        </p:nvSpPr>
        <p:spPr>
          <a:xfrm>
            <a:off x="9075191" y="1371600"/>
            <a:ext cx="2567864" cy="3025648"/>
          </a:xfrm>
          <a:prstGeom prst="roundRect">
            <a:avLst>
              <a:gd name="adj" fmla="val 3550"/>
            </a:avLst>
          </a:prstGeom>
          <a:solidFill>
            <a:srgbClr val="F4D74B"/>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Uitleg</a:t>
            </a:r>
            <a:endParaRPr lang="en-US" sz="1200" dirty="0"/>
          </a:p>
        </p:txBody>
      </p:sp>
      <p:sp>
        <p:nvSpPr>
          <p:cNvPr id="99" name="Text 97"/>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Zo lees je dit</a:t>
            </a:r>
            <a:endParaRPr lang="en-US" sz="1900" dirty="0"/>
          </a:p>
        </p:txBody>
      </p:sp>
      <p:sp>
        <p:nvSpPr>
          <p:cNvPr id="100" name="Text 98"/>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Definities, bron en wat het dashboard niet kan zeggen.</a:t>
            </a:r>
            <a:endParaRPr lang="en-US" sz="1500" dirty="0"/>
          </a:p>
        </p:txBody>
      </p:sp>
      <p:sp>
        <p:nvSpPr>
          <p:cNvPr id="101" name="Text 99"/>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Het dashboard is het middel, de casusvraag het doel.</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296345" y="615188"/>
            <a:ext cx="53340" cy="53340"/>
          </a:xfrm>
          <a:prstGeom prst="ellipse">
            <a:avLst/>
          </a:prstGeom>
          <a:solidFill>
            <a:srgbClr val="000000"/>
          </a:solidFill>
          <a:ln/>
        </p:spPr>
      </p:sp>
      <p:sp>
        <p:nvSpPr>
          <p:cNvPr id="3" name="Shape 1"/>
          <p:cNvSpPr/>
          <p:nvPr/>
        </p:nvSpPr>
        <p:spPr>
          <a:xfrm>
            <a:off x="11350574" y="646303"/>
            <a:ext cx="53340" cy="53340"/>
          </a:xfrm>
          <a:prstGeom prst="ellipse">
            <a:avLst/>
          </a:prstGeom>
          <a:solidFill>
            <a:srgbClr val="000000"/>
          </a:solidFill>
          <a:ln/>
        </p:spPr>
      </p:sp>
      <p:sp>
        <p:nvSpPr>
          <p:cNvPr id="4" name="Shape 2"/>
          <p:cNvSpPr/>
          <p:nvPr/>
        </p:nvSpPr>
        <p:spPr>
          <a:xfrm>
            <a:off x="11350574" y="708533"/>
            <a:ext cx="53340" cy="53340"/>
          </a:xfrm>
          <a:prstGeom prst="ellipse">
            <a:avLst/>
          </a:prstGeom>
          <a:solidFill>
            <a:srgbClr val="000000"/>
          </a:solidFill>
          <a:ln/>
        </p:spPr>
      </p:sp>
      <p:sp>
        <p:nvSpPr>
          <p:cNvPr id="5" name="Shape 3"/>
          <p:cNvSpPr/>
          <p:nvPr/>
        </p:nvSpPr>
        <p:spPr>
          <a:xfrm>
            <a:off x="11296345" y="739648"/>
            <a:ext cx="53340" cy="53340"/>
          </a:xfrm>
          <a:prstGeom prst="ellipse">
            <a:avLst/>
          </a:prstGeom>
          <a:solidFill>
            <a:srgbClr val="000000"/>
          </a:solidFill>
          <a:ln/>
        </p:spPr>
      </p:sp>
      <p:sp>
        <p:nvSpPr>
          <p:cNvPr id="6" name="Shape 4"/>
          <p:cNvSpPr/>
          <p:nvPr/>
        </p:nvSpPr>
        <p:spPr>
          <a:xfrm>
            <a:off x="11242116" y="708533"/>
            <a:ext cx="53340" cy="53340"/>
          </a:xfrm>
          <a:prstGeom prst="ellipse">
            <a:avLst/>
          </a:prstGeom>
          <a:solidFill>
            <a:srgbClr val="000000"/>
          </a:solidFill>
          <a:ln/>
        </p:spPr>
      </p:sp>
      <p:sp>
        <p:nvSpPr>
          <p:cNvPr id="7" name="Shape 5"/>
          <p:cNvSpPr/>
          <p:nvPr/>
        </p:nvSpPr>
        <p:spPr>
          <a:xfrm>
            <a:off x="11242116" y="646303"/>
            <a:ext cx="53340" cy="53340"/>
          </a:xfrm>
          <a:prstGeom prst="ellipse">
            <a:avLst/>
          </a:prstGeom>
          <a:solidFill>
            <a:srgbClr val="000000"/>
          </a:solidFill>
          <a:ln/>
        </p:spPr>
      </p:sp>
      <p:sp>
        <p:nvSpPr>
          <p:cNvPr id="8" name="Shape 6"/>
          <p:cNvSpPr/>
          <p:nvPr/>
        </p:nvSpPr>
        <p:spPr>
          <a:xfrm>
            <a:off x="11300790" y="566293"/>
            <a:ext cx="44450" cy="44450"/>
          </a:xfrm>
          <a:prstGeom prst="ellipse">
            <a:avLst/>
          </a:prstGeom>
          <a:solidFill>
            <a:srgbClr val="000000"/>
          </a:solidFill>
          <a:ln/>
        </p:spPr>
      </p:sp>
      <p:sp>
        <p:nvSpPr>
          <p:cNvPr id="9" name="Shape 7"/>
          <p:cNvSpPr/>
          <p:nvPr/>
        </p:nvSpPr>
        <p:spPr>
          <a:xfrm>
            <a:off x="11368354" y="588518"/>
            <a:ext cx="44450" cy="44450"/>
          </a:xfrm>
          <a:prstGeom prst="ellipse">
            <a:avLst/>
          </a:prstGeom>
          <a:solidFill>
            <a:srgbClr val="000000"/>
          </a:solidFill>
          <a:ln/>
        </p:spPr>
      </p:sp>
      <p:sp>
        <p:nvSpPr>
          <p:cNvPr id="10" name="Shape 8"/>
          <p:cNvSpPr/>
          <p:nvPr/>
        </p:nvSpPr>
        <p:spPr>
          <a:xfrm>
            <a:off x="11411026" y="646303"/>
            <a:ext cx="44450" cy="44450"/>
          </a:xfrm>
          <a:prstGeom prst="ellipse">
            <a:avLst/>
          </a:prstGeom>
          <a:solidFill>
            <a:srgbClr val="000000"/>
          </a:solidFill>
          <a:ln/>
        </p:spPr>
      </p:sp>
      <p:sp>
        <p:nvSpPr>
          <p:cNvPr id="11" name="Shape 9"/>
          <p:cNvSpPr/>
          <p:nvPr/>
        </p:nvSpPr>
        <p:spPr>
          <a:xfrm>
            <a:off x="11411026" y="717423"/>
            <a:ext cx="44450" cy="44450"/>
          </a:xfrm>
          <a:prstGeom prst="ellipse">
            <a:avLst/>
          </a:prstGeom>
          <a:solidFill>
            <a:srgbClr val="000000"/>
          </a:solidFill>
          <a:ln/>
        </p:spPr>
      </p:sp>
      <p:sp>
        <p:nvSpPr>
          <p:cNvPr id="12" name="Shape 10"/>
          <p:cNvSpPr/>
          <p:nvPr/>
        </p:nvSpPr>
        <p:spPr>
          <a:xfrm>
            <a:off x="11368354" y="775208"/>
            <a:ext cx="44450" cy="44450"/>
          </a:xfrm>
          <a:prstGeom prst="ellipse">
            <a:avLst/>
          </a:prstGeom>
          <a:solidFill>
            <a:srgbClr val="000000"/>
          </a:solidFill>
          <a:ln/>
        </p:spPr>
      </p:sp>
      <p:sp>
        <p:nvSpPr>
          <p:cNvPr id="13" name="Shape 11"/>
          <p:cNvSpPr/>
          <p:nvPr/>
        </p:nvSpPr>
        <p:spPr>
          <a:xfrm>
            <a:off x="11300790" y="797433"/>
            <a:ext cx="44450" cy="44450"/>
          </a:xfrm>
          <a:prstGeom prst="ellipse">
            <a:avLst/>
          </a:prstGeom>
          <a:solidFill>
            <a:srgbClr val="000000"/>
          </a:solidFill>
          <a:ln/>
        </p:spPr>
      </p:sp>
      <p:sp>
        <p:nvSpPr>
          <p:cNvPr id="14" name="Shape 12"/>
          <p:cNvSpPr/>
          <p:nvPr/>
        </p:nvSpPr>
        <p:spPr>
          <a:xfrm>
            <a:off x="11233226" y="775208"/>
            <a:ext cx="44450" cy="44450"/>
          </a:xfrm>
          <a:prstGeom prst="ellipse">
            <a:avLst/>
          </a:prstGeom>
          <a:solidFill>
            <a:srgbClr val="000000"/>
          </a:solidFill>
          <a:ln/>
        </p:spPr>
      </p:sp>
      <p:sp>
        <p:nvSpPr>
          <p:cNvPr id="15" name="Shape 13"/>
          <p:cNvSpPr/>
          <p:nvPr/>
        </p:nvSpPr>
        <p:spPr>
          <a:xfrm>
            <a:off x="11190554" y="717423"/>
            <a:ext cx="44450" cy="44450"/>
          </a:xfrm>
          <a:prstGeom prst="ellipse">
            <a:avLst/>
          </a:prstGeom>
          <a:solidFill>
            <a:srgbClr val="000000"/>
          </a:solidFill>
          <a:ln/>
        </p:spPr>
      </p:sp>
      <p:sp>
        <p:nvSpPr>
          <p:cNvPr id="16" name="Shape 14"/>
          <p:cNvSpPr/>
          <p:nvPr/>
        </p:nvSpPr>
        <p:spPr>
          <a:xfrm>
            <a:off x="11190554" y="646303"/>
            <a:ext cx="44450" cy="44450"/>
          </a:xfrm>
          <a:prstGeom prst="ellipse">
            <a:avLst/>
          </a:prstGeom>
          <a:solidFill>
            <a:srgbClr val="000000"/>
          </a:solidFill>
          <a:ln/>
        </p:spPr>
      </p:sp>
      <p:sp>
        <p:nvSpPr>
          <p:cNvPr id="17" name="Shape 15"/>
          <p:cNvSpPr/>
          <p:nvPr/>
        </p:nvSpPr>
        <p:spPr>
          <a:xfrm>
            <a:off x="11233226" y="588518"/>
            <a:ext cx="44450" cy="44450"/>
          </a:xfrm>
          <a:prstGeom prst="ellipse">
            <a:avLst/>
          </a:prstGeom>
          <a:solidFill>
            <a:srgbClr val="000000"/>
          </a:solidFill>
          <a:ln/>
        </p:spPr>
      </p:sp>
      <p:sp>
        <p:nvSpPr>
          <p:cNvPr id="18" name="Shape 16"/>
          <p:cNvSpPr/>
          <p:nvPr/>
        </p:nvSpPr>
        <p:spPr>
          <a:xfrm>
            <a:off x="11305235" y="517398"/>
            <a:ext cx="35560" cy="35560"/>
          </a:xfrm>
          <a:prstGeom prst="ellipse">
            <a:avLst/>
          </a:prstGeom>
          <a:solidFill>
            <a:srgbClr val="000000"/>
          </a:solidFill>
          <a:ln/>
        </p:spPr>
      </p:sp>
      <p:sp>
        <p:nvSpPr>
          <p:cNvPr id="19" name="Shape 17"/>
          <p:cNvSpPr/>
          <p:nvPr/>
        </p:nvSpPr>
        <p:spPr>
          <a:xfrm>
            <a:off x="11378133" y="534289"/>
            <a:ext cx="35560" cy="35560"/>
          </a:xfrm>
          <a:prstGeom prst="ellipse">
            <a:avLst/>
          </a:prstGeom>
          <a:solidFill>
            <a:srgbClr val="000000"/>
          </a:solidFill>
          <a:ln/>
        </p:spPr>
      </p:sp>
      <p:sp>
        <p:nvSpPr>
          <p:cNvPr id="20" name="Shape 18"/>
          <p:cNvSpPr/>
          <p:nvPr/>
        </p:nvSpPr>
        <p:spPr>
          <a:xfrm>
            <a:off x="11437696" y="581406"/>
            <a:ext cx="35560" cy="35560"/>
          </a:xfrm>
          <a:prstGeom prst="ellipse">
            <a:avLst/>
          </a:prstGeom>
          <a:solidFill>
            <a:srgbClr val="000000"/>
          </a:solidFill>
          <a:ln/>
        </p:spPr>
      </p:sp>
      <p:sp>
        <p:nvSpPr>
          <p:cNvPr id="21" name="Shape 19"/>
          <p:cNvSpPr/>
          <p:nvPr/>
        </p:nvSpPr>
        <p:spPr>
          <a:xfrm>
            <a:off x="11469700" y="648970"/>
            <a:ext cx="35560" cy="35560"/>
          </a:xfrm>
          <a:prstGeom prst="ellipse">
            <a:avLst/>
          </a:prstGeom>
          <a:solidFill>
            <a:srgbClr val="000000"/>
          </a:solidFill>
          <a:ln/>
        </p:spPr>
      </p:sp>
      <p:sp>
        <p:nvSpPr>
          <p:cNvPr id="22" name="Shape 20"/>
          <p:cNvSpPr/>
          <p:nvPr/>
        </p:nvSpPr>
        <p:spPr>
          <a:xfrm>
            <a:off x="11469700" y="723646"/>
            <a:ext cx="35560" cy="35560"/>
          </a:xfrm>
          <a:prstGeom prst="ellipse">
            <a:avLst/>
          </a:prstGeom>
          <a:solidFill>
            <a:srgbClr val="000000"/>
          </a:solidFill>
          <a:ln/>
        </p:spPr>
      </p:sp>
      <p:sp>
        <p:nvSpPr>
          <p:cNvPr id="23" name="Shape 21"/>
          <p:cNvSpPr/>
          <p:nvPr/>
        </p:nvSpPr>
        <p:spPr>
          <a:xfrm>
            <a:off x="11437696" y="791210"/>
            <a:ext cx="35560" cy="35560"/>
          </a:xfrm>
          <a:prstGeom prst="ellipse">
            <a:avLst/>
          </a:prstGeom>
          <a:solidFill>
            <a:srgbClr val="000000"/>
          </a:solidFill>
          <a:ln/>
        </p:spPr>
      </p:sp>
      <p:sp>
        <p:nvSpPr>
          <p:cNvPr id="24" name="Shape 22"/>
          <p:cNvSpPr/>
          <p:nvPr/>
        </p:nvSpPr>
        <p:spPr>
          <a:xfrm>
            <a:off x="11378133" y="838327"/>
            <a:ext cx="35560" cy="35560"/>
          </a:xfrm>
          <a:prstGeom prst="ellipse">
            <a:avLst/>
          </a:prstGeom>
          <a:solidFill>
            <a:srgbClr val="000000"/>
          </a:solidFill>
          <a:ln/>
        </p:spPr>
      </p:sp>
      <p:sp>
        <p:nvSpPr>
          <p:cNvPr id="25" name="Shape 23"/>
          <p:cNvSpPr/>
          <p:nvPr/>
        </p:nvSpPr>
        <p:spPr>
          <a:xfrm>
            <a:off x="11305235" y="855218"/>
            <a:ext cx="35560" cy="35560"/>
          </a:xfrm>
          <a:prstGeom prst="ellipse">
            <a:avLst/>
          </a:prstGeom>
          <a:solidFill>
            <a:srgbClr val="000000"/>
          </a:solidFill>
          <a:ln/>
        </p:spPr>
      </p:sp>
      <p:sp>
        <p:nvSpPr>
          <p:cNvPr id="26" name="Shape 24"/>
          <p:cNvSpPr/>
          <p:nvPr/>
        </p:nvSpPr>
        <p:spPr>
          <a:xfrm>
            <a:off x="11232337" y="838327"/>
            <a:ext cx="35560" cy="35560"/>
          </a:xfrm>
          <a:prstGeom prst="ellipse">
            <a:avLst/>
          </a:prstGeom>
          <a:solidFill>
            <a:srgbClr val="000000"/>
          </a:solidFill>
          <a:ln/>
        </p:spPr>
      </p:sp>
      <p:sp>
        <p:nvSpPr>
          <p:cNvPr id="27" name="Shape 25"/>
          <p:cNvSpPr/>
          <p:nvPr/>
        </p:nvSpPr>
        <p:spPr>
          <a:xfrm>
            <a:off x="11172774" y="791210"/>
            <a:ext cx="35560" cy="35560"/>
          </a:xfrm>
          <a:prstGeom prst="ellipse">
            <a:avLst/>
          </a:prstGeom>
          <a:solidFill>
            <a:srgbClr val="000000"/>
          </a:solidFill>
          <a:ln/>
        </p:spPr>
      </p:sp>
      <p:sp>
        <p:nvSpPr>
          <p:cNvPr id="28" name="Shape 26"/>
          <p:cNvSpPr/>
          <p:nvPr/>
        </p:nvSpPr>
        <p:spPr>
          <a:xfrm>
            <a:off x="11140770" y="723646"/>
            <a:ext cx="35560" cy="35560"/>
          </a:xfrm>
          <a:prstGeom prst="ellipse">
            <a:avLst/>
          </a:prstGeom>
          <a:solidFill>
            <a:srgbClr val="000000"/>
          </a:solidFill>
          <a:ln/>
        </p:spPr>
      </p:sp>
      <p:sp>
        <p:nvSpPr>
          <p:cNvPr id="29" name="Shape 27"/>
          <p:cNvSpPr/>
          <p:nvPr/>
        </p:nvSpPr>
        <p:spPr>
          <a:xfrm>
            <a:off x="11140770" y="648970"/>
            <a:ext cx="35560" cy="35560"/>
          </a:xfrm>
          <a:prstGeom prst="ellipse">
            <a:avLst/>
          </a:prstGeom>
          <a:solidFill>
            <a:srgbClr val="000000"/>
          </a:solidFill>
          <a:ln/>
        </p:spPr>
      </p:sp>
      <p:sp>
        <p:nvSpPr>
          <p:cNvPr id="30" name="Shape 28"/>
          <p:cNvSpPr/>
          <p:nvPr/>
        </p:nvSpPr>
        <p:spPr>
          <a:xfrm>
            <a:off x="11172774" y="581406"/>
            <a:ext cx="35560" cy="35560"/>
          </a:xfrm>
          <a:prstGeom prst="ellipse">
            <a:avLst/>
          </a:prstGeom>
          <a:solidFill>
            <a:srgbClr val="000000"/>
          </a:solidFill>
          <a:ln/>
        </p:spPr>
      </p:sp>
      <p:sp>
        <p:nvSpPr>
          <p:cNvPr id="31" name="Shape 29"/>
          <p:cNvSpPr/>
          <p:nvPr/>
        </p:nvSpPr>
        <p:spPr>
          <a:xfrm>
            <a:off x="11232337" y="534289"/>
            <a:ext cx="35560" cy="35560"/>
          </a:xfrm>
          <a:prstGeom prst="ellipse">
            <a:avLst/>
          </a:prstGeom>
          <a:solidFill>
            <a:srgbClr val="000000"/>
          </a:solidFill>
          <a:ln/>
        </p:spPr>
      </p:sp>
      <p:sp>
        <p:nvSpPr>
          <p:cNvPr id="32" name="Shape 30"/>
          <p:cNvSpPr/>
          <p:nvPr/>
        </p:nvSpPr>
        <p:spPr>
          <a:xfrm>
            <a:off x="11308791" y="467614"/>
            <a:ext cx="28448" cy="28448"/>
          </a:xfrm>
          <a:prstGeom prst="ellipse">
            <a:avLst/>
          </a:prstGeom>
          <a:solidFill>
            <a:srgbClr val="000000"/>
          </a:solidFill>
          <a:ln/>
        </p:spPr>
      </p:sp>
      <p:sp>
        <p:nvSpPr>
          <p:cNvPr id="33" name="Shape 31"/>
          <p:cNvSpPr/>
          <p:nvPr/>
        </p:nvSpPr>
        <p:spPr>
          <a:xfrm>
            <a:off x="11385245" y="480949"/>
            <a:ext cx="28448" cy="28448"/>
          </a:xfrm>
          <a:prstGeom prst="ellipse">
            <a:avLst/>
          </a:prstGeom>
          <a:solidFill>
            <a:srgbClr val="000000"/>
          </a:solidFill>
          <a:ln/>
        </p:spPr>
      </p:sp>
      <p:sp>
        <p:nvSpPr>
          <p:cNvPr id="34" name="Shape 32"/>
          <p:cNvSpPr/>
          <p:nvPr/>
        </p:nvSpPr>
        <p:spPr>
          <a:xfrm>
            <a:off x="11451920" y="519176"/>
            <a:ext cx="28448" cy="28448"/>
          </a:xfrm>
          <a:prstGeom prst="ellipse">
            <a:avLst/>
          </a:prstGeom>
          <a:solidFill>
            <a:srgbClr val="000000"/>
          </a:solidFill>
          <a:ln/>
        </p:spPr>
      </p:sp>
      <p:sp>
        <p:nvSpPr>
          <p:cNvPr id="35" name="Shape 33"/>
          <p:cNvSpPr/>
          <p:nvPr/>
        </p:nvSpPr>
        <p:spPr>
          <a:xfrm>
            <a:off x="11501704" y="578739"/>
            <a:ext cx="28448" cy="28448"/>
          </a:xfrm>
          <a:prstGeom prst="ellipse">
            <a:avLst/>
          </a:prstGeom>
          <a:solidFill>
            <a:srgbClr val="000000"/>
          </a:solidFill>
          <a:ln/>
        </p:spPr>
      </p:sp>
      <p:sp>
        <p:nvSpPr>
          <p:cNvPr id="36" name="Shape 34"/>
          <p:cNvSpPr/>
          <p:nvPr/>
        </p:nvSpPr>
        <p:spPr>
          <a:xfrm>
            <a:off x="11527485" y="651637"/>
            <a:ext cx="28448" cy="28448"/>
          </a:xfrm>
          <a:prstGeom prst="ellipse">
            <a:avLst/>
          </a:prstGeom>
          <a:solidFill>
            <a:srgbClr val="000000"/>
          </a:solidFill>
          <a:ln/>
        </p:spPr>
      </p:sp>
      <p:sp>
        <p:nvSpPr>
          <p:cNvPr id="37" name="Shape 35"/>
          <p:cNvSpPr/>
          <p:nvPr/>
        </p:nvSpPr>
        <p:spPr>
          <a:xfrm>
            <a:off x="11527485" y="728091"/>
            <a:ext cx="28448" cy="28448"/>
          </a:xfrm>
          <a:prstGeom prst="ellipse">
            <a:avLst/>
          </a:prstGeom>
          <a:solidFill>
            <a:srgbClr val="000000"/>
          </a:solidFill>
          <a:ln/>
        </p:spPr>
      </p:sp>
      <p:sp>
        <p:nvSpPr>
          <p:cNvPr id="38" name="Shape 36"/>
          <p:cNvSpPr/>
          <p:nvPr/>
        </p:nvSpPr>
        <p:spPr>
          <a:xfrm>
            <a:off x="11501704" y="800989"/>
            <a:ext cx="28448" cy="28448"/>
          </a:xfrm>
          <a:prstGeom prst="ellipse">
            <a:avLst/>
          </a:prstGeom>
          <a:solidFill>
            <a:srgbClr val="000000"/>
          </a:solidFill>
          <a:ln/>
        </p:spPr>
      </p:sp>
      <p:sp>
        <p:nvSpPr>
          <p:cNvPr id="39" name="Shape 37"/>
          <p:cNvSpPr/>
          <p:nvPr/>
        </p:nvSpPr>
        <p:spPr>
          <a:xfrm>
            <a:off x="11451920" y="860552"/>
            <a:ext cx="28448" cy="28448"/>
          </a:xfrm>
          <a:prstGeom prst="ellipse">
            <a:avLst/>
          </a:prstGeom>
          <a:solidFill>
            <a:srgbClr val="000000"/>
          </a:solidFill>
          <a:ln/>
        </p:spPr>
      </p:sp>
      <p:sp>
        <p:nvSpPr>
          <p:cNvPr id="40" name="Shape 38"/>
          <p:cNvSpPr/>
          <p:nvPr/>
        </p:nvSpPr>
        <p:spPr>
          <a:xfrm>
            <a:off x="11385245" y="898779"/>
            <a:ext cx="28448" cy="28448"/>
          </a:xfrm>
          <a:prstGeom prst="ellipse">
            <a:avLst/>
          </a:prstGeom>
          <a:solidFill>
            <a:srgbClr val="000000"/>
          </a:solidFill>
          <a:ln/>
        </p:spPr>
      </p:sp>
      <p:sp>
        <p:nvSpPr>
          <p:cNvPr id="41" name="Shape 39"/>
          <p:cNvSpPr/>
          <p:nvPr/>
        </p:nvSpPr>
        <p:spPr>
          <a:xfrm>
            <a:off x="11308791" y="912114"/>
            <a:ext cx="28448" cy="28448"/>
          </a:xfrm>
          <a:prstGeom prst="ellipse">
            <a:avLst/>
          </a:prstGeom>
          <a:solidFill>
            <a:srgbClr val="000000"/>
          </a:solidFill>
          <a:ln/>
        </p:spPr>
      </p:sp>
      <p:sp>
        <p:nvSpPr>
          <p:cNvPr id="42" name="Shape 40"/>
          <p:cNvSpPr/>
          <p:nvPr/>
        </p:nvSpPr>
        <p:spPr>
          <a:xfrm>
            <a:off x="11232337" y="898779"/>
            <a:ext cx="28448" cy="28448"/>
          </a:xfrm>
          <a:prstGeom prst="ellipse">
            <a:avLst/>
          </a:prstGeom>
          <a:solidFill>
            <a:srgbClr val="000000"/>
          </a:solidFill>
          <a:ln/>
        </p:spPr>
      </p:sp>
      <p:sp>
        <p:nvSpPr>
          <p:cNvPr id="43" name="Shape 41"/>
          <p:cNvSpPr/>
          <p:nvPr/>
        </p:nvSpPr>
        <p:spPr>
          <a:xfrm>
            <a:off x="11165662" y="860552"/>
            <a:ext cx="28448" cy="28448"/>
          </a:xfrm>
          <a:prstGeom prst="ellipse">
            <a:avLst/>
          </a:prstGeom>
          <a:solidFill>
            <a:srgbClr val="000000"/>
          </a:solidFill>
          <a:ln/>
        </p:spPr>
      </p:sp>
      <p:sp>
        <p:nvSpPr>
          <p:cNvPr id="44" name="Shape 42"/>
          <p:cNvSpPr/>
          <p:nvPr/>
        </p:nvSpPr>
        <p:spPr>
          <a:xfrm>
            <a:off x="11115878" y="800989"/>
            <a:ext cx="28448" cy="28448"/>
          </a:xfrm>
          <a:prstGeom prst="ellipse">
            <a:avLst/>
          </a:prstGeom>
          <a:solidFill>
            <a:srgbClr val="000000"/>
          </a:solidFill>
          <a:ln/>
        </p:spPr>
      </p:sp>
      <p:sp>
        <p:nvSpPr>
          <p:cNvPr id="45" name="Shape 43"/>
          <p:cNvSpPr/>
          <p:nvPr/>
        </p:nvSpPr>
        <p:spPr>
          <a:xfrm>
            <a:off x="11090097" y="728091"/>
            <a:ext cx="28448" cy="28448"/>
          </a:xfrm>
          <a:prstGeom prst="ellipse">
            <a:avLst/>
          </a:prstGeom>
          <a:solidFill>
            <a:srgbClr val="000000"/>
          </a:solidFill>
          <a:ln/>
        </p:spPr>
      </p:sp>
      <p:sp>
        <p:nvSpPr>
          <p:cNvPr id="46" name="Shape 44"/>
          <p:cNvSpPr/>
          <p:nvPr/>
        </p:nvSpPr>
        <p:spPr>
          <a:xfrm>
            <a:off x="11090097" y="651637"/>
            <a:ext cx="28448" cy="28448"/>
          </a:xfrm>
          <a:prstGeom prst="ellipse">
            <a:avLst/>
          </a:prstGeom>
          <a:solidFill>
            <a:srgbClr val="000000"/>
          </a:solidFill>
          <a:ln/>
        </p:spPr>
      </p:sp>
      <p:sp>
        <p:nvSpPr>
          <p:cNvPr id="47" name="Shape 45"/>
          <p:cNvSpPr/>
          <p:nvPr/>
        </p:nvSpPr>
        <p:spPr>
          <a:xfrm>
            <a:off x="11115878" y="578739"/>
            <a:ext cx="28448" cy="28448"/>
          </a:xfrm>
          <a:prstGeom prst="ellipse">
            <a:avLst/>
          </a:prstGeom>
          <a:solidFill>
            <a:srgbClr val="000000"/>
          </a:solidFill>
          <a:ln/>
        </p:spPr>
      </p:sp>
      <p:sp>
        <p:nvSpPr>
          <p:cNvPr id="48" name="Shape 46"/>
          <p:cNvSpPr/>
          <p:nvPr/>
        </p:nvSpPr>
        <p:spPr>
          <a:xfrm>
            <a:off x="11165662" y="519176"/>
            <a:ext cx="28448" cy="28448"/>
          </a:xfrm>
          <a:prstGeom prst="ellipse">
            <a:avLst/>
          </a:prstGeom>
          <a:solidFill>
            <a:srgbClr val="000000"/>
          </a:solidFill>
          <a:ln/>
        </p:spPr>
      </p:sp>
      <p:sp>
        <p:nvSpPr>
          <p:cNvPr id="49" name="Shape 47"/>
          <p:cNvSpPr/>
          <p:nvPr/>
        </p:nvSpPr>
        <p:spPr>
          <a:xfrm>
            <a:off x="11232337" y="480949"/>
            <a:ext cx="28448" cy="28448"/>
          </a:xfrm>
          <a:prstGeom prst="ellipse">
            <a:avLst/>
          </a:prstGeom>
          <a:solidFill>
            <a:srgbClr val="000000"/>
          </a:solidFill>
          <a:ln/>
        </p:spPr>
      </p:sp>
      <p:sp>
        <p:nvSpPr>
          <p:cNvPr id="50" name="Shape 48"/>
          <p:cNvSpPr/>
          <p:nvPr/>
        </p:nvSpPr>
        <p:spPr>
          <a:xfrm>
            <a:off x="11312347" y="417830"/>
            <a:ext cx="21336" cy="21336"/>
          </a:xfrm>
          <a:prstGeom prst="ellipse">
            <a:avLst/>
          </a:prstGeom>
          <a:solidFill>
            <a:srgbClr val="000000"/>
          </a:solidFill>
          <a:ln/>
        </p:spPr>
      </p:sp>
      <p:sp>
        <p:nvSpPr>
          <p:cNvPr id="51" name="Shape 49"/>
          <p:cNvSpPr/>
          <p:nvPr/>
        </p:nvSpPr>
        <p:spPr>
          <a:xfrm>
            <a:off x="11389690" y="429387"/>
            <a:ext cx="21336" cy="21336"/>
          </a:xfrm>
          <a:prstGeom prst="ellipse">
            <a:avLst/>
          </a:prstGeom>
          <a:solidFill>
            <a:srgbClr val="000000"/>
          </a:solidFill>
          <a:ln/>
        </p:spPr>
      </p:sp>
      <p:sp>
        <p:nvSpPr>
          <p:cNvPr id="52" name="Shape 50"/>
          <p:cNvSpPr/>
          <p:nvPr/>
        </p:nvSpPr>
        <p:spPr>
          <a:xfrm>
            <a:off x="11461699" y="461391"/>
            <a:ext cx="21336" cy="21336"/>
          </a:xfrm>
          <a:prstGeom prst="ellipse">
            <a:avLst/>
          </a:prstGeom>
          <a:solidFill>
            <a:srgbClr val="000000"/>
          </a:solidFill>
          <a:ln/>
        </p:spPr>
      </p:sp>
      <p:sp>
        <p:nvSpPr>
          <p:cNvPr id="53" name="Shape 51"/>
          <p:cNvSpPr/>
          <p:nvPr/>
        </p:nvSpPr>
        <p:spPr>
          <a:xfrm>
            <a:off x="11520373" y="512953"/>
            <a:ext cx="21336" cy="21336"/>
          </a:xfrm>
          <a:prstGeom prst="ellipse">
            <a:avLst/>
          </a:prstGeom>
          <a:solidFill>
            <a:srgbClr val="000000"/>
          </a:solidFill>
          <a:ln/>
        </p:spPr>
      </p:sp>
      <p:sp>
        <p:nvSpPr>
          <p:cNvPr id="54" name="Shape 52"/>
          <p:cNvSpPr/>
          <p:nvPr/>
        </p:nvSpPr>
        <p:spPr>
          <a:xfrm>
            <a:off x="11563045" y="578739"/>
            <a:ext cx="21336" cy="21336"/>
          </a:xfrm>
          <a:prstGeom prst="ellipse">
            <a:avLst/>
          </a:prstGeom>
          <a:solidFill>
            <a:srgbClr val="000000"/>
          </a:solidFill>
          <a:ln/>
        </p:spPr>
      </p:sp>
      <p:sp>
        <p:nvSpPr>
          <p:cNvPr id="55" name="Shape 53"/>
          <p:cNvSpPr/>
          <p:nvPr/>
        </p:nvSpPr>
        <p:spPr>
          <a:xfrm>
            <a:off x="11585270" y="654304"/>
            <a:ext cx="21336" cy="21336"/>
          </a:xfrm>
          <a:prstGeom prst="ellipse">
            <a:avLst/>
          </a:prstGeom>
          <a:solidFill>
            <a:srgbClr val="000000"/>
          </a:solidFill>
          <a:ln/>
        </p:spPr>
      </p:sp>
      <p:sp>
        <p:nvSpPr>
          <p:cNvPr id="56" name="Shape 54"/>
          <p:cNvSpPr/>
          <p:nvPr/>
        </p:nvSpPr>
        <p:spPr>
          <a:xfrm>
            <a:off x="11585270" y="732536"/>
            <a:ext cx="21336" cy="21336"/>
          </a:xfrm>
          <a:prstGeom prst="ellipse">
            <a:avLst/>
          </a:prstGeom>
          <a:solidFill>
            <a:srgbClr val="000000"/>
          </a:solidFill>
          <a:ln/>
        </p:spPr>
      </p:sp>
      <p:sp>
        <p:nvSpPr>
          <p:cNvPr id="57" name="Shape 55"/>
          <p:cNvSpPr/>
          <p:nvPr/>
        </p:nvSpPr>
        <p:spPr>
          <a:xfrm>
            <a:off x="11563045" y="808101"/>
            <a:ext cx="21336" cy="21336"/>
          </a:xfrm>
          <a:prstGeom prst="ellipse">
            <a:avLst/>
          </a:prstGeom>
          <a:solidFill>
            <a:srgbClr val="000000"/>
          </a:solidFill>
          <a:ln/>
        </p:spPr>
      </p:sp>
      <p:sp>
        <p:nvSpPr>
          <p:cNvPr id="58" name="Shape 56"/>
          <p:cNvSpPr/>
          <p:nvPr/>
        </p:nvSpPr>
        <p:spPr>
          <a:xfrm>
            <a:off x="11520373" y="873887"/>
            <a:ext cx="21336" cy="21336"/>
          </a:xfrm>
          <a:prstGeom prst="ellipse">
            <a:avLst/>
          </a:prstGeom>
          <a:solidFill>
            <a:srgbClr val="000000"/>
          </a:solidFill>
          <a:ln/>
        </p:spPr>
      </p:sp>
      <p:sp>
        <p:nvSpPr>
          <p:cNvPr id="59" name="Shape 57"/>
          <p:cNvSpPr/>
          <p:nvPr/>
        </p:nvSpPr>
        <p:spPr>
          <a:xfrm>
            <a:off x="11461699" y="925449"/>
            <a:ext cx="21336" cy="21336"/>
          </a:xfrm>
          <a:prstGeom prst="ellipse">
            <a:avLst/>
          </a:prstGeom>
          <a:solidFill>
            <a:srgbClr val="000000"/>
          </a:solidFill>
          <a:ln/>
        </p:spPr>
      </p:sp>
      <p:sp>
        <p:nvSpPr>
          <p:cNvPr id="60" name="Shape 58"/>
          <p:cNvSpPr/>
          <p:nvPr/>
        </p:nvSpPr>
        <p:spPr>
          <a:xfrm>
            <a:off x="11389690" y="957453"/>
            <a:ext cx="21336" cy="21336"/>
          </a:xfrm>
          <a:prstGeom prst="ellipse">
            <a:avLst/>
          </a:prstGeom>
          <a:solidFill>
            <a:srgbClr val="000000"/>
          </a:solidFill>
          <a:ln/>
        </p:spPr>
      </p:sp>
      <p:sp>
        <p:nvSpPr>
          <p:cNvPr id="61" name="Shape 59"/>
          <p:cNvSpPr/>
          <p:nvPr/>
        </p:nvSpPr>
        <p:spPr>
          <a:xfrm>
            <a:off x="11312347" y="969010"/>
            <a:ext cx="21336" cy="21336"/>
          </a:xfrm>
          <a:prstGeom prst="ellipse">
            <a:avLst/>
          </a:prstGeom>
          <a:solidFill>
            <a:srgbClr val="000000"/>
          </a:solidFill>
          <a:ln/>
        </p:spPr>
      </p:sp>
      <p:sp>
        <p:nvSpPr>
          <p:cNvPr id="62" name="Shape 60"/>
          <p:cNvSpPr/>
          <p:nvPr/>
        </p:nvSpPr>
        <p:spPr>
          <a:xfrm>
            <a:off x="11235004" y="957453"/>
            <a:ext cx="21336" cy="21336"/>
          </a:xfrm>
          <a:prstGeom prst="ellipse">
            <a:avLst/>
          </a:prstGeom>
          <a:solidFill>
            <a:srgbClr val="000000"/>
          </a:solidFill>
          <a:ln/>
        </p:spPr>
      </p:sp>
      <p:sp>
        <p:nvSpPr>
          <p:cNvPr id="63" name="Shape 61"/>
          <p:cNvSpPr/>
          <p:nvPr/>
        </p:nvSpPr>
        <p:spPr>
          <a:xfrm>
            <a:off x="11162995" y="925449"/>
            <a:ext cx="21336" cy="21336"/>
          </a:xfrm>
          <a:prstGeom prst="ellipse">
            <a:avLst/>
          </a:prstGeom>
          <a:solidFill>
            <a:srgbClr val="000000"/>
          </a:solidFill>
          <a:ln/>
        </p:spPr>
      </p:sp>
      <p:sp>
        <p:nvSpPr>
          <p:cNvPr id="64" name="Shape 62"/>
          <p:cNvSpPr/>
          <p:nvPr/>
        </p:nvSpPr>
        <p:spPr>
          <a:xfrm>
            <a:off x="11104321" y="873887"/>
            <a:ext cx="21336" cy="21336"/>
          </a:xfrm>
          <a:prstGeom prst="ellipse">
            <a:avLst/>
          </a:prstGeom>
          <a:solidFill>
            <a:srgbClr val="000000"/>
          </a:solidFill>
          <a:ln/>
        </p:spPr>
      </p:sp>
      <p:sp>
        <p:nvSpPr>
          <p:cNvPr id="65" name="Shape 63"/>
          <p:cNvSpPr/>
          <p:nvPr/>
        </p:nvSpPr>
        <p:spPr>
          <a:xfrm>
            <a:off x="11061649" y="808101"/>
            <a:ext cx="21336" cy="21336"/>
          </a:xfrm>
          <a:prstGeom prst="ellipse">
            <a:avLst/>
          </a:prstGeom>
          <a:solidFill>
            <a:srgbClr val="000000"/>
          </a:solidFill>
          <a:ln/>
        </p:spPr>
      </p:sp>
      <p:sp>
        <p:nvSpPr>
          <p:cNvPr id="66" name="Shape 64"/>
          <p:cNvSpPr/>
          <p:nvPr/>
        </p:nvSpPr>
        <p:spPr>
          <a:xfrm>
            <a:off x="11039424" y="732536"/>
            <a:ext cx="21336" cy="21336"/>
          </a:xfrm>
          <a:prstGeom prst="ellipse">
            <a:avLst/>
          </a:prstGeom>
          <a:solidFill>
            <a:srgbClr val="000000"/>
          </a:solidFill>
          <a:ln/>
        </p:spPr>
      </p:sp>
      <p:sp>
        <p:nvSpPr>
          <p:cNvPr id="67" name="Shape 65"/>
          <p:cNvSpPr/>
          <p:nvPr/>
        </p:nvSpPr>
        <p:spPr>
          <a:xfrm>
            <a:off x="11039424" y="654304"/>
            <a:ext cx="21336" cy="21336"/>
          </a:xfrm>
          <a:prstGeom prst="ellipse">
            <a:avLst/>
          </a:prstGeom>
          <a:solidFill>
            <a:srgbClr val="000000"/>
          </a:solidFill>
          <a:ln/>
        </p:spPr>
      </p:sp>
      <p:sp>
        <p:nvSpPr>
          <p:cNvPr id="68" name="Shape 66"/>
          <p:cNvSpPr/>
          <p:nvPr/>
        </p:nvSpPr>
        <p:spPr>
          <a:xfrm>
            <a:off x="11061649" y="578739"/>
            <a:ext cx="21336" cy="21336"/>
          </a:xfrm>
          <a:prstGeom prst="ellipse">
            <a:avLst/>
          </a:prstGeom>
          <a:solidFill>
            <a:srgbClr val="000000"/>
          </a:solidFill>
          <a:ln/>
        </p:spPr>
      </p:sp>
      <p:sp>
        <p:nvSpPr>
          <p:cNvPr id="69" name="Shape 67"/>
          <p:cNvSpPr/>
          <p:nvPr/>
        </p:nvSpPr>
        <p:spPr>
          <a:xfrm>
            <a:off x="11104321" y="512953"/>
            <a:ext cx="21336" cy="21336"/>
          </a:xfrm>
          <a:prstGeom prst="ellipse">
            <a:avLst/>
          </a:prstGeom>
          <a:solidFill>
            <a:srgbClr val="000000"/>
          </a:solidFill>
          <a:ln/>
        </p:spPr>
      </p:sp>
      <p:sp>
        <p:nvSpPr>
          <p:cNvPr id="70" name="Shape 68"/>
          <p:cNvSpPr/>
          <p:nvPr/>
        </p:nvSpPr>
        <p:spPr>
          <a:xfrm>
            <a:off x="11162995" y="461391"/>
            <a:ext cx="21336" cy="21336"/>
          </a:xfrm>
          <a:prstGeom prst="ellipse">
            <a:avLst/>
          </a:prstGeom>
          <a:solidFill>
            <a:srgbClr val="000000"/>
          </a:solidFill>
          <a:ln/>
        </p:spPr>
      </p:sp>
      <p:sp>
        <p:nvSpPr>
          <p:cNvPr id="71" name="Shape 69"/>
          <p:cNvSpPr/>
          <p:nvPr/>
        </p:nvSpPr>
        <p:spPr>
          <a:xfrm>
            <a:off x="11235004" y="429387"/>
            <a:ext cx="21336" cy="21336"/>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Responsible zit in het bouwen</a:t>
            </a:r>
            <a:endParaRPr lang="en-US" sz="3400" dirty="0"/>
          </a:p>
        </p:txBody>
      </p:sp>
      <p:sp>
        <p:nvSpPr>
          <p:cNvPr id="73" name="Shape 71"/>
          <p:cNvSpPr/>
          <p:nvPr/>
        </p:nvSpPr>
        <p:spPr>
          <a:xfrm>
            <a:off x="548640" y="1371600"/>
            <a:ext cx="2567864" cy="301675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76" name="Text 74"/>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Drempel</a:t>
            </a:r>
            <a:endParaRPr lang="en-US" sz="2000" dirty="0"/>
          </a:p>
        </p:txBody>
      </p:sp>
      <p:sp>
        <p:nvSpPr>
          <p:cNvPr id="77" name="Text 75"/>
          <p:cNvSpPr/>
          <p:nvPr/>
        </p:nvSpPr>
        <p:spPr>
          <a:xfrm>
            <a:off x="822960"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Geen groepen onder de 30 studenten, geen percentages onder 5.</a:t>
            </a:r>
            <a:endParaRPr lang="en-US" sz="1500" dirty="0"/>
          </a:p>
        </p:txBody>
      </p:sp>
      <p:sp>
        <p:nvSpPr>
          <p:cNvPr id="78" name="Shape 76"/>
          <p:cNvSpPr/>
          <p:nvPr/>
        </p:nvSpPr>
        <p:spPr>
          <a:xfrm>
            <a:off x="3390824" y="1371600"/>
            <a:ext cx="2567864" cy="301675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Eerlijk</a:t>
            </a:r>
            <a:endParaRPr lang="en-US" sz="1200" dirty="0"/>
          </a:p>
        </p:txBody>
      </p:sp>
      <p:sp>
        <p:nvSpPr>
          <p:cNvPr id="81" name="Text 79"/>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82" name="Text 80"/>
          <p:cNvSpPr/>
          <p:nvPr/>
        </p:nvSpPr>
        <p:spPr>
          <a:xfrm>
            <a:off x="3665144"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 en groepen worden niet gestigmatiseerd.</a:t>
            </a:r>
            <a:endParaRPr lang="en-US" sz="1500" dirty="0"/>
          </a:p>
        </p:txBody>
      </p:sp>
      <p:sp>
        <p:nvSpPr>
          <p:cNvPr id="83" name="Shape 81"/>
          <p:cNvSpPr/>
          <p:nvPr/>
        </p:nvSpPr>
        <p:spPr>
          <a:xfrm>
            <a:off x="6233008" y="1371600"/>
            <a:ext cx="2567864" cy="301675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Toegankelijk</a:t>
            </a:r>
            <a:endParaRPr lang="en-US" sz="1200" dirty="0"/>
          </a:p>
        </p:txBody>
      </p:sp>
      <p:sp>
        <p:nvSpPr>
          <p:cNvPr id="86" name="Text 84"/>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Leesbaar</a:t>
            </a:r>
            <a:endParaRPr lang="en-US" sz="2000" dirty="0"/>
          </a:p>
        </p:txBody>
      </p:sp>
      <p:sp>
        <p:nvSpPr>
          <p:cNvPr id="87" name="Text 85"/>
          <p:cNvSpPr/>
          <p:nvPr/>
        </p:nvSpPr>
        <p:spPr>
          <a:xfrm>
            <a:off x="6507328"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Kleurcontrast, alt-tekst en kleuren die ook zonder rood-groen werken.</a:t>
            </a:r>
            <a:endParaRPr lang="en-US" sz="1500" dirty="0"/>
          </a:p>
        </p:txBody>
      </p:sp>
      <p:sp>
        <p:nvSpPr>
          <p:cNvPr id="88" name="Shape 86"/>
          <p:cNvSpPr/>
          <p:nvPr/>
        </p:nvSpPr>
        <p:spPr>
          <a:xfrm>
            <a:off x="9075191" y="1371600"/>
            <a:ext cx="2567864" cy="301675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Bron</a:t>
            </a:r>
            <a:endParaRPr lang="en-US" sz="1200" dirty="0"/>
          </a:p>
        </p:txBody>
      </p:sp>
      <p:sp>
        <p:nvSpPr>
          <p:cNvPr id="91" name="Text 89"/>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Uitleg</a:t>
            </a:r>
            <a:endParaRPr lang="en-US" sz="2000" dirty="0"/>
          </a:p>
        </p:txBody>
      </p:sp>
      <p:sp>
        <p:nvSpPr>
          <p:cNvPr id="92" name="Text 90"/>
          <p:cNvSpPr/>
          <p:nvPr/>
        </p:nvSpPr>
        <p:spPr>
          <a:xfrm>
            <a:off x="9349511"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Bron, definities en peildatum bij elke grafiek.</a:t>
            </a:r>
            <a:endParaRPr lang="en-US" sz="1500" dirty="0"/>
          </a:p>
        </p:txBody>
      </p:sp>
      <p:sp>
        <p:nvSpPr>
          <p:cNvPr id="93" name="Text 91"/>
          <p:cNvSpPr/>
          <p:nvPr/>
        </p:nvSpPr>
        <p:spPr>
          <a:xfrm>
            <a:off x="548640" y="457123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Geen aparte stap achteraf: de skill past deze checks toe tijdens het bouwen.</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D784B"/>
        </a:solidFill>
      </p:bgPr>
    </p:bg>
    <p:spTree>
      <p:nvGrpSpPr>
        <p:cNvPr id="1" name=""/>
        <p:cNvGrpSpPr/>
        <p:nvPr/>
      </p:nvGrpSpPr>
      <p:grpSpPr>
        <a:xfrm>
          <a:off x="0" y="0"/>
          <a:ext cx="0" cy="0"/>
          <a:chOff x="0" y="0"/>
          <a:chExt cx="0" cy="0"/>
        </a:xfrm>
      </p:grpSpPr>
      <p:sp>
        <p:nvSpPr>
          <p:cNvPr id="2" name="Shape 0"/>
          <p:cNvSpPr/>
          <p:nvPr/>
        </p:nvSpPr>
        <p:spPr>
          <a:xfrm>
            <a:off x="11296345" y="615188"/>
            <a:ext cx="53340" cy="53340"/>
          </a:xfrm>
          <a:prstGeom prst="ellipse">
            <a:avLst/>
          </a:prstGeom>
          <a:solidFill>
            <a:srgbClr val="000000"/>
          </a:solidFill>
          <a:ln/>
        </p:spPr>
      </p:sp>
      <p:sp>
        <p:nvSpPr>
          <p:cNvPr id="3" name="Shape 1"/>
          <p:cNvSpPr/>
          <p:nvPr/>
        </p:nvSpPr>
        <p:spPr>
          <a:xfrm>
            <a:off x="11350574" y="646303"/>
            <a:ext cx="53340" cy="53340"/>
          </a:xfrm>
          <a:prstGeom prst="ellipse">
            <a:avLst/>
          </a:prstGeom>
          <a:solidFill>
            <a:srgbClr val="000000"/>
          </a:solidFill>
          <a:ln/>
        </p:spPr>
      </p:sp>
      <p:sp>
        <p:nvSpPr>
          <p:cNvPr id="4" name="Shape 2"/>
          <p:cNvSpPr/>
          <p:nvPr/>
        </p:nvSpPr>
        <p:spPr>
          <a:xfrm>
            <a:off x="11350574" y="708533"/>
            <a:ext cx="53340" cy="53340"/>
          </a:xfrm>
          <a:prstGeom prst="ellipse">
            <a:avLst/>
          </a:prstGeom>
          <a:solidFill>
            <a:srgbClr val="000000"/>
          </a:solidFill>
          <a:ln/>
        </p:spPr>
      </p:sp>
      <p:sp>
        <p:nvSpPr>
          <p:cNvPr id="5" name="Shape 3"/>
          <p:cNvSpPr/>
          <p:nvPr/>
        </p:nvSpPr>
        <p:spPr>
          <a:xfrm>
            <a:off x="11296345" y="739648"/>
            <a:ext cx="53340" cy="53340"/>
          </a:xfrm>
          <a:prstGeom prst="ellipse">
            <a:avLst/>
          </a:prstGeom>
          <a:solidFill>
            <a:srgbClr val="000000"/>
          </a:solidFill>
          <a:ln/>
        </p:spPr>
      </p:sp>
      <p:sp>
        <p:nvSpPr>
          <p:cNvPr id="6" name="Shape 4"/>
          <p:cNvSpPr/>
          <p:nvPr/>
        </p:nvSpPr>
        <p:spPr>
          <a:xfrm>
            <a:off x="11242116" y="708533"/>
            <a:ext cx="53340" cy="53340"/>
          </a:xfrm>
          <a:prstGeom prst="ellipse">
            <a:avLst/>
          </a:prstGeom>
          <a:solidFill>
            <a:srgbClr val="000000"/>
          </a:solidFill>
          <a:ln/>
        </p:spPr>
      </p:sp>
      <p:sp>
        <p:nvSpPr>
          <p:cNvPr id="7" name="Shape 5"/>
          <p:cNvSpPr/>
          <p:nvPr/>
        </p:nvSpPr>
        <p:spPr>
          <a:xfrm>
            <a:off x="11242116" y="646303"/>
            <a:ext cx="53340" cy="53340"/>
          </a:xfrm>
          <a:prstGeom prst="ellipse">
            <a:avLst/>
          </a:prstGeom>
          <a:solidFill>
            <a:srgbClr val="000000"/>
          </a:solidFill>
          <a:ln/>
        </p:spPr>
      </p:sp>
      <p:sp>
        <p:nvSpPr>
          <p:cNvPr id="8" name="Shape 6"/>
          <p:cNvSpPr/>
          <p:nvPr/>
        </p:nvSpPr>
        <p:spPr>
          <a:xfrm>
            <a:off x="11300790" y="566293"/>
            <a:ext cx="44450" cy="44450"/>
          </a:xfrm>
          <a:prstGeom prst="ellipse">
            <a:avLst/>
          </a:prstGeom>
          <a:solidFill>
            <a:srgbClr val="000000"/>
          </a:solidFill>
          <a:ln/>
        </p:spPr>
      </p:sp>
      <p:sp>
        <p:nvSpPr>
          <p:cNvPr id="9" name="Shape 7"/>
          <p:cNvSpPr/>
          <p:nvPr/>
        </p:nvSpPr>
        <p:spPr>
          <a:xfrm>
            <a:off x="11368354" y="588518"/>
            <a:ext cx="44450" cy="44450"/>
          </a:xfrm>
          <a:prstGeom prst="ellipse">
            <a:avLst/>
          </a:prstGeom>
          <a:solidFill>
            <a:srgbClr val="000000"/>
          </a:solidFill>
          <a:ln/>
        </p:spPr>
      </p:sp>
      <p:sp>
        <p:nvSpPr>
          <p:cNvPr id="10" name="Shape 8"/>
          <p:cNvSpPr/>
          <p:nvPr/>
        </p:nvSpPr>
        <p:spPr>
          <a:xfrm>
            <a:off x="11411026" y="646303"/>
            <a:ext cx="44450" cy="44450"/>
          </a:xfrm>
          <a:prstGeom prst="ellipse">
            <a:avLst/>
          </a:prstGeom>
          <a:solidFill>
            <a:srgbClr val="000000"/>
          </a:solidFill>
          <a:ln/>
        </p:spPr>
      </p:sp>
      <p:sp>
        <p:nvSpPr>
          <p:cNvPr id="11" name="Shape 9"/>
          <p:cNvSpPr/>
          <p:nvPr/>
        </p:nvSpPr>
        <p:spPr>
          <a:xfrm>
            <a:off x="11411026" y="717423"/>
            <a:ext cx="44450" cy="44450"/>
          </a:xfrm>
          <a:prstGeom prst="ellipse">
            <a:avLst/>
          </a:prstGeom>
          <a:solidFill>
            <a:srgbClr val="000000"/>
          </a:solidFill>
          <a:ln/>
        </p:spPr>
      </p:sp>
      <p:sp>
        <p:nvSpPr>
          <p:cNvPr id="12" name="Shape 10"/>
          <p:cNvSpPr/>
          <p:nvPr/>
        </p:nvSpPr>
        <p:spPr>
          <a:xfrm>
            <a:off x="11368354" y="775208"/>
            <a:ext cx="44450" cy="44450"/>
          </a:xfrm>
          <a:prstGeom prst="ellipse">
            <a:avLst/>
          </a:prstGeom>
          <a:solidFill>
            <a:srgbClr val="000000"/>
          </a:solidFill>
          <a:ln/>
        </p:spPr>
      </p:sp>
      <p:sp>
        <p:nvSpPr>
          <p:cNvPr id="13" name="Shape 11"/>
          <p:cNvSpPr/>
          <p:nvPr/>
        </p:nvSpPr>
        <p:spPr>
          <a:xfrm>
            <a:off x="11300790" y="797433"/>
            <a:ext cx="44450" cy="44450"/>
          </a:xfrm>
          <a:prstGeom prst="ellipse">
            <a:avLst/>
          </a:prstGeom>
          <a:solidFill>
            <a:srgbClr val="000000"/>
          </a:solidFill>
          <a:ln/>
        </p:spPr>
      </p:sp>
      <p:sp>
        <p:nvSpPr>
          <p:cNvPr id="14" name="Shape 12"/>
          <p:cNvSpPr/>
          <p:nvPr/>
        </p:nvSpPr>
        <p:spPr>
          <a:xfrm>
            <a:off x="11233226" y="775208"/>
            <a:ext cx="44450" cy="44450"/>
          </a:xfrm>
          <a:prstGeom prst="ellipse">
            <a:avLst/>
          </a:prstGeom>
          <a:solidFill>
            <a:srgbClr val="000000"/>
          </a:solidFill>
          <a:ln/>
        </p:spPr>
      </p:sp>
      <p:sp>
        <p:nvSpPr>
          <p:cNvPr id="15" name="Shape 13"/>
          <p:cNvSpPr/>
          <p:nvPr/>
        </p:nvSpPr>
        <p:spPr>
          <a:xfrm>
            <a:off x="11190554" y="717423"/>
            <a:ext cx="44450" cy="44450"/>
          </a:xfrm>
          <a:prstGeom prst="ellipse">
            <a:avLst/>
          </a:prstGeom>
          <a:solidFill>
            <a:srgbClr val="000000"/>
          </a:solidFill>
          <a:ln/>
        </p:spPr>
      </p:sp>
      <p:sp>
        <p:nvSpPr>
          <p:cNvPr id="16" name="Shape 14"/>
          <p:cNvSpPr/>
          <p:nvPr/>
        </p:nvSpPr>
        <p:spPr>
          <a:xfrm>
            <a:off x="11190554" y="646303"/>
            <a:ext cx="44450" cy="44450"/>
          </a:xfrm>
          <a:prstGeom prst="ellipse">
            <a:avLst/>
          </a:prstGeom>
          <a:solidFill>
            <a:srgbClr val="000000"/>
          </a:solidFill>
          <a:ln/>
        </p:spPr>
      </p:sp>
      <p:sp>
        <p:nvSpPr>
          <p:cNvPr id="17" name="Shape 15"/>
          <p:cNvSpPr/>
          <p:nvPr/>
        </p:nvSpPr>
        <p:spPr>
          <a:xfrm>
            <a:off x="11233226" y="588518"/>
            <a:ext cx="44450" cy="44450"/>
          </a:xfrm>
          <a:prstGeom prst="ellipse">
            <a:avLst/>
          </a:prstGeom>
          <a:solidFill>
            <a:srgbClr val="000000"/>
          </a:solidFill>
          <a:ln/>
        </p:spPr>
      </p:sp>
      <p:sp>
        <p:nvSpPr>
          <p:cNvPr id="18" name="Shape 16"/>
          <p:cNvSpPr/>
          <p:nvPr/>
        </p:nvSpPr>
        <p:spPr>
          <a:xfrm>
            <a:off x="11305235" y="517398"/>
            <a:ext cx="35560" cy="35560"/>
          </a:xfrm>
          <a:prstGeom prst="ellipse">
            <a:avLst/>
          </a:prstGeom>
          <a:solidFill>
            <a:srgbClr val="000000"/>
          </a:solidFill>
          <a:ln/>
        </p:spPr>
      </p:sp>
      <p:sp>
        <p:nvSpPr>
          <p:cNvPr id="19" name="Shape 17"/>
          <p:cNvSpPr/>
          <p:nvPr/>
        </p:nvSpPr>
        <p:spPr>
          <a:xfrm>
            <a:off x="11378133" y="534289"/>
            <a:ext cx="35560" cy="35560"/>
          </a:xfrm>
          <a:prstGeom prst="ellipse">
            <a:avLst/>
          </a:prstGeom>
          <a:solidFill>
            <a:srgbClr val="000000"/>
          </a:solidFill>
          <a:ln/>
        </p:spPr>
      </p:sp>
      <p:sp>
        <p:nvSpPr>
          <p:cNvPr id="20" name="Shape 18"/>
          <p:cNvSpPr/>
          <p:nvPr/>
        </p:nvSpPr>
        <p:spPr>
          <a:xfrm>
            <a:off x="11437696" y="581406"/>
            <a:ext cx="35560" cy="35560"/>
          </a:xfrm>
          <a:prstGeom prst="ellipse">
            <a:avLst/>
          </a:prstGeom>
          <a:solidFill>
            <a:srgbClr val="000000"/>
          </a:solidFill>
          <a:ln/>
        </p:spPr>
      </p:sp>
      <p:sp>
        <p:nvSpPr>
          <p:cNvPr id="21" name="Shape 19"/>
          <p:cNvSpPr/>
          <p:nvPr/>
        </p:nvSpPr>
        <p:spPr>
          <a:xfrm>
            <a:off x="11469700" y="648970"/>
            <a:ext cx="35560" cy="35560"/>
          </a:xfrm>
          <a:prstGeom prst="ellipse">
            <a:avLst/>
          </a:prstGeom>
          <a:solidFill>
            <a:srgbClr val="000000"/>
          </a:solidFill>
          <a:ln/>
        </p:spPr>
      </p:sp>
      <p:sp>
        <p:nvSpPr>
          <p:cNvPr id="22" name="Shape 20"/>
          <p:cNvSpPr/>
          <p:nvPr/>
        </p:nvSpPr>
        <p:spPr>
          <a:xfrm>
            <a:off x="11469700" y="723646"/>
            <a:ext cx="35560" cy="35560"/>
          </a:xfrm>
          <a:prstGeom prst="ellipse">
            <a:avLst/>
          </a:prstGeom>
          <a:solidFill>
            <a:srgbClr val="000000"/>
          </a:solidFill>
          <a:ln/>
        </p:spPr>
      </p:sp>
      <p:sp>
        <p:nvSpPr>
          <p:cNvPr id="23" name="Shape 21"/>
          <p:cNvSpPr/>
          <p:nvPr/>
        </p:nvSpPr>
        <p:spPr>
          <a:xfrm>
            <a:off x="11437696" y="791210"/>
            <a:ext cx="35560" cy="35560"/>
          </a:xfrm>
          <a:prstGeom prst="ellipse">
            <a:avLst/>
          </a:prstGeom>
          <a:solidFill>
            <a:srgbClr val="000000"/>
          </a:solidFill>
          <a:ln/>
        </p:spPr>
      </p:sp>
      <p:sp>
        <p:nvSpPr>
          <p:cNvPr id="24" name="Shape 22"/>
          <p:cNvSpPr/>
          <p:nvPr/>
        </p:nvSpPr>
        <p:spPr>
          <a:xfrm>
            <a:off x="11378133" y="838327"/>
            <a:ext cx="35560" cy="35560"/>
          </a:xfrm>
          <a:prstGeom prst="ellipse">
            <a:avLst/>
          </a:prstGeom>
          <a:solidFill>
            <a:srgbClr val="000000"/>
          </a:solidFill>
          <a:ln/>
        </p:spPr>
      </p:sp>
      <p:sp>
        <p:nvSpPr>
          <p:cNvPr id="25" name="Shape 23"/>
          <p:cNvSpPr/>
          <p:nvPr/>
        </p:nvSpPr>
        <p:spPr>
          <a:xfrm>
            <a:off x="11305235" y="855218"/>
            <a:ext cx="35560" cy="35560"/>
          </a:xfrm>
          <a:prstGeom prst="ellipse">
            <a:avLst/>
          </a:prstGeom>
          <a:solidFill>
            <a:srgbClr val="000000"/>
          </a:solidFill>
          <a:ln/>
        </p:spPr>
      </p:sp>
      <p:sp>
        <p:nvSpPr>
          <p:cNvPr id="26" name="Shape 24"/>
          <p:cNvSpPr/>
          <p:nvPr/>
        </p:nvSpPr>
        <p:spPr>
          <a:xfrm>
            <a:off x="11232337" y="838327"/>
            <a:ext cx="35560" cy="35560"/>
          </a:xfrm>
          <a:prstGeom prst="ellipse">
            <a:avLst/>
          </a:prstGeom>
          <a:solidFill>
            <a:srgbClr val="000000"/>
          </a:solidFill>
          <a:ln/>
        </p:spPr>
      </p:sp>
      <p:sp>
        <p:nvSpPr>
          <p:cNvPr id="27" name="Shape 25"/>
          <p:cNvSpPr/>
          <p:nvPr/>
        </p:nvSpPr>
        <p:spPr>
          <a:xfrm>
            <a:off x="11172774" y="791210"/>
            <a:ext cx="35560" cy="35560"/>
          </a:xfrm>
          <a:prstGeom prst="ellipse">
            <a:avLst/>
          </a:prstGeom>
          <a:solidFill>
            <a:srgbClr val="000000"/>
          </a:solidFill>
          <a:ln/>
        </p:spPr>
      </p:sp>
      <p:sp>
        <p:nvSpPr>
          <p:cNvPr id="28" name="Shape 26"/>
          <p:cNvSpPr/>
          <p:nvPr/>
        </p:nvSpPr>
        <p:spPr>
          <a:xfrm>
            <a:off x="11140770" y="723646"/>
            <a:ext cx="35560" cy="35560"/>
          </a:xfrm>
          <a:prstGeom prst="ellipse">
            <a:avLst/>
          </a:prstGeom>
          <a:solidFill>
            <a:srgbClr val="000000"/>
          </a:solidFill>
          <a:ln/>
        </p:spPr>
      </p:sp>
      <p:sp>
        <p:nvSpPr>
          <p:cNvPr id="29" name="Shape 27"/>
          <p:cNvSpPr/>
          <p:nvPr/>
        </p:nvSpPr>
        <p:spPr>
          <a:xfrm>
            <a:off x="11140770" y="648970"/>
            <a:ext cx="35560" cy="35560"/>
          </a:xfrm>
          <a:prstGeom prst="ellipse">
            <a:avLst/>
          </a:prstGeom>
          <a:solidFill>
            <a:srgbClr val="000000"/>
          </a:solidFill>
          <a:ln/>
        </p:spPr>
      </p:sp>
      <p:sp>
        <p:nvSpPr>
          <p:cNvPr id="30" name="Shape 28"/>
          <p:cNvSpPr/>
          <p:nvPr/>
        </p:nvSpPr>
        <p:spPr>
          <a:xfrm>
            <a:off x="11172774" y="581406"/>
            <a:ext cx="35560" cy="35560"/>
          </a:xfrm>
          <a:prstGeom prst="ellipse">
            <a:avLst/>
          </a:prstGeom>
          <a:solidFill>
            <a:srgbClr val="000000"/>
          </a:solidFill>
          <a:ln/>
        </p:spPr>
      </p:sp>
      <p:sp>
        <p:nvSpPr>
          <p:cNvPr id="31" name="Shape 29"/>
          <p:cNvSpPr/>
          <p:nvPr/>
        </p:nvSpPr>
        <p:spPr>
          <a:xfrm>
            <a:off x="11232337" y="534289"/>
            <a:ext cx="35560" cy="35560"/>
          </a:xfrm>
          <a:prstGeom prst="ellipse">
            <a:avLst/>
          </a:prstGeom>
          <a:solidFill>
            <a:srgbClr val="000000"/>
          </a:solidFill>
          <a:ln/>
        </p:spPr>
      </p:sp>
      <p:sp>
        <p:nvSpPr>
          <p:cNvPr id="32" name="Shape 30"/>
          <p:cNvSpPr/>
          <p:nvPr/>
        </p:nvSpPr>
        <p:spPr>
          <a:xfrm>
            <a:off x="11308791" y="467614"/>
            <a:ext cx="28448" cy="28448"/>
          </a:xfrm>
          <a:prstGeom prst="ellipse">
            <a:avLst/>
          </a:prstGeom>
          <a:solidFill>
            <a:srgbClr val="000000"/>
          </a:solidFill>
          <a:ln/>
        </p:spPr>
      </p:sp>
      <p:sp>
        <p:nvSpPr>
          <p:cNvPr id="33" name="Shape 31"/>
          <p:cNvSpPr/>
          <p:nvPr/>
        </p:nvSpPr>
        <p:spPr>
          <a:xfrm>
            <a:off x="11385245" y="480949"/>
            <a:ext cx="28448" cy="28448"/>
          </a:xfrm>
          <a:prstGeom prst="ellipse">
            <a:avLst/>
          </a:prstGeom>
          <a:solidFill>
            <a:srgbClr val="000000"/>
          </a:solidFill>
          <a:ln/>
        </p:spPr>
      </p:sp>
      <p:sp>
        <p:nvSpPr>
          <p:cNvPr id="34" name="Shape 32"/>
          <p:cNvSpPr/>
          <p:nvPr/>
        </p:nvSpPr>
        <p:spPr>
          <a:xfrm>
            <a:off x="11451920" y="519176"/>
            <a:ext cx="28448" cy="28448"/>
          </a:xfrm>
          <a:prstGeom prst="ellipse">
            <a:avLst/>
          </a:prstGeom>
          <a:solidFill>
            <a:srgbClr val="000000"/>
          </a:solidFill>
          <a:ln/>
        </p:spPr>
      </p:sp>
      <p:sp>
        <p:nvSpPr>
          <p:cNvPr id="35" name="Shape 33"/>
          <p:cNvSpPr/>
          <p:nvPr/>
        </p:nvSpPr>
        <p:spPr>
          <a:xfrm>
            <a:off x="11501704" y="578739"/>
            <a:ext cx="28448" cy="28448"/>
          </a:xfrm>
          <a:prstGeom prst="ellipse">
            <a:avLst/>
          </a:prstGeom>
          <a:solidFill>
            <a:srgbClr val="000000"/>
          </a:solidFill>
          <a:ln/>
        </p:spPr>
      </p:sp>
      <p:sp>
        <p:nvSpPr>
          <p:cNvPr id="36" name="Shape 34"/>
          <p:cNvSpPr/>
          <p:nvPr/>
        </p:nvSpPr>
        <p:spPr>
          <a:xfrm>
            <a:off x="11527485" y="651637"/>
            <a:ext cx="28448" cy="28448"/>
          </a:xfrm>
          <a:prstGeom prst="ellipse">
            <a:avLst/>
          </a:prstGeom>
          <a:solidFill>
            <a:srgbClr val="000000"/>
          </a:solidFill>
          <a:ln/>
        </p:spPr>
      </p:sp>
      <p:sp>
        <p:nvSpPr>
          <p:cNvPr id="37" name="Shape 35"/>
          <p:cNvSpPr/>
          <p:nvPr/>
        </p:nvSpPr>
        <p:spPr>
          <a:xfrm>
            <a:off x="11527485" y="728091"/>
            <a:ext cx="28448" cy="28448"/>
          </a:xfrm>
          <a:prstGeom prst="ellipse">
            <a:avLst/>
          </a:prstGeom>
          <a:solidFill>
            <a:srgbClr val="000000"/>
          </a:solidFill>
          <a:ln/>
        </p:spPr>
      </p:sp>
      <p:sp>
        <p:nvSpPr>
          <p:cNvPr id="38" name="Shape 36"/>
          <p:cNvSpPr/>
          <p:nvPr/>
        </p:nvSpPr>
        <p:spPr>
          <a:xfrm>
            <a:off x="11501704" y="800989"/>
            <a:ext cx="28448" cy="28448"/>
          </a:xfrm>
          <a:prstGeom prst="ellipse">
            <a:avLst/>
          </a:prstGeom>
          <a:solidFill>
            <a:srgbClr val="000000"/>
          </a:solidFill>
          <a:ln/>
        </p:spPr>
      </p:sp>
      <p:sp>
        <p:nvSpPr>
          <p:cNvPr id="39" name="Shape 37"/>
          <p:cNvSpPr/>
          <p:nvPr/>
        </p:nvSpPr>
        <p:spPr>
          <a:xfrm>
            <a:off x="11451920" y="860552"/>
            <a:ext cx="28448" cy="28448"/>
          </a:xfrm>
          <a:prstGeom prst="ellipse">
            <a:avLst/>
          </a:prstGeom>
          <a:solidFill>
            <a:srgbClr val="000000"/>
          </a:solidFill>
          <a:ln/>
        </p:spPr>
      </p:sp>
      <p:sp>
        <p:nvSpPr>
          <p:cNvPr id="40" name="Shape 38"/>
          <p:cNvSpPr/>
          <p:nvPr/>
        </p:nvSpPr>
        <p:spPr>
          <a:xfrm>
            <a:off x="11385245" y="898779"/>
            <a:ext cx="28448" cy="28448"/>
          </a:xfrm>
          <a:prstGeom prst="ellipse">
            <a:avLst/>
          </a:prstGeom>
          <a:solidFill>
            <a:srgbClr val="000000"/>
          </a:solidFill>
          <a:ln/>
        </p:spPr>
      </p:sp>
      <p:sp>
        <p:nvSpPr>
          <p:cNvPr id="41" name="Shape 39"/>
          <p:cNvSpPr/>
          <p:nvPr/>
        </p:nvSpPr>
        <p:spPr>
          <a:xfrm>
            <a:off x="11308791" y="912114"/>
            <a:ext cx="28448" cy="28448"/>
          </a:xfrm>
          <a:prstGeom prst="ellipse">
            <a:avLst/>
          </a:prstGeom>
          <a:solidFill>
            <a:srgbClr val="000000"/>
          </a:solidFill>
          <a:ln/>
        </p:spPr>
      </p:sp>
      <p:sp>
        <p:nvSpPr>
          <p:cNvPr id="42" name="Shape 40"/>
          <p:cNvSpPr/>
          <p:nvPr/>
        </p:nvSpPr>
        <p:spPr>
          <a:xfrm>
            <a:off x="11232337" y="898779"/>
            <a:ext cx="28448" cy="28448"/>
          </a:xfrm>
          <a:prstGeom prst="ellipse">
            <a:avLst/>
          </a:prstGeom>
          <a:solidFill>
            <a:srgbClr val="000000"/>
          </a:solidFill>
          <a:ln/>
        </p:spPr>
      </p:sp>
      <p:sp>
        <p:nvSpPr>
          <p:cNvPr id="43" name="Shape 41"/>
          <p:cNvSpPr/>
          <p:nvPr/>
        </p:nvSpPr>
        <p:spPr>
          <a:xfrm>
            <a:off x="11165662" y="860552"/>
            <a:ext cx="28448" cy="28448"/>
          </a:xfrm>
          <a:prstGeom prst="ellipse">
            <a:avLst/>
          </a:prstGeom>
          <a:solidFill>
            <a:srgbClr val="000000"/>
          </a:solidFill>
          <a:ln/>
        </p:spPr>
      </p:sp>
      <p:sp>
        <p:nvSpPr>
          <p:cNvPr id="44" name="Shape 42"/>
          <p:cNvSpPr/>
          <p:nvPr/>
        </p:nvSpPr>
        <p:spPr>
          <a:xfrm>
            <a:off x="11115878" y="800989"/>
            <a:ext cx="28448" cy="28448"/>
          </a:xfrm>
          <a:prstGeom prst="ellipse">
            <a:avLst/>
          </a:prstGeom>
          <a:solidFill>
            <a:srgbClr val="000000"/>
          </a:solidFill>
          <a:ln/>
        </p:spPr>
      </p:sp>
      <p:sp>
        <p:nvSpPr>
          <p:cNvPr id="45" name="Shape 43"/>
          <p:cNvSpPr/>
          <p:nvPr/>
        </p:nvSpPr>
        <p:spPr>
          <a:xfrm>
            <a:off x="11090097" y="728091"/>
            <a:ext cx="28448" cy="28448"/>
          </a:xfrm>
          <a:prstGeom prst="ellipse">
            <a:avLst/>
          </a:prstGeom>
          <a:solidFill>
            <a:srgbClr val="000000"/>
          </a:solidFill>
          <a:ln/>
        </p:spPr>
      </p:sp>
      <p:sp>
        <p:nvSpPr>
          <p:cNvPr id="46" name="Shape 44"/>
          <p:cNvSpPr/>
          <p:nvPr/>
        </p:nvSpPr>
        <p:spPr>
          <a:xfrm>
            <a:off x="11090097" y="651637"/>
            <a:ext cx="28448" cy="28448"/>
          </a:xfrm>
          <a:prstGeom prst="ellipse">
            <a:avLst/>
          </a:prstGeom>
          <a:solidFill>
            <a:srgbClr val="000000"/>
          </a:solidFill>
          <a:ln/>
        </p:spPr>
      </p:sp>
      <p:sp>
        <p:nvSpPr>
          <p:cNvPr id="47" name="Shape 45"/>
          <p:cNvSpPr/>
          <p:nvPr/>
        </p:nvSpPr>
        <p:spPr>
          <a:xfrm>
            <a:off x="11115878" y="578739"/>
            <a:ext cx="28448" cy="28448"/>
          </a:xfrm>
          <a:prstGeom prst="ellipse">
            <a:avLst/>
          </a:prstGeom>
          <a:solidFill>
            <a:srgbClr val="000000"/>
          </a:solidFill>
          <a:ln/>
        </p:spPr>
      </p:sp>
      <p:sp>
        <p:nvSpPr>
          <p:cNvPr id="48" name="Shape 46"/>
          <p:cNvSpPr/>
          <p:nvPr/>
        </p:nvSpPr>
        <p:spPr>
          <a:xfrm>
            <a:off x="11165662" y="519176"/>
            <a:ext cx="28448" cy="28448"/>
          </a:xfrm>
          <a:prstGeom prst="ellipse">
            <a:avLst/>
          </a:prstGeom>
          <a:solidFill>
            <a:srgbClr val="000000"/>
          </a:solidFill>
          <a:ln/>
        </p:spPr>
      </p:sp>
      <p:sp>
        <p:nvSpPr>
          <p:cNvPr id="49" name="Shape 47"/>
          <p:cNvSpPr/>
          <p:nvPr/>
        </p:nvSpPr>
        <p:spPr>
          <a:xfrm>
            <a:off x="11232337" y="480949"/>
            <a:ext cx="28448" cy="28448"/>
          </a:xfrm>
          <a:prstGeom prst="ellipse">
            <a:avLst/>
          </a:prstGeom>
          <a:solidFill>
            <a:srgbClr val="000000"/>
          </a:solidFill>
          <a:ln/>
        </p:spPr>
      </p:sp>
      <p:sp>
        <p:nvSpPr>
          <p:cNvPr id="50" name="Shape 48"/>
          <p:cNvSpPr/>
          <p:nvPr/>
        </p:nvSpPr>
        <p:spPr>
          <a:xfrm>
            <a:off x="11312347" y="417830"/>
            <a:ext cx="21336" cy="21336"/>
          </a:xfrm>
          <a:prstGeom prst="ellipse">
            <a:avLst/>
          </a:prstGeom>
          <a:solidFill>
            <a:srgbClr val="000000"/>
          </a:solidFill>
          <a:ln/>
        </p:spPr>
      </p:sp>
      <p:sp>
        <p:nvSpPr>
          <p:cNvPr id="51" name="Shape 49"/>
          <p:cNvSpPr/>
          <p:nvPr/>
        </p:nvSpPr>
        <p:spPr>
          <a:xfrm>
            <a:off x="11389690" y="429387"/>
            <a:ext cx="21336" cy="21336"/>
          </a:xfrm>
          <a:prstGeom prst="ellipse">
            <a:avLst/>
          </a:prstGeom>
          <a:solidFill>
            <a:srgbClr val="000000"/>
          </a:solidFill>
          <a:ln/>
        </p:spPr>
      </p:sp>
      <p:sp>
        <p:nvSpPr>
          <p:cNvPr id="52" name="Shape 50"/>
          <p:cNvSpPr/>
          <p:nvPr/>
        </p:nvSpPr>
        <p:spPr>
          <a:xfrm>
            <a:off x="11461699" y="461391"/>
            <a:ext cx="21336" cy="21336"/>
          </a:xfrm>
          <a:prstGeom prst="ellipse">
            <a:avLst/>
          </a:prstGeom>
          <a:solidFill>
            <a:srgbClr val="000000"/>
          </a:solidFill>
          <a:ln/>
        </p:spPr>
      </p:sp>
      <p:sp>
        <p:nvSpPr>
          <p:cNvPr id="53" name="Shape 51"/>
          <p:cNvSpPr/>
          <p:nvPr/>
        </p:nvSpPr>
        <p:spPr>
          <a:xfrm>
            <a:off x="11520373" y="512953"/>
            <a:ext cx="21336" cy="21336"/>
          </a:xfrm>
          <a:prstGeom prst="ellipse">
            <a:avLst/>
          </a:prstGeom>
          <a:solidFill>
            <a:srgbClr val="000000"/>
          </a:solidFill>
          <a:ln/>
        </p:spPr>
      </p:sp>
      <p:sp>
        <p:nvSpPr>
          <p:cNvPr id="54" name="Shape 52"/>
          <p:cNvSpPr/>
          <p:nvPr/>
        </p:nvSpPr>
        <p:spPr>
          <a:xfrm>
            <a:off x="11563045" y="578739"/>
            <a:ext cx="21336" cy="21336"/>
          </a:xfrm>
          <a:prstGeom prst="ellipse">
            <a:avLst/>
          </a:prstGeom>
          <a:solidFill>
            <a:srgbClr val="000000"/>
          </a:solidFill>
          <a:ln/>
        </p:spPr>
      </p:sp>
      <p:sp>
        <p:nvSpPr>
          <p:cNvPr id="55" name="Shape 53"/>
          <p:cNvSpPr/>
          <p:nvPr/>
        </p:nvSpPr>
        <p:spPr>
          <a:xfrm>
            <a:off x="11585270" y="654304"/>
            <a:ext cx="21336" cy="21336"/>
          </a:xfrm>
          <a:prstGeom prst="ellipse">
            <a:avLst/>
          </a:prstGeom>
          <a:solidFill>
            <a:srgbClr val="000000"/>
          </a:solidFill>
          <a:ln/>
        </p:spPr>
      </p:sp>
      <p:sp>
        <p:nvSpPr>
          <p:cNvPr id="56" name="Shape 54"/>
          <p:cNvSpPr/>
          <p:nvPr/>
        </p:nvSpPr>
        <p:spPr>
          <a:xfrm>
            <a:off x="11585270" y="732536"/>
            <a:ext cx="21336" cy="21336"/>
          </a:xfrm>
          <a:prstGeom prst="ellipse">
            <a:avLst/>
          </a:prstGeom>
          <a:solidFill>
            <a:srgbClr val="000000"/>
          </a:solidFill>
          <a:ln/>
        </p:spPr>
      </p:sp>
      <p:sp>
        <p:nvSpPr>
          <p:cNvPr id="57" name="Shape 55"/>
          <p:cNvSpPr/>
          <p:nvPr/>
        </p:nvSpPr>
        <p:spPr>
          <a:xfrm>
            <a:off x="11563045" y="808101"/>
            <a:ext cx="21336" cy="21336"/>
          </a:xfrm>
          <a:prstGeom prst="ellipse">
            <a:avLst/>
          </a:prstGeom>
          <a:solidFill>
            <a:srgbClr val="000000"/>
          </a:solidFill>
          <a:ln/>
        </p:spPr>
      </p:sp>
      <p:sp>
        <p:nvSpPr>
          <p:cNvPr id="58" name="Shape 56"/>
          <p:cNvSpPr/>
          <p:nvPr/>
        </p:nvSpPr>
        <p:spPr>
          <a:xfrm>
            <a:off x="11520373" y="873887"/>
            <a:ext cx="21336" cy="21336"/>
          </a:xfrm>
          <a:prstGeom prst="ellipse">
            <a:avLst/>
          </a:prstGeom>
          <a:solidFill>
            <a:srgbClr val="000000"/>
          </a:solidFill>
          <a:ln/>
        </p:spPr>
      </p:sp>
      <p:sp>
        <p:nvSpPr>
          <p:cNvPr id="59" name="Shape 57"/>
          <p:cNvSpPr/>
          <p:nvPr/>
        </p:nvSpPr>
        <p:spPr>
          <a:xfrm>
            <a:off x="11461699" y="925449"/>
            <a:ext cx="21336" cy="21336"/>
          </a:xfrm>
          <a:prstGeom prst="ellipse">
            <a:avLst/>
          </a:prstGeom>
          <a:solidFill>
            <a:srgbClr val="000000"/>
          </a:solidFill>
          <a:ln/>
        </p:spPr>
      </p:sp>
      <p:sp>
        <p:nvSpPr>
          <p:cNvPr id="60" name="Shape 58"/>
          <p:cNvSpPr/>
          <p:nvPr/>
        </p:nvSpPr>
        <p:spPr>
          <a:xfrm>
            <a:off x="11389690" y="957453"/>
            <a:ext cx="21336" cy="21336"/>
          </a:xfrm>
          <a:prstGeom prst="ellipse">
            <a:avLst/>
          </a:prstGeom>
          <a:solidFill>
            <a:srgbClr val="000000"/>
          </a:solidFill>
          <a:ln/>
        </p:spPr>
      </p:sp>
      <p:sp>
        <p:nvSpPr>
          <p:cNvPr id="61" name="Shape 59"/>
          <p:cNvSpPr/>
          <p:nvPr/>
        </p:nvSpPr>
        <p:spPr>
          <a:xfrm>
            <a:off x="11312347" y="969010"/>
            <a:ext cx="21336" cy="21336"/>
          </a:xfrm>
          <a:prstGeom prst="ellipse">
            <a:avLst/>
          </a:prstGeom>
          <a:solidFill>
            <a:srgbClr val="000000"/>
          </a:solidFill>
          <a:ln/>
        </p:spPr>
      </p:sp>
      <p:sp>
        <p:nvSpPr>
          <p:cNvPr id="62" name="Shape 60"/>
          <p:cNvSpPr/>
          <p:nvPr/>
        </p:nvSpPr>
        <p:spPr>
          <a:xfrm>
            <a:off x="11235004" y="957453"/>
            <a:ext cx="21336" cy="21336"/>
          </a:xfrm>
          <a:prstGeom prst="ellipse">
            <a:avLst/>
          </a:prstGeom>
          <a:solidFill>
            <a:srgbClr val="000000"/>
          </a:solidFill>
          <a:ln/>
        </p:spPr>
      </p:sp>
      <p:sp>
        <p:nvSpPr>
          <p:cNvPr id="63" name="Shape 61"/>
          <p:cNvSpPr/>
          <p:nvPr/>
        </p:nvSpPr>
        <p:spPr>
          <a:xfrm>
            <a:off x="11162995" y="925449"/>
            <a:ext cx="21336" cy="21336"/>
          </a:xfrm>
          <a:prstGeom prst="ellipse">
            <a:avLst/>
          </a:prstGeom>
          <a:solidFill>
            <a:srgbClr val="000000"/>
          </a:solidFill>
          <a:ln/>
        </p:spPr>
      </p:sp>
      <p:sp>
        <p:nvSpPr>
          <p:cNvPr id="64" name="Shape 62"/>
          <p:cNvSpPr/>
          <p:nvPr/>
        </p:nvSpPr>
        <p:spPr>
          <a:xfrm>
            <a:off x="11104321" y="873887"/>
            <a:ext cx="21336" cy="21336"/>
          </a:xfrm>
          <a:prstGeom prst="ellipse">
            <a:avLst/>
          </a:prstGeom>
          <a:solidFill>
            <a:srgbClr val="000000"/>
          </a:solidFill>
          <a:ln/>
        </p:spPr>
      </p:sp>
      <p:sp>
        <p:nvSpPr>
          <p:cNvPr id="65" name="Shape 63"/>
          <p:cNvSpPr/>
          <p:nvPr/>
        </p:nvSpPr>
        <p:spPr>
          <a:xfrm>
            <a:off x="11061649" y="808101"/>
            <a:ext cx="21336" cy="21336"/>
          </a:xfrm>
          <a:prstGeom prst="ellipse">
            <a:avLst/>
          </a:prstGeom>
          <a:solidFill>
            <a:srgbClr val="000000"/>
          </a:solidFill>
          <a:ln/>
        </p:spPr>
      </p:sp>
      <p:sp>
        <p:nvSpPr>
          <p:cNvPr id="66" name="Shape 64"/>
          <p:cNvSpPr/>
          <p:nvPr/>
        </p:nvSpPr>
        <p:spPr>
          <a:xfrm>
            <a:off x="11039424" y="732536"/>
            <a:ext cx="21336" cy="21336"/>
          </a:xfrm>
          <a:prstGeom prst="ellipse">
            <a:avLst/>
          </a:prstGeom>
          <a:solidFill>
            <a:srgbClr val="000000"/>
          </a:solidFill>
          <a:ln/>
        </p:spPr>
      </p:sp>
      <p:sp>
        <p:nvSpPr>
          <p:cNvPr id="67" name="Shape 65"/>
          <p:cNvSpPr/>
          <p:nvPr/>
        </p:nvSpPr>
        <p:spPr>
          <a:xfrm>
            <a:off x="11039424" y="654304"/>
            <a:ext cx="21336" cy="21336"/>
          </a:xfrm>
          <a:prstGeom prst="ellipse">
            <a:avLst/>
          </a:prstGeom>
          <a:solidFill>
            <a:srgbClr val="000000"/>
          </a:solidFill>
          <a:ln/>
        </p:spPr>
      </p:sp>
      <p:sp>
        <p:nvSpPr>
          <p:cNvPr id="68" name="Shape 66"/>
          <p:cNvSpPr/>
          <p:nvPr/>
        </p:nvSpPr>
        <p:spPr>
          <a:xfrm>
            <a:off x="11061649" y="578739"/>
            <a:ext cx="21336" cy="21336"/>
          </a:xfrm>
          <a:prstGeom prst="ellipse">
            <a:avLst/>
          </a:prstGeom>
          <a:solidFill>
            <a:srgbClr val="000000"/>
          </a:solidFill>
          <a:ln/>
        </p:spPr>
      </p:sp>
      <p:sp>
        <p:nvSpPr>
          <p:cNvPr id="69" name="Shape 67"/>
          <p:cNvSpPr/>
          <p:nvPr/>
        </p:nvSpPr>
        <p:spPr>
          <a:xfrm>
            <a:off x="11104321" y="512953"/>
            <a:ext cx="21336" cy="21336"/>
          </a:xfrm>
          <a:prstGeom prst="ellipse">
            <a:avLst/>
          </a:prstGeom>
          <a:solidFill>
            <a:srgbClr val="000000"/>
          </a:solidFill>
          <a:ln/>
        </p:spPr>
      </p:sp>
      <p:sp>
        <p:nvSpPr>
          <p:cNvPr id="70" name="Shape 68"/>
          <p:cNvSpPr/>
          <p:nvPr/>
        </p:nvSpPr>
        <p:spPr>
          <a:xfrm>
            <a:off x="11162995" y="461391"/>
            <a:ext cx="21336" cy="21336"/>
          </a:xfrm>
          <a:prstGeom prst="ellipse">
            <a:avLst/>
          </a:prstGeom>
          <a:solidFill>
            <a:srgbClr val="000000"/>
          </a:solidFill>
          <a:ln/>
        </p:spPr>
      </p:sp>
      <p:sp>
        <p:nvSpPr>
          <p:cNvPr id="71" name="Shape 69"/>
          <p:cNvSpPr/>
          <p:nvPr/>
        </p:nvSpPr>
        <p:spPr>
          <a:xfrm>
            <a:off x="11235004" y="429387"/>
            <a:ext cx="21336" cy="21336"/>
          </a:xfrm>
          <a:prstGeom prst="ellipse">
            <a:avLst/>
          </a:prstGeom>
          <a:solidFill>
            <a:srgbClr val="000000"/>
          </a:solidFill>
          <a:ln/>
        </p:spPr>
      </p:sp>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wat bouwden jullie?</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Toon twee of drie dashboards. Wat deed je anders, wat miste de agent?</a:t>
            </a:r>
            <a:endParaRPr lang="en-US" sz="2200" dirty="0"/>
          </a:p>
        </p:txBody>
      </p:sp>
      <p:pic>
        <p:nvPicPr>
          <p:cNvPr id="76" name="Image 0" descr="exports\261005_workshop_rad_uitvoering\img\gesprek.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296345" y="615188"/>
            <a:ext cx="53340" cy="53340"/>
          </a:xfrm>
          <a:prstGeom prst="ellipse">
            <a:avLst/>
          </a:prstGeom>
          <a:solidFill>
            <a:srgbClr val="000000"/>
          </a:solidFill>
          <a:ln/>
        </p:spPr>
      </p:sp>
      <p:sp>
        <p:nvSpPr>
          <p:cNvPr id="3" name="Shape 1"/>
          <p:cNvSpPr/>
          <p:nvPr/>
        </p:nvSpPr>
        <p:spPr>
          <a:xfrm>
            <a:off x="11350574" y="646303"/>
            <a:ext cx="53340" cy="53340"/>
          </a:xfrm>
          <a:prstGeom prst="ellipse">
            <a:avLst/>
          </a:prstGeom>
          <a:solidFill>
            <a:srgbClr val="000000"/>
          </a:solidFill>
          <a:ln/>
        </p:spPr>
      </p:sp>
      <p:sp>
        <p:nvSpPr>
          <p:cNvPr id="4" name="Shape 2"/>
          <p:cNvSpPr/>
          <p:nvPr/>
        </p:nvSpPr>
        <p:spPr>
          <a:xfrm>
            <a:off x="11350574" y="708533"/>
            <a:ext cx="53340" cy="53340"/>
          </a:xfrm>
          <a:prstGeom prst="ellipse">
            <a:avLst/>
          </a:prstGeom>
          <a:solidFill>
            <a:srgbClr val="000000"/>
          </a:solidFill>
          <a:ln/>
        </p:spPr>
      </p:sp>
      <p:sp>
        <p:nvSpPr>
          <p:cNvPr id="5" name="Shape 3"/>
          <p:cNvSpPr/>
          <p:nvPr/>
        </p:nvSpPr>
        <p:spPr>
          <a:xfrm>
            <a:off x="11296345" y="739648"/>
            <a:ext cx="53340" cy="53340"/>
          </a:xfrm>
          <a:prstGeom prst="ellipse">
            <a:avLst/>
          </a:prstGeom>
          <a:solidFill>
            <a:srgbClr val="000000"/>
          </a:solidFill>
          <a:ln/>
        </p:spPr>
      </p:sp>
      <p:sp>
        <p:nvSpPr>
          <p:cNvPr id="6" name="Shape 4"/>
          <p:cNvSpPr/>
          <p:nvPr/>
        </p:nvSpPr>
        <p:spPr>
          <a:xfrm>
            <a:off x="11242116" y="708533"/>
            <a:ext cx="53340" cy="53340"/>
          </a:xfrm>
          <a:prstGeom prst="ellipse">
            <a:avLst/>
          </a:prstGeom>
          <a:solidFill>
            <a:srgbClr val="000000"/>
          </a:solidFill>
          <a:ln/>
        </p:spPr>
      </p:sp>
      <p:sp>
        <p:nvSpPr>
          <p:cNvPr id="7" name="Shape 5"/>
          <p:cNvSpPr/>
          <p:nvPr/>
        </p:nvSpPr>
        <p:spPr>
          <a:xfrm>
            <a:off x="11242116" y="646303"/>
            <a:ext cx="53340" cy="53340"/>
          </a:xfrm>
          <a:prstGeom prst="ellipse">
            <a:avLst/>
          </a:prstGeom>
          <a:solidFill>
            <a:srgbClr val="000000"/>
          </a:solidFill>
          <a:ln/>
        </p:spPr>
      </p:sp>
      <p:sp>
        <p:nvSpPr>
          <p:cNvPr id="8" name="Shape 6"/>
          <p:cNvSpPr/>
          <p:nvPr/>
        </p:nvSpPr>
        <p:spPr>
          <a:xfrm>
            <a:off x="11300790" y="566293"/>
            <a:ext cx="44450" cy="44450"/>
          </a:xfrm>
          <a:prstGeom prst="ellipse">
            <a:avLst/>
          </a:prstGeom>
          <a:solidFill>
            <a:srgbClr val="000000"/>
          </a:solidFill>
          <a:ln/>
        </p:spPr>
      </p:sp>
      <p:sp>
        <p:nvSpPr>
          <p:cNvPr id="9" name="Shape 7"/>
          <p:cNvSpPr/>
          <p:nvPr/>
        </p:nvSpPr>
        <p:spPr>
          <a:xfrm>
            <a:off x="11368354" y="588518"/>
            <a:ext cx="44450" cy="44450"/>
          </a:xfrm>
          <a:prstGeom prst="ellipse">
            <a:avLst/>
          </a:prstGeom>
          <a:solidFill>
            <a:srgbClr val="000000"/>
          </a:solidFill>
          <a:ln/>
        </p:spPr>
      </p:sp>
      <p:sp>
        <p:nvSpPr>
          <p:cNvPr id="10" name="Shape 8"/>
          <p:cNvSpPr/>
          <p:nvPr/>
        </p:nvSpPr>
        <p:spPr>
          <a:xfrm>
            <a:off x="11411026" y="646303"/>
            <a:ext cx="44450" cy="44450"/>
          </a:xfrm>
          <a:prstGeom prst="ellipse">
            <a:avLst/>
          </a:prstGeom>
          <a:solidFill>
            <a:srgbClr val="000000"/>
          </a:solidFill>
          <a:ln/>
        </p:spPr>
      </p:sp>
      <p:sp>
        <p:nvSpPr>
          <p:cNvPr id="11" name="Shape 9"/>
          <p:cNvSpPr/>
          <p:nvPr/>
        </p:nvSpPr>
        <p:spPr>
          <a:xfrm>
            <a:off x="11411026" y="717423"/>
            <a:ext cx="44450" cy="44450"/>
          </a:xfrm>
          <a:prstGeom prst="ellipse">
            <a:avLst/>
          </a:prstGeom>
          <a:solidFill>
            <a:srgbClr val="000000"/>
          </a:solidFill>
          <a:ln/>
        </p:spPr>
      </p:sp>
      <p:sp>
        <p:nvSpPr>
          <p:cNvPr id="12" name="Shape 10"/>
          <p:cNvSpPr/>
          <p:nvPr/>
        </p:nvSpPr>
        <p:spPr>
          <a:xfrm>
            <a:off x="11368354" y="775208"/>
            <a:ext cx="44450" cy="44450"/>
          </a:xfrm>
          <a:prstGeom prst="ellipse">
            <a:avLst/>
          </a:prstGeom>
          <a:solidFill>
            <a:srgbClr val="000000"/>
          </a:solidFill>
          <a:ln/>
        </p:spPr>
      </p:sp>
      <p:sp>
        <p:nvSpPr>
          <p:cNvPr id="13" name="Shape 11"/>
          <p:cNvSpPr/>
          <p:nvPr/>
        </p:nvSpPr>
        <p:spPr>
          <a:xfrm>
            <a:off x="11300790" y="797433"/>
            <a:ext cx="44450" cy="44450"/>
          </a:xfrm>
          <a:prstGeom prst="ellipse">
            <a:avLst/>
          </a:prstGeom>
          <a:solidFill>
            <a:srgbClr val="000000"/>
          </a:solidFill>
          <a:ln/>
        </p:spPr>
      </p:sp>
      <p:sp>
        <p:nvSpPr>
          <p:cNvPr id="14" name="Shape 12"/>
          <p:cNvSpPr/>
          <p:nvPr/>
        </p:nvSpPr>
        <p:spPr>
          <a:xfrm>
            <a:off x="11233226" y="775208"/>
            <a:ext cx="44450" cy="44450"/>
          </a:xfrm>
          <a:prstGeom prst="ellipse">
            <a:avLst/>
          </a:prstGeom>
          <a:solidFill>
            <a:srgbClr val="000000"/>
          </a:solidFill>
          <a:ln/>
        </p:spPr>
      </p:sp>
      <p:sp>
        <p:nvSpPr>
          <p:cNvPr id="15" name="Shape 13"/>
          <p:cNvSpPr/>
          <p:nvPr/>
        </p:nvSpPr>
        <p:spPr>
          <a:xfrm>
            <a:off x="11190554" y="717423"/>
            <a:ext cx="44450" cy="44450"/>
          </a:xfrm>
          <a:prstGeom prst="ellipse">
            <a:avLst/>
          </a:prstGeom>
          <a:solidFill>
            <a:srgbClr val="000000"/>
          </a:solidFill>
          <a:ln/>
        </p:spPr>
      </p:sp>
      <p:sp>
        <p:nvSpPr>
          <p:cNvPr id="16" name="Shape 14"/>
          <p:cNvSpPr/>
          <p:nvPr/>
        </p:nvSpPr>
        <p:spPr>
          <a:xfrm>
            <a:off x="11190554" y="646303"/>
            <a:ext cx="44450" cy="44450"/>
          </a:xfrm>
          <a:prstGeom prst="ellipse">
            <a:avLst/>
          </a:prstGeom>
          <a:solidFill>
            <a:srgbClr val="000000"/>
          </a:solidFill>
          <a:ln/>
        </p:spPr>
      </p:sp>
      <p:sp>
        <p:nvSpPr>
          <p:cNvPr id="17" name="Shape 15"/>
          <p:cNvSpPr/>
          <p:nvPr/>
        </p:nvSpPr>
        <p:spPr>
          <a:xfrm>
            <a:off x="11233226" y="588518"/>
            <a:ext cx="44450" cy="44450"/>
          </a:xfrm>
          <a:prstGeom prst="ellipse">
            <a:avLst/>
          </a:prstGeom>
          <a:solidFill>
            <a:srgbClr val="000000"/>
          </a:solidFill>
          <a:ln/>
        </p:spPr>
      </p:sp>
      <p:sp>
        <p:nvSpPr>
          <p:cNvPr id="18" name="Shape 16"/>
          <p:cNvSpPr/>
          <p:nvPr/>
        </p:nvSpPr>
        <p:spPr>
          <a:xfrm>
            <a:off x="11305235" y="517398"/>
            <a:ext cx="35560" cy="35560"/>
          </a:xfrm>
          <a:prstGeom prst="ellipse">
            <a:avLst/>
          </a:prstGeom>
          <a:solidFill>
            <a:srgbClr val="000000"/>
          </a:solidFill>
          <a:ln/>
        </p:spPr>
      </p:sp>
      <p:sp>
        <p:nvSpPr>
          <p:cNvPr id="19" name="Shape 17"/>
          <p:cNvSpPr/>
          <p:nvPr/>
        </p:nvSpPr>
        <p:spPr>
          <a:xfrm>
            <a:off x="11378133" y="534289"/>
            <a:ext cx="35560" cy="35560"/>
          </a:xfrm>
          <a:prstGeom prst="ellipse">
            <a:avLst/>
          </a:prstGeom>
          <a:solidFill>
            <a:srgbClr val="000000"/>
          </a:solidFill>
          <a:ln/>
        </p:spPr>
      </p:sp>
      <p:sp>
        <p:nvSpPr>
          <p:cNvPr id="20" name="Shape 18"/>
          <p:cNvSpPr/>
          <p:nvPr/>
        </p:nvSpPr>
        <p:spPr>
          <a:xfrm>
            <a:off x="11437696" y="581406"/>
            <a:ext cx="35560" cy="35560"/>
          </a:xfrm>
          <a:prstGeom prst="ellipse">
            <a:avLst/>
          </a:prstGeom>
          <a:solidFill>
            <a:srgbClr val="000000"/>
          </a:solidFill>
          <a:ln/>
        </p:spPr>
      </p:sp>
      <p:sp>
        <p:nvSpPr>
          <p:cNvPr id="21" name="Shape 19"/>
          <p:cNvSpPr/>
          <p:nvPr/>
        </p:nvSpPr>
        <p:spPr>
          <a:xfrm>
            <a:off x="11469700" y="648970"/>
            <a:ext cx="35560" cy="35560"/>
          </a:xfrm>
          <a:prstGeom prst="ellipse">
            <a:avLst/>
          </a:prstGeom>
          <a:solidFill>
            <a:srgbClr val="000000"/>
          </a:solidFill>
          <a:ln/>
        </p:spPr>
      </p:sp>
      <p:sp>
        <p:nvSpPr>
          <p:cNvPr id="22" name="Shape 20"/>
          <p:cNvSpPr/>
          <p:nvPr/>
        </p:nvSpPr>
        <p:spPr>
          <a:xfrm>
            <a:off x="11469700" y="723646"/>
            <a:ext cx="35560" cy="35560"/>
          </a:xfrm>
          <a:prstGeom prst="ellipse">
            <a:avLst/>
          </a:prstGeom>
          <a:solidFill>
            <a:srgbClr val="000000"/>
          </a:solidFill>
          <a:ln/>
        </p:spPr>
      </p:sp>
      <p:sp>
        <p:nvSpPr>
          <p:cNvPr id="23" name="Shape 21"/>
          <p:cNvSpPr/>
          <p:nvPr/>
        </p:nvSpPr>
        <p:spPr>
          <a:xfrm>
            <a:off x="11437696" y="791210"/>
            <a:ext cx="35560" cy="35560"/>
          </a:xfrm>
          <a:prstGeom prst="ellipse">
            <a:avLst/>
          </a:prstGeom>
          <a:solidFill>
            <a:srgbClr val="000000"/>
          </a:solidFill>
          <a:ln/>
        </p:spPr>
      </p:sp>
      <p:sp>
        <p:nvSpPr>
          <p:cNvPr id="24" name="Shape 22"/>
          <p:cNvSpPr/>
          <p:nvPr/>
        </p:nvSpPr>
        <p:spPr>
          <a:xfrm>
            <a:off x="11378133" y="838327"/>
            <a:ext cx="35560" cy="35560"/>
          </a:xfrm>
          <a:prstGeom prst="ellipse">
            <a:avLst/>
          </a:prstGeom>
          <a:solidFill>
            <a:srgbClr val="000000"/>
          </a:solidFill>
          <a:ln/>
        </p:spPr>
      </p:sp>
      <p:sp>
        <p:nvSpPr>
          <p:cNvPr id="25" name="Shape 23"/>
          <p:cNvSpPr/>
          <p:nvPr/>
        </p:nvSpPr>
        <p:spPr>
          <a:xfrm>
            <a:off x="11305235" y="855218"/>
            <a:ext cx="35560" cy="35560"/>
          </a:xfrm>
          <a:prstGeom prst="ellipse">
            <a:avLst/>
          </a:prstGeom>
          <a:solidFill>
            <a:srgbClr val="000000"/>
          </a:solidFill>
          <a:ln/>
        </p:spPr>
      </p:sp>
      <p:sp>
        <p:nvSpPr>
          <p:cNvPr id="26" name="Shape 24"/>
          <p:cNvSpPr/>
          <p:nvPr/>
        </p:nvSpPr>
        <p:spPr>
          <a:xfrm>
            <a:off x="11232337" y="838327"/>
            <a:ext cx="35560" cy="35560"/>
          </a:xfrm>
          <a:prstGeom prst="ellipse">
            <a:avLst/>
          </a:prstGeom>
          <a:solidFill>
            <a:srgbClr val="000000"/>
          </a:solidFill>
          <a:ln/>
        </p:spPr>
      </p:sp>
      <p:sp>
        <p:nvSpPr>
          <p:cNvPr id="27" name="Shape 25"/>
          <p:cNvSpPr/>
          <p:nvPr/>
        </p:nvSpPr>
        <p:spPr>
          <a:xfrm>
            <a:off x="11172774" y="791210"/>
            <a:ext cx="35560" cy="35560"/>
          </a:xfrm>
          <a:prstGeom prst="ellipse">
            <a:avLst/>
          </a:prstGeom>
          <a:solidFill>
            <a:srgbClr val="000000"/>
          </a:solidFill>
          <a:ln/>
        </p:spPr>
      </p:sp>
      <p:sp>
        <p:nvSpPr>
          <p:cNvPr id="28" name="Shape 26"/>
          <p:cNvSpPr/>
          <p:nvPr/>
        </p:nvSpPr>
        <p:spPr>
          <a:xfrm>
            <a:off x="11140770" y="723646"/>
            <a:ext cx="35560" cy="35560"/>
          </a:xfrm>
          <a:prstGeom prst="ellipse">
            <a:avLst/>
          </a:prstGeom>
          <a:solidFill>
            <a:srgbClr val="000000"/>
          </a:solidFill>
          <a:ln/>
        </p:spPr>
      </p:sp>
      <p:sp>
        <p:nvSpPr>
          <p:cNvPr id="29" name="Shape 27"/>
          <p:cNvSpPr/>
          <p:nvPr/>
        </p:nvSpPr>
        <p:spPr>
          <a:xfrm>
            <a:off x="11140770" y="648970"/>
            <a:ext cx="35560" cy="35560"/>
          </a:xfrm>
          <a:prstGeom prst="ellipse">
            <a:avLst/>
          </a:prstGeom>
          <a:solidFill>
            <a:srgbClr val="000000"/>
          </a:solidFill>
          <a:ln/>
        </p:spPr>
      </p:sp>
      <p:sp>
        <p:nvSpPr>
          <p:cNvPr id="30" name="Shape 28"/>
          <p:cNvSpPr/>
          <p:nvPr/>
        </p:nvSpPr>
        <p:spPr>
          <a:xfrm>
            <a:off x="11172774" y="581406"/>
            <a:ext cx="35560" cy="35560"/>
          </a:xfrm>
          <a:prstGeom prst="ellipse">
            <a:avLst/>
          </a:prstGeom>
          <a:solidFill>
            <a:srgbClr val="000000"/>
          </a:solidFill>
          <a:ln/>
        </p:spPr>
      </p:sp>
      <p:sp>
        <p:nvSpPr>
          <p:cNvPr id="31" name="Shape 29"/>
          <p:cNvSpPr/>
          <p:nvPr/>
        </p:nvSpPr>
        <p:spPr>
          <a:xfrm>
            <a:off x="11232337" y="534289"/>
            <a:ext cx="35560" cy="35560"/>
          </a:xfrm>
          <a:prstGeom prst="ellipse">
            <a:avLst/>
          </a:prstGeom>
          <a:solidFill>
            <a:srgbClr val="000000"/>
          </a:solidFill>
          <a:ln/>
        </p:spPr>
      </p:sp>
      <p:sp>
        <p:nvSpPr>
          <p:cNvPr id="32" name="Shape 30"/>
          <p:cNvSpPr/>
          <p:nvPr/>
        </p:nvSpPr>
        <p:spPr>
          <a:xfrm>
            <a:off x="11308791" y="467614"/>
            <a:ext cx="28448" cy="28448"/>
          </a:xfrm>
          <a:prstGeom prst="ellipse">
            <a:avLst/>
          </a:prstGeom>
          <a:solidFill>
            <a:srgbClr val="000000"/>
          </a:solidFill>
          <a:ln/>
        </p:spPr>
      </p:sp>
      <p:sp>
        <p:nvSpPr>
          <p:cNvPr id="33" name="Shape 31"/>
          <p:cNvSpPr/>
          <p:nvPr/>
        </p:nvSpPr>
        <p:spPr>
          <a:xfrm>
            <a:off x="11385245" y="480949"/>
            <a:ext cx="28448" cy="28448"/>
          </a:xfrm>
          <a:prstGeom prst="ellipse">
            <a:avLst/>
          </a:prstGeom>
          <a:solidFill>
            <a:srgbClr val="000000"/>
          </a:solidFill>
          <a:ln/>
        </p:spPr>
      </p:sp>
      <p:sp>
        <p:nvSpPr>
          <p:cNvPr id="34" name="Shape 32"/>
          <p:cNvSpPr/>
          <p:nvPr/>
        </p:nvSpPr>
        <p:spPr>
          <a:xfrm>
            <a:off x="11451920" y="519176"/>
            <a:ext cx="28448" cy="28448"/>
          </a:xfrm>
          <a:prstGeom prst="ellipse">
            <a:avLst/>
          </a:prstGeom>
          <a:solidFill>
            <a:srgbClr val="000000"/>
          </a:solidFill>
          <a:ln/>
        </p:spPr>
      </p:sp>
      <p:sp>
        <p:nvSpPr>
          <p:cNvPr id="35" name="Shape 33"/>
          <p:cNvSpPr/>
          <p:nvPr/>
        </p:nvSpPr>
        <p:spPr>
          <a:xfrm>
            <a:off x="11501704" y="578739"/>
            <a:ext cx="28448" cy="28448"/>
          </a:xfrm>
          <a:prstGeom prst="ellipse">
            <a:avLst/>
          </a:prstGeom>
          <a:solidFill>
            <a:srgbClr val="000000"/>
          </a:solidFill>
          <a:ln/>
        </p:spPr>
      </p:sp>
      <p:sp>
        <p:nvSpPr>
          <p:cNvPr id="36" name="Shape 34"/>
          <p:cNvSpPr/>
          <p:nvPr/>
        </p:nvSpPr>
        <p:spPr>
          <a:xfrm>
            <a:off x="11527485" y="651637"/>
            <a:ext cx="28448" cy="28448"/>
          </a:xfrm>
          <a:prstGeom prst="ellipse">
            <a:avLst/>
          </a:prstGeom>
          <a:solidFill>
            <a:srgbClr val="000000"/>
          </a:solidFill>
          <a:ln/>
        </p:spPr>
      </p:sp>
      <p:sp>
        <p:nvSpPr>
          <p:cNvPr id="37" name="Shape 35"/>
          <p:cNvSpPr/>
          <p:nvPr/>
        </p:nvSpPr>
        <p:spPr>
          <a:xfrm>
            <a:off x="11527485" y="728091"/>
            <a:ext cx="28448" cy="28448"/>
          </a:xfrm>
          <a:prstGeom prst="ellipse">
            <a:avLst/>
          </a:prstGeom>
          <a:solidFill>
            <a:srgbClr val="000000"/>
          </a:solidFill>
          <a:ln/>
        </p:spPr>
      </p:sp>
      <p:sp>
        <p:nvSpPr>
          <p:cNvPr id="38" name="Shape 36"/>
          <p:cNvSpPr/>
          <p:nvPr/>
        </p:nvSpPr>
        <p:spPr>
          <a:xfrm>
            <a:off x="11501704" y="800989"/>
            <a:ext cx="28448" cy="28448"/>
          </a:xfrm>
          <a:prstGeom prst="ellipse">
            <a:avLst/>
          </a:prstGeom>
          <a:solidFill>
            <a:srgbClr val="000000"/>
          </a:solidFill>
          <a:ln/>
        </p:spPr>
      </p:sp>
      <p:sp>
        <p:nvSpPr>
          <p:cNvPr id="39" name="Shape 37"/>
          <p:cNvSpPr/>
          <p:nvPr/>
        </p:nvSpPr>
        <p:spPr>
          <a:xfrm>
            <a:off x="11451920" y="860552"/>
            <a:ext cx="28448" cy="28448"/>
          </a:xfrm>
          <a:prstGeom prst="ellipse">
            <a:avLst/>
          </a:prstGeom>
          <a:solidFill>
            <a:srgbClr val="000000"/>
          </a:solidFill>
          <a:ln/>
        </p:spPr>
      </p:sp>
      <p:sp>
        <p:nvSpPr>
          <p:cNvPr id="40" name="Shape 38"/>
          <p:cNvSpPr/>
          <p:nvPr/>
        </p:nvSpPr>
        <p:spPr>
          <a:xfrm>
            <a:off x="11385245" y="898779"/>
            <a:ext cx="28448" cy="28448"/>
          </a:xfrm>
          <a:prstGeom prst="ellipse">
            <a:avLst/>
          </a:prstGeom>
          <a:solidFill>
            <a:srgbClr val="000000"/>
          </a:solidFill>
          <a:ln/>
        </p:spPr>
      </p:sp>
      <p:sp>
        <p:nvSpPr>
          <p:cNvPr id="41" name="Shape 39"/>
          <p:cNvSpPr/>
          <p:nvPr/>
        </p:nvSpPr>
        <p:spPr>
          <a:xfrm>
            <a:off x="11308791" y="912114"/>
            <a:ext cx="28448" cy="28448"/>
          </a:xfrm>
          <a:prstGeom prst="ellipse">
            <a:avLst/>
          </a:prstGeom>
          <a:solidFill>
            <a:srgbClr val="000000"/>
          </a:solidFill>
          <a:ln/>
        </p:spPr>
      </p:sp>
      <p:sp>
        <p:nvSpPr>
          <p:cNvPr id="42" name="Shape 40"/>
          <p:cNvSpPr/>
          <p:nvPr/>
        </p:nvSpPr>
        <p:spPr>
          <a:xfrm>
            <a:off x="11232337" y="898779"/>
            <a:ext cx="28448" cy="28448"/>
          </a:xfrm>
          <a:prstGeom prst="ellipse">
            <a:avLst/>
          </a:prstGeom>
          <a:solidFill>
            <a:srgbClr val="000000"/>
          </a:solidFill>
          <a:ln/>
        </p:spPr>
      </p:sp>
      <p:sp>
        <p:nvSpPr>
          <p:cNvPr id="43" name="Shape 41"/>
          <p:cNvSpPr/>
          <p:nvPr/>
        </p:nvSpPr>
        <p:spPr>
          <a:xfrm>
            <a:off x="11165662" y="860552"/>
            <a:ext cx="28448" cy="28448"/>
          </a:xfrm>
          <a:prstGeom prst="ellipse">
            <a:avLst/>
          </a:prstGeom>
          <a:solidFill>
            <a:srgbClr val="000000"/>
          </a:solidFill>
          <a:ln/>
        </p:spPr>
      </p:sp>
      <p:sp>
        <p:nvSpPr>
          <p:cNvPr id="44" name="Shape 42"/>
          <p:cNvSpPr/>
          <p:nvPr/>
        </p:nvSpPr>
        <p:spPr>
          <a:xfrm>
            <a:off x="11115878" y="800989"/>
            <a:ext cx="28448" cy="28448"/>
          </a:xfrm>
          <a:prstGeom prst="ellipse">
            <a:avLst/>
          </a:prstGeom>
          <a:solidFill>
            <a:srgbClr val="000000"/>
          </a:solidFill>
          <a:ln/>
        </p:spPr>
      </p:sp>
      <p:sp>
        <p:nvSpPr>
          <p:cNvPr id="45" name="Shape 43"/>
          <p:cNvSpPr/>
          <p:nvPr/>
        </p:nvSpPr>
        <p:spPr>
          <a:xfrm>
            <a:off x="11090097" y="728091"/>
            <a:ext cx="28448" cy="28448"/>
          </a:xfrm>
          <a:prstGeom prst="ellipse">
            <a:avLst/>
          </a:prstGeom>
          <a:solidFill>
            <a:srgbClr val="000000"/>
          </a:solidFill>
          <a:ln/>
        </p:spPr>
      </p:sp>
      <p:sp>
        <p:nvSpPr>
          <p:cNvPr id="46" name="Shape 44"/>
          <p:cNvSpPr/>
          <p:nvPr/>
        </p:nvSpPr>
        <p:spPr>
          <a:xfrm>
            <a:off x="11090097" y="651637"/>
            <a:ext cx="28448" cy="28448"/>
          </a:xfrm>
          <a:prstGeom prst="ellipse">
            <a:avLst/>
          </a:prstGeom>
          <a:solidFill>
            <a:srgbClr val="000000"/>
          </a:solidFill>
          <a:ln/>
        </p:spPr>
      </p:sp>
      <p:sp>
        <p:nvSpPr>
          <p:cNvPr id="47" name="Shape 45"/>
          <p:cNvSpPr/>
          <p:nvPr/>
        </p:nvSpPr>
        <p:spPr>
          <a:xfrm>
            <a:off x="11115878" y="578739"/>
            <a:ext cx="28448" cy="28448"/>
          </a:xfrm>
          <a:prstGeom prst="ellipse">
            <a:avLst/>
          </a:prstGeom>
          <a:solidFill>
            <a:srgbClr val="000000"/>
          </a:solidFill>
          <a:ln/>
        </p:spPr>
      </p:sp>
      <p:sp>
        <p:nvSpPr>
          <p:cNvPr id="48" name="Shape 46"/>
          <p:cNvSpPr/>
          <p:nvPr/>
        </p:nvSpPr>
        <p:spPr>
          <a:xfrm>
            <a:off x="11165662" y="519176"/>
            <a:ext cx="28448" cy="28448"/>
          </a:xfrm>
          <a:prstGeom prst="ellipse">
            <a:avLst/>
          </a:prstGeom>
          <a:solidFill>
            <a:srgbClr val="000000"/>
          </a:solidFill>
          <a:ln/>
        </p:spPr>
      </p:sp>
      <p:sp>
        <p:nvSpPr>
          <p:cNvPr id="49" name="Shape 47"/>
          <p:cNvSpPr/>
          <p:nvPr/>
        </p:nvSpPr>
        <p:spPr>
          <a:xfrm>
            <a:off x="11232337" y="480949"/>
            <a:ext cx="28448" cy="28448"/>
          </a:xfrm>
          <a:prstGeom prst="ellipse">
            <a:avLst/>
          </a:prstGeom>
          <a:solidFill>
            <a:srgbClr val="000000"/>
          </a:solidFill>
          <a:ln/>
        </p:spPr>
      </p:sp>
      <p:sp>
        <p:nvSpPr>
          <p:cNvPr id="50" name="Shape 48"/>
          <p:cNvSpPr/>
          <p:nvPr/>
        </p:nvSpPr>
        <p:spPr>
          <a:xfrm>
            <a:off x="11312347" y="417830"/>
            <a:ext cx="21336" cy="21336"/>
          </a:xfrm>
          <a:prstGeom prst="ellipse">
            <a:avLst/>
          </a:prstGeom>
          <a:solidFill>
            <a:srgbClr val="000000"/>
          </a:solidFill>
          <a:ln/>
        </p:spPr>
      </p:sp>
      <p:sp>
        <p:nvSpPr>
          <p:cNvPr id="51" name="Shape 49"/>
          <p:cNvSpPr/>
          <p:nvPr/>
        </p:nvSpPr>
        <p:spPr>
          <a:xfrm>
            <a:off x="11389690" y="429387"/>
            <a:ext cx="21336" cy="21336"/>
          </a:xfrm>
          <a:prstGeom prst="ellipse">
            <a:avLst/>
          </a:prstGeom>
          <a:solidFill>
            <a:srgbClr val="000000"/>
          </a:solidFill>
          <a:ln/>
        </p:spPr>
      </p:sp>
      <p:sp>
        <p:nvSpPr>
          <p:cNvPr id="52" name="Shape 50"/>
          <p:cNvSpPr/>
          <p:nvPr/>
        </p:nvSpPr>
        <p:spPr>
          <a:xfrm>
            <a:off x="11461699" y="461391"/>
            <a:ext cx="21336" cy="21336"/>
          </a:xfrm>
          <a:prstGeom prst="ellipse">
            <a:avLst/>
          </a:prstGeom>
          <a:solidFill>
            <a:srgbClr val="000000"/>
          </a:solidFill>
          <a:ln/>
        </p:spPr>
      </p:sp>
      <p:sp>
        <p:nvSpPr>
          <p:cNvPr id="53" name="Shape 51"/>
          <p:cNvSpPr/>
          <p:nvPr/>
        </p:nvSpPr>
        <p:spPr>
          <a:xfrm>
            <a:off x="11520373" y="512953"/>
            <a:ext cx="21336" cy="21336"/>
          </a:xfrm>
          <a:prstGeom prst="ellipse">
            <a:avLst/>
          </a:prstGeom>
          <a:solidFill>
            <a:srgbClr val="000000"/>
          </a:solidFill>
          <a:ln/>
        </p:spPr>
      </p:sp>
      <p:sp>
        <p:nvSpPr>
          <p:cNvPr id="54" name="Shape 52"/>
          <p:cNvSpPr/>
          <p:nvPr/>
        </p:nvSpPr>
        <p:spPr>
          <a:xfrm>
            <a:off x="11563045" y="578739"/>
            <a:ext cx="21336" cy="21336"/>
          </a:xfrm>
          <a:prstGeom prst="ellipse">
            <a:avLst/>
          </a:prstGeom>
          <a:solidFill>
            <a:srgbClr val="000000"/>
          </a:solidFill>
          <a:ln/>
        </p:spPr>
      </p:sp>
      <p:sp>
        <p:nvSpPr>
          <p:cNvPr id="55" name="Shape 53"/>
          <p:cNvSpPr/>
          <p:nvPr/>
        </p:nvSpPr>
        <p:spPr>
          <a:xfrm>
            <a:off x="11585270" y="654304"/>
            <a:ext cx="21336" cy="21336"/>
          </a:xfrm>
          <a:prstGeom prst="ellipse">
            <a:avLst/>
          </a:prstGeom>
          <a:solidFill>
            <a:srgbClr val="000000"/>
          </a:solidFill>
          <a:ln/>
        </p:spPr>
      </p:sp>
      <p:sp>
        <p:nvSpPr>
          <p:cNvPr id="56" name="Shape 54"/>
          <p:cNvSpPr/>
          <p:nvPr/>
        </p:nvSpPr>
        <p:spPr>
          <a:xfrm>
            <a:off x="11585270" y="732536"/>
            <a:ext cx="21336" cy="21336"/>
          </a:xfrm>
          <a:prstGeom prst="ellipse">
            <a:avLst/>
          </a:prstGeom>
          <a:solidFill>
            <a:srgbClr val="000000"/>
          </a:solidFill>
          <a:ln/>
        </p:spPr>
      </p:sp>
      <p:sp>
        <p:nvSpPr>
          <p:cNvPr id="57" name="Shape 55"/>
          <p:cNvSpPr/>
          <p:nvPr/>
        </p:nvSpPr>
        <p:spPr>
          <a:xfrm>
            <a:off x="11563045" y="808101"/>
            <a:ext cx="21336" cy="21336"/>
          </a:xfrm>
          <a:prstGeom prst="ellipse">
            <a:avLst/>
          </a:prstGeom>
          <a:solidFill>
            <a:srgbClr val="000000"/>
          </a:solidFill>
          <a:ln/>
        </p:spPr>
      </p:sp>
      <p:sp>
        <p:nvSpPr>
          <p:cNvPr id="58" name="Shape 56"/>
          <p:cNvSpPr/>
          <p:nvPr/>
        </p:nvSpPr>
        <p:spPr>
          <a:xfrm>
            <a:off x="11520373" y="873887"/>
            <a:ext cx="21336" cy="21336"/>
          </a:xfrm>
          <a:prstGeom prst="ellipse">
            <a:avLst/>
          </a:prstGeom>
          <a:solidFill>
            <a:srgbClr val="000000"/>
          </a:solidFill>
          <a:ln/>
        </p:spPr>
      </p:sp>
      <p:sp>
        <p:nvSpPr>
          <p:cNvPr id="59" name="Shape 57"/>
          <p:cNvSpPr/>
          <p:nvPr/>
        </p:nvSpPr>
        <p:spPr>
          <a:xfrm>
            <a:off x="11461699" y="925449"/>
            <a:ext cx="21336" cy="21336"/>
          </a:xfrm>
          <a:prstGeom prst="ellipse">
            <a:avLst/>
          </a:prstGeom>
          <a:solidFill>
            <a:srgbClr val="000000"/>
          </a:solidFill>
          <a:ln/>
        </p:spPr>
      </p:sp>
      <p:sp>
        <p:nvSpPr>
          <p:cNvPr id="60" name="Shape 58"/>
          <p:cNvSpPr/>
          <p:nvPr/>
        </p:nvSpPr>
        <p:spPr>
          <a:xfrm>
            <a:off x="11389690" y="957453"/>
            <a:ext cx="21336" cy="21336"/>
          </a:xfrm>
          <a:prstGeom prst="ellipse">
            <a:avLst/>
          </a:prstGeom>
          <a:solidFill>
            <a:srgbClr val="000000"/>
          </a:solidFill>
          <a:ln/>
        </p:spPr>
      </p:sp>
      <p:sp>
        <p:nvSpPr>
          <p:cNvPr id="61" name="Shape 59"/>
          <p:cNvSpPr/>
          <p:nvPr/>
        </p:nvSpPr>
        <p:spPr>
          <a:xfrm>
            <a:off x="11312347" y="969010"/>
            <a:ext cx="21336" cy="21336"/>
          </a:xfrm>
          <a:prstGeom prst="ellipse">
            <a:avLst/>
          </a:prstGeom>
          <a:solidFill>
            <a:srgbClr val="000000"/>
          </a:solidFill>
          <a:ln/>
        </p:spPr>
      </p:sp>
      <p:sp>
        <p:nvSpPr>
          <p:cNvPr id="62" name="Shape 60"/>
          <p:cNvSpPr/>
          <p:nvPr/>
        </p:nvSpPr>
        <p:spPr>
          <a:xfrm>
            <a:off x="11235004" y="957453"/>
            <a:ext cx="21336" cy="21336"/>
          </a:xfrm>
          <a:prstGeom prst="ellipse">
            <a:avLst/>
          </a:prstGeom>
          <a:solidFill>
            <a:srgbClr val="000000"/>
          </a:solidFill>
          <a:ln/>
        </p:spPr>
      </p:sp>
      <p:sp>
        <p:nvSpPr>
          <p:cNvPr id="63" name="Shape 61"/>
          <p:cNvSpPr/>
          <p:nvPr/>
        </p:nvSpPr>
        <p:spPr>
          <a:xfrm>
            <a:off x="11162995" y="925449"/>
            <a:ext cx="21336" cy="21336"/>
          </a:xfrm>
          <a:prstGeom prst="ellipse">
            <a:avLst/>
          </a:prstGeom>
          <a:solidFill>
            <a:srgbClr val="000000"/>
          </a:solidFill>
          <a:ln/>
        </p:spPr>
      </p:sp>
      <p:sp>
        <p:nvSpPr>
          <p:cNvPr id="64" name="Shape 62"/>
          <p:cNvSpPr/>
          <p:nvPr/>
        </p:nvSpPr>
        <p:spPr>
          <a:xfrm>
            <a:off x="11104321" y="873887"/>
            <a:ext cx="21336" cy="21336"/>
          </a:xfrm>
          <a:prstGeom prst="ellipse">
            <a:avLst/>
          </a:prstGeom>
          <a:solidFill>
            <a:srgbClr val="000000"/>
          </a:solidFill>
          <a:ln/>
        </p:spPr>
      </p:sp>
      <p:sp>
        <p:nvSpPr>
          <p:cNvPr id="65" name="Shape 63"/>
          <p:cNvSpPr/>
          <p:nvPr/>
        </p:nvSpPr>
        <p:spPr>
          <a:xfrm>
            <a:off x="11061649" y="808101"/>
            <a:ext cx="21336" cy="21336"/>
          </a:xfrm>
          <a:prstGeom prst="ellipse">
            <a:avLst/>
          </a:prstGeom>
          <a:solidFill>
            <a:srgbClr val="000000"/>
          </a:solidFill>
          <a:ln/>
        </p:spPr>
      </p:sp>
      <p:sp>
        <p:nvSpPr>
          <p:cNvPr id="66" name="Shape 64"/>
          <p:cNvSpPr/>
          <p:nvPr/>
        </p:nvSpPr>
        <p:spPr>
          <a:xfrm>
            <a:off x="11039424" y="732536"/>
            <a:ext cx="21336" cy="21336"/>
          </a:xfrm>
          <a:prstGeom prst="ellipse">
            <a:avLst/>
          </a:prstGeom>
          <a:solidFill>
            <a:srgbClr val="000000"/>
          </a:solidFill>
          <a:ln/>
        </p:spPr>
      </p:sp>
      <p:sp>
        <p:nvSpPr>
          <p:cNvPr id="67" name="Shape 65"/>
          <p:cNvSpPr/>
          <p:nvPr/>
        </p:nvSpPr>
        <p:spPr>
          <a:xfrm>
            <a:off x="11039424" y="654304"/>
            <a:ext cx="21336" cy="21336"/>
          </a:xfrm>
          <a:prstGeom prst="ellipse">
            <a:avLst/>
          </a:prstGeom>
          <a:solidFill>
            <a:srgbClr val="000000"/>
          </a:solidFill>
          <a:ln/>
        </p:spPr>
      </p:sp>
      <p:sp>
        <p:nvSpPr>
          <p:cNvPr id="68" name="Shape 66"/>
          <p:cNvSpPr/>
          <p:nvPr/>
        </p:nvSpPr>
        <p:spPr>
          <a:xfrm>
            <a:off x="11061649" y="578739"/>
            <a:ext cx="21336" cy="21336"/>
          </a:xfrm>
          <a:prstGeom prst="ellipse">
            <a:avLst/>
          </a:prstGeom>
          <a:solidFill>
            <a:srgbClr val="000000"/>
          </a:solidFill>
          <a:ln/>
        </p:spPr>
      </p:sp>
      <p:sp>
        <p:nvSpPr>
          <p:cNvPr id="69" name="Shape 67"/>
          <p:cNvSpPr/>
          <p:nvPr/>
        </p:nvSpPr>
        <p:spPr>
          <a:xfrm>
            <a:off x="11104321" y="512953"/>
            <a:ext cx="21336" cy="21336"/>
          </a:xfrm>
          <a:prstGeom prst="ellipse">
            <a:avLst/>
          </a:prstGeom>
          <a:solidFill>
            <a:srgbClr val="000000"/>
          </a:solidFill>
          <a:ln/>
        </p:spPr>
      </p:sp>
      <p:sp>
        <p:nvSpPr>
          <p:cNvPr id="70" name="Shape 68"/>
          <p:cNvSpPr/>
          <p:nvPr/>
        </p:nvSpPr>
        <p:spPr>
          <a:xfrm>
            <a:off x="11162995" y="461391"/>
            <a:ext cx="21336" cy="21336"/>
          </a:xfrm>
          <a:prstGeom prst="ellipse">
            <a:avLst/>
          </a:prstGeom>
          <a:solidFill>
            <a:srgbClr val="000000"/>
          </a:solidFill>
          <a:ln/>
        </p:spPr>
      </p:sp>
      <p:sp>
        <p:nvSpPr>
          <p:cNvPr id="71" name="Shape 69"/>
          <p:cNvSpPr/>
          <p:nvPr/>
        </p:nvSpPr>
        <p:spPr>
          <a:xfrm>
            <a:off x="11235004" y="429387"/>
            <a:ext cx="21336" cy="21336"/>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Techniek valt het vaakst uit, geslacht laat geen verschil zien</a:t>
            </a:r>
            <a:endParaRPr lang="en-US" sz="2500" dirty="0"/>
          </a:p>
        </p:txBody>
      </p:sp>
      <p:graphicFrame>
        <p:nvGraphicFramePr>
          <p:cNvPr id="73" name="Chart 0" descr=""/>
          <p:cNvGraphicFramePr/>
          <p:nvPr/>
        </p:nvGraphicFramePr>
        <p:xfrm>
          <a:off x="731520" y="1554480"/>
          <a:ext cx="6796735" cy="4206240"/>
        </p:xfrm>
        <a:graphic xmlns:a="http://schemas.openxmlformats.org/drawingml/2006/main">
          <a:graphicData uri="http://schemas.openxmlformats.org/drawingml/2006/chart">
            <c:chart xmlns:c="http://schemas.openxmlformats.org/drawingml/2006/chart" r:id="rId1"/>
          </a:graphicData>
        </a:graphic>
      </p:graphicFrame>
      <p:sp>
        <p:nvSpPr>
          <p:cNvPr id="74" name="Shape 71"/>
          <p:cNvSpPr/>
          <p:nvPr/>
        </p:nvSpPr>
        <p:spPr>
          <a:xfrm>
            <a:off x="7985455" y="1371600"/>
            <a:ext cx="3657600" cy="2895600"/>
          </a:xfrm>
          <a:prstGeom prst="roundRect">
            <a:avLst>
              <a:gd name="adj" fmla="val 2792"/>
            </a:avLst>
          </a:prstGeom>
          <a:solidFill>
            <a:srgbClr val="3D68EC"/>
          </a:solidFill>
          <a:ln/>
        </p:spPr>
      </p:sp>
      <p:sp>
        <p:nvSpPr>
          <p:cNvPr id="75" name="Text 72"/>
          <p:cNvSpPr/>
          <p:nvPr/>
        </p:nvSpPr>
        <p:spPr>
          <a:xfrm>
            <a:off x="8259775" y="1691640"/>
            <a:ext cx="3108960"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WAT VALT OP</a:t>
            </a:r>
            <a:endParaRPr lang="en-US" sz="1100" dirty="0"/>
          </a:p>
        </p:txBody>
      </p:sp>
      <p:sp>
        <p:nvSpPr>
          <p:cNvPr id="76" name="Text 73"/>
          <p:cNvSpPr/>
          <p:nvPr/>
        </p:nvSpPr>
        <p:spPr>
          <a:xfrm>
            <a:off x="8259775" y="2103120"/>
            <a:ext cx="3108960" cy="1981200"/>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Het verschil tussen sectoren hebben wij ingebouwd. Man (16,1%) en vrouw (17,3%) verschillen niet echt: dat is toeval.</a:t>
            </a:r>
            <a:endParaRPr lang="en-US" sz="2000" dirty="0"/>
          </a:p>
        </p:txBody>
      </p:sp>
      <p:sp>
        <p:nvSpPr>
          <p:cNvPr id="77" name="Text 74"/>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Bron: synthetische data, cohorten 2012-2022 (2023 is nog niet waarneembaar)</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296345" y="615188"/>
            <a:ext cx="53340" cy="53340"/>
          </a:xfrm>
          <a:prstGeom prst="ellipse">
            <a:avLst/>
          </a:prstGeom>
          <a:solidFill>
            <a:srgbClr val="000000"/>
          </a:solidFill>
          <a:ln/>
        </p:spPr>
      </p:sp>
      <p:sp>
        <p:nvSpPr>
          <p:cNvPr id="3" name="Shape 1"/>
          <p:cNvSpPr/>
          <p:nvPr/>
        </p:nvSpPr>
        <p:spPr>
          <a:xfrm>
            <a:off x="11350574" y="646303"/>
            <a:ext cx="53340" cy="53340"/>
          </a:xfrm>
          <a:prstGeom prst="ellipse">
            <a:avLst/>
          </a:prstGeom>
          <a:solidFill>
            <a:srgbClr val="000000"/>
          </a:solidFill>
          <a:ln/>
        </p:spPr>
      </p:sp>
      <p:sp>
        <p:nvSpPr>
          <p:cNvPr id="4" name="Shape 2"/>
          <p:cNvSpPr/>
          <p:nvPr/>
        </p:nvSpPr>
        <p:spPr>
          <a:xfrm>
            <a:off x="11350574" y="708533"/>
            <a:ext cx="53340" cy="53340"/>
          </a:xfrm>
          <a:prstGeom prst="ellipse">
            <a:avLst/>
          </a:prstGeom>
          <a:solidFill>
            <a:srgbClr val="000000"/>
          </a:solidFill>
          <a:ln/>
        </p:spPr>
      </p:sp>
      <p:sp>
        <p:nvSpPr>
          <p:cNvPr id="5" name="Shape 3"/>
          <p:cNvSpPr/>
          <p:nvPr/>
        </p:nvSpPr>
        <p:spPr>
          <a:xfrm>
            <a:off x="11296345" y="739648"/>
            <a:ext cx="53340" cy="53340"/>
          </a:xfrm>
          <a:prstGeom prst="ellipse">
            <a:avLst/>
          </a:prstGeom>
          <a:solidFill>
            <a:srgbClr val="000000"/>
          </a:solidFill>
          <a:ln/>
        </p:spPr>
      </p:sp>
      <p:sp>
        <p:nvSpPr>
          <p:cNvPr id="6" name="Shape 4"/>
          <p:cNvSpPr/>
          <p:nvPr/>
        </p:nvSpPr>
        <p:spPr>
          <a:xfrm>
            <a:off x="11242116" y="708533"/>
            <a:ext cx="53340" cy="53340"/>
          </a:xfrm>
          <a:prstGeom prst="ellipse">
            <a:avLst/>
          </a:prstGeom>
          <a:solidFill>
            <a:srgbClr val="000000"/>
          </a:solidFill>
          <a:ln/>
        </p:spPr>
      </p:sp>
      <p:sp>
        <p:nvSpPr>
          <p:cNvPr id="7" name="Shape 5"/>
          <p:cNvSpPr/>
          <p:nvPr/>
        </p:nvSpPr>
        <p:spPr>
          <a:xfrm>
            <a:off x="11242116" y="646303"/>
            <a:ext cx="53340" cy="53340"/>
          </a:xfrm>
          <a:prstGeom prst="ellipse">
            <a:avLst/>
          </a:prstGeom>
          <a:solidFill>
            <a:srgbClr val="000000"/>
          </a:solidFill>
          <a:ln/>
        </p:spPr>
      </p:sp>
      <p:sp>
        <p:nvSpPr>
          <p:cNvPr id="8" name="Shape 6"/>
          <p:cNvSpPr/>
          <p:nvPr/>
        </p:nvSpPr>
        <p:spPr>
          <a:xfrm>
            <a:off x="11300790" y="566293"/>
            <a:ext cx="44450" cy="44450"/>
          </a:xfrm>
          <a:prstGeom prst="ellipse">
            <a:avLst/>
          </a:prstGeom>
          <a:solidFill>
            <a:srgbClr val="000000"/>
          </a:solidFill>
          <a:ln/>
        </p:spPr>
      </p:sp>
      <p:sp>
        <p:nvSpPr>
          <p:cNvPr id="9" name="Shape 7"/>
          <p:cNvSpPr/>
          <p:nvPr/>
        </p:nvSpPr>
        <p:spPr>
          <a:xfrm>
            <a:off x="11368354" y="588518"/>
            <a:ext cx="44450" cy="44450"/>
          </a:xfrm>
          <a:prstGeom prst="ellipse">
            <a:avLst/>
          </a:prstGeom>
          <a:solidFill>
            <a:srgbClr val="000000"/>
          </a:solidFill>
          <a:ln/>
        </p:spPr>
      </p:sp>
      <p:sp>
        <p:nvSpPr>
          <p:cNvPr id="10" name="Shape 8"/>
          <p:cNvSpPr/>
          <p:nvPr/>
        </p:nvSpPr>
        <p:spPr>
          <a:xfrm>
            <a:off x="11411026" y="646303"/>
            <a:ext cx="44450" cy="44450"/>
          </a:xfrm>
          <a:prstGeom prst="ellipse">
            <a:avLst/>
          </a:prstGeom>
          <a:solidFill>
            <a:srgbClr val="000000"/>
          </a:solidFill>
          <a:ln/>
        </p:spPr>
      </p:sp>
      <p:sp>
        <p:nvSpPr>
          <p:cNvPr id="11" name="Shape 9"/>
          <p:cNvSpPr/>
          <p:nvPr/>
        </p:nvSpPr>
        <p:spPr>
          <a:xfrm>
            <a:off x="11411026" y="717423"/>
            <a:ext cx="44450" cy="44450"/>
          </a:xfrm>
          <a:prstGeom prst="ellipse">
            <a:avLst/>
          </a:prstGeom>
          <a:solidFill>
            <a:srgbClr val="000000"/>
          </a:solidFill>
          <a:ln/>
        </p:spPr>
      </p:sp>
      <p:sp>
        <p:nvSpPr>
          <p:cNvPr id="12" name="Shape 10"/>
          <p:cNvSpPr/>
          <p:nvPr/>
        </p:nvSpPr>
        <p:spPr>
          <a:xfrm>
            <a:off x="11368354" y="775208"/>
            <a:ext cx="44450" cy="44450"/>
          </a:xfrm>
          <a:prstGeom prst="ellipse">
            <a:avLst/>
          </a:prstGeom>
          <a:solidFill>
            <a:srgbClr val="000000"/>
          </a:solidFill>
          <a:ln/>
        </p:spPr>
      </p:sp>
      <p:sp>
        <p:nvSpPr>
          <p:cNvPr id="13" name="Shape 11"/>
          <p:cNvSpPr/>
          <p:nvPr/>
        </p:nvSpPr>
        <p:spPr>
          <a:xfrm>
            <a:off x="11300790" y="797433"/>
            <a:ext cx="44450" cy="44450"/>
          </a:xfrm>
          <a:prstGeom prst="ellipse">
            <a:avLst/>
          </a:prstGeom>
          <a:solidFill>
            <a:srgbClr val="000000"/>
          </a:solidFill>
          <a:ln/>
        </p:spPr>
      </p:sp>
      <p:sp>
        <p:nvSpPr>
          <p:cNvPr id="14" name="Shape 12"/>
          <p:cNvSpPr/>
          <p:nvPr/>
        </p:nvSpPr>
        <p:spPr>
          <a:xfrm>
            <a:off x="11233226" y="775208"/>
            <a:ext cx="44450" cy="44450"/>
          </a:xfrm>
          <a:prstGeom prst="ellipse">
            <a:avLst/>
          </a:prstGeom>
          <a:solidFill>
            <a:srgbClr val="000000"/>
          </a:solidFill>
          <a:ln/>
        </p:spPr>
      </p:sp>
      <p:sp>
        <p:nvSpPr>
          <p:cNvPr id="15" name="Shape 13"/>
          <p:cNvSpPr/>
          <p:nvPr/>
        </p:nvSpPr>
        <p:spPr>
          <a:xfrm>
            <a:off x="11190554" y="717423"/>
            <a:ext cx="44450" cy="44450"/>
          </a:xfrm>
          <a:prstGeom prst="ellipse">
            <a:avLst/>
          </a:prstGeom>
          <a:solidFill>
            <a:srgbClr val="000000"/>
          </a:solidFill>
          <a:ln/>
        </p:spPr>
      </p:sp>
      <p:sp>
        <p:nvSpPr>
          <p:cNvPr id="16" name="Shape 14"/>
          <p:cNvSpPr/>
          <p:nvPr/>
        </p:nvSpPr>
        <p:spPr>
          <a:xfrm>
            <a:off x="11190554" y="646303"/>
            <a:ext cx="44450" cy="44450"/>
          </a:xfrm>
          <a:prstGeom prst="ellipse">
            <a:avLst/>
          </a:prstGeom>
          <a:solidFill>
            <a:srgbClr val="000000"/>
          </a:solidFill>
          <a:ln/>
        </p:spPr>
      </p:sp>
      <p:sp>
        <p:nvSpPr>
          <p:cNvPr id="17" name="Shape 15"/>
          <p:cNvSpPr/>
          <p:nvPr/>
        </p:nvSpPr>
        <p:spPr>
          <a:xfrm>
            <a:off x="11233226" y="588518"/>
            <a:ext cx="44450" cy="44450"/>
          </a:xfrm>
          <a:prstGeom prst="ellipse">
            <a:avLst/>
          </a:prstGeom>
          <a:solidFill>
            <a:srgbClr val="000000"/>
          </a:solidFill>
          <a:ln/>
        </p:spPr>
      </p:sp>
      <p:sp>
        <p:nvSpPr>
          <p:cNvPr id="18" name="Shape 16"/>
          <p:cNvSpPr/>
          <p:nvPr/>
        </p:nvSpPr>
        <p:spPr>
          <a:xfrm>
            <a:off x="11305235" y="517398"/>
            <a:ext cx="35560" cy="35560"/>
          </a:xfrm>
          <a:prstGeom prst="ellipse">
            <a:avLst/>
          </a:prstGeom>
          <a:solidFill>
            <a:srgbClr val="000000"/>
          </a:solidFill>
          <a:ln/>
        </p:spPr>
      </p:sp>
      <p:sp>
        <p:nvSpPr>
          <p:cNvPr id="19" name="Shape 17"/>
          <p:cNvSpPr/>
          <p:nvPr/>
        </p:nvSpPr>
        <p:spPr>
          <a:xfrm>
            <a:off x="11378133" y="534289"/>
            <a:ext cx="35560" cy="35560"/>
          </a:xfrm>
          <a:prstGeom prst="ellipse">
            <a:avLst/>
          </a:prstGeom>
          <a:solidFill>
            <a:srgbClr val="000000"/>
          </a:solidFill>
          <a:ln/>
        </p:spPr>
      </p:sp>
      <p:sp>
        <p:nvSpPr>
          <p:cNvPr id="20" name="Shape 18"/>
          <p:cNvSpPr/>
          <p:nvPr/>
        </p:nvSpPr>
        <p:spPr>
          <a:xfrm>
            <a:off x="11437696" y="581406"/>
            <a:ext cx="35560" cy="35560"/>
          </a:xfrm>
          <a:prstGeom prst="ellipse">
            <a:avLst/>
          </a:prstGeom>
          <a:solidFill>
            <a:srgbClr val="000000"/>
          </a:solidFill>
          <a:ln/>
        </p:spPr>
      </p:sp>
      <p:sp>
        <p:nvSpPr>
          <p:cNvPr id="21" name="Shape 19"/>
          <p:cNvSpPr/>
          <p:nvPr/>
        </p:nvSpPr>
        <p:spPr>
          <a:xfrm>
            <a:off x="11469700" y="648970"/>
            <a:ext cx="35560" cy="35560"/>
          </a:xfrm>
          <a:prstGeom prst="ellipse">
            <a:avLst/>
          </a:prstGeom>
          <a:solidFill>
            <a:srgbClr val="000000"/>
          </a:solidFill>
          <a:ln/>
        </p:spPr>
      </p:sp>
      <p:sp>
        <p:nvSpPr>
          <p:cNvPr id="22" name="Shape 20"/>
          <p:cNvSpPr/>
          <p:nvPr/>
        </p:nvSpPr>
        <p:spPr>
          <a:xfrm>
            <a:off x="11469700" y="723646"/>
            <a:ext cx="35560" cy="35560"/>
          </a:xfrm>
          <a:prstGeom prst="ellipse">
            <a:avLst/>
          </a:prstGeom>
          <a:solidFill>
            <a:srgbClr val="000000"/>
          </a:solidFill>
          <a:ln/>
        </p:spPr>
      </p:sp>
      <p:sp>
        <p:nvSpPr>
          <p:cNvPr id="23" name="Shape 21"/>
          <p:cNvSpPr/>
          <p:nvPr/>
        </p:nvSpPr>
        <p:spPr>
          <a:xfrm>
            <a:off x="11437696" y="791210"/>
            <a:ext cx="35560" cy="35560"/>
          </a:xfrm>
          <a:prstGeom prst="ellipse">
            <a:avLst/>
          </a:prstGeom>
          <a:solidFill>
            <a:srgbClr val="000000"/>
          </a:solidFill>
          <a:ln/>
        </p:spPr>
      </p:sp>
      <p:sp>
        <p:nvSpPr>
          <p:cNvPr id="24" name="Shape 22"/>
          <p:cNvSpPr/>
          <p:nvPr/>
        </p:nvSpPr>
        <p:spPr>
          <a:xfrm>
            <a:off x="11378133" y="838327"/>
            <a:ext cx="35560" cy="35560"/>
          </a:xfrm>
          <a:prstGeom prst="ellipse">
            <a:avLst/>
          </a:prstGeom>
          <a:solidFill>
            <a:srgbClr val="000000"/>
          </a:solidFill>
          <a:ln/>
        </p:spPr>
      </p:sp>
      <p:sp>
        <p:nvSpPr>
          <p:cNvPr id="25" name="Shape 23"/>
          <p:cNvSpPr/>
          <p:nvPr/>
        </p:nvSpPr>
        <p:spPr>
          <a:xfrm>
            <a:off x="11305235" y="855218"/>
            <a:ext cx="35560" cy="35560"/>
          </a:xfrm>
          <a:prstGeom prst="ellipse">
            <a:avLst/>
          </a:prstGeom>
          <a:solidFill>
            <a:srgbClr val="000000"/>
          </a:solidFill>
          <a:ln/>
        </p:spPr>
      </p:sp>
      <p:sp>
        <p:nvSpPr>
          <p:cNvPr id="26" name="Shape 24"/>
          <p:cNvSpPr/>
          <p:nvPr/>
        </p:nvSpPr>
        <p:spPr>
          <a:xfrm>
            <a:off x="11232337" y="838327"/>
            <a:ext cx="35560" cy="35560"/>
          </a:xfrm>
          <a:prstGeom prst="ellipse">
            <a:avLst/>
          </a:prstGeom>
          <a:solidFill>
            <a:srgbClr val="000000"/>
          </a:solidFill>
          <a:ln/>
        </p:spPr>
      </p:sp>
      <p:sp>
        <p:nvSpPr>
          <p:cNvPr id="27" name="Shape 25"/>
          <p:cNvSpPr/>
          <p:nvPr/>
        </p:nvSpPr>
        <p:spPr>
          <a:xfrm>
            <a:off x="11172774" y="791210"/>
            <a:ext cx="35560" cy="35560"/>
          </a:xfrm>
          <a:prstGeom prst="ellipse">
            <a:avLst/>
          </a:prstGeom>
          <a:solidFill>
            <a:srgbClr val="000000"/>
          </a:solidFill>
          <a:ln/>
        </p:spPr>
      </p:sp>
      <p:sp>
        <p:nvSpPr>
          <p:cNvPr id="28" name="Shape 26"/>
          <p:cNvSpPr/>
          <p:nvPr/>
        </p:nvSpPr>
        <p:spPr>
          <a:xfrm>
            <a:off x="11140770" y="723646"/>
            <a:ext cx="35560" cy="35560"/>
          </a:xfrm>
          <a:prstGeom prst="ellipse">
            <a:avLst/>
          </a:prstGeom>
          <a:solidFill>
            <a:srgbClr val="000000"/>
          </a:solidFill>
          <a:ln/>
        </p:spPr>
      </p:sp>
      <p:sp>
        <p:nvSpPr>
          <p:cNvPr id="29" name="Shape 27"/>
          <p:cNvSpPr/>
          <p:nvPr/>
        </p:nvSpPr>
        <p:spPr>
          <a:xfrm>
            <a:off x="11140770" y="648970"/>
            <a:ext cx="35560" cy="35560"/>
          </a:xfrm>
          <a:prstGeom prst="ellipse">
            <a:avLst/>
          </a:prstGeom>
          <a:solidFill>
            <a:srgbClr val="000000"/>
          </a:solidFill>
          <a:ln/>
        </p:spPr>
      </p:sp>
      <p:sp>
        <p:nvSpPr>
          <p:cNvPr id="30" name="Shape 28"/>
          <p:cNvSpPr/>
          <p:nvPr/>
        </p:nvSpPr>
        <p:spPr>
          <a:xfrm>
            <a:off x="11172774" y="581406"/>
            <a:ext cx="35560" cy="35560"/>
          </a:xfrm>
          <a:prstGeom prst="ellipse">
            <a:avLst/>
          </a:prstGeom>
          <a:solidFill>
            <a:srgbClr val="000000"/>
          </a:solidFill>
          <a:ln/>
        </p:spPr>
      </p:sp>
      <p:sp>
        <p:nvSpPr>
          <p:cNvPr id="31" name="Shape 29"/>
          <p:cNvSpPr/>
          <p:nvPr/>
        </p:nvSpPr>
        <p:spPr>
          <a:xfrm>
            <a:off x="11232337" y="534289"/>
            <a:ext cx="35560" cy="35560"/>
          </a:xfrm>
          <a:prstGeom prst="ellipse">
            <a:avLst/>
          </a:prstGeom>
          <a:solidFill>
            <a:srgbClr val="000000"/>
          </a:solidFill>
          <a:ln/>
        </p:spPr>
      </p:sp>
      <p:sp>
        <p:nvSpPr>
          <p:cNvPr id="32" name="Shape 30"/>
          <p:cNvSpPr/>
          <p:nvPr/>
        </p:nvSpPr>
        <p:spPr>
          <a:xfrm>
            <a:off x="11308791" y="467614"/>
            <a:ext cx="28448" cy="28448"/>
          </a:xfrm>
          <a:prstGeom prst="ellipse">
            <a:avLst/>
          </a:prstGeom>
          <a:solidFill>
            <a:srgbClr val="000000"/>
          </a:solidFill>
          <a:ln/>
        </p:spPr>
      </p:sp>
      <p:sp>
        <p:nvSpPr>
          <p:cNvPr id="33" name="Shape 31"/>
          <p:cNvSpPr/>
          <p:nvPr/>
        </p:nvSpPr>
        <p:spPr>
          <a:xfrm>
            <a:off x="11385245" y="480949"/>
            <a:ext cx="28448" cy="28448"/>
          </a:xfrm>
          <a:prstGeom prst="ellipse">
            <a:avLst/>
          </a:prstGeom>
          <a:solidFill>
            <a:srgbClr val="000000"/>
          </a:solidFill>
          <a:ln/>
        </p:spPr>
      </p:sp>
      <p:sp>
        <p:nvSpPr>
          <p:cNvPr id="34" name="Shape 32"/>
          <p:cNvSpPr/>
          <p:nvPr/>
        </p:nvSpPr>
        <p:spPr>
          <a:xfrm>
            <a:off x="11451920" y="519176"/>
            <a:ext cx="28448" cy="28448"/>
          </a:xfrm>
          <a:prstGeom prst="ellipse">
            <a:avLst/>
          </a:prstGeom>
          <a:solidFill>
            <a:srgbClr val="000000"/>
          </a:solidFill>
          <a:ln/>
        </p:spPr>
      </p:sp>
      <p:sp>
        <p:nvSpPr>
          <p:cNvPr id="35" name="Shape 33"/>
          <p:cNvSpPr/>
          <p:nvPr/>
        </p:nvSpPr>
        <p:spPr>
          <a:xfrm>
            <a:off x="11501704" y="578739"/>
            <a:ext cx="28448" cy="28448"/>
          </a:xfrm>
          <a:prstGeom prst="ellipse">
            <a:avLst/>
          </a:prstGeom>
          <a:solidFill>
            <a:srgbClr val="000000"/>
          </a:solidFill>
          <a:ln/>
        </p:spPr>
      </p:sp>
      <p:sp>
        <p:nvSpPr>
          <p:cNvPr id="36" name="Shape 34"/>
          <p:cNvSpPr/>
          <p:nvPr/>
        </p:nvSpPr>
        <p:spPr>
          <a:xfrm>
            <a:off x="11527485" y="651637"/>
            <a:ext cx="28448" cy="28448"/>
          </a:xfrm>
          <a:prstGeom prst="ellipse">
            <a:avLst/>
          </a:prstGeom>
          <a:solidFill>
            <a:srgbClr val="000000"/>
          </a:solidFill>
          <a:ln/>
        </p:spPr>
      </p:sp>
      <p:sp>
        <p:nvSpPr>
          <p:cNvPr id="37" name="Shape 35"/>
          <p:cNvSpPr/>
          <p:nvPr/>
        </p:nvSpPr>
        <p:spPr>
          <a:xfrm>
            <a:off x="11527485" y="728091"/>
            <a:ext cx="28448" cy="28448"/>
          </a:xfrm>
          <a:prstGeom prst="ellipse">
            <a:avLst/>
          </a:prstGeom>
          <a:solidFill>
            <a:srgbClr val="000000"/>
          </a:solidFill>
          <a:ln/>
        </p:spPr>
      </p:sp>
      <p:sp>
        <p:nvSpPr>
          <p:cNvPr id="38" name="Shape 36"/>
          <p:cNvSpPr/>
          <p:nvPr/>
        </p:nvSpPr>
        <p:spPr>
          <a:xfrm>
            <a:off x="11501704" y="800989"/>
            <a:ext cx="28448" cy="28448"/>
          </a:xfrm>
          <a:prstGeom prst="ellipse">
            <a:avLst/>
          </a:prstGeom>
          <a:solidFill>
            <a:srgbClr val="000000"/>
          </a:solidFill>
          <a:ln/>
        </p:spPr>
      </p:sp>
      <p:sp>
        <p:nvSpPr>
          <p:cNvPr id="39" name="Shape 37"/>
          <p:cNvSpPr/>
          <p:nvPr/>
        </p:nvSpPr>
        <p:spPr>
          <a:xfrm>
            <a:off x="11451920" y="860552"/>
            <a:ext cx="28448" cy="28448"/>
          </a:xfrm>
          <a:prstGeom prst="ellipse">
            <a:avLst/>
          </a:prstGeom>
          <a:solidFill>
            <a:srgbClr val="000000"/>
          </a:solidFill>
          <a:ln/>
        </p:spPr>
      </p:sp>
      <p:sp>
        <p:nvSpPr>
          <p:cNvPr id="40" name="Shape 38"/>
          <p:cNvSpPr/>
          <p:nvPr/>
        </p:nvSpPr>
        <p:spPr>
          <a:xfrm>
            <a:off x="11385245" y="898779"/>
            <a:ext cx="28448" cy="28448"/>
          </a:xfrm>
          <a:prstGeom prst="ellipse">
            <a:avLst/>
          </a:prstGeom>
          <a:solidFill>
            <a:srgbClr val="000000"/>
          </a:solidFill>
          <a:ln/>
        </p:spPr>
      </p:sp>
      <p:sp>
        <p:nvSpPr>
          <p:cNvPr id="41" name="Shape 39"/>
          <p:cNvSpPr/>
          <p:nvPr/>
        </p:nvSpPr>
        <p:spPr>
          <a:xfrm>
            <a:off x="11308791" y="912114"/>
            <a:ext cx="28448" cy="28448"/>
          </a:xfrm>
          <a:prstGeom prst="ellipse">
            <a:avLst/>
          </a:prstGeom>
          <a:solidFill>
            <a:srgbClr val="000000"/>
          </a:solidFill>
          <a:ln/>
        </p:spPr>
      </p:sp>
      <p:sp>
        <p:nvSpPr>
          <p:cNvPr id="42" name="Shape 40"/>
          <p:cNvSpPr/>
          <p:nvPr/>
        </p:nvSpPr>
        <p:spPr>
          <a:xfrm>
            <a:off x="11232337" y="898779"/>
            <a:ext cx="28448" cy="28448"/>
          </a:xfrm>
          <a:prstGeom prst="ellipse">
            <a:avLst/>
          </a:prstGeom>
          <a:solidFill>
            <a:srgbClr val="000000"/>
          </a:solidFill>
          <a:ln/>
        </p:spPr>
      </p:sp>
      <p:sp>
        <p:nvSpPr>
          <p:cNvPr id="43" name="Shape 41"/>
          <p:cNvSpPr/>
          <p:nvPr/>
        </p:nvSpPr>
        <p:spPr>
          <a:xfrm>
            <a:off x="11165662" y="860552"/>
            <a:ext cx="28448" cy="28448"/>
          </a:xfrm>
          <a:prstGeom prst="ellipse">
            <a:avLst/>
          </a:prstGeom>
          <a:solidFill>
            <a:srgbClr val="000000"/>
          </a:solidFill>
          <a:ln/>
        </p:spPr>
      </p:sp>
      <p:sp>
        <p:nvSpPr>
          <p:cNvPr id="44" name="Shape 42"/>
          <p:cNvSpPr/>
          <p:nvPr/>
        </p:nvSpPr>
        <p:spPr>
          <a:xfrm>
            <a:off x="11115878" y="800989"/>
            <a:ext cx="28448" cy="28448"/>
          </a:xfrm>
          <a:prstGeom prst="ellipse">
            <a:avLst/>
          </a:prstGeom>
          <a:solidFill>
            <a:srgbClr val="000000"/>
          </a:solidFill>
          <a:ln/>
        </p:spPr>
      </p:sp>
      <p:sp>
        <p:nvSpPr>
          <p:cNvPr id="45" name="Shape 43"/>
          <p:cNvSpPr/>
          <p:nvPr/>
        </p:nvSpPr>
        <p:spPr>
          <a:xfrm>
            <a:off x="11090097" y="728091"/>
            <a:ext cx="28448" cy="28448"/>
          </a:xfrm>
          <a:prstGeom prst="ellipse">
            <a:avLst/>
          </a:prstGeom>
          <a:solidFill>
            <a:srgbClr val="000000"/>
          </a:solidFill>
          <a:ln/>
        </p:spPr>
      </p:sp>
      <p:sp>
        <p:nvSpPr>
          <p:cNvPr id="46" name="Shape 44"/>
          <p:cNvSpPr/>
          <p:nvPr/>
        </p:nvSpPr>
        <p:spPr>
          <a:xfrm>
            <a:off x="11090097" y="651637"/>
            <a:ext cx="28448" cy="28448"/>
          </a:xfrm>
          <a:prstGeom prst="ellipse">
            <a:avLst/>
          </a:prstGeom>
          <a:solidFill>
            <a:srgbClr val="000000"/>
          </a:solidFill>
          <a:ln/>
        </p:spPr>
      </p:sp>
      <p:sp>
        <p:nvSpPr>
          <p:cNvPr id="47" name="Shape 45"/>
          <p:cNvSpPr/>
          <p:nvPr/>
        </p:nvSpPr>
        <p:spPr>
          <a:xfrm>
            <a:off x="11115878" y="578739"/>
            <a:ext cx="28448" cy="28448"/>
          </a:xfrm>
          <a:prstGeom prst="ellipse">
            <a:avLst/>
          </a:prstGeom>
          <a:solidFill>
            <a:srgbClr val="000000"/>
          </a:solidFill>
          <a:ln/>
        </p:spPr>
      </p:sp>
      <p:sp>
        <p:nvSpPr>
          <p:cNvPr id="48" name="Shape 46"/>
          <p:cNvSpPr/>
          <p:nvPr/>
        </p:nvSpPr>
        <p:spPr>
          <a:xfrm>
            <a:off x="11165662" y="519176"/>
            <a:ext cx="28448" cy="28448"/>
          </a:xfrm>
          <a:prstGeom prst="ellipse">
            <a:avLst/>
          </a:prstGeom>
          <a:solidFill>
            <a:srgbClr val="000000"/>
          </a:solidFill>
          <a:ln/>
        </p:spPr>
      </p:sp>
      <p:sp>
        <p:nvSpPr>
          <p:cNvPr id="49" name="Shape 47"/>
          <p:cNvSpPr/>
          <p:nvPr/>
        </p:nvSpPr>
        <p:spPr>
          <a:xfrm>
            <a:off x="11232337" y="480949"/>
            <a:ext cx="28448" cy="28448"/>
          </a:xfrm>
          <a:prstGeom prst="ellipse">
            <a:avLst/>
          </a:prstGeom>
          <a:solidFill>
            <a:srgbClr val="000000"/>
          </a:solidFill>
          <a:ln/>
        </p:spPr>
      </p:sp>
      <p:sp>
        <p:nvSpPr>
          <p:cNvPr id="50" name="Shape 48"/>
          <p:cNvSpPr/>
          <p:nvPr/>
        </p:nvSpPr>
        <p:spPr>
          <a:xfrm>
            <a:off x="11312347" y="417830"/>
            <a:ext cx="21336" cy="21336"/>
          </a:xfrm>
          <a:prstGeom prst="ellipse">
            <a:avLst/>
          </a:prstGeom>
          <a:solidFill>
            <a:srgbClr val="000000"/>
          </a:solidFill>
          <a:ln/>
        </p:spPr>
      </p:sp>
      <p:sp>
        <p:nvSpPr>
          <p:cNvPr id="51" name="Shape 49"/>
          <p:cNvSpPr/>
          <p:nvPr/>
        </p:nvSpPr>
        <p:spPr>
          <a:xfrm>
            <a:off x="11389690" y="429387"/>
            <a:ext cx="21336" cy="21336"/>
          </a:xfrm>
          <a:prstGeom prst="ellipse">
            <a:avLst/>
          </a:prstGeom>
          <a:solidFill>
            <a:srgbClr val="000000"/>
          </a:solidFill>
          <a:ln/>
        </p:spPr>
      </p:sp>
      <p:sp>
        <p:nvSpPr>
          <p:cNvPr id="52" name="Shape 50"/>
          <p:cNvSpPr/>
          <p:nvPr/>
        </p:nvSpPr>
        <p:spPr>
          <a:xfrm>
            <a:off x="11461699" y="461391"/>
            <a:ext cx="21336" cy="21336"/>
          </a:xfrm>
          <a:prstGeom prst="ellipse">
            <a:avLst/>
          </a:prstGeom>
          <a:solidFill>
            <a:srgbClr val="000000"/>
          </a:solidFill>
          <a:ln/>
        </p:spPr>
      </p:sp>
      <p:sp>
        <p:nvSpPr>
          <p:cNvPr id="53" name="Shape 51"/>
          <p:cNvSpPr/>
          <p:nvPr/>
        </p:nvSpPr>
        <p:spPr>
          <a:xfrm>
            <a:off x="11520373" y="512953"/>
            <a:ext cx="21336" cy="21336"/>
          </a:xfrm>
          <a:prstGeom prst="ellipse">
            <a:avLst/>
          </a:prstGeom>
          <a:solidFill>
            <a:srgbClr val="000000"/>
          </a:solidFill>
          <a:ln/>
        </p:spPr>
      </p:sp>
      <p:sp>
        <p:nvSpPr>
          <p:cNvPr id="54" name="Shape 52"/>
          <p:cNvSpPr/>
          <p:nvPr/>
        </p:nvSpPr>
        <p:spPr>
          <a:xfrm>
            <a:off x="11563045" y="578739"/>
            <a:ext cx="21336" cy="21336"/>
          </a:xfrm>
          <a:prstGeom prst="ellipse">
            <a:avLst/>
          </a:prstGeom>
          <a:solidFill>
            <a:srgbClr val="000000"/>
          </a:solidFill>
          <a:ln/>
        </p:spPr>
      </p:sp>
      <p:sp>
        <p:nvSpPr>
          <p:cNvPr id="55" name="Shape 53"/>
          <p:cNvSpPr/>
          <p:nvPr/>
        </p:nvSpPr>
        <p:spPr>
          <a:xfrm>
            <a:off x="11585270" y="654304"/>
            <a:ext cx="21336" cy="21336"/>
          </a:xfrm>
          <a:prstGeom prst="ellipse">
            <a:avLst/>
          </a:prstGeom>
          <a:solidFill>
            <a:srgbClr val="000000"/>
          </a:solidFill>
          <a:ln/>
        </p:spPr>
      </p:sp>
      <p:sp>
        <p:nvSpPr>
          <p:cNvPr id="56" name="Shape 54"/>
          <p:cNvSpPr/>
          <p:nvPr/>
        </p:nvSpPr>
        <p:spPr>
          <a:xfrm>
            <a:off x="11585270" y="732536"/>
            <a:ext cx="21336" cy="21336"/>
          </a:xfrm>
          <a:prstGeom prst="ellipse">
            <a:avLst/>
          </a:prstGeom>
          <a:solidFill>
            <a:srgbClr val="000000"/>
          </a:solidFill>
          <a:ln/>
        </p:spPr>
      </p:sp>
      <p:sp>
        <p:nvSpPr>
          <p:cNvPr id="57" name="Shape 55"/>
          <p:cNvSpPr/>
          <p:nvPr/>
        </p:nvSpPr>
        <p:spPr>
          <a:xfrm>
            <a:off x="11563045" y="808101"/>
            <a:ext cx="21336" cy="21336"/>
          </a:xfrm>
          <a:prstGeom prst="ellipse">
            <a:avLst/>
          </a:prstGeom>
          <a:solidFill>
            <a:srgbClr val="000000"/>
          </a:solidFill>
          <a:ln/>
        </p:spPr>
      </p:sp>
      <p:sp>
        <p:nvSpPr>
          <p:cNvPr id="58" name="Shape 56"/>
          <p:cNvSpPr/>
          <p:nvPr/>
        </p:nvSpPr>
        <p:spPr>
          <a:xfrm>
            <a:off x="11520373" y="873887"/>
            <a:ext cx="21336" cy="21336"/>
          </a:xfrm>
          <a:prstGeom prst="ellipse">
            <a:avLst/>
          </a:prstGeom>
          <a:solidFill>
            <a:srgbClr val="000000"/>
          </a:solidFill>
          <a:ln/>
        </p:spPr>
      </p:sp>
      <p:sp>
        <p:nvSpPr>
          <p:cNvPr id="59" name="Shape 57"/>
          <p:cNvSpPr/>
          <p:nvPr/>
        </p:nvSpPr>
        <p:spPr>
          <a:xfrm>
            <a:off x="11461699" y="925449"/>
            <a:ext cx="21336" cy="21336"/>
          </a:xfrm>
          <a:prstGeom prst="ellipse">
            <a:avLst/>
          </a:prstGeom>
          <a:solidFill>
            <a:srgbClr val="000000"/>
          </a:solidFill>
          <a:ln/>
        </p:spPr>
      </p:sp>
      <p:sp>
        <p:nvSpPr>
          <p:cNvPr id="60" name="Shape 58"/>
          <p:cNvSpPr/>
          <p:nvPr/>
        </p:nvSpPr>
        <p:spPr>
          <a:xfrm>
            <a:off x="11389690" y="957453"/>
            <a:ext cx="21336" cy="21336"/>
          </a:xfrm>
          <a:prstGeom prst="ellipse">
            <a:avLst/>
          </a:prstGeom>
          <a:solidFill>
            <a:srgbClr val="000000"/>
          </a:solidFill>
          <a:ln/>
        </p:spPr>
      </p:sp>
      <p:sp>
        <p:nvSpPr>
          <p:cNvPr id="61" name="Shape 59"/>
          <p:cNvSpPr/>
          <p:nvPr/>
        </p:nvSpPr>
        <p:spPr>
          <a:xfrm>
            <a:off x="11312347" y="969010"/>
            <a:ext cx="21336" cy="21336"/>
          </a:xfrm>
          <a:prstGeom prst="ellipse">
            <a:avLst/>
          </a:prstGeom>
          <a:solidFill>
            <a:srgbClr val="000000"/>
          </a:solidFill>
          <a:ln/>
        </p:spPr>
      </p:sp>
      <p:sp>
        <p:nvSpPr>
          <p:cNvPr id="62" name="Shape 60"/>
          <p:cNvSpPr/>
          <p:nvPr/>
        </p:nvSpPr>
        <p:spPr>
          <a:xfrm>
            <a:off x="11235004" y="957453"/>
            <a:ext cx="21336" cy="21336"/>
          </a:xfrm>
          <a:prstGeom prst="ellipse">
            <a:avLst/>
          </a:prstGeom>
          <a:solidFill>
            <a:srgbClr val="000000"/>
          </a:solidFill>
          <a:ln/>
        </p:spPr>
      </p:sp>
      <p:sp>
        <p:nvSpPr>
          <p:cNvPr id="63" name="Shape 61"/>
          <p:cNvSpPr/>
          <p:nvPr/>
        </p:nvSpPr>
        <p:spPr>
          <a:xfrm>
            <a:off x="11162995" y="925449"/>
            <a:ext cx="21336" cy="21336"/>
          </a:xfrm>
          <a:prstGeom prst="ellipse">
            <a:avLst/>
          </a:prstGeom>
          <a:solidFill>
            <a:srgbClr val="000000"/>
          </a:solidFill>
          <a:ln/>
        </p:spPr>
      </p:sp>
      <p:sp>
        <p:nvSpPr>
          <p:cNvPr id="64" name="Shape 62"/>
          <p:cNvSpPr/>
          <p:nvPr/>
        </p:nvSpPr>
        <p:spPr>
          <a:xfrm>
            <a:off x="11104321" y="873887"/>
            <a:ext cx="21336" cy="21336"/>
          </a:xfrm>
          <a:prstGeom prst="ellipse">
            <a:avLst/>
          </a:prstGeom>
          <a:solidFill>
            <a:srgbClr val="000000"/>
          </a:solidFill>
          <a:ln/>
        </p:spPr>
      </p:sp>
      <p:sp>
        <p:nvSpPr>
          <p:cNvPr id="65" name="Shape 63"/>
          <p:cNvSpPr/>
          <p:nvPr/>
        </p:nvSpPr>
        <p:spPr>
          <a:xfrm>
            <a:off x="11061649" y="808101"/>
            <a:ext cx="21336" cy="21336"/>
          </a:xfrm>
          <a:prstGeom prst="ellipse">
            <a:avLst/>
          </a:prstGeom>
          <a:solidFill>
            <a:srgbClr val="000000"/>
          </a:solidFill>
          <a:ln/>
        </p:spPr>
      </p:sp>
      <p:sp>
        <p:nvSpPr>
          <p:cNvPr id="66" name="Shape 64"/>
          <p:cNvSpPr/>
          <p:nvPr/>
        </p:nvSpPr>
        <p:spPr>
          <a:xfrm>
            <a:off x="11039424" y="732536"/>
            <a:ext cx="21336" cy="21336"/>
          </a:xfrm>
          <a:prstGeom prst="ellipse">
            <a:avLst/>
          </a:prstGeom>
          <a:solidFill>
            <a:srgbClr val="000000"/>
          </a:solidFill>
          <a:ln/>
        </p:spPr>
      </p:sp>
      <p:sp>
        <p:nvSpPr>
          <p:cNvPr id="67" name="Shape 65"/>
          <p:cNvSpPr/>
          <p:nvPr/>
        </p:nvSpPr>
        <p:spPr>
          <a:xfrm>
            <a:off x="11039424" y="654304"/>
            <a:ext cx="21336" cy="21336"/>
          </a:xfrm>
          <a:prstGeom prst="ellipse">
            <a:avLst/>
          </a:prstGeom>
          <a:solidFill>
            <a:srgbClr val="000000"/>
          </a:solidFill>
          <a:ln/>
        </p:spPr>
      </p:sp>
      <p:sp>
        <p:nvSpPr>
          <p:cNvPr id="68" name="Shape 66"/>
          <p:cNvSpPr/>
          <p:nvPr/>
        </p:nvSpPr>
        <p:spPr>
          <a:xfrm>
            <a:off x="11061649" y="578739"/>
            <a:ext cx="21336" cy="21336"/>
          </a:xfrm>
          <a:prstGeom prst="ellipse">
            <a:avLst/>
          </a:prstGeom>
          <a:solidFill>
            <a:srgbClr val="000000"/>
          </a:solidFill>
          <a:ln/>
        </p:spPr>
      </p:sp>
      <p:sp>
        <p:nvSpPr>
          <p:cNvPr id="69" name="Shape 67"/>
          <p:cNvSpPr/>
          <p:nvPr/>
        </p:nvSpPr>
        <p:spPr>
          <a:xfrm>
            <a:off x="11104321" y="512953"/>
            <a:ext cx="21336" cy="21336"/>
          </a:xfrm>
          <a:prstGeom prst="ellipse">
            <a:avLst/>
          </a:prstGeom>
          <a:solidFill>
            <a:srgbClr val="000000"/>
          </a:solidFill>
          <a:ln/>
        </p:spPr>
      </p:sp>
      <p:sp>
        <p:nvSpPr>
          <p:cNvPr id="70" name="Shape 68"/>
          <p:cNvSpPr/>
          <p:nvPr/>
        </p:nvSpPr>
        <p:spPr>
          <a:xfrm>
            <a:off x="11162995" y="461391"/>
            <a:ext cx="21336" cy="21336"/>
          </a:xfrm>
          <a:prstGeom prst="ellipse">
            <a:avLst/>
          </a:prstGeom>
          <a:solidFill>
            <a:srgbClr val="000000"/>
          </a:solidFill>
          <a:ln/>
        </p:spPr>
      </p:sp>
      <p:sp>
        <p:nvSpPr>
          <p:cNvPr id="71" name="Shape 69"/>
          <p:cNvSpPr/>
          <p:nvPr/>
        </p:nvSpPr>
        <p:spPr>
          <a:xfrm>
            <a:off x="11235004" y="429387"/>
            <a:ext cx="21336" cy="21336"/>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Skill 2 bouwt het dashboard met de checks erin</a:t>
            </a:r>
            <a:endParaRPr lang="en-US" sz="28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Bouwt: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grafiek, vergelijking en filter uit schets.md</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Past toe:</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drempel, waarneembaarheid, eerlijke framing, toegankelijkheid</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Legt uit: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bron, definities en wat het dashboard niet kan zeggen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Jij bepaalt: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wat je mag concluderen en hoe je het presenteert</a:t>
            </a:r>
            <a:endParaRPr lang="en-US" sz="1900" dirty="0"/>
          </a:p>
        </p:txBody>
      </p:sp>
      <p:pic>
        <p:nvPicPr>
          <p:cNvPr id="81" name="Image 0" descr="exports\261005_workshop_rad_uitvoering\img\Vaantje geel met vink.png">    </p:cNvPr>
          <p:cNvPicPr>
            <a:picLocks noChangeAspect="1"/>
          </p:cNvPicPr>
          <p:nvPr/>
        </p:nvPicPr>
        <p:blipFill>
          <a:blip r:embed="rId1"/>
          <a:stretch>
            <a:fillRect/>
          </a:stretch>
        </p:blipFill>
        <p:spPr>
          <a:xfrm>
            <a:off x="7498080" y="1417320"/>
            <a:ext cx="4206240" cy="42062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AF81"/>
        </a:solidFill>
      </p:bgPr>
    </p:bg>
    <p:spTree>
      <p:nvGrpSpPr>
        <p:cNvPr id="1" name=""/>
        <p:cNvGrpSpPr/>
        <p:nvPr/>
      </p:nvGrpSpPr>
      <p:grpSpPr>
        <a:xfrm>
          <a:off x="0" y="0"/>
          <a:ext cx="0" cy="0"/>
          <a:chOff x="0" y="0"/>
          <a:chExt cx="0" cy="0"/>
        </a:xfrm>
      </p:grpSpPr>
      <p:sp>
        <p:nvSpPr>
          <p:cNvPr id="2" name="Shape 0"/>
          <p:cNvSpPr/>
          <p:nvPr/>
        </p:nvSpPr>
        <p:spPr>
          <a:xfrm>
            <a:off x="11296345" y="615188"/>
            <a:ext cx="53340" cy="53340"/>
          </a:xfrm>
          <a:prstGeom prst="ellipse">
            <a:avLst/>
          </a:prstGeom>
          <a:solidFill>
            <a:srgbClr val="000000"/>
          </a:solidFill>
          <a:ln/>
        </p:spPr>
      </p:sp>
      <p:sp>
        <p:nvSpPr>
          <p:cNvPr id="3" name="Shape 1"/>
          <p:cNvSpPr/>
          <p:nvPr/>
        </p:nvSpPr>
        <p:spPr>
          <a:xfrm>
            <a:off x="11350574" y="646303"/>
            <a:ext cx="53340" cy="53340"/>
          </a:xfrm>
          <a:prstGeom prst="ellipse">
            <a:avLst/>
          </a:prstGeom>
          <a:solidFill>
            <a:srgbClr val="000000"/>
          </a:solidFill>
          <a:ln/>
        </p:spPr>
      </p:sp>
      <p:sp>
        <p:nvSpPr>
          <p:cNvPr id="4" name="Shape 2"/>
          <p:cNvSpPr/>
          <p:nvPr/>
        </p:nvSpPr>
        <p:spPr>
          <a:xfrm>
            <a:off x="11350574" y="708533"/>
            <a:ext cx="53340" cy="53340"/>
          </a:xfrm>
          <a:prstGeom prst="ellipse">
            <a:avLst/>
          </a:prstGeom>
          <a:solidFill>
            <a:srgbClr val="000000"/>
          </a:solidFill>
          <a:ln/>
        </p:spPr>
      </p:sp>
      <p:sp>
        <p:nvSpPr>
          <p:cNvPr id="5" name="Shape 3"/>
          <p:cNvSpPr/>
          <p:nvPr/>
        </p:nvSpPr>
        <p:spPr>
          <a:xfrm>
            <a:off x="11296345" y="739648"/>
            <a:ext cx="53340" cy="53340"/>
          </a:xfrm>
          <a:prstGeom prst="ellipse">
            <a:avLst/>
          </a:prstGeom>
          <a:solidFill>
            <a:srgbClr val="000000"/>
          </a:solidFill>
          <a:ln/>
        </p:spPr>
      </p:sp>
      <p:sp>
        <p:nvSpPr>
          <p:cNvPr id="6" name="Shape 4"/>
          <p:cNvSpPr/>
          <p:nvPr/>
        </p:nvSpPr>
        <p:spPr>
          <a:xfrm>
            <a:off x="11242116" y="708533"/>
            <a:ext cx="53340" cy="53340"/>
          </a:xfrm>
          <a:prstGeom prst="ellipse">
            <a:avLst/>
          </a:prstGeom>
          <a:solidFill>
            <a:srgbClr val="000000"/>
          </a:solidFill>
          <a:ln/>
        </p:spPr>
      </p:sp>
      <p:sp>
        <p:nvSpPr>
          <p:cNvPr id="7" name="Shape 5"/>
          <p:cNvSpPr/>
          <p:nvPr/>
        </p:nvSpPr>
        <p:spPr>
          <a:xfrm>
            <a:off x="11242116" y="646303"/>
            <a:ext cx="53340" cy="53340"/>
          </a:xfrm>
          <a:prstGeom prst="ellipse">
            <a:avLst/>
          </a:prstGeom>
          <a:solidFill>
            <a:srgbClr val="000000"/>
          </a:solidFill>
          <a:ln/>
        </p:spPr>
      </p:sp>
      <p:sp>
        <p:nvSpPr>
          <p:cNvPr id="8" name="Shape 6"/>
          <p:cNvSpPr/>
          <p:nvPr/>
        </p:nvSpPr>
        <p:spPr>
          <a:xfrm>
            <a:off x="11300790" y="566293"/>
            <a:ext cx="44450" cy="44450"/>
          </a:xfrm>
          <a:prstGeom prst="ellipse">
            <a:avLst/>
          </a:prstGeom>
          <a:solidFill>
            <a:srgbClr val="000000"/>
          </a:solidFill>
          <a:ln/>
        </p:spPr>
      </p:sp>
      <p:sp>
        <p:nvSpPr>
          <p:cNvPr id="9" name="Shape 7"/>
          <p:cNvSpPr/>
          <p:nvPr/>
        </p:nvSpPr>
        <p:spPr>
          <a:xfrm>
            <a:off x="11368354" y="588518"/>
            <a:ext cx="44450" cy="44450"/>
          </a:xfrm>
          <a:prstGeom prst="ellipse">
            <a:avLst/>
          </a:prstGeom>
          <a:solidFill>
            <a:srgbClr val="000000"/>
          </a:solidFill>
          <a:ln/>
        </p:spPr>
      </p:sp>
      <p:sp>
        <p:nvSpPr>
          <p:cNvPr id="10" name="Shape 8"/>
          <p:cNvSpPr/>
          <p:nvPr/>
        </p:nvSpPr>
        <p:spPr>
          <a:xfrm>
            <a:off x="11411026" y="646303"/>
            <a:ext cx="44450" cy="44450"/>
          </a:xfrm>
          <a:prstGeom prst="ellipse">
            <a:avLst/>
          </a:prstGeom>
          <a:solidFill>
            <a:srgbClr val="000000"/>
          </a:solidFill>
          <a:ln/>
        </p:spPr>
      </p:sp>
      <p:sp>
        <p:nvSpPr>
          <p:cNvPr id="11" name="Shape 9"/>
          <p:cNvSpPr/>
          <p:nvPr/>
        </p:nvSpPr>
        <p:spPr>
          <a:xfrm>
            <a:off x="11411026" y="717423"/>
            <a:ext cx="44450" cy="44450"/>
          </a:xfrm>
          <a:prstGeom prst="ellipse">
            <a:avLst/>
          </a:prstGeom>
          <a:solidFill>
            <a:srgbClr val="000000"/>
          </a:solidFill>
          <a:ln/>
        </p:spPr>
      </p:sp>
      <p:sp>
        <p:nvSpPr>
          <p:cNvPr id="12" name="Shape 10"/>
          <p:cNvSpPr/>
          <p:nvPr/>
        </p:nvSpPr>
        <p:spPr>
          <a:xfrm>
            <a:off x="11368354" y="775208"/>
            <a:ext cx="44450" cy="44450"/>
          </a:xfrm>
          <a:prstGeom prst="ellipse">
            <a:avLst/>
          </a:prstGeom>
          <a:solidFill>
            <a:srgbClr val="000000"/>
          </a:solidFill>
          <a:ln/>
        </p:spPr>
      </p:sp>
      <p:sp>
        <p:nvSpPr>
          <p:cNvPr id="13" name="Shape 11"/>
          <p:cNvSpPr/>
          <p:nvPr/>
        </p:nvSpPr>
        <p:spPr>
          <a:xfrm>
            <a:off x="11300790" y="797433"/>
            <a:ext cx="44450" cy="44450"/>
          </a:xfrm>
          <a:prstGeom prst="ellipse">
            <a:avLst/>
          </a:prstGeom>
          <a:solidFill>
            <a:srgbClr val="000000"/>
          </a:solidFill>
          <a:ln/>
        </p:spPr>
      </p:sp>
      <p:sp>
        <p:nvSpPr>
          <p:cNvPr id="14" name="Shape 12"/>
          <p:cNvSpPr/>
          <p:nvPr/>
        </p:nvSpPr>
        <p:spPr>
          <a:xfrm>
            <a:off x="11233226" y="775208"/>
            <a:ext cx="44450" cy="44450"/>
          </a:xfrm>
          <a:prstGeom prst="ellipse">
            <a:avLst/>
          </a:prstGeom>
          <a:solidFill>
            <a:srgbClr val="000000"/>
          </a:solidFill>
          <a:ln/>
        </p:spPr>
      </p:sp>
      <p:sp>
        <p:nvSpPr>
          <p:cNvPr id="15" name="Shape 13"/>
          <p:cNvSpPr/>
          <p:nvPr/>
        </p:nvSpPr>
        <p:spPr>
          <a:xfrm>
            <a:off x="11190554" y="717423"/>
            <a:ext cx="44450" cy="44450"/>
          </a:xfrm>
          <a:prstGeom prst="ellipse">
            <a:avLst/>
          </a:prstGeom>
          <a:solidFill>
            <a:srgbClr val="000000"/>
          </a:solidFill>
          <a:ln/>
        </p:spPr>
      </p:sp>
      <p:sp>
        <p:nvSpPr>
          <p:cNvPr id="16" name="Shape 14"/>
          <p:cNvSpPr/>
          <p:nvPr/>
        </p:nvSpPr>
        <p:spPr>
          <a:xfrm>
            <a:off x="11190554" y="646303"/>
            <a:ext cx="44450" cy="44450"/>
          </a:xfrm>
          <a:prstGeom prst="ellipse">
            <a:avLst/>
          </a:prstGeom>
          <a:solidFill>
            <a:srgbClr val="000000"/>
          </a:solidFill>
          <a:ln/>
        </p:spPr>
      </p:sp>
      <p:sp>
        <p:nvSpPr>
          <p:cNvPr id="17" name="Shape 15"/>
          <p:cNvSpPr/>
          <p:nvPr/>
        </p:nvSpPr>
        <p:spPr>
          <a:xfrm>
            <a:off x="11233226" y="588518"/>
            <a:ext cx="44450" cy="44450"/>
          </a:xfrm>
          <a:prstGeom prst="ellipse">
            <a:avLst/>
          </a:prstGeom>
          <a:solidFill>
            <a:srgbClr val="000000"/>
          </a:solidFill>
          <a:ln/>
        </p:spPr>
      </p:sp>
      <p:sp>
        <p:nvSpPr>
          <p:cNvPr id="18" name="Shape 16"/>
          <p:cNvSpPr/>
          <p:nvPr/>
        </p:nvSpPr>
        <p:spPr>
          <a:xfrm>
            <a:off x="11305235" y="517398"/>
            <a:ext cx="35560" cy="35560"/>
          </a:xfrm>
          <a:prstGeom prst="ellipse">
            <a:avLst/>
          </a:prstGeom>
          <a:solidFill>
            <a:srgbClr val="000000"/>
          </a:solidFill>
          <a:ln/>
        </p:spPr>
      </p:sp>
      <p:sp>
        <p:nvSpPr>
          <p:cNvPr id="19" name="Shape 17"/>
          <p:cNvSpPr/>
          <p:nvPr/>
        </p:nvSpPr>
        <p:spPr>
          <a:xfrm>
            <a:off x="11378133" y="534289"/>
            <a:ext cx="35560" cy="35560"/>
          </a:xfrm>
          <a:prstGeom prst="ellipse">
            <a:avLst/>
          </a:prstGeom>
          <a:solidFill>
            <a:srgbClr val="000000"/>
          </a:solidFill>
          <a:ln/>
        </p:spPr>
      </p:sp>
      <p:sp>
        <p:nvSpPr>
          <p:cNvPr id="20" name="Shape 18"/>
          <p:cNvSpPr/>
          <p:nvPr/>
        </p:nvSpPr>
        <p:spPr>
          <a:xfrm>
            <a:off x="11437696" y="581406"/>
            <a:ext cx="35560" cy="35560"/>
          </a:xfrm>
          <a:prstGeom prst="ellipse">
            <a:avLst/>
          </a:prstGeom>
          <a:solidFill>
            <a:srgbClr val="000000"/>
          </a:solidFill>
          <a:ln/>
        </p:spPr>
      </p:sp>
      <p:sp>
        <p:nvSpPr>
          <p:cNvPr id="21" name="Shape 19"/>
          <p:cNvSpPr/>
          <p:nvPr/>
        </p:nvSpPr>
        <p:spPr>
          <a:xfrm>
            <a:off x="11469700" y="648970"/>
            <a:ext cx="35560" cy="35560"/>
          </a:xfrm>
          <a:prstGeom prst="ellipse">
            <a:avLst/>
          </a:prstGeom>
          <a:solidFill>
            <a:srgbClr val="000000"/>
          </a:solidFill>
          <a:ln/>
        </p:spPr>
      </p:sp>
      <p:sp>
        <p:nvSpPr>
          <p:cNvPr id="22" name="Shape 20"/>
          <p:cNvSpPr/>
          <p:nvPr/>
        </p:nvSpPr>
        <p:spPr>
          <a:xfrm>
            <a:off x="11469700" y="723646"/>
            <a:ext cx="35560" cy="35560"/>
          </a:xfrm>
          <a:prstGeom prst="ellipse">
            <a:avLst/>
          </a:prstGeom>
          <a:solidFill>
            <a:srgbClr val="000000"/>
          </a:solidFill>
          <a:ln/>
        </p:spPr>
      </p:sp>
      <p:sp>
        <p:nvSpPr>
          <p:cNvPr id="23" name="Shape 21"/>
          <p:cNvSpPr/>
          <p:nvPr/>
        </p:nvSpPr>
        <p:spPr>
          <a:xfrm>
            <a:off x="11437696" y="791210"/>
            <a:ext cx="35560" cy="35560"/>
          </a:xfrm>
          <a:prstGeom prst="ellipse">
            <a:avLst/>
          </a:prstGeom>
          <a:solidFill>
            <a:srgbClr val="000000"/>
          </a:solidFill>
          <a:ln/>
        </p:spPr>
      </p:sp>
      <p:sp>
        <p:nvSpPr>
          <p:cNvPr id="24" name="Shape 22"/>
          <p:cNvSpPr/>
          <p:nvPr/>
        </p:nvSpPr>
        <p:spPr>
          <a:xfrm>
            <a:off x="11378133" y="838327"/>
            <a:ext cx="35560" cy="35560"/>
          </a:xfrm>
          <a:prstGeom prst="ellipse">
            <a:avLst/>
          </a:prstGeom>
          <a:solidFill>
            <a:srgbClr val="000000"/>
          </a:solidFill>
          <a:ln/>
        </p:spPr>
      </p:sp>
      <p:sp>
        <p:nvSpPr>
          <p:cNvPr id="25" name="Shape 23"/>
          <p:cNvSpPr/>
          <p:nvPr/>
        </p:nvSpPr>
        <p:spPr>
          <a:xfrm>
            <a:off x="11305235" y="855218"/>
            <a:ext cx="35560" cy="35560"/>
          </a:xfrm>
          <a:prstGeom prst="ellipse">
            <a:avLst/>
          </a:prstGeom>
          <a:solidFill>
            <a:srgbClr val="000000"/>
          </a:solidFill>
          <a:ln/>
        </p:spPr>
      </p:sp>
      <p:sp>
        <p:nvSpPr>
          <p:cNvPr id="26" name="Shape 24"/>
          <p:cNvSpPr/>
          <p:nvPr/>
        </p:nvSpPr>
        <p:spPr>
          <a:xfrm>
            <a:off x="11232337" y="838327"/>
            <a:ext cx="35560" cy="35560"/>
          </a:xfrm>
          <a:prstGeom prst="ellipse">
            <a:avLst/>
          </a:prstGeom>
          <a:solidFill>
            <a:srgbClr val="000000"/>
          </a:solidFill>
          <a:ln/>
        </p:spPr>
      </p:sp>
      <p:sp>
        <p:nvSpPr>
          <p:cNvPr id="27" name="Shape 25"/>
          <p:cNvSpPr/>
          <p:nvPr/>
        </p:nvSpPr>
        <p:spPr>
          <a:xfrm>
            <a:off x="11172774" y="791210"/>
            <a:ext cx="35560" cy="35560"/>
          </a:xfrm>
          <a:prstGeom prst="ellipse">
            <a:avLst/>
          </a:prstGeom>
          <a:solidFill>
            <a:srgbClr val="000000"/>
          </a:solidFill>
          <a:ln/>
        </p:spPr>
      </p:sp>
      <p:sp>
        <p:nvSpPr>
          <p:cNvPr id="28" name="Shape 26"/>
          <p:cNvSpPr/>
          <p:nvPr/>
        </p:nvSpPr>
        <p:spPr>
          <a:xfrm>
            <a:off x="11140770" y="723646"/>
            <a:ext cx="35560" cy="35560"/>
          </a:xfrm>
          <a:prstGeom prst="ellipse">
            <a:avLst/>
          </a:prstGeom>
          <a:solidFill>
            <a:srgbClr val="000000"/>
          </a:solidFill>
          <a:ln/>
        </p:spPr>
      </p:sp>
      <p:sp>
        <p:nvSpPr>
          <p:cNvPr id="29" name="Shape 27"/>
          <p:cNvSpPr/>
          <p:nvPr/>
        </p:nvSpPr>
        <p:spPr>
          <a:xfrm>
            <a:off x="11140770" y="648970"/>
            <a:ext cx="35560" cy="35560"/>
          </a:xfrm>
          <a:prstGeom prst="ellipse">
            <a:avLst/>
          </a:prstGeom>
          <a:solidFill>
            <a:srgbClr val="000000"/>
          </a:solidFill>
          <a:ln/>
        </p:spPr>
      </p:sp>
      <p:sp>
        <p:nvSpPr>
          <p:cNvPr id="30" name="Shape 28"/>
          <p:cNvSpPr/>
          <p:nvPr/>
        </p:nvSpPr>
        <p:spPr>
          <a:xfrm>
            <a:off x="11172774" y="581406"/>
            <a:ext cx="35560" cy="35560"/>
          </a:xfrm>
          <a:prstGeom prst="ellipse">
            <a:avLst/>
          </a:prstGeom>
          <a:solidFill>
            <a:srgbClr val="000000"/>
          </a:solidFill>
          <a:ln/>
        </p:spPr>
      </p:sp>
      <p:sp>
        <p:nvSpPr>
          <p:cNvPr id="31" name="Shape 29"/>
          <p:cNvSpPr/>
          <p:nvPr/>
        </p:nvSpPr>
        <p:spPr>
          <a:xfrm>
            <a:off x="11232337" y="534289"/>
            <a:ext cx="35560" cy="35560"/>
          </a:xfrm>
          <a:prstGeom prst="ellipse">
            <a:avLst/>
          </a:prstGeom>
          <a:solidFill>
            <a:srgbClr val="000000"/>
          </a:solidFill>
          <a:ln/>
        </p:spPr>
      </p:sp>
      <p:sp>
        <p:nvSpPr>
          <p:cNvPr id="32" name="Shape 30"/>
          <p:cNvSpPr/>
          <p:nvPr/>
        </p:nvSpPr>
        <p:spPr>
          <a:xfrm>
            <a:off x="11308791" y="467614"/>
            <a:ext cx="28448" cy="28448"/>
          </a:xfrm>
          <a:prstGeom prst="ellipse">
            <a:avLst/>
          </a:prstGeom>
          <a:solidFill>
            <a:srgbClr val="000000"/>
          </a:solidFill>
          <a:ln/>
        </p:spPr>
      </p:sp>
      <p:sp>
        <p:nvSpPr>
          <p:cNvPr id="33" name="Shape 31"/>
          <p:cNvSpPr/>
          <p:nvPr/>
        </p:nvSpPr>
        <p:spPr>
          <a:xfrm>
            <a:off x="11385245" y="480949"/>
            <a:ext cx="28448" cy="28448"/>
          </a:xfrm>
          <a:prstGeom prst="ellipse">
            <a:avLst/>
          </a:prstGeom>
          <a:solidFill>
            <a:srgbClr val="000000"/>
          </a:solidFill>
          <a:ln/>
        </p:spPr>
      </p:sp>
      <p:sp>
        <p:nvSpPr>
          <p:cNvPr id="34" name="Shape 32"/>
          <p:cNvSpPr/>
          <p:nvPr/>
        </p:nvSpPr>
        <p:spPr>
          <a:xfrm>
            <a:off x="11451920" y="519176"/>
            <a:ext cx="28448" cy="28448"/>
          </a:xfrm>
          <a:prstGeom prst="ellipse">
            <a:avLst/>
          </a:prstGeom>
          <a:solidFill>
            <a:srgbClr val="000000"/>
          </a:solidFill>
          <a:ln/>
        </p:spPr>
      </p:sp>
      <p:sp>
        <p:nvSpPr>
          <p:cNvPr id="35" name="Shape 33"/>
          <p:cNvSpPr/>
          <p:nvPr/>
        </p:nvSpPr>
        <p:spPr>
          <a:xfrm>
            <a:off x="11501704" y="578739"/>
            <a:ext cx="28448" cy="28448"/>
          </a:xfrm>
          <a:prstGeom prst="ellipse">
            <a:avLst/>
          </a:prstGeom>
          <a:solidFill>
            <a:srgbClr val="000000"/>
          </a:solidFill>
          <a:ln/>
        </p:spPr>
      </p:sp>
      <p:sp>
        <p:nvSpPr>
          <p:cNvPr id="36" name="Shape 34"/>
          <p:cNvSpPr/>
          <p:nvPr/>
        </p:nvSpPr>
        <p:spPr>
          <a:xfrm>
            <a:off x="11527485" y="651637"/>
            <a:ext cx="28448" cy="28448"/>
          </a:xfrm>
          <a:prstGeom prst="ellipse">
            <a:avLst/>
          </a:prstGeom>
          <a:solidFill>
            <a:srgbClr val="000000"/>
          </a:solidFill>
          <a:ln/>
        </p:spPr>
      </p:sp>
      <p:sp>
        <p:nvSpPr>
          <p:cNvPr id="37" name="Shape 35"/>
          <p:cNvSpPr/>
          <p:nvPr/>
        </p:nvSpPr>
        <p:spPr>
          <a:xfrm>
            <a:off x="11527485" y="728091"/>
            <a:ext cx="28448" cy="28448"/>
          </a:xfrm>
          <a:prstGeom prst="ellipse">
            <a:avLst/>
          </a:prstGeom>
          <a:solidFill>
            <a:srgbClr val="000000"/>
          </a:solidFill>
          <a:ln/>
        </p:spPr>
      </p:sp>
      <p:sp>
        <p:nvSpPr>
          <p:cNvPr id="38" name="Shape 36"/>
          <p:cNvSpPr/>
          <p:nvPr/>
        </p:nvSpPr>
        <p:spPr>
          <a:xfrm>
            <a:off x="11501704" y="800989"/>
            <a:ext cx="28448" cy="28448"/>
          </a:xfrm>
          <a:prstGeom prst="ellipse">
            <a:avLst/>
          </a:prstGeom>
          <a:solidFill>
            <a:srgbClr val="000000"/>
          </a:solidFill>
          <a:ln/>
        </p:spPr>
      </p:sp>
      <p:sp>
        <p:nvSpPr>
          <p:cNvPr id="39" name="Shape 37"/>
          <p:cNvSpPr/>
          <p:nvPr/>
        </p:nvSpPr>
        <p:spPr>
          <a:xfrm>
            <a:off x="11451920" y="860552"/>
            <a:ext cx="28448" cy="28448"/>
          </a:xfrm>
          <a:prstGeom prst="ellipse">
            <a:avLst/>
          </a:prstGeom>
          <a:solidFill>
            <a:srgbClr val="000000"/>
          </a:solidFill>
          <a:ln/>
        </p:spPr>
      </p:sp>
      <p:sp>
        <p:nvSpPr>
          <p:cNvPr id="40" name="Shape 38"/>
          <p:cNvSpPr/>
          <p:nvPr/>
        </p:nvSpPr>
        <p:spPr>
          <a:xfrm>
            <a:off x="11385245" y="898779"/>
            <a:ext cx="28448" cy="28448"/>
          </a:xfrm>
          <a:prstGeom prst="ellipse">
            <a:avLst/>
          </a:prstGeom>
          <a:solidFill>
            <a:srgbClr val="000000"/>
          </a:solidFill>
          <a:ln/>
        </p:spPr>
      </p:sp>
      <p:sp>
        <p:nvSpPr>
          <p:cNvPr id="41" name="Shape 39"/>
          <p:cNvSpPr/>
          <p:nvPr/>
        </p:nvSpPr>
        <p:spPr>
          <a:xfrm>
            <a:off x="11308791" y="912114"/>
            <a:ext cx="28448" cy="28448"/>
          </a:xfrm>
          <a:prstGeom prst="ellipse">
            <a:avLst/>
          </a:prstGeom>
          <a:solidFill>
            <a:srgbClr val="000000"/>
          </a:solidFill>
          <a:ln/>
        </p:spPr>
      </p:sp>
      <p:sp>
        <p:nvSpPr>
          <p:cNvPr id="42" name="Shape 40"/>
          <p:cNvSpPr/>
          <p:nvPr/>
        </p:nvSpPr>
        <p:spPr>
          <a:xfrm>
            <a:off x="11232337" y="898779"/>
            <a:ext cx="28448" cy="28448"/>
          </a:xfrm>
          <a:prstGeom prst="ellipse">
            <a:avLst/>
          </a:prstGeom>
          <a:solidFill>
            <a:srgbClr val="000000"/>
          </a:solidFill>
          <a:ln/>
        </p:spPr>
      </p:sp>
      <p:sp>
        <p:nvSpPr>
          <p:cNvPr id="43" name="Shape 41"/>
          <p:cNvSpPr/>
          <p:nvPr/>
        </p:nvSpPr>
        <p:spPr>
          <a:xfrm>
            <a:off x="11165662" y="860552"/>
            <a:ext cx="28448" cy="28448"/>
          </a:xfrm>
          <a:prstGeom prst="ellipse">
            <a:avLst/>
          </a:prstGeom>
          <a:solidFill>
            <a:srgbClr val="000000"/>
          </a:solidFill>
          <a:ln/>
        </p:spPr>
      </p:sp>
      <p:sp>
        <p:nvSpPr>
          <p:cNvPr id="44" name="Shape 42"/>
          <p:cNvSpPr/>
          <p:nvPr/>
        </p:nvSpPr>
        <p:spPr>
          <a:xfrm>
            <a:off x="11115878" y="800989"/>
            <a:ext cx="28448" cy="28448"/>
          </a:xfrm>
          <a:prstGeom prst="ellipse">
            <a:avLst/>
          </a:prstGeom>
          <a:solidFill>
            <a:srgbClr val="000000"/>
          </a:solidFill>
          <a:ln/>
        </p:spPr>
      </p:sp>
      <p:sp>
        <p:nvSpPr>
          <p:cNvPr id="45" name="Shape 43"/>
          <p:cNvSpPr/>
          <p:nvPr/>
        </p:nvSpPr>
        <p:spPr>
          <a:xfrm>
            <a:off x="11090097" y="728091"/>
            <a:ext cx="28448" cy="28448"/>
          </a:xfrm>
          <a:prstGeom prst="ellipse">
            <a:avLst/>
          </a:prstGeom>
          <a:solidFill>
            <a:srgbClr val="000000"/>
          </a:solidFill>
          <a:ln/>
        </p:spPr>
      </p:sp>
      <p:sp>
        <p:nvSpPr>
          <p:cNvPr id="46" name="Shape 44"/>
          <p:cNvSpPr/>
          <p:nvPr/>
        </p:nvSpPr>
        <p:spPr>
          <a:xfrm>
            <a:off x="11090097" y="651637"/>
            <a:ext cx="28448" cy="28448"/>
          </a:xfrm>
          <a:prstGeom prst="ellipse">
            <a:avLst/>
          </a:prstGeom>
          <a:solidFill>
            <a:srgbClr val="000000"/>
          </a:solidFill>
          <a:ln/>
        </p:spPr>
      </p:sp>
      <p:sp>
        <p:nvSpPr>
          <p:cNvPr id="47" name="Shape 45"/>
          <p:cNvSpPr/>
          <p:nvPr/>
        </p:nvSpPr>
        <p:spPr>
          <a:xfrm>
            <a:off x="11115878" y="578739"/>
            <a:ext cx="28448" cy="28448"/>
          </a:xfrm>
          <a:prstGeom prst="ellipse">
            <a:avLst/>
          </a:prstGeom>
          <a:solidFill>
            <a:srgbClr val="000000"/>
          </a:solidFill>
          <a:ln/>
        </p:spPr>
      </p:sp>
      <p:sp>
        <p:nvSpPr>
          <p:cNvPr id="48" name="Shape 46"/>
          <p:cNvSpPr/>
          <p:nvPr/>
        </p:nvSpPr>
        <p:spPr>
          <a:xfrm>
            <a:off x="11165662" y="519176"/>
            <a:ext cx="28448" cy="28448"/>
          </a:xfrm>
          <a:prstGeom prst="ellipse">
            <a:avLst/>
          </a:prstGeom>
          <a:solidFill>
            <a:srgbClr val="000000"/>
          </a:solidFill>
          <a:ln/>
        </p:spPr>
      </p:sp>
      <p:sp>
        <p:nvSpPr>
          <p:cNvPr id="49" name="Shape 47"/>
          <p:cNvSpPr/>
          <p:nvPr/>
        </p:nvSpPr>
        <p:spPr>
          <a:xfrm>
            <a:off x="11232337" y="480949"/>
            <a:ext cx="28448" cy="28448"/>
          </a:xfrm>
          <a:prstGeom prst="ellipse">
            <a:avLst/>
          </a:prstGeom>
          <a:solidFill>
            <a:srgbClr val="000000"/>
          </a:solidFill>
          <a:ln/>
        </p:spPr>
      </p:sp>
      <p:sp>
        <p:nvSpPr>
          <p:cNvPr id="50" name="Shape 48"/>
          <p:cNvSpPr/>
          <p:nvPr/>
        </p:nvSpPr>
        <p:spPr>
          <a:xfrm>
            <a:off x="11312347" y="417830"/>
            <a:ext cx="21336" cy="21336"/>
          </a:xfrm>
          <a:prstGeom prst="ellipse">
            <a:avLst/>
          </a:prstGeom>
          <a:solidFill>
            <a:srgbClr val="000000"/>
          </a:solidFill>
          <a:ln/>
        </p:spPr>
      </p:sp>
      <p:sp>
        <p:nvSpPr>
          <p:cNvPr id="51" name="Shape 49"/>
          <p:cNvSpPr/>
          <p:nvPr/>
        </p:nvSpPr>
        <p:spPr>
          <a:xfrm>
            <a:off x="11389690" y="429387"/>
            <a:ext cx="21336" cy="21336"/>
          </a:xfrm>
          <a:prstGeom prst="ellipse">
            <a:avLst/>
          </a:prstGeom>
          <a:solidFill>
            <a:srgbClr val="000000"/>
          </a:solidFill>
          <a:ln/>
        </p:spPr>
      </p:sp>
      <p:sp>
        <p:nvSpPr>
          <p:cNvPr id="52" name="Shape 50"/>
          <p:cNvSpPr/>
          <p:nvPr/>
        </p:nvSpPr>
        <p:spPr>
          <a:xfrm>
            <a:off x="11461699" y="461391"/>
            <a:ext cx="21336" cy="21336"/>
          </a:xfrm>
          <a:prstGeom prst="ellipse">
            <a:avLst/>
          </a:prstGeom>
          <a:solidFill>
            <a:srgbClr val="000000"/>
          </a:solidFill>
          <a:ln/>
        </p:spPr>
      </p:sp>
      <p:sp>
        <p:nvSpPr>
          <p:cNvPr id="53" name="Shape 51"/>
          <p:cNvSpPr/>
          <p:nvPr/>
        </p:nvSpPr>
        <p:spPr>
          <a:xfrm>
            <a:off x="11520373" y="512953"/>
            <a:ext cx="21336" cy="21336"/>
          </a:xfrm>
          <a:prstGeom prst="ellipse">
            <a:avLst/>
          </a:prstGeom>
          <a:solidFill>
            <a:srgbClr val="000000"/>
          </a:solidFill>
          <a:ln/>
        </p:spPr>
      </p:sp>
      <p:sp>
        <p:nvSpPr>
          <p:cNvPr id="54" name="Shape 52"/>
          <p:cNvSpPr/>
          <p:nvPr/>
        </p:nvSpPr>
        <p:spPr>
          <a:xfrm>
            <a:off x="11563045" y="578739"/>
            <a:ext cx="21336" cy="21336"/>
          </a:xfrm>
          <a:prstGeom prst="ellipse">
            <a:avLst/>
          </a:prstGeom>
          <a:solidFill>
            <a:srgbClr val="000000"/>
          </a:solidFill>
          <a:ln/>
        </p:spPr>
      </p:sp>
      <p:sp>
        <p:nvSpPr>
          <p:cNvPr id="55" name="Shape 53"/>
          <p:cNvSpPr/>
          <p:nvPr/>
        </p:nvSpPr>
        <p:spPr>
          <a:xfrm>
            <a:off x="11585270" y="654304"/>
            <a:ext cx="21336" cy="21336"/>
          </a:xfrm>
          <a:prstGeom prst="ellipse">
            <a:avLst/>
          </a:prstGeom>
          <a:solidFill>
            <a:srgbClr val="000000"/>
          </a:solidFill>
          <a:ln/>
        </p:spPr>
      </p:sp>
      <p:sp>
        <p:nvSpPr>
          <p:cNvPr id="56" name="Shape 54"/>
          <p:cNvSpPr/>
          <p:nvPr/>
        </p:nvSpPr>
        <p:spPr>
          <a:xfrm>
            <a:off x="11585270" y="732536"/>
            <a:ext cx="21336" cy="21336"/>
          </a:xfrm>
          <a:prstGeom prst="ellipse">
            <a:avLst/>
          </a:prstGeom>
          <a:solidFill>
            <a:srgbClr val="000000"/>
          </a:solidFill>
          <a:ln/>
        </p:spPr>
      </p:sp>
      <p:sp>
        <p:nvSpPr>
          <p:cNvPr id="57" name="Shape 55"/>
          <p:cNvSpPr/>
          <p:nvPr/>
        </p:nvSpPr>
        <p:spPr>
          <a:xfrm>
            <a:off x="11563045" y="808101"/>
            <a:ext cx="21336" cy="21336"/>
          </a:xfrm>
          <a:prstGeom prst="ellipse">
            <a:avLst/>
          </a:prstGeom>
          <a:solidFill>
            <a:srgbClr val="000000"/>
          </a:solidFill>
          <a:ln/>
        </p:spPr>
      </p:sp>
      <p:sp>
        <p:nvSpPr>
          <p:cNvPr id="58" name="Shape 56"/>
          <p:cNvSpPr/>
          <p:nvPr/>
        </p:nvSpPr>
        <p:spPr>
          <a:xfrm>
            <a:off x="11520373" y="873887"/>
            <a:ext cx="21336" cy="21336"/>
          </a:xfrm>
          <a:prstGeom prst="ellipse">
            <a:avLst/>
          </a:prstGeom>
          <a:solidFill>
            <a:srgbClr val="000000"/>
          </a:solidFill>
          <a:ln/>
        </p:spPr>
      </p:sp>
      <p:sp>
        <p:nvSpPr>
          <p:cNvPr id="59" name="Shape 57"/>
          <p:cNvSpPr/>
          <p:nvPr/>
        </p:nvSpPr>
        <p:spPr>
          <a:xfrm>
            <a:off x="11461699" y="925449"/>
            <a:ext cx="21336" cy="21336"/>
          </a:xfrm>
          <a:prstGeom prst="ellipse">
            <a:avLst/>
          </a:prstGeom>
          <a:solidFill>
            <a:srgbClr val="000000"/>
          </a:solidFill>
          <a:ln/>
        </p:spPr>
      </p:sp>
      <p:sp>
        <p:nvSpPr>
          <p:cNvPr id="60" name="Shape 58"/>
          <p:cNvSpPr/>
          <p:nvPr/>
        </p:nvSpPr>
        <p:spPr>
          <a:xfrm>
            <a:off x="11389690" y="957453"/>
            <a:ext cx="21336" cy="21336"/>
          </a:xfrm>
          <a:prstGeom prst="ellipse">
            <a:avLst/>
          </a:prstGeom>
          <a:solidFill>
            <a:srgbClr val="000000"/>
          </a:solidFill>
          <a:ln/>
        </p:spPr>
      </p:sp>
      <p:sp>
        <p:nvSpPr>
          <p:cNvPr id="61" name="Shape 59"/>
          <p:cNvSpPr/>
          <p:nvPr/>
        </p:nvSpPr>
        <p:spPr>
          <a:xfrm>
            <a:off x="11312347" y="969010"/>
            <a:ext cx="21336" cy="21336"/>
          </a:xfrm>
          <a:prstGeom prst="ellipse">
            <a:avLst/>
          </a:prstGeom>
          <a:solidFill>
            <a:srgbClr val="000000"/>
          </a:solidFill>
          <a:ln/>
        </p:spPr>
      </p:sp>
      <p:sp>
        <p:nvSpPr>
          <p:cNvPr id="62" name="Shape 60"/>
          <p:cNvSpPr/>
          <p:nvPr/>
        </p:nvSpPr>
        <p:spPr>
          <a:xfrm>
            <a:off x="11235004" y="957453"/>
            <a:ext cx="21336" cy="21336"/>
          </a:xfrm>
          <a:prstGeom prst="ellipse">
            <a:avLst/>
          </a:prstGeom>
          <a:solidFill>
            <a:srgbClr val="000000"/>
          </a:solidFill>
          <a:ln/>
        </p:spPr>
      </p:sp>
      <p:sp>
        <p:nvSpPr>
          <p:cNvPr id="63" name="Shape 61"/>
          <p:cNvSpPr/>
          <p:nvPr/>
        </p:nvSpPr>
        <p:spPr>
          <a:xfrm>
            <a:off x="11162995" y="925449"/>
            <a:ext cx="21336" cy="21336"/>
          </a:xfrm>
          <a:prstGeom prst="ellipse">
            <a:avLst/>
          </a:prstGeom>
          <a:solidFill>
            <a:srgbClr val="000000"/>
          </a:solidFill>
          <a:ln/>
        </p:spPr>
      </p:sp>
      <p:sp>
        <p:nvSpPr>
          <p:cNvPr id="64" name="Shape 62"/>
          <p:cNvSpPr/>
          <p:nvPr/>
        </p:nvSpPr>
        <p:spPr>
          <a:xfrm>
            <a:off x="11104321" y="873887"/>
            <a:ext cx="21336" cy="21336"/>
          </a:xfrm>
          <a:prstGeom prst="ellipse">
            <a:avLst/>
          </a:prstGeom>
          <a:solidFill>
            <a:srgbClr val="000000"/>
          </a:solidFill>
          <a:ln/>
        </p:spPr>
      </p:sp>
      <p:sp>
        <p:nvSpPr>
          <p:cNvPr id="65" name="Shape 63"/>
          <p:cNvSpPr/>
          <p:nvPr/>
        </p:nvSpPr>
        <p:spPr>
          <a:xfrm>
            <a:off x="11061649" y="808101"/>
            <a:ext cx="21336" cy="21336"/>
          </a:xfrm>
          <a:prstGeom prst="ellipse">
            <a:avLst/>
          </a:prstGeom>
          <a:solidFill>
            <a:srgbClr val="000000"/>
          </a:solidFill>
          <a:ln/>
        </p:spPr>
      </p:sp>
      <p:sp>
        <p:nvSpPr>
          <p:cNvPr id="66" name="Shape 64"/>
          <p:cNvSpPr/>
          <p:nvPr/>
        </p:nvSpPr>
        <p:spPr>
          <a:xfrm>
            <a:off x="11039424" y="732536"/>
            <a:ext cx="21336" cy="21336"/>
          </a:xfrm>
          <a:prstGeom prst="ellipse">
            <a:avLst/>
          </a:prstGeom>
          <a:solidFill>
            <a:srgbClr val="000000"/>
          </a:solidFill>
          <a:ln/>
        </p:spPr>
      </p:sp>
      <p:sp>
        <p:nvSpPr>
          <p:cNvPr id="67" name="Shape 65"/>
          <p:cNvSpPr/>
          <p:nvPr/>
        </p:nvSpPr>
        <p:spPr>
          <a:xfrm>
            <a:off x="11039424" y="654304"/>
            <a:ext cx="21336" cy="21336"/>
          </a:xfrm>
          <a:prstGeom prst="ellipse">
            <a:avLst/>
          </a:prstGeom>
          <a:solidFill>
            <a:srgbClr val="000000"/>
          </a:solidFill>
          <a:ln/>
        </p:spPr>
      </p:sp>
      <p:sp>
        <p:nvSpPr>
          <p:cNvPr id="68" name="Shape 66"/>
          <p:cNvSpPr/>
          <p:nvPr/>
        </p:nvSpPr>
        <p:spPr>
          <a:xfrm>
            <a:off x="11061649" y="578739"/>
            <a:ext cx="21336" cy="21336"/>
          </a:xfrm>
          <a:prstGeom prst="ellipse">
            <a:avLst/>
          </a:prstGeom>
          <a:solidFill>
            <a:srgbClr val="000000"/>
          </a:solidFill>
          <a:ln/>
        </p:spPr>
      </p:sp>
      <p:sp>
        <p:nvSpPr>
          <p:cNvPr id="69" name="Shape 67"/>
          <p:cNvSpPr/>
          <p:nvPr/>
        </p:nvSpPr>
        <p:spPr>
          <a:xfrm>
            <a:off x="11104321" y="512953"/>
            <a:ext cx="21336" cy="21336"/>
          </a:xfrm>
          <a:prstGeom prst="ellipse">
            <a:avLst/>
          </a:prstGeom>
          <a:solidFill>
            <a:srgbClr val="000000"/>
          </a:solidFill>
          <a:ln/>
        </p:spPr>
      </p:sp>
      <p:sp>
        <p:nvSpPr>
          <p:cNvPr id="70" name="Shape 68"/>
          <p:cNvSpPr/>
          <p:nvPr/>
        </p:nvSpPr>
        <p:spPr>
          <a:xfrm>
            <a:off x="11162995" y="461391"/>
            <a:ext cx="21336" cy="21336"/>
          </a:xfrm>
          <a:prstGeom prst="ellipse">
            <a:avLst/>
          </a:prstGeom>
          <a:solidFill>
            <a:srgbClr val="000000"/>
          </a:solidFill>
          <a:ln/>
        </p:spPr>
      </p:sp>
      <p:sp>
        <p:nvSpPr>
          <p:cNvPr id="71" name="Shape 69"/>
          <p:cNvSpPr/>
          <p:nvPr/>
        </p:nvSpPr>
        <p:spPr>
          <a:xfrm>
            <a:off x="11235004" y="429387"/>
            <a:ext cx="21336" cy="21336"/>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Evaluatie en vervolg: 8 minuten</a:t>
            </a:r>
            <a:endParaRPr lang="en-US" sz="3400" dirty="0"/>
          </a:p>
        </p:txBody>
      </p:sp>
      <p:sp>
        <p:nvSpPr>
          <p:cNvPr id="73" name="Shape 71"/>
          <p:cNvSpPr/>
          <p:nvPr/>
        </p:nvSpPr>
        <p:spPr>
          <a:xfrm>
            <a:off x="548640" y="1371600"/>
            <a:ext cx="3515258" cy="2560320"/>
          </a:xfrm>
          <a:prstGeom prst="roundRect">
            <a:avLst>
              <a:gd name="adj" fmla="val 3571"/>
            </a:avLst>
          </a:prstGeom>
          <a:solidFill>
            <a:srgbClr val="F4D9DC"/>
          </a:solidFill>
          <a:ln/>
        </p:spPr>
      </p:sp>
      <p:sp>
        <p:nvSpPr>
          <p:cNvPr id="74" name="Shape 72"/>
          <p:cNvSpPr/>
          <p:nvPr/>
        </p:nvSpPr>
        <p:spPr>
          <a:xfrm>
            <a:off x="822960" y="1645920"/>
            <a:ext cx="548640" cy="548640"/>
          </a:xfrm>
          <a:prstGeom prst="ellipse">
            <a:avLst/>
          </a:prstGeom>
          <a:solidFill>
            <a:srgbClr val="3D68EC"/>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3D68EC"/>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3 min</a:t>
            </a:r>
            <a:endParaRPr lang="en-US" sz="1200" dirty="0"/>
          </a:p>
        </p:txBody>
      </p:sp>
      <p:sp>
        <p:nvSpPr>
          <p:cNvPr id="78" name="Text 76"/>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Terugblik</a:t>
            </a:r>
            <a:endParaRPr lang="en-US" sz="2200" dirty="0"/>
          </a:p>
        </p:txBody>
      </p:sp>
      <p:sp>
        <p:nvSpPr>
          <p:cNvPr id="79" name="Text 77"/>
          <p:cNvSpPr/>
          <p:nvPr/>
        </p:nvSpPr>
        <p:spPr>
          <a:xfrm>
            <a:off x="822960" y="303580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vond je ervan? Wat ging goed, wat zag je nu pas?</a:t>
            </a:r>
            <a:endParaRPr lang="en-US" sz="1500" dirty="0"/>
          </a:p>
        </p:txBody>
      </p:sp>
      <p:sp>
        <p:nvSpPr>
          <p:cNvPr id="80" name="Shape 78"/>
          <p:cNvSpPr/>
          <p:nvPr/>
        </p:nvSpPr>
        <p:spPr>
          <a:xfrm>
            <a:off x="4338218" y="1371600"/>
            <a:ext cx="3515258" cy="2560320"/>
          </a:xfrm>
          <a:prstGeom prst="roundRect">
            <a:avLst>
              <a:gd name="adj" fmla="val 3571"/>
            </a:avLst>
          </a:prstGeom>
          <a:solidFill>
            <a:srgbClr val="F4D9DC"/>
          </a:solidFill>
          <a:ln/>
        </p:spPr>
      </p:sp>
      <p:sp>
        <p:nvSpPr>
          <p:cNvPr id="81" name="Shape 79"/>
          <p:cNvSpPr/>
          <p:nvPr/>
        </p:nvSpPr>
        <p:spPr>
          <a:xfrm>
            <a:off x="4612538" y="1645920"/>
            <a:ext cx="548640" cy="548640"/>
          </a:xfrm>
          <a:prstGeom prst="ellipse">
            <a:avLst/>
          </a:prstGeom>
          <a:solidFill>
            <a:srgbClr val="3D68E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3D68E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2 min</a:t>
            </a:r>
            <a:endParaRPr lang="en-US" sz="1200" dirty="0"/>
          </a:p>
        </p:txBody>
      </p:sp>
      <p:sp>
        <p:nvSpPr>
          <p:cNvPr id="85" name="Text 83"/>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Meerkeuzevraag</a:t>
            </a:r>
            <a:endParaRPr lang="en-US" sz="2200" dirty="0"/>
          </a:p>
        </p:txBody>
      </p:sp>
      <p:sp>
        <p:nvSpPr>
          <p:cNvPr id="86" name="Text 84"/>
          <p:cNvSpPr/>
          <p:nvPr/>
        </p:nvSpPr>
        <p:spPr>
          <a:xfrm>
            <a:off x="4612538" y="303580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Zou je een vervolg willen, en hoe groot?</a:t>
            </a:r>
            <a:endParaRPr lang="en-US" sz="1500" dirty="0"/>
          </a:p>
        </p:txBody>
      </p:sp>
      <p:sp>
        <p:nvSpPr>
          <p:cNvPr id="87" name="Shape 85"/>
          <p:cNvSpPr/>
          <p:nvPr/>
        </p:nvSpPr>
        <p:spPr>
          <a:xfrm>
            <a:off x="8127797" y="1371600"/>
            <a:ext cx="3515258" cy="2560320"/>
          </a:xfrm>
          <a:prstGeom prst="roundRect">
            <a:avLst>
              <a:gd name="adj" fmla="val 3571"/>
            </a:avLst>
          </a:prstGeom>
          <a:solidFill>
            <a:srgbClr val="F4D9DC"/>
          </a:solidFill>
          <a:ln/>
        </p:spPr>
      </p:sp>
      <p:sp>
        <p:nvSpPr>
          <p:cNvPr id="88" name="Shape 86"/>
          <p:cNvSpPr/>
          <p:nvPr/>
        </p:nvSpPr>
        <p:spPr>
          <a:xfrm>
            <a:off x="8402117" y="1645920"/>
            <a:ext cx="548640" cy="548640"/>
          </a:xfrm>
          <a:prstGeom prst="ellipse">
            <a:avLst/>
          </a:prstGeom>
          <a:solidFill>
            <a:srgbClr val="3D68E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3D68E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3 min</a:t>
            </a:r>
            <a:endParaRPr lang="en-US" sz="1200" dirty="0"/>
          </a:p>
        </p:txBody>
      </p:sp>
      <p:sp>
        <p:nvSpPr>
          <p:cNvPr id="92" name="Text 90"/>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Open vraag</a:t>
            </a:r>
            <a:endParaRPr lang="en-US" sz="2200" dirty="0"/>
          </a:p>
        </p:txBody>
      </p:sp>
      <p:sp>
        <p:nvSpPr>
          <p:cNvPr id="93" name="Text 91"/>
          <p:cNvSpPr/>
          <p:nvPr/>
        </p:nvSpPr>
        <p:spPr>
          <a:xfrm>
            <a:off x="8402117" y="303580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wil je precies leren in zo’n training?</a:t>
            </a:r>
            <a:endParaRPr lang="en-US" sz="1500" dirty="0"/>
          </a:p>
        </p:txBody>
      </p:sp>
      <p:sp>
        <p:nvSpPr>
          <p:cNvPr id="94" name="Text 92"/>
          <p:cNvSpPr/>
          <p:nvPr/>
        </p:nvSpPr>
        <p:spPr>
          <a:xfrm>
            <a:off x="548640" y="41148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Anoniem en vrijwillig. De antwoorden bepalen of en hoe CEDA een vervolg inricht.</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296345" y="615188"/>
            <a:ext cx="53340" cy="53340"/>
          </a:xfrm>
          <a:prstGeom prst="ellipse">
            <a:avLst/>
          </a:prstGeom>
          <a:solidFill>
            <a:srgbClr val="000000"/>
          </a:solidFill>
          <a:ln/>
        </p:spPr>
      </p:sp>
      <p:sp>
        <p:nvSpPr>
          <p:cNvPr id="3" name="Shape 1"/>
          <p:cNvSpPr/>
          <p:nvPr/>
        </p:nvSpPr>
        <p:spPr>
          <a:xfrm>
            <a:off x="11350574" y="646303"/>
            <a:ext cx="53340" cy="53340"/>
          </a:xfrm>
          <a:prstGeom prst="ellipse">
            <a:avLst/>
          </a:prstGeom>
          <a:solidFill>
            <a:srgbClr val="000000"/>
          </a:solidFill>
          <a:ln/>
        </p:spPr>
      </p:sp>
      <p:sp>
        <p:nvSpPr>
          <p:cNvPr id="4" name="Shape 2"/>
          <p:cNvSpPr/>
          <p:nvPr/>
        </p:nvSpPr>
        <p:spPr>
          <a:xfrm>
            <a:off x="11350574" y="708533"/>
            <a:ext cx="53340" cy="53340"/>
          </a:xfrm>
          <a:prstGeom prst="ellipse">
            <a:avLst/>
          </a:prstGeom>
          <a:solidFill>
            <a:srgbClr val="000000"/>
          </a:solidFill>
          <a:ln/>
        </p:spPr>
      </p:sp>
      <p:sp>
        <p:nvSpPr>
          <p:cNvPr id="5" name="Shape 3"/>
          <p:cNvSpPr/>
          <p:nvPr/>
        </p:nvSpPr>
        <p:spPr>
          <a:xfrm>
            <a:off x="11296345" y="739648"/>
            <a:ext cx="53340" cy="53340"/>
          </a:xfrm>
          <a:prstGeom prst="ellipse">
            <a:avLst/>
          </a:prstGeom>
          <a:solidFill>
            <a:srgbClr val="000000"/>
          </a:solidFill>
          <a:ln/>
        </p:spPr>
      </p:sp>
      <p:sp>
        <p:nvSpPr>
          <p:cNvPr id="6" name="Shape 4"/>
          <p:cNvSpPr/>
          <p:nvPr/>
        </p:nvSpPr>
        <p:spPr>
          <a:xfrm>
            <a:off x="11242116" y="708533"/>
            <a:ext cx="53340" cy="53340"/>
          </a:xfrm>
          <a:prstGeom prst="ellipse">
            <a:avLst/>
          </a:prstGeom>
          <a:solidFill>
            <a:srgbClr val="000000"/>
          </a:solidFill>
          <a:ln/>
        </p:spPr>
      </p:sp>
      <p:sp>
        <p:nvSpPr>
          <p:cNvPr id="7" name="Shape 5"/>
          <p:cNvSpPr/>
          <p:nvPr/>
        </p:nvSpPr>
        <p:spPr>
          <a:xfrm>
            <a:off x="11242116" y="646303"/>
            <a:ext cx="53340" cy="53340"/>
          </a:xfrm>
          <a:prstGeom prst="ellipse">
            <a:avLst/>
          </a:prstGeom>
          <a:solidFill>
            <a:srgbClr val="000000"/>
          </a:solidFill>
          <a:ln/>
        </p:spPr>
      </p:sp>
      <p:sp>
        <p:nvSpPr>
          <p:cNvPr id="8" name="Shape 6"/>
          <p:cNvSpPr/>
          <p:nvPr/>
        </p:nvSpPr>
        <p:spPr>
          <a:xfrm>
            <a:off x="11300790" y="566293"/>
            <a:ext cx="44450" cy="44450"/>
          </a:xfrm>
          <a:prstGeom prst="ellipse">
            <a:avLst/>
          </a:prstGeom>
          <a:solidFill>
            <a:srgbClr val="000000"/>
          </a:solidFill>
          <a:ln/>
        </p:spPr>
      </p:sp>
      <p:sp>
        <p:nvSpPr>
          <p:cNvPr id="9" name="Shape 7"/>
          <p:cNvSpPr/>
          <p:nvPr/>
        </p:nvSpPr>
        <p:spPr>
          <a:xfrm>
            <a:off x="11368354" y="588518"/>
            <a:ext cx="44450" cy="44450"/>
          </a:xfrm>
          <a:prstGeom prst="ellipse">
            <a:avLst/>
          </a:prstGeom>
          <a:solidFill>
            <a:srgbClr val="000000"/>
          </a:solidFill>
          <a:ln/>
        </p:spPr>
      </p:sp>
      <p:sp>
        <p:nvSpPr>
          <p:cNvPr id="10" name="Shape 8"/>
          <p:cNvSpPr/>
          <p:nvPr/>
        </p:nvSpPr>
        <p:spPr>
          <a:xfrm>
            <a:off x="11411026" y="646303"/>
            <a:ext cx="44450" cy="44450"/>
          </a:xfrm>
          <a:prstGeom prst="ellipse">
            <a:avLst/>
          </a:prstGeom>
          <a:solidFill>
            <a:srgbClr val="000000"/>
          </a:solidFill>
          <a:ln/>
        </p:spPr>
      </p:sp>
      <p:sp>
        <p:nvSpPr>
          <p:cNvPr id="11" name="Shape 9"/>
          <p:cNvSpPr/>
          <p:nvPr/>
        </p:nvSpPr>
        <p:spPr>
          <a:xfrm>
            <a:off x="11411026" y="717423"/>
            <a:ext cx="44450" cy="44450"/>
          </a:xfrm>
          <a:prstGeom prst="ellipse">
            <a:avLst/>
          </a:prstGeom>
          <a:solidFill>
            <a:srgbClr val="000000"/>
          </a:solidFill>
          <a:ln/>
        </p:spPr>
      </p:sp>
      <p:sp>
        <p:nvSpPr>
          <p:cNvPr id="12" name="Shape 10"/>
          <p:cNvSpPr/>
          <p:nvPr/>
        </p:nvSpPr>
        <p:spPr>
          <a:xfrm>
            <a:off x="11368354" y="775208"/>
            <a:ext cx="44450" cy="44450"/>
          </a:xfrm>
          <a:prstGeom prst="ellipse">
            <a:avLst/>
          </a:prstGeom>
          <a:solidFill>
            <a:srgbClr val="000000"/>
          </a:solidFill>
          <a:ln/>
        </p:spPr>
      </p:sp>
      <p:sp>
        <p:nvSpPr>
          <p:cNvPr id="13" name="Shape 11"/>
          <p:cNvSpPr/>
          <p:nvPr/>
        </p:nvSpPr>
        <p:spPr>
          <a:xfrm>
            <a:off x="11300790" y="797433"/>
            <a:ext cx="44450" cy="44450"/>
          </a:xfrm>
          <a:prstGeom prst="ellipse">
            <a:avLst/>
          </a:prstGeom>
          <a:solidFill>
            <a:srgbClr val="000000"/>
          </a:solidFill>
          <a:ln/>
        </p:spPr>
      </p:sp>
      <p:sp>
        <p:nvSpPr>
          <p:cNvPr id="14" name="Shape 12"/>
          <p:cNvSpPr/>
          <p:nvPr/>
        </p:nvSpPr>
        <p:spPr>
          <a:xfrm>
            <a:off x="11233226" y="775208"/>
            <a:ext cx="44450" cy="44450"/>
          </a:xfrm>
          <a:prstGeom prst="ellipse">
            <a:avLst/>
          </a:prstGeom>
          <a:solidFill>
            <a:srgbClr val="000000"/>
          </a:solidFill>
          <a:ln/>
        </p:spPr>
      </p:sp>
      <p:sp>
        <p:nvSpPr>
          <p:cNvPr id="15" name="Shape 13"/>
          <p:cNvSpPr/>
          <p:nvPr/>
        </p:nvSpPr>
        <p:spPr>
          <a:xfrm>
            <a:off x="11190554" y="717423"/>
            <a:ext cx="44450" cy="44450"/>
          </a:xfrm>
          <a:prstGeom prst="ellipse">
            <a:avLst/>
          </a:prstGeom>
          <a:solidFill>
            <a:srgbClr val="000000"/>
          </a:solidFill>
          <a:ln/>
        </p:spPr>
      </p:sp>
      <p:sp>
        <p:nvSpPr>
          <p:cNvPr id="16" name="Shape 14"/>
          <p:cNvSpPr/>
          <p:nvPr/>
        </p:nvSpPr>
        <p:spPr>
          <a:xfrm>
            <a:off x="11190554" y="646303"/>
            <a:ext cx="44450" cy="44450"/>
          </a:xfrm>
          <a:prstGeom prst="ellipse">
            <a:avLst/>
          </a:prstGeom>
          <a:solidFill>
            <a:srgbClr val="000000"/>
          </a:solidFill>
          <a:ln/>
        </p:spPr>
      </p:sp>
      <p:sp>
        <p:nvSpPr>
          <p:cNvPr id="17" name="Shape 15"/>
          <p:cNvSpPr/>
          <p:nvPr/>
        </p:nvSpPr>
        <p:spPr>
          <a:xfrm>
            <a:off x="11233226" y="588518"/>
            <a:ext cx="44450" cy="44450"/>
          </a:xfrm>
          <a:prstGeom prst="ellipse">
            <a:avLst/>
          </a:prstGeom>
          <a:solidFill>
            <a:srgbClr val="000000"/>
          </a:solidFill>
          <a:ln/>
        </p:spPr>
      </p:sp>
      <p:sp>
        <p:nvSpPr>
          <p:cNvPr id="18" name="Shape 16"/>
          <p:cNvSpPr/>
          <p:nvPr/>
        </p:nvSpPr>
        <p:spPr>
          <a:xfrm>
            <a:off x="11305235" y="517398"/>
            <a:ext cx="35560" cy="35560"/>
          </a:xfrm>
          <a:prstGeom prst="ellipse">
            <a:avLst/>
          </a:prstGeom>
          <a:solidFill>
            <a:srgbClr val="000000"/>
          </a:solidFill>
          <a:ln/>
        </p:spPr>
      </p:sp>
      <p:sp>
        <p:nvSpPr>
          <p:cNvPr id="19" name="Shape 17"/>
          <p:cNvSpPr/>
          <p:nvPr/>
        </p:nvSpPr>
        <p:spPr>
          <a:xfrm>
            <a:off x="11378133" y="534289"/>
            <a:ext cx="35560" cy="35560"/>
          </a:xfrm>
          <a:prstGeom prst="ellipse">
            <a:avLst/>
          </a:prstGeom>
          <a:solidFill>
            <a:srgbClr val="000000"/>
          </a:solidFill>
          <a:ln/>
        </p:spPr>
      </p:sp>
      <p:sp>
        <p:nvSpPr>
          <p:cNvPr id="20" name="Shape 18"/>
          <p:cNvSpPr/>
          <p:nvPr/>
        </p:nvSpPr>
        <p:spPr>
          <a:xfrm>
            <a:off x="11437696" y="581406"/>
            <a:ext cx="35560" cy="35560"/>
          </a:xfrm>
          <a:prstGeom prst="ellipse">
            <a:avLst/>
          </a:prstGeom>
          <a:solidFill>
            <a:srgbClr val="000000"/>
          </a:solidFill>
          <a:ln/>
        </p:spPr>
      </p:sp>
      <p:sp>
        <p:nvSpPr>
          <p:cNvPr id="21" name="Shape 19"/>
          <p:cNvSpPr/>
          <p:nvPr/>
        </p:nvSpPr>
        <p:spPr>
          <a:xfrm>
            <a:off x="11469700" y="648970"/>
            <a:ext cx="35560" cy="35560"/>
          </a:xfrm>
          <a:prstGeom prst="ellipse">
            <a:avLst/>
          </a:prstGeom>
          <a:solidFill>
            <a:srgbClr val="000000"/>
          </a:solidFill>
          <a:ln/>
        </p:spPr>
      </p:sp>
      <p:sp>
        <p:nvSpPr>
          <p:cNvPr id="22" name="Shape 20"/>
          <p:cNvSpPr/>
          <p:nvPr/>
        </p:nvSpPr>
        <p:spPr>
          <a:xfrm>
            <a:off x="11469700" y="723646"/>
            <a:ext cx="35560" cy="35560"/>
          </a:xfrm>
          <a:prstGeom prst="ellipse">
            <a:avLst/>
          </a:prstGeom>
          <a:solidFill>
            <a:srgbClr val="000000"/>
          </a:solidFill>
          <a:ln/>
        </p:spPr>
      </p:sp>
      <p:sp>
        <p:nvSpPr>
          <p:cNvPr id="23" name="Shape 21"/>
          <p:cNvSpPr/>
          <p:nvPr/>
        </p:nvSpPr>
        <p:spPr>
          <a:xfrm>
            <a:off x="11437696" y="791210"/>
            <a:ext cx="35560" cy="35560"/>
          </a:xfrm>
          <a:prstGeom prst="ellipse">
            <a:avLst/>
          </a:prstGeom>
          <a:solidFill>
            <a:srgbClr val="000000"/>
          </a:solidFill>
          <a:ln/>
        </p:spPr>
      </p:sp>
      <p:sp>
        <p:nvSpPr>
          <p:cNvPr id="24" name="Shape 22"/>
          <p:cNvSpPr/>
          <p:nvPr/>
        </p:nvSpPr>
        <p:spPr>
          <a:xfrm>
            <a:off x="11378133" y="838327"/>
            <a:ext cx="35560" cy="35560"/>
          </a:xfrm>
          <a:prstGeom prst="ellipse">
            <a:avLst/>
          </a:prstGeom>
          <a:solidFill>
            <a:srgbClr val="000000"/>
          </a:solidFill>
          <a:ln/>
        </p:spPr>
      </p:sp>
      <p:sp>
        <p:nvSpPr>
          <p:cNvPr id="25" name="Shape 23"/>
          <p:cNvSpPr/>
          <p:nvPr/>
        </p:nvSpPr>
        <p:spPr>
          <a:xfrm>
            <a:off x="11305235" y="855218"/>
            <a:ext cx="35560" cy="35560"/>
          </a:xfrm>
          <a:prstGeom prst="ellipse">
            <a:avLst/>
          </a:prstGeom>
          <a:solidFill>
            <a:srgbClr val="000000"/>
          </a:solidFill>
          <a:ln/>
        </p:spPr>
      </p:sp>
      <p:sp>
        <p:nvSpPr>
          <p:cNvPr id="26" name="Shape 24"/>
          <p:cNvSpPr/>
          <p:nvPr/>
        </p:nvSpPr>
        <p:spPr>
          <a:xfrm>
            <a:off x="11232337" y="838327"/>
            <a:ext cx="35560" cy="35560"/>
          </a:xfrm>
          <a:prstGeom prst="ellipse">
            <a:avLst/>
          </a:prstGeom>
          <a:solidFill>
            <a:srgbClr val="000000"/>
          </a:solidFill>
          <a:ln/>
        </p:spPr>
      </p:sp>
      <p:sp>
        <p:nvSpPr>
          <p:cNvPr id="27" name="Shape 25"/>
          <p:cNvSpPr/>
          <p:nvPr/>
        </p:nvSpPr>
        <p:spPr>
          <a:xfrm>
            <a:off x="11172774" y="791210"/>
            <a:ext cx="35560" cy="35560"/>
          </a:xfrm>
          <a:prstGeom prst="ellipse">
            <a:avLst/>
          </a:prstGeom>
          <a:solidFill>
            <a:srgbClr val="000000"/>
          </a:solidFill>
          <a:ln/>
        </p:spPr>
      </p:sp>
      <p:sp>
        <p:nvSpPr>
          <p:cNvPr id="28" name="Shape 26"/>
          <p:cNvSpPr/>
          <p:nvPr/>
        </p:nvSpPr>
        <p:spPr>
          <a:xfrm>
            <a:off x="11140770" y="723646"/>
            <a:ext cx="35560" cy="35560"/>
          </a:xfrm>
          <a:prstGeom prst="ellipse">
            <a:avLst/>
          </a:prstGeom>
          <a:solidFill>
            <a:srgbClr val="000000"/>
          </a:solidFill>
          <a:ln/>
        </p:spPr>
      </p:sp>
      <p:sp>
        <p:nvSpPr>
          <p:cNvPr id="29" name="Shape 27"/>
          <p:cNvSpPr/>
          <p:nvPr/>
        </p:nvSpPr>
        <p:spPr>
          <a:xfrm>
            <a:off x="11140770" y="648970"/>
            <a:ext cx="35560" cy="35560"/>
          </a:xfrm>
          <a:prstGeom prst="ellipse">
            <a:avLst/>
          </a:prstGeom>
          <a:solidFill>
            <a:srgbClr val="000000"/>
          </a:solidFill>
          <a:ln/>
        </p:spPr>
      </p:sp>
      <p:sp>
        <p:nvSpPr>
          <p:cNvPr id="30" name="Shape 28"/>
          <p:cNvSpPr/>
          <p:nvPr/>
        </p:nvSpPr>
        <p:spPr>
          <a:xfrm>
            <a:off x="11172774" y="581406"/>
            <a:ext cx="35560" cy="35560"/>
          </a:xfrm>
          <a:prstGeom prst="ellipse">
            <a:avLst/>
          </a:prstGeom>
          <a:solidFill>
            <a:srgbClr val="000000"/>
          </a:solidFill>
          <a:ln/>
        </p:spPr>
      </p:sp>
      <p:sp>
        <p:nvSpPr>
          <p:cNvPr id="31" name="Shape 29"/>
          <p:cNvSpPr/>
          <p:nvPr/>
        </p:nvSpPr>
        <p:spPr>
          <a:xfrm>
            <a:off x="11232337" y="534289"/>
            <a:ext cx="35560" cy="35560"/>
          </a:xfrm>
          <a:prstGeom prst="ellipse">
            <a:avLst/>
          </a:prstGeom>
          <a:solidFill>
            <a:srgbClr val="000000"/>
          </a:solidFill>
          <a:ln/>
        </p:spPr>
      </p:sp>
      <p:sp>
        <p:nvSpPr>
          <p:cNvPr id="32" name="Shape 30"/>
          <p:cNvSpPr/>
          <p:nvPr/>
        </p:nvSpPr>
        <p:spPr>
          <a:xfrm>
            <a:off x="11308791" y="467614"/>
            <a:ext cx="28448" cy="28448"/>
          </a:xfrm>
          <a:prstGeom prst="ellipse">
            <a:avLst/>
          </a:prstGeom>
          <a:solidFill>
            <a:srgbClr val="000000"/>
          </a:solidFill>
          <a:ln/>
        </p:spPr>
      </p:sp>
      <p:sp>
        <p:nvSpPr>
          <p:cNvPr id="33" name="Shape 31"/>
          <p:cNvSpPr/>
          <p:nvPr/>
        </p:nvSpPr>
        <p:spPr>
          <a:xfrm>
            <a:off x="11385245" y="480949"/>
            <a:ext cx="28448" cy="28448"/>
          </a:xfrm>
          <a:prstGeom prst="ellipse">
            <a:avLst/>
          </a:prstGeom>
          <a:solidFill>
            <a:srgbClr val="000000"/>
          </a:solidFill>
          <a:ln/>
        </p:spPr>
      </p:sp>
      <p:sp>
        <p:nvSpPr>
          <p:cNvPr id="34" name="Shape 32"/>
          <p:cNvSpPr/>
          <p:nvPr/>
        </p:nvSpPr>
        <p:spPr>
          <a:xfrm>
            <a:off x="11451920" y="519176"/>
            <a:ext cx="28448" cy="28448"/>
          </a:xfrm>
          <a:prstGeom prst="ellipse">
            <a:avLst/>
          </a:prstGeom>
          <a:solidFill>
            <a:srgbClr val="000000"/>
          </a:solidFill>
          <a:ln/>
        </p:spPr>
      </p:sp>
      <p:sp>
        <p:nvSpPr>
          <p:cNvPr id="35" name="Shape 33"/>
          <p:cNvSpPr/>
          <p:nvPr/>
        </p:nvSpPr>
        <p:spPr>
          <a:xfrm>
            <a:off x="11501704" y="578739"/>
            <a:ext cx="28448" cy="28448"/>
          </a:xfrm>
          <a:prstGeom prst="ellipse">
            <a:avLst/>
          </a:prstGeom>
          <a:solidFill>
            <a:srgbClr val="000000"/>
          </a:solidFill>
          <a:ln/>
        </p:spPr>
      </p:sp>
      <p:sp>
        <p:nvSpPr>
          <p:cNvPr id="36" name="Shape 34"/>
          <p:cNvSpPr/>
          <p:nvPr/>
        </p:nvSpPr>
        <p:spPr>
          <a:xfrm>
            <a:off x="11527485" y="651637"/>
            <a:ext cx="28448" cy="28448"/>
          </a:xfrm>
          <a:prstGeom prst="ellipse">
            <a:avLst/>
          </a:prstGeom>
          <a:solidFill>
            <a:srgbClr val="000000"/>
          </a:solidFill>
          <a:ln/>
        </p:spPr>
      </p:sp>
      <p:sp>
        <p:nvSpPr>
          <p:cNvPr id="37" name="Shape 35"/>
          <p:cNvSpPr/>
          <p:nvPr/>
        </p:nvSpPr>
        <p:spPr>
          <a:xfrm>
            <a:off x="11527485" y="728091"/>
            <a:ext cx="28448" cy="28448"/>
          </a:xfrm>
          <a:prstGeom prst="ellipse">
            <a:avLst/>
          </a:prstGeom>
          <a:solidFill>
            <a:srgbClr val="000000"/>
          </a:solidFill>
          <a:ln/>
        </p:spPr>
      </p:sp>
      <p:sp>
        <p:nvSpPr>
          <p:cNvPr id="38" name="Shape 36"/>
          <p:cNvSpPr/>
          <p:nvPr/>
        </p:nvSpPr>
        <p:spPr>
          <a:xfrm>
            <a:off x="11501704" y="800989"/>
            <a:ext cx="28448" cy="28448"/>
          </a:xfrm>
          <a:prstGeom prst="ellipse">
            <a:avLst/>
          </a:prstGeom>
          <a:solidFill>
            <a:srgbClr val="000000"/>
          </a:solidFill>
          <a:ln/>
        </p:spPr>
      </p:sp>
      <p:sp>
        <p:nvSpPr>
          <p:cNvPr id="39" name="Shape 37"/>
          <p:cNvSpPr/>
          <p:nvPr/>
        </p:nvSpPr>
        <p:spPr>
          <a:xfrm>
            <a:off x="11451920" y="860552"/>
            <a:ext cx="28448" cy="28448"/>
          </a:xfrm>
          <a:prstGeom prst="ellipse">
            <a:avLst/>
          </a:prstGeom>
          <a:solidFill>
            <a:srgbClr val="000000"/>
          </a:solidFill>
          <a:ln/>
        </p:spPr>
      </p:sp>
      <p:sp>
        <p:nvSpPr>
          <p:cNvPr id="40" name="Shape 38"/>
          <p:cNvSpPr/>
          <p:nvPr/>
        </p:nvSpPr>
        <p:spPr>
          <a:xfrm>
            <a:off x="11385245" y="898779"/>
            <a:ext cx="28448" cy="28448"/>
          </a:xfrm>
          <a:prstGeom prst="ellipse">
            <a:avLst/>
          </a:prstGeom>
          <a:solidFill>
            <a:srgbClr val="000000"/>
          </a:solidFill>
          <a:ln/>
        </p:spPr>
      </p:sp>
      <p:sp>
        <p:nvSpPr>
          <p:cNvPr id="41" name="Shape 39"/>
          <p:cNvSpPr/>
          <p:nvPr/>
        </p:nvSpPr>
        <p:spPr>
          <a:xfrm>
            <a:off x="11308791" y="912114"/>
            <a:ext cx="28448" cy="28448"/>
          </a:xfrm>
          <a:prstGeom prst="ellipse">
            <a:avLst/>
          </a:prstGeom>
          <a:solidFill>
            <a:srgbClr val="000000"/>
          </a:solidFill>
          <a:ln/>
        </p:spPr>
      </p:sp>
      <p:sp>
        <p:nvSpPr>
          <p:cNvPr id="42" name="Shape 40"/>
          <p:cNvSpPr/>
          <p:nvPr/>
        </p:nvSpPr>
        <p:spPr>
          <a:xfrm>
            <a:off x="11232337" y="898779"/>
            <a:ext cx="28448" cy="28448"/>
          </a:xfrm>
          <a:prstGeom prst="ellipse">
            <a:avLst/>
          </a:prstGeom>
          <a:solidFill>
            <a:srgbClr val="000000"/>
          </a:solidFill>
          <a:ln/>
        </p:spPr>
      </p:sp>
      <p:sp>
        <p:nvSpPr>
          <p:cNvPr id="43" name="Shape 41"/>
          <p:cNvSpPr/>
          <p:nvPr/>
        </p:nvSpPr>
        <p:spPr>
          <a:xfrm>
            <a:off x="11165662" y="860552"/>
            <a:ext cx="28448" cy="28448"/>
          </a:xfrm>
          <a:prstGeom prst="ellipse">
            <a:avLst/>
          </a:prstGeom>
          <a:solidFill>
            <a:srgbClr val="000000"/>
          </a:solidFill>
          <a:ln/>
        </p:spPr>
      </p:sp>
      <p:sp>
        <p:nvSpPr>
          <p:cNvPr id="44" name="Shape 42"/>
          <p:cNvSpPr/>
          <p:nvPr/>
        </p:nvSpPr>
        <p:spPr>
          <a:xfrm>
            <a:off x="11115878" y="800989"/>
            <a:ext cx="28448" cy="28448"/>
          </a:xfrm>
          <a:prstGeom prst="ellipse">
            <a:avLst/>
          </a:prstGeom>
          <a:solidFill>
            <a:srgbClr val="000000"/>
          </a:solidFill>
          <a:ln/>
        </p:spPr>
      </p:sp>
      <p:sp>
        <p:nvSpPr>
          <p:cNvPr id="45" name="Shape 43"/>
          <p:cNvSpPr/>
          <p:nvPr/>
        </p:nvSpPr>
        <p:spPr>
          <a:xfrm>
            <a:off x="11090097" y="728091"/>
            <a:ext cx="28448" cy="28448"/>
          </a:xfrm>
          <a:prstGeom prst="ellipse">
            <a:avLst/>
          </a:prstGeom>
          <a:solidFill>
            <a:srgbClr val="000000"/>
          </a:solidFill>
          <a:ln/>
        </p:spPr>
      </p:sp>
      <p:sp>
        <p:nvSpPr>
          <p:cNvPr id="46" name="Shape 44"/>
          <p:cNvSpPr/>
          <p:nvPr/>
        </p:nvSpPr>
        <p:spPr>
          <a:xfrm>
            <a:off x="11090097" y="651637"/>
            <a:ext cx="28448" cy="28448"/>
          </a:xfrm>
          <a:prstGeom prst="ellipse">
            <a:avLst/>
          </a:prstGeom>
          <a:solidFill>
            <a:srgbClr val="000000"/>
          </a:solidFill>
          <a:ln/>
        </p:spPr>
      </p:sp>
      <p:sp>
        <p:nvSpPr>
          <p:cNvPr id="47" name="Shape 45"/>
          <p:cNvSpPr/>
          <p:nvPr/>
        </p:nvSpPr>
        <p:spPr>
          <a:xfrm>
            <a:off x="11115878" y="578739"/>
            <a:ext cx="28448" cy="28448"/>
          </a:xfrm>
          <a:prstGeom prst="ellipse">
            <a:avLst/>
          </a:prstGeom>
          <a:solidFill>
            <a:srgbClr val="000000"/>
          </a:solidFill>
          <a:ln/>
        </p:spPr>
      </p:sp>
      <p:sp>
        <p:nvSpPr>
          <p:cNvPr id="48" name="Shape 46"/>
          <p:cNvSpPr/>
          <p:nvPr/>
        </p:nvSpPr>
        <p:spPr>
          <a:xfrm>
            <a:off x="11165662" y="519176"/>
            <a:ext cx="28448" cy="28448"/>
          </a:xfrm>
          <a:prstGeom prst="ellipse">
            <a:avLst/>
          </a:prstGeom>
          <a:solidFill>
            <a:srgbClr val="000000"/>
          </a:solidFill>
          <a:ln/>
        </p:spPr>
      </p:sp>
      <p:sp>
        <p:nvSpPr>
          <p:cNvPr id="49" name="Shape 47"/>
          <p:cNvSpPr/>
          <p:nvPr/>
        </p:nvSpPr>
        <p:spPr>
          <a:xfrm>
            <a:off x="11232337" y="480949"/>
            <a:ext cx="28448" cy="28448"/>
          </a:xfrm>
          <a:prstGeom prst="ellipse">
            <a:avLst/>
          </a:prstGeom>
          <a:solidFill>
            <a:srgbClr val="000000"/>
          </a:solidFill>
          <a:ln/>
        </p:spPr>
      </p:sp>
      <p:sp>
        <p:nvSpPr>
          <p:cNvPr id="50" name="Shape 48"/>
          <p:cNvSpPr/>
          <p:nvPr/>
        </p:nvSpPr>
        <p:spPr>
          <a:xfrm>
            <a:off x="11312347" y="417830"/>
            <a:ext cx="21336" cy="21336"/>
          </a:xfrm>
          <a:prstGeom prst="ellipse">
            <a:avLst/>
          </a:prstGeom>
          <a:solidFill>
            <a:srgbClr val="000000"/>
          </a:solidFill>
          <a:ln/>
        </p:spPr>
      </p:sp>
      <p:sp>
        <p:nvSpPr>
          <p:cNvPr id="51" name="Shape 49"/>
          <p:cNvSpPr/>
          <p:nvPr/>
        </p:nvSpPr>
        <p:spPr>
          <a:xfrm>
            <a:off x="11389690" y="429387"/>
            <a:ext cx="21336" cy="21336"/>
          </a:xfrm>
          <a:prstGeom prst="ellipse">
            <a:avLst/>
          </a:prstGeom>
          <a:solidFill>
            <a:srgbClr val="000000"/>
          </a:solidFill>
          <a:ln/>
        </p:spPr>
      </p:sp>
      <p:sp>
        <p:nvSpPr>
          <p:cNvPr id="52" name="Shape 50"/>
          <p:cNvSpPr/>
          <p:nvPr/>
        </p:nvSpPr>
        <p:spPr>
          <a:xfrm>
            <a:off x="11461699" y="461391"/>
            <a:ext cx="21336" cy="21336"/>
          </a:xfrm>
          <a:prstGeom prst="ellipse">
            <a:avLst/>
          </a:prstGeom>
          <a:solidFill>
            <a:srgbClr val="000000"/>
          </a:solidFill>
          <a:ln/>
        </p:spPr>
      </p:sp>
      <p:sp>
        <p:nvSpPr>
          <p:cNvPr id="53" name="Shape 51"/>
          <p:cNvSpPr/>
          <p:nvPr/>
        </p:nvSpPr>
        <p:spPr>
          <a:xfrm>
            <a:off x="11520373" y="512953"/>
            <a:ext cx="21336" cy="21336"/>
          </a:xfrm>
          <a:prstGeom prst="ellipse">
            <a:avLst/>
          </a:prstGeom>
          <a:solidFill>
            <a:srgbClr val="000000"/>
          </a:solidFill>
          <a:ln/>
        </p:spPr>
      </p:sp>
      <p:sp>
        <p:nvSpPr>
          <p:cNvPr id="54" name="Shape 52"/>
          <p:cNvSpPr/>
          <p:nvPr/>
        </p:nvSpPr>
        <p:spPr>
          <a:xfrm>
            <a:off x="11563045" y="578739"/>
            <a:ext cx="21336" cy="21336"/>
          </a:xfrm>
          <a:prstGeom prst="ellipse">
            <a:avLst/>
          </a:prstGeom>
          <a:solidFill>
            <a:srgbClr val="000000"/>
          </a:solidFill>
          <a:ln/>
        </p:spPr>
      </p:sp>
      <p:sp>
        <p:nvSpPr>
          <p:cNvPr id="55" name="Shape 53"/>
          <p:cNvSpPr/>
          <p:nvPr/>
        </p:nvSpPr>
        <p:spPr>
          <a:xfrm>
            <a:off x="11585270" y="654304"/>
            <a:ext cx="21336" cy="21336"/>
          </a:xfrm>
          <a:prstGeom prst="ellipse">
            <a:avLst/>
          </a:prstGeom>
          <a:solidFill>
            <a:srgbClr val="000000"/>
          </a:solidFill>
          <a:ln/>
        </p:spPr>
      </p:sp>
      <p:sp>
        <p:nvSpPr>
          <p:cNvPr id="56" name="Shape 54"/>
          <p:cNvSpPr/>
          <p:nvPr/>
        </p:nvSpPr>
        <p:spPr>
          <a:xfrm>
            <a:off x="11585270" y="732536"/>
            <a:ext cx="21336" cy="21336"/>
          </a:xfrm>
          <a:prstGeom prst="ellipse">
            <a:avLst/>
          </a:prstGeom>
          <a:solidFill>
            <a:srgbClr val="000000"/>
          </a:solidFill>
          <a:ln/>
        </p:spPr>
      </p:sp>
      <p:sp>
        <p:nvSpPr>
          <p:cNvPr id="57" name="Shape 55"/>
          <p:cNvSpPr/>
          <p:nvPr/>
        </p:nvSpPr>
        <p:spPr>
          <a:xfrm>
            <a:off x="11563045" y="808101"/>
            <a:ext cx="21336" cy="21336"/>
          </a:xfrm>
          <a:prstGeom prst="ellipse">
            <a:avLst/>
          </a:prstGeom>
          <a:solidFill>
            <a:srgbClr val="000000"/>
          </a:solidFill>
          <a:ln/>
        </p:spPr>
      </p:sp>
      <p:sp>
        <p:nvSpPr>
          <p:cNvPr id="58" name="Shape 56"/>
          <p:cNvSpPr/>
          <p:nvPr/>
        </p:nvSpPr>
        <p:spPr>
          <a:xfrm>
            <a:off x="11520373" y="873887"/>
            <a:ext cx="21336" cy="21336"/>
          </a:xfrm>
          <a:prstGeom prst="ellipse">
            <a:avLst/>
          </a:prstGeom>
          <a:solidFill>
            <a:srgbClr val="000000"/>
          </a:solidFill>
          <a:ln/>
        </p:spPr>
      </p:sp>
      <p:sp>
        <p:nvSpPr>
          <p:cNvPr id="59" name="Shape 57"/>
          <p:cNvSpPr/>
          <p:nvPr/>
        </p:nvSpPr>
        <p:spPr>
          <a:xfrm>
            <a:off x="11461699" y="925449"/>
            <a:ext cx="21336" cy="21336"/>
          </a:xfrm>
          <a:prstGeom prst="ellipse">
            <a:avLst/>
          </a:prstGeom>
          <a:solidFill>
            <a:srgbClr val="000000"/>
          </a:solidFill>
          <a:ln/>
        </p:spPr>
      </p:sp>
      <p:sp>
        <p:nvSpPr>
          <p:cNvPr id="60" name="Shape 58"/>
          <p:cNvSpPr/>
          <p:nvPr/>
        </p:nvSpPr>
        <p:spPr>
          <a:xfrm>
            <a:off x="11389690" y="957453"/>
            <a:ext cx="21336" cy="21336"/>
          </a:xfrm>
          <a:prstGeom prst="ellipse">
            <a:avLst/>
          </a:prstGeom>
          <a:solidFill>
            <a:srgbClr val="000000"/>
          </a:solidFill>
          <a:ln/>
        </p:spPr>
      </p:sp>
      <p:sp>
        <p:nvSpPr>
          <p:cNvPr id="61" name="Shape 59"/>
          <p:cNvSpPr/>
          <p:nvPr/>
        </p:nvSpPr>
        <p:spPr>
          <a:xfrm>
            <a:off x="11312347" y="969010"/>
            <a:ext cx="21336" cy="21336"/>
          </a:xfrm>
          <a:prstGeom prst="ellipse">
            <a:avLst/>
          </a:prstGeom>
          <a:solidFill>
            <a:srgbClr val="000000"/>
          </a:solidFill>
          <a:ln/>
        </p:spPr>
      </p:sp>
      <p:sp>
        <p:nvSpPr>
          <p:cNvPr id="62" name="Shape 60"/>
          <p:cNvSpPr/>
          <p:nvPr/>
        </p:nvSpPr>
        <p:spPr>
          <a:xfrm>
            <a:off x="11235004" y="957453"/>
            <a:ext cx="21336" cy="21336"/>
          </a:xfrm>
          <a:prstGeom prst="ellipse">
            <a:avLst/>
          </a:prstGeom>
          <a:solidFill>
            <a:srgbClr val="000000"/>
          </a:solidFill>
          <a:ln/>
        </p:spPr>
      </p:sp>
      <p:sp>
        <p:nvSpPr>
          <p:cNvPr id="63" name="Shape 61"/>
          <p:cNvSpPr/>
          <p:nvPr/>
        </p:nvSpPr>
        <p:spPr>
          <a:xfrm>
            <a:off x="11162995" y="925449"/>
            <a:ext cx="21336" cy="21336"/>
          </a:xfrm>
          <a:prstGeom prst="ellipse">
            <a:avLst/>
          </a:prstGeom>
          <a:solidFill>
            <a:srgbClr val="000000"/>
          </a:solidFill>
          <a:ln/>
        </p:spPr>
      </p:sp>
      <p:sp>
        <p:nvSpPr>
          <p:cNvPr id="64" name="Shape 62"/>
          <p:cNvSpPr/>
          <p:nvPr/>
        </p:nvSpPr>
        <p:spPr>
          <a:xfrm>
            <a:off x="11104321" y="873887"/>
            <a:ext cx="21336" cy="21336"/>
          </a:xfrm>
          <a:prstGeom prst="ellipse">
            <a:avLst/>
          </a:prstGeom>
          <a:solidFill>
            <a:srgbClr val="000000"/>
          </a:solidFill>
          <a:ln/>
        </p:spPr>
      </p:sp>
      <p:sp>
        <p:nvSpPr>
          <p:cNvPr id="65" name="Shape 63"/>
          <p:cNvSpPr/>
          <p:nvPr/>
        </p:nvSpPr>
        <p:spPr>
          <a:xfrm>
            <a:off x="11061649" y="808101"/>
            <a:ext cx="21336" cy="21336"/>
          </a:xfrm>
          <a:prstGeom prst="ellipse">
            <a:avLst/>
          </a:prstGeom>
          <a:solidFill>
            <a:srgbClr val="000000"/>
          </a:solidFill>
          <a:ln/>
        </p:spPr>
      </p:sp>
      <p:sp>
        <p:nvSpPr>
          <p:cNvPr id="66" name="Shape 64"/>
          <p:cNvSpPr/>
          <p:nvPr/>
        </p:nvSpPr>
        <p:spPr>
          <a:xfrm>
            <a:off x="11039424" y="732536"/>
            <a:ext cx="21336" cy="21336"/>
          </a:xfrm>
          <a:prstGeom prst="ellipse">
            <a:avLst/>
          </a:prstGeom>
          <a:solidFill>
            <a:srgbClr val="000000"/>
          </a:solidFill>
          <a:ln/>
        </p:spPr>
      </p:sp>
      <p:sp>
        <p:nvSpPr>
          <p:cNvPr id="67" name="Shape 65"/>
          <p:cNvSpPr/>
          <p:nvPr/>
        </p:nvSpPr>
        <p:spPr>
          <a:xfrm>
            <a:off x="11039424" y="654304"/>
            <a:ext cx="21336" cy="21336"/>
          </a:xfrm>
          <a:prstGeom prst="ellipse">
            <a:avLst/>
          </a:prstGeom>
          <a:solidFill>
            <a:srgbClr val="000000"/>
          </a:solidFill>
          <a:ln/>
        </p:spPr>
      </p:sp>
      <p:sp>
        <p:nvSpPr>
          <p:cNvPr id="68" name="Shape 66"/>
          <p:cNvSpPr/>
          <p:nvPr/>
        </p:nvSpPr>
        <p:spPr>
          <a:xfrm>
            <a:off x="11061649" y="578739"/>
            <a:ext cx="21336" cy="21336"/>
          </a:xfrm>
          <a:prstGeom prst="ellipse">
            <a:avLst/>
          </a:prstGeom>
          <a:solidFill>
            <a:srgbClr val="000000"/>
          </a:solidFill>
          <a:ln/>
        </p:spPr>
      </p:sp>
      <p:sp>
        <p:nvSpPr>
          <p:cNvPr id="69" name="Shape 67"/>
          <p:cNvSpPr/>
          <p:nvPr/>
        </p:nvSpPr>
        <p:spPr>
          <a:xfrm>
            <a:off x="11104321" y="512953"/>
            <a:ext cx="21336" cy="21336"/>
          </a:xfrm>
          <a:prstGeom prst="ellipse">
            <a:avLst/>
          </a:prstGeom>
          <a:solidFill>
            <a:srgbClr val="000000"/>
          </a:solidFill>
          <a:ln/>
        </p:spPr>
      </p:sp>
      <p:sp>
        <p:nvSpPr>
          <p:cNvPr id="70" name="Shape 68"/>
          <p:cNvSpPr/>
          <p:nvPr/>
        </p:nvSpPr>
        <p:spPr>
          <a:xfrm>
            <a:off x="11162995" y="461391"/>
            <a:ext cx="21336" cy="21336"/>
          </a:xfrm>
          <a:prstGeom prst="ellipse">
            <a:avLst/>
          </a:prstGeom>
          <a:solidFill>
            <a:srgbClr val="000000"/>
          </a:solidFill>
          <a:ln/>
        </p:spPr>
      </p:sp>
      <p:sp>
        <p:nvSpPr>
          <p:cNvPr id="71" name="Shape 69"/>
          <p:cNvSpPr/>
          <p:nvPr/>
        </p:nvSpPr>
        <p:spPr>
          <a:xfrm>
            <a:off x="11235004" y="429387"/>
            <a:ext cx="21336" cy="21336"/>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000" dirty="0">
                <a:solidFill>
                  <a:srgbClr val="3D68EC"/>
                </a:solidFill>
                <a:latin typeface="General Sans Semibold" pitchFamily="34" charset="0"/>
                <a:ea typeface="General Sans Semibold" pitchFamily="34" charset="-122"/>
                <a:cs typeface="General Sans Semibold" pitchFamily="34" charset="-120"/>
              </a:rPr>
              <a:t>Zou je een vervolg op deze workshop willen?</a:t>
            </a:r>
            <a:endParaRPr lang="en-US" sz="30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Nee, niet nodig</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Deze workshop was genoeg</a:t>
            </a:r>
            <a:endParaRPr lang="en-US" sz="1400" dirty="0"/>
          </a:p>
        </p:txBody>
      </p:sp>
      <p:sp>
        <p:nvSpPr>
          <p:cNvPr id="76" name="Shape 74"/>
          <p:cNvSpPr/>
          <p:nvPr/>
        </p:nvSpPr>
        <p:spPr>
          <a:xfrm>
            <a:off x="9859975" y="1687068"/>
            <a:ext cx="1554480" cy="329184"/>
          </a:xfrm>
          <a:prstGeom prst="roundRect">
            <a:avLst>
              <a:gd name="adj" fmla="val 138889"/>
            </a:avLst>
          </a:prstGeom>
          <a:solidFill>
            <a:srgbClr val="3D68EC"/>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A</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losse sessie van een paar uur</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vervolgworkshop, bijvoorbeeld met eigen data</a:t>
            </a:r>
            <a:endParaRPr lang="en-US" sz="1400" dirty="0"/>
          </a:p>
        </p:txBody>
      </p:sp>
      <p:sp>
        <p:nvSpPr>
          <p:cNvPr id="81" name="Shape 79"/>
          <p:cNvSpPr/>
          <p:nvPr/>
        </p:nvSpPr>
        <p:spPr>
          <a:xfrm>
            <a:off x="9859975" y="2647188"/>
            <a:ext cx="1554480" cy="329184"/>
          </a:xfrm>
          <a:prstGeom prst="roundRect">
            <a:avLst>
              <a:gd name="adj" fmla="val 138889"/>
            </a:avLst>
          </a:prstGeom>
          <a:solidFill>
            <a:srgbClr val="3D68EC"/>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B</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paar dagdelen over enkele weken</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Verdieping verspreid over meerdere dagen</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C</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4 uur per week, één semester</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volledig trainingsprogramma</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D</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Kies wat het best past. Scan de QR-code of steek je hand op.</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D74B"/>
        </a:solidFill>
      </p:bgPr>
    </p:bg>
    <p:spTree>
      <p:nvGrpSpPr>
        <p:cNvPr id="1" name=""/>
        <p:cNvGrpSpPr/>
        <p:nvPr/>
      </p:nvGrpSpPr>
      <p:grpSpPr>
        <a:xfrm>
          <a:off x="0" y="0"/>
          <a:ext cx="0" cy="0"/>
          <a:chOff x="0" y="0"/>
          <a:chExt cx="0" cy="0"/>
        </a:xfrm>
      </p:grpSpPr>
      <p:sp>
        <p:nvSpPr>
          <p:cNvPr id="2" name="Shape 0"/>
          <p:cNvSpPr/>
          <p:nvPr/>
        </p:nvSpPr>
        <p:spPr>
          <a:xfrm>
            <a:off x="11296345" y="615188"/>
            <a:ext cx="53340" cy="53340"/>
          </a:xfrm>
          <a:prstGeom prst="ellipse">
            <a:avLst/>
          </a:prstGeom>
          <a:solidFill>
            <a:srgbClr val="000000"/>
          </a:solidFill>
          <a:ln/>
        </p:spPr>
      </p:sp>
      <p:sp>
        <p:nvSpPr>
          <p:cNvPr id="3" name="Shape 1"/>
          <p:cNvSpPr/>
          <p:nvPr/>
        </p:nvSpPr>
        <p:spPr>
          <a:xfrm>
            <a:off x="11350574" y="646303"/>
            <a:ext cx="53340" cy="53340"/>
          </a:xfrm>
          <a:prstGeom prst="ellipse">
            <a:avLst/>
          </a:prstGeom>
          <a:solidFill>
            <a:srgbClr val="000000"/>
          </a:solidFill>
          <a:ln/>
        </p:spPr>
      </p:sp>
      <p:sp>
        <p:nvSpPr>
          <p:cNvPr id="4" name="Shape 2"/>
          <p:cNvSpPr/>
          <p:nvPr/>
        </p:nvSpPr>
        <p:spPr>
          <a:xfrm>
            <a:off x="11350574" y="708533"/>
            <a:ext cx="53340" cy="53340"/>
          </a:xfrm>
          <a:prstGeom prst="ellipse">
            <a:avLst/>
          </a:prstGeom>
          <a:solidFill>
            <a:srgbClr val="000000"/>
          </a:solidFill>
          <a:ln/>
        </p:spPr>
      </p:sp>
      <p:sp>
        <p:nvSpPr>
          <p:cNvPr id="5" name="Shape 3"/>
          <p:cNvSpPr/>
          <p:nvPr/>
        </p:nvSpPr>
        <p:spPr>
          <a:xfrm>
            <a:off x="11296345" y="739648"/>
            <a:ext cx="53340" cy="53340"/>
          </a:xfrm>
          <a:prstGeom prst="ellipse">
            <a:avLst/>
          </a:prstGeom>
          <a:solidFill>
            <a:srgbClr val="000000"/>
          </a:solidFill>
          <a:ln/>
        </p:spPr>
      </p:sp>
      <p:sp>
        <p:nvSpPr>
          <p:cNvPr id="6" name="Shape 4"/>
          <p:cNvSpPr/>
          <p:nvPr/>
        </p:nvSpPr>
        <p:spPr>
          <a:xfrm>
            <a:off x="11242116" y="708533"/>
            <a:ext cx="53340" cy="53340"/>
          </a:xfrm>
          <a:prstGeom prst="ellipse">
            <a:avLst/>
          </a:prstGeom>
          <a:solidFill>
            <a:srgbClr val="000000"/>
          </a:solidFill>
          <a:ln/>
        </p:spPr>
      </p:sp>
      <p:sp>
        <p:nvSpPr>
          <p:cNvPr id="7" name="Shape 5"/>
          <p:cNvSpPr/>
          <p:nvPr/>
        </p:nvSpPr>
        <p:spPr>
          <a:xfrm>
            <a:off x="11242116" y="646303"/>
            <a:ext cx="53340" cy="53340"/>
          </a:xfrm>
          <a:prstGeom prst="ellipse">
            <a:avLst/>
          </a:prstGeom>
          <a:solidFill>
            <a:srgbClr val="000000"/>
          </a:solidFill>
          <a:ln/>
        </p:spPr>
      </p:sp>
      <p:sp>
        <p:nvSpPr>
          <p:cNvPr id="8" name="Shape 6"/>
          <p:cNvSpPr/>
          <p:nvPr/>
        </p:nvSpPr>
        <p:spPr>
          <a:xfrm>
            <a:off x="11300790" y="566293"/>
            <a:ext cx="44450" cy="44450"/>
          </a:xfrm>
          <a:prstGeom prst="ellipse">
            <a:avLst/>
          </a:prstGeom>
          <a:solidFill>
            <a:srgbClr val="000000"/>
          </a:solidFill>
          <a:ln/>
        </p:spPr>
      </p:sp>
      <p:sp>
        <p:nvSpPr>
          <p:cNvPr id="9" name="Shape 7"/>
          <p:cNvSpPr/>
          <p:nvPr/>
        </p:nvSpPr>
        <p:spPr>
          <a:xfrm>
            <a:off x="11368354" y="588518"/>
            <a:ext cx="44450" cy="44450"/>
          </a:xfrm>
          <a:prstGeom prst="ellipse">
            <a:avLst/>
          </a:prstGeom>
          <a:solidFill>
            <a:srgbClr val="000000"/>
          </a:solidFill>
          <a:ln/>
        </p:spPr>
      </p:sp>
      <p:sp>
        <p:nvSpPr>
          <p:cNvPr id="10" name="Shape 8"/>
          <p:cNvSpPr/>
          <p:nvPr/>
        </p:nvSpPr>
        <p:spPr>
          <a:xfrm>
            <a:off x="11411026" y="646303"/>
            <a:ext cx="44450" cy="44450"/>
          </a:xfrm>
          <a:prstGeom prst="ellipse">
            <a:avLst/>
          </a:prstGeom>
          <a:solidFill>
            <a:srgbClr val="000000"/>
          </a:solidFill>
          <a:ln/>
        </p:spPr>
      </p:sp>
      <p:sp>
        <p:nvSpPr>
          <p:cNvPr id="11" name="Shape 9"/>
          <p:cNvSpPr/>
          <p:nvPr/>
        </p:nvSpPr>
        <p:spPr>
          <a:xfrm>
            <a:off x="11411026" y="717423"/>
            <a:ext cx="44450" cy="44450"/>
          </a:xfrm>
          <a:prstGeom prst="ellipse">
            <a:avLst/>
          </a:prstGeom>
          <a:solidFill>
            <a:srgbClr val="000000"/>
          </a:solidFill>
          <a:ln/>
        </p:spPr>
      </p:sp>
      <p:sp>
        <p:nvSpPr>
          <p:cNvPr id="12" name="Shape 10"/>
          <p:cNvSpPr/>
          <p:nvPr/>
        </p:nvSpPr>
        <p:spPr>
          <a:xfrm>
            <a:off x="11368354" y="775208"/>
            <a:ext cx="44450" cy="44450"/>
          </a:xfrm>
          <a:prstGeom prst="ellipse">
            <a:avLst/>
          </a:prstGeom>
          <a:solidFill>
            <a:srgbClr val="000000"/>
          </a:solidFill>
          <a:ln/>
        </p:spPr>
      </p:sp>
      <p:sp>
        <p:nvSpPr>
          <p:cNvPr id="13" name="Shape 11"/>
          <p:cNvSpPr/>
          <p:nvPr/>
        </p:nvSpPr>
        <p:spPr>
          <a:xfrm>
            <a:off x="11300790" y="797433"/>
            <a:ext cx="44450" cy="44450"/>
          </a:xfrm>
          <a:prstGeom prst="ellipse">
            <a:avLst/>
          </a:prstGeom>
          <a:solidFill>
            <a:srgbClr val="000000"/>
          </a:solidFill>
          <a:ln/>
        </p:spPr>
      </p:sp>
      <p:sp>
        <p:nvSpPr>
          <p:cNvPr id="14" name="Shape 12"/>
          <p:cNvSpPr/>
          <p:nvPr/>
        </p:nvSpPr>
        <p:spPr>
          <a:xfrm>
            <a:off x="11233226" y="775208"/>
            <a:ext cx="44450" cy="44450"/>
          </a:xfrm>
          <a:prstGeom prst="ellipse">
            <a:avLst/>
          </a:prstGeom>
          <a:solidFill>
            <a:srgbClr val="000000"/>
          </a:solidFill>
          <a:ln/>
        </p:spPr>
      </p:sp>
      <p:sp>
        <p:nvSpPr>
          <p:cNvPr id="15" name="Shape 13"/>
          <p:cNvSpPr/>
          <p:nvPr/>
        </p:nvSpPr>
        <p:spPr>
          <a:xfrm>
            <a:off x="11190554" y="717423"/>
            <a:ext cx="44450" cy="44450"/>
          </a:xfrm>
          <a:prstGeom prst="ellipse">
            <a:avLst/>
          </a:prstGeom>
          <a:solidFill>
            <a:srgbClr val="000000"/>
          </a:solidFill>
          <a:ln/>
        </p:spPr>
      </p:sp>
      <p:sp>
        <p:nvSpPr>
          <p:cNvPr id="16" name="Shape 14"/>
          <p:cNvSpPr/>
          <p:nvPr/>
        </p:nvSpPr>
        <p:spPr>
          <a:xfrm>
            <a:off x="11190554" y="646303"/>
            <a:ext cx="44450" cy="44450"/>
          </a:xfrm>
          <a:prstGeom prst="ellipse">
            <a:avLst/>
          </a:prstGeom>
          <a:solidFill>
            <a:srgbClr val="000000"/>
          </a:solidFill>
          <a:ln/>
        </p:spPr>
      </p:sp>
      <p:sp>
        <p:nvSpPr>
          <p:cNvPr id="17" name="Shape 15"/>
          <p:cNvSpPr/>
          <p:nvPr/>
        </p:nvSpPr>
        <p:spPr>
          <a:xfrm>
            <a:off x="11233226" y="588518"/>
            <a:ext cx="44450" cy="44450"/>
          </a:xfrm>
          <a:prstGeom prst="ellipse">
            <a:avLst/>
          </a:prstGeom>
          <a:solidFill>
            <a:srgbClr val="000000"/>
          </a:solidFill>
          <a:ln/>
        </p:spPr>
      </p:sp>
      <p:sp>
        <p:nvSpPr>
          <p:cNvPr id="18" name="Shape 16"/>
          <p:cNvSpPr/>
          <p:nvPr/>
        </p:nvSpPr>
        <p:spPr>
          <a:xfrm>
            <a:off x="11305235" y="517398"/>
            <a:ext cx="35560" cy="35560"/>
          </a:xfrm>
          <a:prstGeom prst="ellipse">
            <a:avLst/>
          </a:prstGeom>
          <a:solidFill>
            <a:srgbClr val="000000"/>
          </a:solidFill>
          <a:ln/>
        </p:spPr>
      </p:sp>
      <p:sp>
        <p:nvSpPr>
          <p:cNvPr id="19" name="Shape 17"/>
          <p:cNvSpPr/>
          <p:nvPr/>
        </p:nvSpPr>
        <p:spPr>
          <a:xfrm>
            <a:off x="11378133" y="534289"/>
            <a:ext cx="35560" cy="35560"/>
          </a:xfrm>
          <a:prstGeom prst="ellipse">
            <a:avLst/>
          </a:prstGeom>
          <a:solidFill>
            <a:srgbClr val="000000"/>
          </a:solidFill>
          <a:ln/>
        </p:spPr>
      </p:sp>
      <p:sp>
        <p:nvSpPr>
          <p:cNvPr id="20" name="Shape 18"/>
          <p:cNvSpPr/>
          <p:nvPr/>
        </p:nvSpPr>
        <p:spPr>
          <a:xfrm>
            <a:off x="11437696" y="581406"/>
            <a:ext cx="35560" cy="35560"/>
          </a:xfrm>
          <a:prstGeom prst="ellipse">
            <a:avLst/>
          </a:prstGeom>
          <a:solidFill>
            <a:srgbClr val="000000"/>
          </a:solidFill>
          <a:ln/>
        </p:spPr>
      </p:sp>
      <p:sp>
        <p:nvSpPr>
          <p:cNvPr id="21" name="Shape 19"/>
          <p:cNvSpPr/>
          <p:nvPr/>
        </p:nvSpPr>
        <p:spPr>
          <a:xfrm>
            <a:off x="11469700" y="648970"/>
            <a:ext cx="35560" cy="35560"/>
          </a:xfrm>
          <a:prstGeom prst="ellipse">
            <a:avLst/>
          </a:prstGeom>
          <a:solidFill>
            <a:srgbClr val="000000"/>
          </a:solidFill>
          <a:ln/>
        </p:spPr>
      </p:sp>
      <p:sp>
        <p:nvSpPr>
          <p:cNvPr id="22" name="Shape 20"/>
          <p:cNvSpPr/>
          <p:nvPr/>
        </p:nvSpPr>
        <p:spPr>
          <a:xfrm>
            <a:off x="11469700" y="723646"/>
            <a:ext cx="35560" cy="35560"/>
          </a:xfrm>
          <a:prstGeom prst="ellipse">
            <a:avLst/>
          </a:prstGeom>
          <a:solidFill>
            <a:srgbClr val="000000"/>
          </a:solidFill>
          <a:ln/>
        </p:spPr>
      </p:sp>
      <p:sp>
        <p:nvSpPr>
          <p:cNvPr id="23" name="Shape 21"/>
          <p:cNvSpPr/>
          <p:nvPr/>
        </p:nvSpPr>
        <p:spPr>
          <a:xfrm>
            <a:off x="11437696" y="791210"/>
            <a:ext cx="35560" cy="35560"/>
          </a:xfrm>
          <a:prstGeom prst="ellipse">
            <a:avLst/>
          </a:prstGeom>
          <a:solidFill>
            <a:srgbClr val="000000"/>
          </a:solidFill>
          <a:ln/>
        </p:spPr>
      </p:sp>
      <p:sp>
        <p:nvSpPr>
          <p:cNvPr id="24" name="Shape 22"/>
          <p:cNvSpPr/>
          <p:nvPr/>
        </p:nvSpPr>
        <p:spPr>
          <a:xfrm>
            <a:off x="11378133" y="838327"/>
            <a:ext cx="35560" cy="35560"/>
          </a:xfrm>
          <a:prstGeom prst="ellipse">
            <a:avLst/>
          </a:prstGeom>
          <a:solidFill>
            <a:srgbClr val="000000"/>
          </a:solidFill>
          <a:ln/>
        </p:spPr>
      </p:sp>
      <p:sp>
        <p:nvSpPr>
          <p:cNvPr id="25" name="Shape 23"/>
          <p:cNvSpPr/>
          <p:nvPr/>
        </p:nvSpPr>
        <p:spPr>
          <a:xfrm>
            <a:off x="11305235" y="855218"/>
            <a:ext cx="35560" cy="35560"/>
          </a:xfrm>
          <a:prstGeom prst="ellipse">
            <a:avLst/>
          </a:prstGeom>
          <a:solidFill>
            <a:srgbClr val="000000"/>
          </a:solidFill>
          <a:ln/>
        </p:spPr>
      </p:sp>
      <p:sp>
        <p:nvSpPr>
          <p:cNvPr id="26" name="Shape 24"/>
          <p:cNvSpPr/>
          <p:nvPr/>
        </p:nvSpPr>
        <p:spPr>
          <a:xfrm>
            <a:off x="11232337" y="838327"/>
            <a:ext cx="35560" cy="35560"/>
          </a:xfrm>
          <a:prstGeom prst="ellipse">
            <a:avLst/>
          </a:prstGeom>
          <a:solidFill>
            <a:srgbClr val="000000"/>
          </a:solidFill>
          <a:ln/>
        </p:spPr>
      </p:sp>
      <p:sp>
        <p:nvSpPr>
          <p:cNvPr id="27" name="Shape 25"/>
          <p:cNvSpPr/>
          <p:nvPr/>
        </p:nvSpPr>
        <p:spPr>
          <a:xfrm>
            <a:off x="11172774" y="791210"/>
            <a:ext cx="35560" cy="35560"/>
          </a:xfrm>
          <a:prstGeom prst="ellipse">
            <a:avLst/>
          </a:prstGeom>
          <a:solidFill>
            <a:srgbClr val="000000"/>
          </a:solidFill>
          <a:ln/>
        </p:spPr>
      </p:sp>
      <p:sp>
        <p:nvSpPr>
          <p:cNvPr id="28" name="Shape 26"/>
          <p:cNvSpPr/>
          <p:nvPr/>
        </p:nvSpPr>
        <p:spPr>
          <a:xfrm>
            <a:off x="11140770" y="723646"/>
            <a:ext cx="35560" cy="35560"/>
          </a:xfrm>
          <a:prstGeom prst="ellipse">
            <a:avLst/>
          </a:prstGeom>
          <a:solidFill>
            <a:srgbClr val="000000"/>
          </a:solidFill>
          <a:ln/>
        </p:spPr>
      </p:sp>
      <p:sp>
        <p:nvSpPr>
          <p:cNvPr id="29" name="Shape 27"/>
          <p:cNvSpPr/>
          <p:nvPr/>
        </p:nvSpPr>
        <p:spPr>
          <a:xfrm>
            <a:off x="11140770" y="648970"/>
            <a:ext cx="35560" cy="35560"/>
          </a:xfrm>
          <a:prstGeom prst="ellipse">
            <a:avLst/>
          </a:prstGeom>
          <a:solidFill>
            <a:srgbClr val="000000"/>
          </a:solidFill>
          <a:ln/>
        </p:spPr>
      </p:sp>
      <p:sp>
        <p:nvSpPr>
          <p:cNvPr id="30" name="Shape 28"/>
          <p:cNvSpPr/>
          <p:nvPr/>
        </p:nvSpPr>
        <p:spPr>
          <a:xfrm>
            <a:off x="11172774" y="581406"/>
            <a:ext cx="35560" cy="35560"/>
          </a:xfrm>
          <a:prstGeom prst="ellipse">
            <a:avLst/>
          </a:prstGeom>
          <a:solidFill>
            <a:srgbClr val="000000"/>
          </a:solidFill>
          <a:ln/>
        </p:spPr>
      </p:sp>
      <p:sp>
        <p:nvSpPr>
          <p:cNvPr id="31" name="Shape 29"/>
          <p:cNvSpPr/>
          <p:nvPr/>
        </p:nvSpPr>
        <p:spPr>
          <a:xfrm>
            <a:off x="11232337" y="534289"/>
            <a:ext cx="35560" cy="35560"/>
          </a:xfrm>
          <a:prstGeom prst="ellipse">
            <a:avLst/>
          </a:prstGeom>
          <a:solidFill>
            <a:srgbClr val="000000"/>
          </a:solidFill>
          <a:ln/>
        </p:spPr>
      </p:sp>
      <p:sp>
        <p:nvSpPr>
          <p:cNvPr id="32" name="Shape 30"/>
          <p:cNvSpPr/>
          <p:nvPr/>
        </p:nvSpPr>
        <p:spPr>
          <a:xfrm>
            <a:off x="11308791" y="467614"/>
            <a:ext cx="28448" cy="28448"/>
          </a:xfrm>
          <a:prstGeom prst="ellipse">
            <a:avLst/>
          </a:prstGeom>
          <a:solidFill>
            <a:srgbClr val="000000"/>
          </a:solidFill>
          <a:ln/>
        </p:spPr>
      </p:sp>
      <p:sp>
        <p:nvSpPr>
          <p:cNvPr id="33" name="Shape 31"/>
          <p:cNvSpPr/>
          <p:nvPr/>
        </p:nvSpPr>
        <p:spPr>
          <a:xfrm>
            <a:off x="11385245" y="480949"/>
            <a:ext cx="28448" cy="28448"/>
          </a:xfrm>
          <a:prstGeom prst="ellipse">
            <a:avLst/>
          </a:prstGeom>
          <a:solidFill>
            <a:srgbClr val="000000"/>
          </a:solidFill>
          <a:ln/>
        </p:spPr>
      </p:sp>
      <p:sp>
        <p:nvSpPr>
          <p:cNvPr id="34" name="Shape 32"/>
          <p:cNvSpPr/>
          <p:nvPr/>
        </p:nvSpPr>
        <p:spPr>
          <a:xfrm>
            <a:off x="11451920" y="519176"/>
            <a:ext cx="28448" cy="28448"/>
          </a:xfrm>
          <a:prstGeom prst="ellipse">
            <a:avLst/>
          </a:prstGeom>
          <a:solidFill>
            <a:srgbClr val="000000"/>
          </a:solidFill>
          <a:ln/>
        </p:spPr>
      </p:sp>
      <p:sp>
        <p:nvSpPr>
          <p:cNvPr id="35" name="Shape 33"/>
          <p:cNvSpPr/>
          <p:nvPr/>
        </p:nvSpPr>
        <p:spPr>
          <a:xfrm>
            <a:off x="11501704" y="578739"/>
            <a:ext cx="28448" cy="28448"/>
          </a:xfrm>
          <a:prstGeom prst="ellipse">
            <a:avLst/>
          </a:prstGeom>
          <a:solidFill>
            <a:srgbClr val="000000"/>
          </a:solidFill>
          <a:ln/>
        </p:spPr>
      </p:sp>
      <p:sp>
        <p:nvSpPr>
          <p:cNvPr id="36" name="Shape 34"/>
          <p:cNvSpPr/>
          <p:nvPr/>
        </p:nvSpPr>
        <p:spPr>
          <a:xfrm>
            <a:off x="11527485" y="651637"/>
            <a:ext cx="28448" cy="28448"/>
          </a:xfrm>
          <a:prstGeom prst="ellipse">
            <a:avLst/>
          </a:prstGeom>
          <a:solidFill>
            <a:srgbClr val="000000"/>
          </a:solidFill>
          <a:ln/>
        </p:spPr>
      </p:sp>
      <p:sp>
        <p:nvSpPr>
          <p:cNvPr id="37" name="Shape 35"/>
          <p:cNvSpPr/>
          <p:nvPr/>
        </p:nvSpPr>
        <p:spPr>
          <a:xfrm>
            <a:off x="11527485" y="728091"/>
            <a:ext cx="28448" cy="28448"/>
          </a:xfrm>
          <a:prstGeom prst="ellipse">
            <a:avLst/>
          </a:prstGeom>
          <a:solidFill>
            <a:srgbClr val="000000"/>
          </a:solidFill>
          <a:ln/>
        </p:spPr>
      </p:sp>
      <p:sp>
        <p:nvSpPr>
          <p:cNvPr id="38" name="Shape 36"/>
          <p:cNvSpPr/>
          <p:nvPr/>
        </p:nvSpPr>
        <p:spPr>
          <a:xfrm>
            <a:off x="11501704" y="800989"/>
            <a:ext cx="28448" cy="28448"/>
          </a:xfrm>
          <a:prstGeom prst="ellipse">
            <a:avLst/>
          </a:prstGeom>
          <a:solidFill>
            <a:srgbClr val="000000"/>
          </a:solidFill>
          <a:ln/>
        </p:spPr>
      </p:sp>
      <p:sp>
        <p:nvSpPr>
          <p:cNvPr id="39" name="Shape 37"/>
          <p:cNvSpPr/>
          <p:nvPr/>
        </p:nvSpPr>
        <p:spPr>
          <a:xfrm>
            <a:off x="11451920" y="860552"/>
            <a:ext cx="28448" cy="28448"/>
          </a:xfrm>
          <a:prstGeom prst="ellipse">
            <a:avLst/>
          </a:prstGeom>
          <a:solidFill>
            <a:srgbClr val="000000"/>
          </a:solidFill>
          <a:ln/>
        </p:spPr>
      </p:sp>
      <p:sp>
        <p:nvSpPr>
          <p:cNvPr id="40" name="Shape 38"/>
          <p:cNvSpPr/>
          <p:nvPr/>
        </p:nvSpPr>
        <p:spPr>
          <a:xfrm>
            <a:off x="11385245" y="898779"/>
            <a:ext cx="28448" cy="28448"/>
          </a:xfrm>
          <a:prstGeom prst="ellipse">
            <a:avLst/>
          </a:prstGeom>
          <a:solidFill>
            <a:srgbClr val="000000"/>
          </a:solidFill>
          <a:ln/>
        </p:spPr>
      </p:sp>
      <p:sp>
        <p:nvSpPr>
          <p:cNvPr id="41" name="Shape 39"/>
          <p:cNvSpPr/>
          <p:nvPr/>
        </p:nvSpPr>
        <p:spPr>
          <a:xfrm>
            <a:off x="11308791" y="912114"/>
            <a:ext cx="28448" cy="28448"/>
          </a:xfrm>
          <a:prstGeom prst="ellipse">
            <a:avLst/>
          </a:prstGeom>
          <a:solidFill>
            <a:srgbClr val="000000"/>
          </a:solidFill>
          <a:ln/>
        </p:spPr>
      </p:sp>
      <p:sp>
        <p:nvSpPr>
          <p:cNvPr id="42" name="Shape 40"/>
          <p:cNvSpPr/>
          <p:nvPr/>
        </p:nvSpPr>
        <p:spPr>
          <a:xfrm>
            <a:off x="11232337" y="898779"/>
            <a:ext cx="28448" cy="28448"/>
          </a:xfrm>
          <a:prstGeom prst="ellipse">
            <a:avLst/>
          </a:prstGeom>
          <a:solidFill>
            <a:srgbClr val="000000"/>
          </a:solidFill>
          <a:ln/>
        </p:spPr>
      </p:sp>
      <p:sp>
        <p:nvSpPr>
          <p:cNvPr id="43" name="Shape 41"/>
          <p:cNvSpPr/>
          <p:nvPr/>
        </p:nvSpPr>
        <p:spPr>
          <a:xfrm>
            <a:off x="11165662" y="860552"/>
            <a:ext cx="28448" cy="28448"/>
          </a:xfrm>
          <a:prstGeom prst="ellipse">
            <a:avLst/>
          </a:prstGeom>
          <a:solidFill>
            <a:srgbClr val="000000"/>
          </a:solidFill>
          <a:ln/>
        </p:spPr>
      </p:sp>
      <p:sp>
        <p:nvSpPr>
          <p:cNvPr id="44" name="Shape 42"/>
          <p:cNvSpPr/>
          <p:nvPr/>
        </p:nvSpPr>
        <p:spPr>
          <a:xfrm>
            <a:off x="11115878" y="800989"/>
            <a:ext cx="28448" cy="28448"/>
          </a:xfrm>
          <a:prstGeom prst="ellipse">
            <a:avLst/>
          </a:prstGeom>
          <a:solidFill>
            <a:srgbClr val="000000"/>
          </a:solidFill>
          <a:ln/>
        </p:spPr>
      </p:sp>
      <p:sp>
        <p:nvSpPr>
          <p:cNvPr id="45" name="Shape 43"/>
          <p:cNvSpPr/>
          <p:nvPr/>
        </p:nvSpPr>
        <p:spPr>
          <a:xfrm>
            <a:off x="11090097" y="728091"/>
            <a:ext cx="28448" cy="28448"/>
          </a:xfrm>
          <a:prstGeom prst="ellipse">
            <a:avLst/>
          </a:prstGeom>
          <a:solidFill>
            <a:srgbClr val="000000"/>
          </a:solidFill>
          <a:ln/>
        </p:spPr>
      </p:sp>
      <p:sp>
        <p:nvSpPr>
          <p:cNvPr id="46" name="Shape 44"/>
          <p:cNvSpPr/>
          <p:nvPr/>
        </p:nvSpPr>
        <p:spPr>
          <a:xfrm>
            <a:off x="11090097" y="651637"/>
            <a:ext cx="28448" cy="28448"/>
          </a:xfrm>
          <a:prstGeom prst="ellipse">
            <a:avLst/>
          </a:prstGeom>
          <a:solidFill>
            <a:srgbClr val="000000"/>
          </a:solidFill>
          <a:ln/>
        </p:spPr>
      </p:sp>
      <p:sp>
        <p:nvSpPr>
          <p:cNvPr id="47" name="Shape 45"/>
          <p:cNvSpPr/>
          <p:nvPr/>
        </p:nvSpPr>
        <p:spPr>
          <a:xfrm>
            <a:off x="11115878" y="578739"/>
            <a:ext cx="28448" cy="28448"/>
          </a:xfrm>
          <a:prstGeom prst="ellipse">
            <a:avLst/>
          </a:prstGeom>
          <a:solidFill>
            <a:srgbClr val="000000"/>
          </a:solidFill>
          <a:ln/>
        </p:spPr>
      </p:sp>
      <p:sp>
        <p:nvSpPr>
          <p:cNvPr id="48" name="Shape 46"/>
          <p:cNvSpPr/>
          <p:nvPr/>
        </p:nvSpPr>
        <p:spPr>
          <a:xfrm>
            <a:off x="11165662" y="519176"/>
            <a:ext cx="28448" cy="28448"/>
          </a:xfrm>
          <a:prstGeom prst="ellipse">
            <a:avLst/>
          </a:prstGeom>
          <a:solidFill>
            <a:srgbClr val="000000"/>
          </a:solidFill>
          <a:ln/>
        </p:spPr>
      </p:sp>
      <p:sp>
        <p:nvSpPr>
          <p:cNvPr id="49" name="Shape 47"/>
          <p:cNvSpPr/>
          <p:nvPr/>
        </p:nvSpPr>
        <p:spPr>
          <a:xfrm>
            <a:off x="11232337" y="480949"/>
            <a:ext cx="28448" cy="28448"/>
          </a:xfrm>
          <a:prstGeom prst="ellipse">
            <a:avLst/>
          </a:prstGeom>
          <a:solidFill>
            <a:srgbClr val="000000"/>
          </a:solidFill>
          <a:ln/>
        </p:spPr>
      </p:sp>
      <p:sp>
        <p:nvSpPr>
          <p:cNvPr id="50" name="Shape 48"/>
          <p:cNvSpPr/>
          <p:nvPr/>
        </p:nvSpPr>
        <p:spPr>
          <a:xfrm>
            <a:off x="11312347" y="417830"/>
            <a:ext cx="21336" cy="21336"/>
          </a:xfrm>
          <a:prstGeom prst="ellipse">
            <a:avLst/>
          </a:prstGeom>
          <a:solidFill>
            <a:srgbClr val="000000"/>
          </a:solidFill>
          <a:ln/>
        </p:spPr>
      </p:sp>
      <p:sp>
        <p:nvSpPr>
          <p:cNvPr id="51" name="Shape 49"/>
          <p:cNvSpPr/>
          <p:nvPr/>
        </p:nvSpPr>
        <p:spPr>
          <a:xfrm>
            <a:off x="11389690" y="429387"/>
            <a:ext cx="21336" cy="21336"/>
          </a:xfrm>
          <a:prstGeom prst="ellipse">
            <a:avLst/>
          </a:prstGeom>
          <a:solidFill>
            <a:srgbClr val="000000"/>
          </a:solidFill>
          <a:ln/>
        </p:spPr>
      </p:sp>
      <p:sp>
        <p:nvSpPr>
          <p:cNvPr id="52" name="Shape 50"/>
          <p:cNvSpPr/>
          <p:nvPr/>
        </p:nvSpPr>
        <p:spPr>
          <a:xfrm>
            <a:off x="11461699" y="461391"/>
            <a:ext cx="21336" cy="21336"/>
          </a:xfrm>
          <a:prstGeom prst="ellipse">
            <a:avLst/>
          </a:prstGeom>
          <a:solidFill>
            <a:srgbClr val="000000"/>
          </a:solidFill>
          <a:ln/>
        </p:spPr>
      </p:sp>
      <p:sp>
        <p:nvSpPr>
          <p:cNvPr id="53" name="Shape 51"/>
          <p:cNvSpPr/>
          <p:nvPr/>
        </p:nvSpPr>
        <p:spPr>
          <a:xfrm>
            <a:off x="11520373" y="512953"/>
            <a:ext cx="21336" cy="21336"/>
          </a:xfrm>
          <a:prstGeom prst="ellipse">
            <a:avLst/>
          </a:prstGeom>
          <a:solidFill>
            <a:srgbClr val="000000"/>
          </a:solidFill>
          <a:ln/>
        </p:spPr>
      </p:sp>
      <p:sp>
        <p:nvSpPr>
          <p:cNvPr id="54" name="Shape 52"/>
          <p:cNvSpPr/>
          <p:nvPr/>
        </p:nvSpPr>
        <p:spPr>
          <a:xfrm>
            <a:off x="11563045" y="578739"/>
            <a:ext cx="21336" cy="21336"/>
          </a:xfrm>
          <a:prstGeom prst="ellipse">
            <a:avLst/>
          </a:prstGeom>
          <a:solidFill>
            <a:srgbClr val="000000"/>
          </a:solidFill>
          <a:ln/>
        </p:spPr>
      </p:sp>
      <p:sp>
        <p:nvSpPr>
          <p:cNvPr id="55" name="Shape 53"/>
          <p:cNvSpPr/>
          <p:nvPr/>
        </p:nvSpPr>
        <p:spPr>
          <a:xfrm>
            <a:off x="11585270" y="654304"/>
            <a:ext cx="21336" cy="21336"/>
          </a:xfrm>
          <a:prstGeom prst="ellipse">
            <a:avLst/>
          </a:prstGeom>
          <a:solidFill>
            <a:srgbClr val="000000"/>
          </a:solidFill>
          <a:ln/>
        </p:spPr>
      </p:sp>
      <p:sp>
        <p:nvSpPr>
          <p:cNvPr id="56" name="Shape 54"/>
          <p:cNvSpPr/>
          <p:nvPr/>
        </p:nvSpPr>
        <p:spPr>
          <a:xfrm>
            <a:off x="11585270" y="732536"/>
            <a:ext cx="21336" cy="21336"/>
          </a:xfrm>
          <a:prstGeom prst="ellipse">
            <a:avLst/>
          </a:prstGeom>
          <a:solidFill>
            <a:srgbClr val="000000"/>
          </a:solidFill>
          <a:ln/>
        </p:spPr>
      </p:sp>
      <p:sp>
        <p:nvSpPr>
          <p:cNvPr id="57" name="Shape 55"/>
          <p:cNvSpPr/>
          <p:nvPr/>
        </p:nvSpPr>
        <p:spPr>
          <a:xfrm>
            <a:off x="11563045" y="808101"/>
            <a:ext cx="21336" cy="21336"/>
          </a:xfrm>
          <a:prstGeom prst="ellipse">
            <a:avLst/>
          </a:prstGeom>
          <a:solidFill>
            <a:srgbClr val="000000"/>
          </a:solidFill>
          <a:ln/>
        </p:spPr>
      </p:sp>
      <p:sp>
        <p:nvSpPr>
          <p:cNvPr id="58" name="Shape 56"/>
          <p:cNvSpPr/>
          <p:nvPr/>
        </p:nvSpPr>
        <p:spPr>
          <a:xfrm>
            <a:off x="11520373" y="873887"/>
            <a:ext cx="21336" cy="21336"/>
          </a:xfrm>
          <a:prstGeom prst="ellipse">
            <a:avLst/>
          </a:prstGeom>
          <a:solidFill>
            <a:srgbClr val="000000"/>
          </a:solidFill>
          <a:ln/>
        </p:spPr>
      </p:sp>
      <p:sp>
        <p:nvSpPr>
          <p:cNvPr id="59" name="Shape 57"/>
          <p:cNvSpPr/>
          <p:nvPr/>
        </p:nvSpPr>
        <p:spPr>
          <a:xfrm>
            <a:off x="11461699" y="925449"/>
            <a:ext cx="21336" cy="21336"/>
          </a:xfrm>
          <a:prstGeom prst="ellipse">
            <a:avLst/>
          </a:prstGeom>
          <a:solidFill>
            <a:srgbClr val="000000"/>
          </a:solidFill>
          <a:ln/>
        </p:spPr>
      </p:sp>
      <p:sp>
        <p:nvSpPr>
          <p:cNvPr id="60" name="Shape 58"/>
          <p:cNvSpPr/>
          <p:nvPr/>
        </p:nvSpPr>
        <p:spPr>
          <a:xfrm>
            <a:off x="11389690" y="957453"/>
            <a:ext cx="21336" cy="21336"/>
          </a:xfrm>
          <a:prstGeom prst="ellipse">
            <a:avLst/>
          </a:prstGeom>
          <a:solidFill>
            <a:srgbClr val="000000"/>
          </a:solidFill>
          <a:ln/>
        </p:spPr>
      </p:sp>
      <p:sp>
        <p:nvSpPr>
          <p:cNvPr id="61" name="Shape 59"/>
          <p:cNvSpPr/>
          <p:nvPr/>
        </p:nvSpPr>
        <p:spPr>
          <a:xfrm>
            <a:off x="11312347" y="969010"/>
            <a:ext cx="21336" cy="21336"/>
          </a:xfrm>
          <a:prstGeom prst="ellipse">
            <a:avLst/>
          </a:prstGeom>
          <a:solidFill>
            <a:srgbClr val="000000"/>
          </a:solidFill>
          <a:ln/>
        </p:spPr>
      </p:sp>
      <p:sp>
        <p:nvSpPr>
          <p:cNvPr id="62" name="Shape 60"/>
          <p:cNvSpPr/>
          <p:nvPr/>
        </p:nvSpPr>
        <p:spPr>
          <a:xfrm>
            <a:off x="11235004" y="957453"/>
            <a:ext cx="21336" cy="21336"/>
          </a:xfrm>
          <a:prstGeom prst="ellipse">
            <a:avLst/>
          </a:prstGeom>
          <a:solidFill>
            <a:srgbClr val="000000"/>
          </a:solidFill>
          <a:ln/>
        </p:spPr>
      </p:sp>
      <p:sp>
        <p:nvSpPr>
          <p:cNvPr id="63" name="Shape 61"/>
          <p:cNvSpPr/>
          <p:nvPr/>
        </p:nvSpPr>
        <p:spPr>
          <a:xfrm>
            <a:off x="11162995" y="925449"/>
            <a:ext cx="21336" cy="21336"/>
          </a:xfrm>
          <a:prstGeom prst="ellipse">
            <a:avLst/>
          </a:prstGeom>
          <a:solidFill>
            <a:srgbClr val="000000"/>
          </a:solidFill>
          <a:ln/>
        </p:spPr>
      </p:sp>
      <p:sp>
        <p:nvSpPr>
          <p:cNvPr id="64" name="Shape 62"/>
          <p:cNvSpPr/>
          <p:nvPr/>
        </p:nvSpPr>
        <p:spPr>
          <a:xfrm>
            <a:off x="11104321" y="873887"/>
            <a:ext cx="21336" cy="21336"/>
          </a:xfrm>
          <a:prstGeom prst="ellipse">
            <a:avLst/>
          </a:prstGeom>
          <a:solidFill>
            <a:srgbClr val="000000"/>
          </a:solidFill>
          <a:ln/>
        </p:spPr>
      </p:sp>
      <p:sp>
        <p:nvSpPr>
          <p:cNvPr id="65" name="Shape 63"/>
          <p:cNvSpPr/>
          <p:nvPr/>
        </p:nvSpPr>
        <p:spPr>
          <a:xfrm>
            <a:off x="11061649" y="808101"/>
            <a:ext cx="21336" cy="21336"/>
          </a:xfrm>
          <a:prstGeom prst="ellipse">
            <a:avLst/>
          </a:prstGeom>
          <a:solidFill>
            <a:srgbClr val="000000"/>
          </a:solidFill>
          <a:ln/>
        </p:spPr>
      </p:sp>
      <p:sp>
        <p:nvSpPr>
          <p:cNvPr id="66" name="Shape 64"/>
          <p:cNvSpPr/>
          <p:nvPr/>
        </p:nvSpPr>
        <p:spPr>
          <a:xfrm>
            <a:off x="11039424" y="732536"/>
            <a:ext cx="21336" cy="21336"/>
          </a:xfrm>
          <a:prstGeom prst="ellipse">
            <a:avLst/>
          </a:prstGeom>
          <a:solidFill>
            <a:srgbClr val="000000"/>
          </a:solidFill>
          <a:ln/>
        </p:spPr>
      </p:sp>
      <p:sp>
        <p:nvSpPr>
          <p:cNvPr id="67" name="Shape 65"/>
          <p:cNvSpPr/>
          <p:nvPr/>
        </p:nvSpPr>
        <p:spPr>
          <a:xfrm>
            <a:off x="11039424" y="654304"/>
            <a:ext cx="21336" cy="21336"/>
          </a:xfrm>
          <a:prstGeom prst="ellipse">
            <a:avLst/>
          </a:prstGeom>
          <a:solidFill>
            <a:srgbClr val="000000"/>
          </a:solidFill>
          <a:ln/>
        </p:spPr>
      </p:sp>
      <p:sp>
        <p:nvSpPr>
          <p:cNvPr id="68" name="Shape 66"/>
          <p:cNvSpPr/>
          <p:nvPr/>
        </p:nvSpPr>
        <p:spPr>
          <a:xfrm>
            <a:off x="11061649" y="578739"/>
            <a:ext cx="21336" cy="21336"/>
          </a:xfrm>
          <a:prstGeom prst="ellipse">
            <a:avLst/>
          </a:prstGeom>
          <a:solidFill>
            <a:srgbClr val="000000"/>
          </a:solidFill>
          <a:ln/>
        </p:spPr>
      </p:sp>
      <p:sp>
        <p:nvSpPr>
          <p:cNvPr id="69" name="Shape 67"/>
          <p:cNvSpPr/>
          <p:nvPr/>
        </p:nvSpPr>
        <p:spPr>
          <a:xfrm>
            <a:off x="11104321" y="512953"/>
            <a:ext cx="21336" cy="21336"/>
          </a:xfrm>
          <a:prstGeom prst="ellipse">
            <a:avLst/>
          </a:prstGeom>
          <a:solidFill>
            <a:srgbClr val="000000"/>
          </a:solidFill>
          <a:ln/>
        </p:spPr>
      </p:sp>
      <p:sp>
        <p:nvSpPr>
          <p:cNvPr id="70" name="Shape 68"/>
          <p:cNvSpPr/>
          <p:nvPr/>
        </p:nvSpPr>
        <p:spPr>
          <a:xfrm>
            <a:off x="11162995" y="461391"/>
            <a:ext cx="21336" cy="21336"/>
          </a:xfrm>
          <a:prstGeom prst="ellipse">
            <a:avLst/>
          </a:prstGeom>
          <a:solidFill>
            <a:srgbClr val="000000"/>
          </a:solidFill>
          <a:ln/>
        </p:spPr>
      </p:sp>
      <p:sp>
        <p:nvSpPr>
          <p:cNvPr id="71" name="Shape 69"/>
          <p:cNvSpPr/>
          <p:nvPr/>
        </p:nvSpPr>
        <p:spPr>
          <a:xfrm>
            <a:off x="11235004" y="429387"/>
            <a:ext cx="21336" cy="21336"/>
          </a:xfrm>
          <a:prstGeom prst="ellipse">
            <a:avLst/>
          </a:prstGeom>
          <a:solidFill>
            <a:srgbClr val="000000"/>
          </a:solidFill>
          <a:ln/>
        </p:spPr>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 je precies leren?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Kort en concreet. Bijvoorbeeld: een eigen skill schrijven voor onze data.</a:t>
            </a:r>
            <a:endParaRPr lang="en-US" sz="2200" dirty="0"/>
          </a:p>
        </p:txBody>
      </p:sp>
      <p:pic>
        <p:nvPicPr>
          <p:cNvPr id="74" name="Image 0" descr="exports\261005_workshop_rad_uitvoering\img\Lamp.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D9DC"/>
        </a:solidFill>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algn="l" indent="0" marL="0">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sp>
      <p:sp>
        <p:nvSpPr>
          <p:cNvPr id="7" name="Shape 5"/>
          <p:cNvSpPr/>
          <p:nvPr/>
        </p:nvSpPr>
        <p:spPr>
          <a:xfrm>
            <a:off x="6675120" y="2441448"/>
            <a:ext cx="1371600" cy="347472"/>
          </a:xfrm>
          <a:prstGeom prst="roundRect">
            <a:avLst>
              <a:gd name="adj" fmla="val 131579"/>
            </a:avLst>
          </a:prstGeom>
          <a:solidFill>
            <a:srgbClr val="F4D9DC"/>
          </a:solidFill>
          <a:ln/>
        </p:spPr>
      </p:sp>
      <p:sp>
        <p:nvSpPr>
          <p:cNvPr id="8" name="Text 6"/>
          <p:cNvSpPr/>
          <p:nvPr/>
        </p:nvSpPr>
        <p:spPr>
          <a:xfrm>
            <a:off x="6766560" y="244144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skills staan in de repo, je kunt ze zelf aanpassen.</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sp>
      <p:sp>
        <p:nvSpPr>
          <p:cNvPr id="11" name="Shape 9"/>
          <p:cNvSpPr/>
          <p:nvPr/>
        </p:nvSpPr>
        <p:spPr>
          <a:xfrm>
            <a:off x="6675120" y="3950208"/>
            <a:ext cx="1371600" cy="347472"/>
          </a:xfrm>
          <a:prstGeom prst="roundRect">
            <a:avLst>
              <a:gd name="adj" fmla="val 131579"/>
            </a:avLst>
          </a:prstGeom>
          <a:solidFill>
            <a:srgbClr val="F4D9DC"/>
          </a:solidFill>
          <a:ln/>
        </p:spPr>
      </p:sp>
      <p:sp>
        <p:nvSpPr>
          <p:cNvPr id="12" name="Text 10"/>
          <p:cNvSpPr/>
          <p:nvPr/>
        </p:nvSpPr>
        <p:spPr>
          <a:xfrm>
            <a:off x="6766560" y="395020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a:t>
            </a:r>
            <a:endParaRPr lang="en-US" sz="1500" dirty="0"/>
          </a:p>
        </p:txBody>
      </p:sp>
      <p:pic>
        <p:nvPicPr>
          <p:cNvPr id="14" name="Image 0" descr="Npuls">    </p:cNvPr>
          <p:cNvPicPr>
            <a:picLocks noChangeAspect="1"/>
          </p:cNvPicPr>
          <p:nvPr/>
        </p:nvPicPr>
        <p:blipFill>
          <a:blip r:embed="rId1"/>
          <a:stretch>
            <a:fillRect/>
          </a:stretch>
        </p:blipFill>
        <p:spPr>
          <a:xfrm>
            <a:off x="10454335" y="5120640"/>
            <a:ext cx="1188720" cy="118872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algn="ctr"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algn="ctr" indent="0" marL="0">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algn="ctr"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sp>
      <p:sp>
        <p:nvSpPr>
          <p:cNvPr id="6" name="Shape 4"/>
          <p:cNvSpPr/>
          <p:nvPr/>
        </p:nvSpPr>
        <p:spPr>
          <a:xfrm>
            <a:off x="1889608" y="3858768"/>
            <a:ext cx="1463040" cy="365760"/>
          </a:xfrm>
          <a:prstGeom prst="roundRect">
            <a:avLst>
              <a:gd name="adj" fmla="val 125000"/>
            </a:avLst>
          </a:prstGeom>
          <a:solidFill>
            <a:srgbClr val="3D68EC"/>
          </a:solidFill>
          <a:ln/>
        </p:spPr>
      </p:sp>
      <p:sp>
        <p:nvSpPr>
          <p:cNvPr id="7" name="Text 5"/>
          <p:cNvSpPr/>
          <p:nvPr/>
        </p:nvSpPr>
        <p:spPr>
          <a:xfrm>
            <a:off x="198104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2" tooltip=""/>
          </p:cNvPr>
          <p:cNvSpPr/>
          <p:nvPr/>
        </p:nvSpPr>
        <p:spPr>
          <a:xfrm>
            <a:off x="115808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sp>
      <p:sp>
        <p:nvSpPr>
          <p:cNvPr id="10" name="Shape 8"/>
          <p:cNvSpPr/>
          <p:nvPr/>
        </p:nvSpPr>
        <p:spPr>
          <a:xfrm>
            <a:off x="5364328" y="3858768"/>
            <a:ext cx="1463040" cy="365760"/>
          </a:xfrm>
          <a:prstGeom prst="roundRect">
            <a:avLst>
              <a:gd name="adj" fmla="val 125000"/>
            </a:avLst>
          </a:prstGeom>
          <a:solidFill>
            <a:srgbClr val="00AF81"/>
          </a:solidFill>
          <a:ln/>
        </p:spPr>
      </p:sp>
      <p:sp>
        <p:nvSpPr>
          <p:cNvPr id="11" name="Text 9"/>
          <p:cNvSpPr/>
          <p:nvPr/>
        </p:nvSpPr>
        <p:spPr>
          <a:xfrm>
            <a:off x="545576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3" tooltip=""/>
          </p:cNvPr>
          <p:cNvSpPr/>
          <p:nvPr/>
        </p:nvSpPr>
        <p:spPr>
          <a:xfrm>
            <a:off x="463280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sp>
      <p:sp>
        <p:nvSpPr>
          <p:cNvPr id="14" name="Shape 12"/>
          <p:cNvSpPr/>
          <p:nvPr/>
        </p:nvSpPr>
        <p:spPr>
          <a:xfrm>
            <a:off x="8839048" y="3858768"/>
            <a:ext cx="1463040" cy="365760"/>
          </a:xfrm>
          <a:prstGeom prst="roundRect">
            <a:avLst>
              <a:gd name="adj" fmla="val 125000"/>
            </a:avLst>
          </a:prstGeom>
          <a:solidFill>
            <a:srgbClr val="DD784B"/>
          </a:solidFill>
          <a:ln/>
        </p:spPr>
      </p:sp>
      <p:sp>
        <p:nvSpPr>
          <p:cNvPr id="15" name="Text 13"/>
          <p:cNvSpPr/>
          <p:nvPr/>
        </p:nvSpPr>
        <p:spPr>
          <a:xfrm>
            <a:off x="893048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4" tooltip=""/>
          </p:cNvPr>
          <p:cNvSpPr/>
          <p:nvPr/>
        </p:nvSpPr>
        <p:spPr>
          <a:xfrm>
            <a:off x="810752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CEDA</cp:lastModifiedBy>
  <cp:revision>1</cp:revision>
  <dcterms:created xsi:type="dcterms:W3CDTF">2026-10-05T12:24:22Z</dcterms:created>
  <dcterms:modified xsi:type="dcterms:W3CDTF">2026-10-05T12:24:22Z</dcterms:modified>
</cp:coreProperties>
</file>